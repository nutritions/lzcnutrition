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97" r:id="rId3"/>
    <p:sldId id="346" r:id="rId4"/>
    <p:sldId id="262" r:id="rId5"/>
    <p:sldId id="263" r:id="rId6"/>
    <p:sldId id="266" r:id="rId7"/>
    <p:sldId id="272" r:id="rId8"/>
    <p:sldId id="297" r:id="rId9"/>
    <p:sldId id="298" r:id="rId10"/>
    <p:sldId id="347" r:id="rId11"/>
    <p:sldId id="305" r:id="rId12"/>
    <p:sldId id="310" r:id="rId14"/>
    <p:sldId id="317" r:id="rId15"/>
    <p:sldId id="329" r:id="rId16"/>
    <p:sldId id="345" r:id="rId17"/>
    <p:sldId id="355" r:id="rId18"/>
    <p:sldId id="356" r:id="rId19"/>
    <p:sldId id="362" r:id="rId20"/>
    <p:sldId id="368" r:id="rId21"/>
    <p:sldId id="369" r:id="rId22"/>
    <p:sldId id="370" r:id="rId23"/>
    <p:sldId id="371" r:id="rId24"/>
    <p:sldId id="384" r:id="rId25"/>
    <p:sldId id="388" r:id="rId26"/>
    <p:sldId id="389" r:id="rId27"/>
    <p:sldId id="390" r:id="rId28"/>
    <p:sldId id="391" r:id="rId29"/>
    <p:sldId id="399" r:id="rId30"/>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sid" initials="R" lastIdx="7"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4" autoAdjust="0"/>
  </p:normalViewPr>
  <p:slideViewPr>
    <p:cSldViewPr snapToGrid="0">
      <p:cViewPr varScale="1">
        <p:scale>
          <a:sx n="109" d="100"/>
          <a:sy n="109" d="100"/>
        </p:scale>
        <p:origin x="774" y="78"/>
      </p:cViewPr>
      <p:guideLst/>
    </p:cSldViewPr>
  </p:slideViewPr>
  <p:notesTextViewPr>
    <p:cViewPr>
      <p:scale>
        <a:sx n="3" d="2"/>
        <a:sy n="3" d="2"/>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판매</c:v>
                </c:pt>
              </c:strCache>
            </c:strRef>
          </c:tx>
          <c:spPr>
            <a:ln>
              <a:solidFill>
                <a:schemeClr val="tx2"/>
              </a:solidFill>
            </a:ln>
          </c:spPr>
          <c:explosion val="0"/>
          <c:dPt>
            <c:idx val="0"/>
            <c:bubble3D val="0"/>
            <c:spPr>
              <a:solidFill>
                <a:schemeClr val="accent1"/>
              </a:solidFill>
              <a:ln w="19050">
                <a:solidFill>
                  <a:schemeClr val="tx2"/>
                </a:solidFill>
              </a:ln>
              <a:effectLst/>
            </c:spPr>
          </c:dPt>
          <c:dPt>
            <c:idx val="1"/>
            <c:bubble3D val="0"/>
            <c:spPr>
              <a:solidFill>
                <a:schemeClr val="bg1"/>
              </a:solidFill>
              <a:ln w="19050">
                <a:solidFill>
                  <a:schemeClr val="tx2"/>
                </a:solidFill>
              </a:ln>
              <a:effectLst/>
            </c:spPr>
          </c:dPt>
          <c:dLbls>
            <c:delete val="1"/>
          </c:dLbls>
          <c:cat>
            <c:strRef>
              <c:f>Sheet1!$A$2:$A$3</c:f>
              <c:strCache>
                <c:ptCount val="2"/>
                <c:pt idx="0">
                  <c:v>1분기</c:v>
                </c:pt>
                <c:pt idx="1">
                  <c:v>2분기</c:v>
                </c:pt>
              </c:strCache>
            </c:strRef>
          </c:cat>
          <c:val>
            <c:numRef>
              <c:f>Sheet1!$B$2:$B$3</c:f>
              <c:numCache>
                <c:formatCode>General</c:formatCode>
                <c:ptCount val="2"/>
                <c:pt idx="0">
                  <c:v>40</c:v>
                </c:pt>
                <c:pt idx="1">
                  <c:v>60</c:v>
                </c:pt>
              </c:numCache>
            </c:numRef>
          </c:val>
        </c:ser>
        <c:ser>
          <c:idx val="1"/>
          <c:order val="1"/>
          <c:tx>
            <c:strRef>
              <c:f>Sheet1!$C$1</c:f>
              <c:strCache>
                <c:ptCount val="1"/>
                <c:pt idx="0">
                  <c:v>열1</c:v>
                </c:pt>
              </c:strCache>
            </c:strRef>
          </c:tx>
          <c:spPr>
            <a:ln>
              <a:solidFill>
                <a:schemeClr val="bg1">
                  <a:lumMod val="95000"/>
                </a:schemeClr>
              </a:solidFill>
            </a:ln>
          </c:spPr>
          <c:explosion val="0"/>
          <c:dPt>
            <c:idx val="0"/>
            <c:bubble3D val="0"/>
            <c:spPr>
              <a:solidFill>
                <a:schemeClr val="accent2"/>
              </a:solidFill>
              <a:ln w="19050">
                <a:solidFill>
                  <a:schemeClr val="tx2"/>
                </a:solidFill>
              </a:ln>
              <a:effectLst/>
            </c:spPr>
          </c:dPt>
          <c:dPt>
            <c:idx val="1"/>
            <c:bubble3D val="0"/>
            <c:spPr>
              <a:solidFill>
                <a:schemeClr val="bg1"/>
              </a:solidFill>
              <a:ln w="19050">
                <a:solidFill>
                  <a:schemeClr val="tx2"/>
                </a:solidFill>
              </a:ln>
              <a:effectLst/>
            </c:spPr>
          </c:dPt>
          <c:dLbls>
            <c:delete val="1"/>
          </c:dLbls>
          <c:cat>
            <c:strRef>
              <c:f>Sheet1!$A$2:$A$3</c:f>
              <c:strCache>
                <c:ptCount val="2"/>
                <c:pt idx="0">
                  <c:v>1분기</c:v>
                </c:pt>
                <c:pt idx="1">
                  <c:v>2분기</c:v>
                </c:pt>
              </c:strCache>
            </c:strRef>
          </c:cat>
          <c:val>
            <c:numRef>
              <c:f>Sheet1!$C$2:$C$3</c:f>
              <c:numCache>
                <c:formatCode>General</c:formatCode>
                <c:ptCount val="2"/>
                <c:pt idx="0">
                  <c:v>75</c:v>
                </c:pt>
                <c:pt idx="1">
                  <c:v>25</c:v>
                </c:pt>
              </c:numCache>
            </c:numRef>
          </c:val>
        </c:ser>
        <c:ser>
          <c:idx val="2"/>
          <c:order val="2"/>
          <c:tx>
            <c:strRef>
              <c:f>Sheet1!$D$1</c:f>
              <c:strCache>
                <c:ptCount val="1"/>
                <c:pt idx="0">
                  <c:v>열2</c:v>
                </c:pt>
              </c:strCache>
            </c:strRef>
          </c:tx>
          <c:spPr>
            <a:ln>
              <a:solidFill>
                <a:schemeClr val="bg1">
                  <a:lumMod val="95000"/>
                </a:schemeClr>
              </a:solidFill>
            </a:ln>
          </c:spPr>
          <c:explosion val="0"/>
          <c:dPt>
            <c:idx val="0"/>
            <c:bubble3D val="0"/>
            <c:explosion val="1"/>
            <c:spPr>
              <a:solidFill>
                <a:srgbClr val="01B2D4"/>
              </a:solidFill>
              <a:ln w="19050">
                <a:solidFill>
                  <a:schemeClr val="tx2"/>
                </a:solidFill>
              </a:ln>
              <a:effectLst/>
            </c:spPr>
          </c:dPt>
          <c:dPt>
            <c:idx val="1"/>
            <c:bubble3D val="0"/>
            <c:spPr>
              <a:solidFill>
                <a:schemeClr val="bg1"/>
              </a:solidFill>
              <a:ln w="19050">
                <a:solidFill>
                  <a:schemeClr val="tx2"/>
                </a:solidFill>
              </a:ln>
              <a:effectLst/>
            </c:spPr>
          </c:dPt>
          <c:dLbls>
            <c:delete val="1"/>
          </c:dLbls>
          <c:cat>
            <c:strRef>
              <c:f>Sheet1!$A$2:$A$3</c:f>
              <c:strCache>
                <c:ptCount val="2"/>
                <c:pt idx="0">
                  <c:v>1분기</c:v>
                </c:pt>
                <c:pt idx="1">
                  <c:v>2분기</c:v>
                </c:pt>
              </c:strCache>
            </c:strRef>
          </c:cat>
          <c:val>
            <c:numRef>
              <c:f>Sheet1!$D$2:$D$3</c:f>
              <c:numCache>
                <c:formatCode>General</c:formatCode>
                <c:ptCount val="2"/>
                <c:pt idx="0">
                  <c:v>60</c:v>
                </c:pt>
                <c:pt idx="1">
                  <c:v>40</c:v>
                </c:pt>
              </c:numCache>
            </c:numRef>
          </c:val>
        </c:ser>
        <c:ser>
          <c:idx val="3"/>
          <c:order val="3"/>
          <c:tx>
            <c:strRef>
              <c:f>Sheet1!$E$1</c:f>
              <c:strCache>
                <c:ptCount val="1"/>
                <c:pt idx="0">
                  <c:v>열3</c:v>
                </c:pt>
              </c:strCache>
            </c:strRef>
          </c:tx>
          <c:spPr>
            <a:ln>
              <a:solidFill>
                <a:schemeClr val="tx2"/>
              </a:solidFill>
            </a:ln>
          </c:spPr>
          <c:explosion val="0"/>
          <c:dPt>
            <c:idx val="0"/>
            <c:bubble3D val="0"/>
            <c:spPr>
              <a:solidFill>
                <a:schemeClr val="accent4"/>
              </a:solidFill>
              <a:ln w="19050">
                <a:solidFill>
                  <a:schemeClr val="tx2"/>
                </a:solidFill>
              </a:ln>
              <a:effectLst/>
            </c:spPr>
          </c:dPt>
          <c:dPt>
            <c:idx val="1"/>
            <c:bubble3D val="0"/>
            <c:spPr>
              <a:solidFill>
                <a:schemeClr val="bg1"/>
              </a:solidFill>
              <a:ln w="19050">
                <a:solidFill>
                  <a:schemeClr val="tx2"/>
                </a:solidFill>
              </a:ln>
              <a:effectLst/>
            </c:spPr>
          </c:dPt>
          <c:dLbls>
            <c:delete val="1"/>
          </c:dLbls>
          <c:cat>
            <c:strRef>
              <c:f>Sheet1!$A$2:$A$3</c:f>
              <c:strCache>
                <c:ptCount val="2"/>
                <c:pt idx="0">
                  <c:v>1분기</c:v>
                </c:pt>
                <c:pt idx="1">
                  <c:v>2분기</c:v>
                </c:pt>
              </c:strCache>
            </c:strRef>
          </c:cat>
          <c:val>
            <c:numRef>
              <c:f>Sheet1!$E$2:$E$3</c:f>
              <c:numCache>
                <c:formatCode>General</c:formatCode>
                <c:ptCount val="2"/>
                <c:pt idx="0">
                  <c:v>70</c:v>
                </c:pt>
                <c:pt idx="1">
                  <c:v>30</c:v>
                </c:pt>
              </c:numCache>
            </c:numRef>
          </c:val>
        </c:ser>
        <c:dLbls>
          <c:showLegendKey val="0"/>
          <c:showVal val="0"/>
          <c:showCatName val="0"/>
          <c:showSerName val="0"/>
          <c:showPercent val="0"/>
          <c:showBubbleSize val="0"/>
          <c:showLeaderLines val="1"/>
        </c:dLbls>
        <c:firstSliceAng val="0"/>
        <c:holeSize val="46"/>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261622-1E9C-4A40-9BC6-9328F95EFB68}" type="datetimeFigureOut">
              <a:rPr lang="id-ID" smtClean="0"/>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BA129-AC84-4FBE-AD21-63D6725762EC}" type="slidenum">
              <a:rPr lang="id-ID" smtClean="0"/>
            </a:fld>
            <a:endParaRPr lang="id-ID"/>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689A17-F2E6-F744-B9DB-B5BE8D188BC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solidFill>
          <a:schemeClr val="tx2"/>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Title Slide">
    <p:bg>
      <p:bgPr>
        <a:solidFill>
          <a:schemeClr val="tx2"/>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2_Title Slide">
    <p:bg>
      <p:bgPr>
        <a:solidFill>
          <a:schemeClr val="tx2"/>
        </a:solidFill>
        <a:effectLst/>
      </p:bgPr>
    </p:bg>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5541036" y="0"/>
            <a:ext cx="6650964" cy="5982224"/>
          </a:xfrm>
          <a:custGeom>
            <a:avLst/>
            <a:gdLst>
              <a:gd name="connsiteX0" fmla="*/ 5132646 w 6650964"/>
              <a:gd name="connsiteY0" fmla="*/ 0 h 5982224"/>
              <a:gd name="connsiteX1" fmla="*/ 6650964 w 6650964"/>
              <a:gd name="connsiteY1" fmla="*/ 0 h 5982224"/>
              <a:gd name="connsiteX2" fmla="*/ 6650963 w 6650964"/>
              <a:gd name="connsiteY2" fmla="*/ 1054042 h 5982224"/>
              <a:gd name="connsiteX3" fmla="*/ 4044225 w 6650964"/>
              <a:gd name="connsiteY3" fmla="*/ 1709552 h 5982224"/>
              <a:gd name="connsiteX4" fmla="*/ 3614328 w 6650964"/>
              <a:gd name="connsiteY4" fmla="*/ 0 h 5982224"/>
              <a:gd name="connsiteX5" fmla="*/ 1807164 w 6650964"/>
              <a:gd name="connsiteY5" fmla="*/ 0 h 5982224"/>
              <a:gd name="connsiteX6" fmla="*/ 2607607 w 6650964"/>
              <a:gd name="connsiteY6" fmla="*/ 0 h 5982224"/>
              <a:gd name="connsiteX7" fmla="*/ 3408050 w 6650964"/>
              <a:gd name="connsiteY7" fmla="*/ 0 h 5982224"/>
              <a:gd name="connsiteX8" fmla="*/ 3901325 w 6650964"/>
              <a:gd name="connsiteY8" fmla="*/ 1961587 h 5982224"/>
              <a:gd name="connsiteX9" fmla="*/ 6650963 w 6650964"/>
              <a:gd name="connsiteY9" fmla="*/ 1270142 h 5982224"/>
              <a:gd name="connsiteX10" fmla="*/ 6650963 w 6650964"/>
              <a:gd name="connsiteY10" fmla="*/ 2871028 h 5982224"/>
              <a:gd name="connsiteX11" fmla="*/ 2774279 w 6650964"/>
              <a:gd name="connsiteY11" fmla="*/ 3845888 h 5982224"/>
              <a:gd name="connsiteX12" fmla="*/ 0 w 6650964"/>
              <a:gd name="connsiteY12" fmla="*/ 0 h 5982224"/>
              <a:gd name="connsiteX13" fmla="*/ 1600886 w 6650964"/>
              <a:gd name="connsiteY13" fmla="*/ 0 h 5982224"/>
              <a:gd name="connsiteX14" fmla="*/ 2631380 w 6650964"/>
              <a:gd name="connsiteY14" fmla="*/ 4097922 h 5982224"/>
              <a:gd name="connsiteX15" fmla="*/ 6650964 w 6650964"/>
              <a:gd name="connsiteY15" fmla="*/ 3087128 h 5982224"/>
              <a:gd name="connsiteX16" fmla="*/ 6650963 w 6650964"/>
              <a:gd name="connsiteY16" fmla="*/ 4688014 h 5982224"/>
              <a:gd name="connsiteX17" fmla="*/ 1504334 w 6650964"/>
              <a:gd name="connsiteY17" fmla="*/ 5982224 h 598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650964" h="5982224">
                <a:moveTo>
                  <a:pt x="5132646" y="0"/>
                </a:moveTo>
                <a:lnTo>
                  <a:pt x="6650964" y="0"/>
                </a:lnTo>
                <a:lnTo>
                  <a:pt x="6650963" y="1054042"/>
                </a:lnTo>
                <a:lnTo>
                  <a:pt x="4044225" y="1709552"/>
                </a:lnTo>
                <a:lnTo>
                  <a:pt x="3614328" y="0"/>
                </a:lnTo>
                <a:close/>
                <a:moveTo>
                  <a:pt x="1807164" y="0"/>
                </a:moveTo>
                <a:lnTo>
                  <a:pt x="2607607" y="0"/>
                </a:lnTo>
                <a:lnTo>
                  <a:pt x="3408050" y="0"/>
                </a:lnTo>
                <a:lnTo>
                  <a:pt x="3901325" y="1961587"/>
                </a:lnTo>
                <a:lnTo>
                  <a:pt x="6650963" y="1270142"/>
                </a:lnTo>
                <a:lnTo>
                  <a:pt x="6650963" y="2871028"/>
                </a:lnTo>
                <a:lnTo>
                  <a:pt x="2774279" y="3845888"/>
                </a:lnTo>
                <a:close/>
                <a:moveTo>
                  <a:pt x="0" y="0"/>
                </a:moveTo>
                <a:lnTo>
                  <a:pt x="1600886" y="0"/>
                </a:lnTo>
                <a:lnTo>
                  <a:pt x="2631380" y="4097922"/>
                </a:lnTo>
                <a:lnTo>
                  <a:pt x="6650964" y="3087128"/>
                </a:lnTo>
                <a:lnTo>
                  <a:pt x="6650963" y="4688014"/>
                </a:lnTo>
                <a:lnTo>
                  <a:pt x="1504334" y="5982224"/>
                </a:lnTo>
                <a:close/>
              </a:path>
            </a:pathLst>
          </a:custGeom>
          <a:solidFill>
            <a:schemeClr val="bg1">
              <a:lumMod val="85000"/>
            </a:schemeClr>
          </a:solidFill>
        </p:spPr>
        <p:txBody>
          <a:bodyPr wrap="square">
            <a:noAutofit/>
          </a:bodyPr>
          <a:lstStyle/>
          <a:p>
            <a:endParaRPr lang="id-ID"/>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3_Title Slide">
    <p:bg>
      <p:bgPr>
        <a:solidFill>
          <a:schemeClr val="bg1"/>
        </a:soli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8"/>
          </p:nvPr>
        </p:nvSpPr>
        <p:spPr>
          <a:xfrm>
            <a:off x="0" y="0"/>
            <a:ext cx="12192000" cy="6858000"/>
          </a:xfrm>
          <a:prstGeom prst="rect">
            <a:avLst/>
          </a:prstGeom>
          <a:solidFill>
            <a:schemeClr val="bg1">
              <a:lumMod val="85000"/>
              <a:alpha val="39000"/>
            </a:schemeClr>
          </a:solidFill>
          <a:ln w="38100" cmpd="sng">
            <a:noFill/>
          </a:ln>
        </p:spPr>
        <p:txBody>
          <a:bodyPr vert="horz"/>
          <a:lstStyle>
            <a:lvl1pPr>
              <a:defRPr sz="1000"/>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6"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tx2"/>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550864" y="1914977"/>
            <a:ext cx="4993594" cy="3796393"/>
          </a:xfrm>
          <a:prstGeom prst="rect">
            <a:avLst/>
          </a:prstGeom>
          <a:solidFill>
            <a:schemeClr val="bg1">
              <a:lumMod val="85000"/>
            </a:schemeClr>
          </a:solidFill>
        </p:spPr>
        <p:txBody>
          <a:bodyPr vert="horz"/>
          <a:lstStyle>
            <a:lvl1pPr>
              <a:defRPr sz="1000"/>
            </a:lvl1pPr>
          </a:lstStyle>
          <a:p>
            <a:endParaRPr lang="en-US" dirty="0"/>
          </a:p>
        </p:txBody>
      </p:sp>
      <p:sp>
        <p:nvSpPr>
          <p:cNvPr id="8"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9"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500"/>
                                        <p:tgtEl>
                                          <p:spTgt spid="9">
                                            <p:txEl>
                                              <p:pRg st="0" end="0"/>
                                            </p:txEl>
                                          </p:spTgt>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uild="p">
        <p:tmplLst>
          <p:tmpl lvl="1">
            <p:tnLst>
              <p:par>
                <p:cTn presetID="10" presetClass="entr" presetSubtype="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Custom Layout">
    <p:bg>
      <p:bgPr>
        <a:solidFill>
          <a:schemeClr val="tx2"/>
        </a:solidFill>
        <a:effectLst/>
      </p:bgPr>
    </p:bg>
    <p:spTree>
      <p:nvGrpSpPr>
        <p:cNvPr id="1" name=""/>
        <p:cNvGrpSpPr/>
        <p:nvPr/>
      </p:nvGrpSpPr>
      <p:grpSpPr>
        <a:xfrm>
          <a:off x="0" y="0"/>
          <a:ext cx="0" cy="0"/>
          <a:chOff x="0" y="0"/>
          <a:chExt cx="0" cy="0"/>
        </a:xfrm>
      </p:grpSpPr>
      <p:sp>
        <p:nvSpPr>
          <p:cNvPr id="5" name="Picture Placeholder 8"/>
          <p:cNvSpPr>
            <a:spLocks noGrp="1"/>
          </p:cNvSpPr>
          <p:nvPr>
            <p:ph type="pic" sz="quarter" idx="18"/>
          </p:nvPr>
        </p:nvSpPr>
        <p:spPr>
          <a:xfrm>
            <a:off x="804858" y="1905134"/>
            <a:ext cx="2768118" cy="1982109"/>
          </a:xfrm>
          <a:prstGeom prst="rect">
            <a:avLst/>
          </a:prstGeom>
          <a:solidFill>
            <a:schemeClr val="bg1">
              <a:lumMod val="85000"/>
            </a:schemeClr>
          </a:solidFill>
          <a:ln w="38100" cmpd="sng">
            <a:noFill/>
          </a:ln>
        </p:spPr>
        <p:txBody>
          <a:bodyPr vert="horz"/>
          <a:lstStyle>
            <a:lvl1pPr>
              <a:defRPr sz="1000"/>
            </a:lvl1pPr>
          </a:lstStyle>
          <a:p>
            <a:endParaRPr lang="en-US" dirty="0"/>
          </a:p>
        </p:txBody>
      </p:sp>
      <p:sp>
        <p:nvSpPr>
          <p:cNvPr id="6" name="Picture Placeholder 8"/>
          <p:cNvSpPr>
            <a:spLocks noGrp="1"/>
          </p:cNvSpPr>
          <p:nvPr>
            <p:ph type="pic" sz="quarter" idx="19"/>
          </p:nvPr>
        </p:nvSpPr>
        <p:spPr>
          <a:xfrm>
            <a:off x="3652624" y="1905134"/>
            <a:ext cx="2768118" cy="1982109"/>
          </a:xfrm>
          <a:prstGeom prst="rect">
            <a:avLst/>
          </a:prstGeom>
          <a:solidFill>
            <a:schemeClr val="bg1">
              <a:lumMod val="85000"/>
            </a:schemeClr>
          </a:solidFill>
          <a:ln w="38100" cmpd="sng">
            <a:noFill/>
          </a:ln>
        </p:spPr>
        <p:txBody>
          <a:bodyPr vert="horz"/>
          <a:lstStyle>
            <a:lvl1pPr>
              <a:defRPr sz="1000"/>
            </a:lvl1pPr>
          </a:lstStyle>
          <a:p>
            <a:endParaRPr lang="en-US"/>
          </a:p>
        </p:txBody>
      </p:sp>
      <p:sp>
        <p:nvSpPr>
          <p:cNvPr id="7" name="Picture Placeholder 8"/>
          <p:cNvSpPr>
            <a:spLocks noGrp="1"/>
          </p:cNvSpPr>
          <p:nvPr>
            <p:ph type="pic" sz="quarter" idx="20"/>
          </p:nvPr>
        </p:nvSpPr>
        <p:spPr>
          <a:xfrm>
            <a:off x="804858" y="3983461"/>
            <a:ext cx="2768118" cy="1982109"/>
          </a:xfrm>
          <a:prstGeom prst="rect">
            <a:avLst/>
          </a:prstGeom>
          <a:solidFill>
            <a:schemeClr val="bg1">
              <a:lumMod val="85000"/>
            </a:schemeClr>
          </a:solidFill>
          <a:ln w="38100" cmpd="sng">
            <a:noFill/>
          </a:ln>
        </p:spPr>
        <p:txBody>
          <a:bodyPr vert="horz"/>
          <a:lstStyle>
            <a:lvl1pPr>
              <a:defRPr sz="1000"/>
            </a:lvl1pPr>
          </a:lstStyle>
          <a:p>
            <a:endParaRPr lang="en-US"/>
          </a:p>
        </p:txBody>
      </p:sp>
      <p:sp>
        <p:nvSpPr>
          <p:cNvPr id="8" name="Picture Placeholder 8"/>
          <p:cNvSpPr>
            <a:spLocks noGrp="1"/>
          </p:cNvSpPr>
          <p:nvPr>
            <p:ph type="pic" sz="quarter" idx="21"/>
          </p:nvPr>
        </p:nvSpPr>
        <p:spPr>
          <a:xfrm>
            <a:off x="3652624" y="3983461"/>
            <a:ext cx="2768118" cy="1982109"/>
          </a:xfrm>
          <a:prstGeom prst="rect">
            <a:avLst/>
          </a:prstGeom>
          <a:solidFill>
            <a:schemeClr val="bg1">
              <a:lumMod val="85000"/>
            </a:schemeClr>
          </a:solidFill>
          <a:ln w="38100" cmpd="sng">
            <a:noFill/>
          </a:ln>
        </p:spPr>
        <p:txBody>
          <a:bodyPr vert="horz"/>
          <a:lstStyle>
            <a:lvl1pPr>
              <a:defRPr sz="1000"/>
            </a:lvl1pPr>
          </a:lstStyle>
          <a:p>
            <a:endParaRPr lang="en-US"/>
          </a:p>
        </p:txBody>
      </p:sp>
      <p:sp>
        <p:nvSpPr>
          <p:cNvPr id="11"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2"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2" grpId="0" build="p">
        <p:tmplLst>
          <p:tmpl lvl="1">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9_Custom Layout">
    <p:bg>
      <p:bgPr>
        <a:solidFill>
          <a:schemeClr val="tx2"/>
        </a:solidFill>
        <a:effectLst/>
      </p:bgPr>
    </p:bg>
    <p:spTree>
      <p:nvGrpSpPr>
        <p:cNvPr id="1" name=""/>
        <p:cNvGrpSpPr/>
        <p:nvPr/>
      </p:nvGrpSpPr>
      <p:grpSpPr>
        <a:xfrm>
          <a:off x="0" y="0"/>
          <a:ext cx="0" cy="0"/>
          <a:chOff x="0" y="0"/>
          <a:chExt cx="0" cy="0"/>
        </a:xfrm>
      </p:grpSpPr>
      <p:sp>
        <p:nvSpPr>
          <p:cNvPr id="3" name="Picture Placeholder 3"/>
          <p:cNvSpPr>
            <a:spLocks noGrp="1"/>
          </p:cNvSpPr>
          <p:nvPr>
            <p:ph type="pic" sz="quarter" idx="29"/>
          </p:nvPr>
        </p:nvSpPr>
        <p:spPr>
          <a:xfrm>
            <a:off x="-2" y="1"/>
            <a:ext cx="12192001" cy="3271441"/>
          </a:xfrm>
          <a:prstGeom prst="rect">
            <a:avLst/>
          </a:prstGeom>
          <a:solidFill>
            <a:schemeClr val="bg1">
              <a:lumMod val="85000"/>
            </a:schemeClr>
          </a:solidFill>
        </p:spPr>
        <p:txBody>
          <a:bodyPr vert="horz"/>
          <a:lstStyle>
            <a:lvl1pPr>
              <a:defRPr sz="1000"/>
            </a:lvl1pPr>
          </a:lstStyle>
          <a:p>
            <a:endParaRPr lang="en-US"/>
          </a:p>
        </p:txBody>
      </p:sp>
      <p:sp>
        <p:nvSpPr>
          <p:cNvPr id="4" name="Picture Placeholder 18"/>
          <p:cNvSpPr>
            <a:spLocks noGrp="1"/>
          </p:cNvSpPr>
          <p:nvPr>
            <p:ph type="pic" sz="quarter" idx="12"/>
          </p:nvPr>
        </p:nvSpPr>
        <p:spPr>
          <a:xfrm>
            <a:off x="5330019" y="2514600"/>
            <a:ext cx="1531962" cy="1531960"/>
          </a:xfrm>
          <a:prstGeom prst="ellipse">
            <a:avLst/>
          </a:prstGeom>
          <a:solidFill>
            <a:schemeClr val="bg1">
              <a:lumMod val="85000"/>
            </a:schemeClr>
          </a:solidFill>
          <a:ln w="38100" cmpd="sng">
            <a:solidFill>
              <a:srgbClr val="FFFFFF"/>
            </a:solidFill>
          </a:ln>
        </p:spPr>
        <p:txBody>
          <a:bodyPr vert="horz"/>
          <a:lstStyle>
            <a:lvl1pPr>
              <a:defRPr sz="1000"/>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Custom Layout">
    <p:bg>
      <p:bgPr>
        <a:solidFill>
          <a:schemeClr val="tx2"/>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1405128" y="1931937"/>
            <a:ext cx="1885950" cy="1885950"/>
          </a:xfrm>
          <a:prstGeom prst="ellipse">
            <a:avLst/>
          </a:prstGeom>
          <a:solidFill>
            <a:schemeClr val="bg1">
              <a:lumMod val="85000"/>
            </a:schemeClr>
          </a:solidFill>
          <a:ln w="57150" cmpd="sng">
            <a:solidFill>
              <a:schemeClr val="bg1">
                <a:lumMod val="65000"/>
              </a:schemeClr>
            </a:solidFill>
          </a:ln>
        </p:spPr>
        <p:txBody>
          <a:bodyPr vert="horz"/>
          <a:lstStyle>
            <a:lvl1pPr>
              <a:defRPr sz="1000"/>
            </a:lvl1pPr>
          </a:lstStyle>
          <a:p>
            <a:endParaRPr lang="en-US"/>
          </a:p>
        </p:txBody>
      </p:sp>
      <p:sp>
        <p:nvSpPr>
          <p:cNvPr id="8" name="Picture Placeholder 5"/>
          <p:cNvSpPr>
            <a:spLocks noGrp="1"/>
          </p:cNvSpPr>
          <p:nvPr>
            <p:ph type="pic" sz="quarter" idx="13"/>
          </p:nvPr>
        </p:nvSpPr>
        <p:spPr>
          <a:xfrm>
            <a:off x="5186116" y="1931937"/>
            <a:ext cx="1885950" cy="1885950"/>
          </a:xfrm>
          <a:prstGeom prst="ellipse">
            <a:avLst/>
          </a:prstGeom>
          <a:solidFill>
            <a:schemeClr val="bg1">
              <a:lumMod val="85000"/>
            </a:schemeClr>
          </a:solidFill>
          <a:ln w="57150" cmpd="sng">
            <a:solidFill>
              <a:schemeClr val="bg1">
                <a:lumMod val="65000"/>
              </a:schemeClr>
            </a:solidFill>
          </a:ln>
        </p:spPr>
        <p:txBody>
          <a:bodyPr vert="horz"/>
          <a:lstStyle>
            <a:lvl1pPr>
              <a:defRPr sz="1000"/>
            </a:lvl1pPr>
          </a:lstStyle>
          <a:p>
            <a:endParaRPr lang="en-US"/>
          </a:p>
        </p:txBody>
      </p:sp>
      <p:sp>
        <p:nvSpPr>
          <p:cNvPr id="9" name="Picture Placeholder 5"/>
          <p:cNvSpPr>
            <a:spLocks noGrp="1"/>
          </p:cNvSpPr>
          <p:nvPr>
            <p:ph type="pic" sz="quarter" idx="14"/>
          </p:nvPr>
        </p:nvSpPr>
        <p:spPr>
          <a:xfrm>
            <a:off x="8967103" y="1931937"/>
            <a:ext cx="1885950" cy="1885950"/>
          </a:xfrm>
          <a:prstGeom prst="ellipse">
            <a:avLst/>
          </a:prstGeom>
          <a:solidFill>
            <a:schemeClr val="bg1">
              <a:lumMod val="85000"/>
            </a:schemeClr>
          </a:solidFill>
          <a:ln w="57150" cmpd="sng">
            <a:solidFill>
              <a:schemeClr val="bg1">
                <a:lumMod val="65000"/>
              </a:schemeClr>
            </a:solidFill>
          </a:ln>
        </p:spPr>
        <p:txBody>
          <a:bodyPr vert="horz"/>
          <a:lstStyle>
            <a:lvl1pPr>
              <a:defRPr sz="1000"/>
            </a:lvl1pPr>
          </a:lstStyle>
          <a:p>
            <a:endParaRPr lang="en-US"/>
          </a:p>
        </p:txBody>
      </p:sp>
      <p:sp>
        <p:nvSpPr>
          <p:cNvPr id="7"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0"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7" grpId="0" build="p">
        <p:tmplLst>
          <p:tmpl lvl="1">
            <p:tnLst>
              <p:par>
                <p:cTn presetID="10" presetClass="entr" presetSubtype="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tx2"/>
        </a:soli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0"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2"/>
        </a:soli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0"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25_Custom Layout">
    <p:bg>
      <p:bgPr>
        <a:solidFill>
          <a:schemeClr val="tx2"/>
        </a:solidFill>
        <a:effectLst/>
      </p:bgPr>
    </p:bg>
    <p:spTree>
      <p:nvGrpSpPr>
        <p:cNvPr id="1" name=""/>
        <p:cNvGrpSpPr/>
        <p:nvPr/>
      </p:nvGrpSpPr>
      <p:grpSpPr>
        <a:xfrm>
          <a:off x="0" y="0"/>
          <a:ext cx="0" cy="0"/>
          <a:chOff x="0" y="0"/>
          <a:chExt cx="0" cy="0"/>
        </a:xfrm>
      </p:grpSpPr>
      <p:sp>
        <p:nvSpPr>
          <p:cNvPr id="3" name="Picture Placeholder 18"/>
          <p:cNvSpPr>
            <a:spLocks noGrp="1"/>
          </p:cNvSpPr>
          <p:nvPr>
            <p:ph type="pic" sz="quarter" idx="31"/>
          </p:nvPr>
        </p:nvSpPr>
        <p:spPr>
          <a:xfrm>
            <a:off x="0" y="0"/>
            <a:ext cx="12192000" cy="3200400"/>
          </a:xfrm>
          <a:prstGeom prst="rect">
            <a:avLst/>
          </a:prstGeom>
          <a:solidFill>
            <a:schemeClr val="bg1">
              <a:lumMod val="85000"/>
            </a:schemeClr>
          </a:solidFill>
          <a:ln w="38100" cmpd="sng">
            <a:noFill/>
            <a:prstDash val="dot"/>
          </a:ln>
        </p:spPr>
        <p:txBody>
          <a:bodyPr vert="horz"/>
          <a:lstStyle>
            <a:lvl1pPr>
              <a:defRPr sz="1000"/>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5_Custom Layout">
    <p:bg>
      <p:bgPr>
        <a:solidFill>
          <a:schemeClr val="tx2"/>
        </a:solidFill>
        <a:effectLst/>
      </p:bgPr>
    </p:bg>
    <p:spTree>
      <p:nvGrpSpPr>
        <p:cNvPr id="1" name=""/>
        <p:cNvGrpSpPr/>
        <p:nvPr/>
      </p:nvGrpSpPr>
      <p:grpSpPr>
        <a:xfrm>
          <a:off x="0" y="0"/>
          <a:ext cx="0" cy="0"/>
          <a:chOff x="0" y="0"/>
          <a:chExt cx="0" cy="0"/>
        </a:xfrm>
      </p:grpSpPr>
      <p:sp>
        <p:nvSpPr>
          <p:cNvPr id="3" name="Picture Placeholder 3"/>
          <p:cNvSpPr>
            <a:spLocks noGrp="1"/>
          </p:cNvSpPr>
          <p:nvPr>
            <p:ph type="pic" sz="quarter" idx="29"/>
          </p:nvPr>
        </p:nvSpPr>
        <p:spPr>
          <a:xfrm>
            <a:off x="-2" y="1"/>
            <a:ext cx="12192001" cy="6857999"/>
          </a:xfrm>
          <a:prstGeom prst="rect">
            <a:avLst/>
          </a:prstGeom>
          <a:solidFill>
            <a:schemeClr val="bg1">
              <a:lumMod val="75000"/>
              <a:alpha val="47000"/>
            </a:schemeClr>
          </a:solidFill>
        </p:spPr>
        <p:txBody>
          <a:bodyPr vert="horz"/>
          <a:lstStyle>
            <a:lvl1pPr>
              <a:defRPr sz="100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3" name="Rectangle 2"/>
          <p:cNvSpPr/>
          <p:nvPr userDrawn="1"/>
        </p:nvSpPr>
        <p:spPr>
          <a:xfrm flipH="1">
            <a:off x="-1" y="1"/>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 name="Round Same Side Corner Rectangle 5"/>
          <p:cNvSpPr/>
          <p:nvPr userDrawn="1"/>
        </p:nvSpPr>
        <p:spPr>
          <a:xfrm rot="16200000">
            <a:off x="11676645" y="-83276"/>
            <a:ext cx="342202" cy="694859"/>
          </a:xfrm>
          <a:prstGeom prst="round2Same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TextBox 6"/>
          <p:cNvSpPr txBox="1"/>
          <p:nvPr userDrawn="1"/>
        </p:nvSpPr>
        <p:spPr>
          <a:xfrm>
            <a:off x="11449427" y="102644"/>
            <a:ext cx="621978" cy="307777"/>
          </a:xfrm>
          <a:prstGeom prst="rect">
            <a:avLst/>
          </a:prstGeom>
          <a:noFill/>
        </p:spPr>
        <p:txBody>
          <a:bodyPr wrap="square" rtlCol="0">
            <a:spAutoFit/>
          </a:bodyPr>
          <a:lstStyle/>
          <a:p>
            <a:pPr algn="ctr"/>
            <a:fld id="{260E2A6B-A809-4840-BF14-8648BC0BDF87}" type="slidenum">
              <a:rPr lang="id-ID" sz="1400" b="0" smtClean="0">
                <a:solidFill>
                  <a:srgbClr val="FCC009"/>
                </a:solidFill>
                <a:latin typeface="Raleway" panose="020B0503030101060003" pitchFamily="34" charset="0"/>
              </a:rPr>
            </a:fld>
            <a:endParaRPr lang="id-ID" sz="1400" b="0" dirty="0">
              <a:solidFill>
                <a:srgbClr val="FCC009"/>
              </a:solidFill>
              <a:latin typeface="Raleway" panose="020B0503030101060003" pitchFamily="34" charset="0"/>
            </a:endParaRPr>
          </a:p>
        </p:txBody>
      </p:sp>
      <p:sp>
        <p:nvSpPr>
          <p:cNvPr id="8" name="TextBox 7"/>
          <p:cNvSpPr txBox="1"/>
          <p:nvPr userDrawn="1"/>
        </p:nvSpPr>
        <p:spPr>
          <a:xfrm>
            <a:off x="10873618" y="6453388"/>
            <a:ext cx="1244251" cy="276999"/>
          </a:xfrm>
          <a:prstGeom prst="rect">
            <a:avLst/>
          </a:prstGeom>
          <a:noFill/>
        </p:spPr>
        <p:txBody>
          <a:bodyPr wrap="none" rtlCol="0">
            <a:spAutoFit/>
          </a:bodyPr>
          <a:lstStyle/>
          <a:p>
            <a:r>
              <a:rPr lang="en-US" sz="1200" b="0" i="1" dirty="0">
                <a:solidFill>
                  <a:srgbClr val="FFFFFF"/>
                </a:solidFill>
                <a:latin typeface="Raleway" panose="020B0503030101060003" pitchFamily="34" charset="0"/>
              </a:rPr>
              <a:t>Your Company</a:t>
            </a:r>
            <a:endParaRPr lang="en-US" sz="1200" b="0" i="1" dirty="0">
              <a:solidFill>
                <a:srgbClr val="FFFFFF"/>
              </a:solidFill>
              <a:latin typeface="Raleway" panose="020B05030301010600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3" name="Rectangle 2"/>
          <p:cNvSpPr/>
          <p:nvPr userDrawn="1"/>
        </p:nvSpPr>
        <p:spPr>
          <a:xfrm flipH="1">
            <a:off x="-1" y="1"/>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 name="Round Same Side Corner Rectangle 5"/>
          <p:cNvSpPr/>
          <p:nvPr userDrawn="1"/>
        </p:nvSpPr>
        <p:spPr>
          <a:xfrm rot="16200000">
            <a:off x="11676645" y="-83276"/>
            <a:ext cx="342202" cy="694859"/>
          </a:xfrm>
          <a:prstGeom prst="round2Same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TextBox 6"/>
          <p:cNvSpPr txBox="1"/>
          <p:nvPr userDrawn="1"/>
        </p:nvSpPr>
        <p:spPr>
          <a:xfrm>
            <a:off x="11449427" y="102644"/>
            <a:ext cx="621978" cy="307777"/>
          </a:xfrm>
          <a:prstGeom prst="rect">
            <a:avLst/>
          </a:prstGeom>
          <a:noFill/>
        </p:spPr>
        <p:txBody>
          <a:bodyPr wrap="square" rtlCol="0">
            <a:spAutoFit/>
          </a:bodyPr>
          <a:lstStyle/>
          <a:p>
            <a:pPr algn="ctr"/>
            <a:fld id="{260E2A6B-A809-4840-BF14-8648BC0BDF87}" type="slidenum">
              <a:rPr lang="id-ID" sz="1400" b="0" smtClean="0">
                <a:solidFill>
                  <a:srgbClr val="FCC009"/>
                </a:solidFill>
                <a:latin typeface="Raleway" panose="020B0503030101060003" pitchFamily="34" charset="0"/>
              </a:rPr>
            </a:fld>
            <a:endParaRPr lang="id-ID" sz="1400" b="0" dirty="0">
              <a:solidFill>
                <a:srgbClr val="FCC009"/>
              </a:solidFill>
              <a:latin typeface="Raleway" panose="020B0503030101060003" pitchFamily="34" charset="0"/>
            </a:endParaRPr>
          </a:p>
        </p:txBody>
      </p:sp>
      <p:sp>
        <p:nvSpPr>
          <p:cNvPr id="8" name="TextBox 7"/>
          <p:cNvSpPr txBox="1"/>
          <p:nvPr userDrawn="1"/>
        </p:nvSpPr>
        <p:spPr>
          <a:xfrm>
            <a:off x="10873618" y="6453388"/>
            <a:ext cx="1244251" cy="276999"/>
          </a:xfrm>
          <a:prstGeom prst="rect">
            <a:avLst/>
          </a:prstGeom>
          <a:noFill/>
        </p:spPr>
        <p:txBody>
          <a:bodyPr wrap="none" rtlCol="0">
            <a:spAutoFit/>
          </a:bodyPr>
          <a:lstStyle/>
          <a:p>
            <a:r>
              <a:rPr lang="en-US" sz="1200" b="0" i="1" dirty="0">
                <a:solidFill>
                  <a:srgbClr val="FFFFFF"/>
                </a:solidFill>
                <a:latin typeface="Raleway" panose="020B0503030101060003" pitchFamily="34" charset="0"/>
              </a:rPr>
              <a:t>Your Company</a:t>
            </a:r>
            <a:endParaRPr lang="en-US" sz="1200" b="0" i="1" dirty="0">
              <a:solidFill>
                <a:srgbClr val="FFFFFF"/>
              </a:solidFill>
              <a:latin typeface="Raleway" panose="020B05030301010600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3" name="Rectangle 2"/>
          <p:cNvSpPr/>
          <p:nvPr userDrawn="1"/>
        </p:nvSpPr>
        <p:spPr>
          <a:xfrm flipH="1">
            <a:off x="-1" y="1"/>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 name="Round Same Side Corner Rectangle 5"/>
          <p:cNvSpPr/>
          <p:nvPr userDrawn="1"/>
        </p:nvSpPr>
        <p:spPr>
          <a:xfrm rot="16200000">
            <a:off x="11676645" y="-83276"/>
            <a:ext cx="342202" cy="694859"/>
          </a:xfrm>
          <a:prstGeom prst="round2Same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TextBox 6"/>
          <p:cNvSpPr txBox="1"/>
          <p:nvPr userDrawn="1"/>
        </p:nvSpPr>
        <p:spPr>
          <a:xfrm>
            <a:off x="11449427" y="102644"/>
            <a:ext cx="621978" cy="307777"/>
          </a:xfrm>
          <a:prstGeom prst="rect">
            <a:avLst/>
          </a:prstGeom>
          <a:noFill/>
        </p:spPr>
        <p:txBody>
          <a:bodyPr wrap="square" rtlCol="0">
            <a:spAutoFit/>
          </a:bodyPr>
          <a:lstStyle/>
          <a:p>
            <a:pPr algn="ctr"/>
            <a:fld id="{260E2A6B-A809-4840-BF14-8648BC0BDF87}" type="slidenum">
              <a:rPr lang="id-ID" sz="1400" b="0" smtClean="0">
                <a:solidFill>
                  <a:srgbClr val="FCC009"/>
                </a:solidFill>
                <a:latin typeface="Raleway" panose="020B0503030101060003" pitchFamily="34" charset="0"/>
              </a:rPr>
            </a:fld>
            <a:endParaRPr lang="id-ID" sz="1400" b="0" dirty="0">
              <a:solidFill>
                <a:srgbClr val="FCC009"/>
              </a:solidFill>
              <a:latin typeface="Raleway" panose="020B0503030101060003" pitchFamily="34" charset="0"/>
            </a:endParaRPr>
          </a:p>
        </p:txBody>
      </p:sp>
      <p:sp>
        <p:nvSpPr>
          <p:cNvPr id="8" name="TextBox 7"/>
          <p:cNvSpPr txBox="1"/>
          <p:nvPr userDrawn="1"/>
        </p:nvSpPr>
        <p:spPr>
          <a:xfrm>
            <a:off x="10873618" y="6453388"/>
            <a:ext cx="1244251" cy="276999"/>
          </a:xfrm>
          <a:prstGeom prst="rect">
            <a:avLst/>
          </a:prstGeom>
          <a:noFill/>
        </p:spPr>
        <p:txBody>
          <a:bodyPr wrap="none" rtlCol="0">
            <a:spAutoFit/>
          </a:bodyPr>
          <a:lstStyle/>
          <a:p>
            <a:r>
              <a:rPr lang="en-US" sz="1200" b="0" i="1" dirty="0">
                <a:solidFill>
                  <a:srgbClr val="FFFFFF"/>
                </a:solidFill>
                <a:latin typeface="Raleway" panose="020B0503030101060003" pitchFamily="34" charset="0"/>
              </a:rPr>
              <a:t>Your Company</a:t>
            </a:r>
            <a:endParaRPr lang="en-US" sz="1200" b="0" i="1" dirty="0">
              <a:solidFill>
                <a:srgbClr val="FFFFFF"/>
              </a:solidFill>
              <a:latin typeface="Raleway" panose="020B05030301010600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2_Custom Layout">
    <p:bg>
      <p:bgPr>
        <a:solidFill>
          <a:schemeClr val="tx2"/>
        </a:soli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1"/>
          </p:nvPr>
        </p:nvSpPr>
        <p:spPr>
          <a:xfrm>
            <a:off x="4384880" y="-110446"/>
            <a:ext cx="3040387" cy="1748747"/>
          </a:xfrm>
          <a:prstGeom prst="rect">
            <a:avLst/>
          </a:prstGeom>
          <a:solidFill>
            <a:schemeClr val="bg1">
              <a:lumMod val="85000"/>
            </a:schemeClr>
          </a:solidFill>
          <a:ln w="38100" cmpd="sng">
            <a:solidFill>
              <a:srgbClr val="FFFFFF"/>
            </a:solidFill>
          </a:ln>
        </p:spPr>
        <p:txBody>
          <a:bodyPr vert="horz"/>
          <a:lstStyle>
            <a:lvl1pPr>
              <a:defRPr sz="1000"/>
            </a:lvl1pPr>
          </a:lstStyle>
          <a:p>
            <a:endParaRPr lang="en-US"/>
          </a:p>
        </p:txBody>
      </p:sp>
      <p:sp>
        <p:nvSpPr>
          <p:cNvPr id="11" name="Picture Placeholder 8"/>
          <p:cNvSpPr>
            <a:spLocks noGrp="1"/>
          </p:cNvSpPr>
          <p:nvPr>
            <p:ph type="pic" sz="quarter" idx="12"/>
          </p:nvPr>
        </p:nvSpPr>
        <p:spPr>
          <a:xfrm>
            <a:off x="2587624" y="4295775"/>
            <a:ext cx="2165067" cy="2689928"/>
          </a:xfrm>
          <a:prstGeom prst="rect">
            <a:avLst/>
          </a:prstGeom>
          <a:solidFill>
            <a:schemeClr val="bg1">
              <a:lumMod val="85000"/>
            </a:schemeClr>
          </a:solidFill>
          <a:ln w="38100" cmpd="sng">
            <a:solidFill>
              <a:srgbClr val="FFFFFF"/>
            </a:solidFill>
          </a:ln>
        </p:spPr>
        <p:txBody>
          <a:bodyPr vert="horz"/>
          <a:lstStyle>
            <a:lvl1pPr>
              <a:defRPr sz="1000"/>
            </a:lvl1pPr>
          </a:lstStyle>
          <a:p>
            <a:endParaRPr lang="en-US"/>
          </a:p>
        </p:txBody>
      </p:sp>
      <p:sp>
        <p:nvSpPr>
          <p:cNvPr id="13" name="Picture Placeholder 8"/>
          <p:cNvSpPr>
            <a:spLocks noGrp="1"/>
          </p:cNvSpPr>
          <p:nvPr>
            <p:ph type="pic" sz="quarter" idx="13"/>
          </p:nvPr>
        </p:nvSpPr>
        <p:spPr>
          <a:xfrm>
            <a:off x="-85030" y="2482444"/>
            <a:ext cx="2637728" cy="2225544"/>
          </a:xfrm>
          <a:prstGeom prst="rect">
            <a:avLst/>
          </a:prstGeom>
          <a:solidFill>
            <a:schemeClr val="bg1">
              <a:lumMod val="85000"/>
            </a:schemeClr>
          </a:solidFill>
          <a:ln w="38100" cmpd="sng">
            <a:solidFill>
              <a:srgbClr val="FFFFFF"/>
            </a:solidFill>
          </a:ln>
        </p:spPr>
        <p:txBody>
          <a:bodyPr vert="horz"/>
          <a:lstStyle>
            <a:lvl1pPr>
              <a:defRPr sz="1000"/>
            </a:lvl1pPr>
          </a:lstStyle>
          <a:p>
            <a:endParaRPr lang="en-US"/>
          </a:p>
        </p:txBody>
      </p:sp>
      <p:sp>
        <p:nvSpPr>
          <p:cNvPr id="9" name="Picture Placeholder 8"/>
          <p:cNvSpPr>
            <a:spLocks noGrp="1"/>
          </p:cNvSpPr>
          <p:nvPr>
            <p:ph type="pic" sz="quarter" idx="10"/>
          </p:nvPr>
        </p:nvSpPr>
        <p:spPr>
          <a:xfrm>
            <a:off x="7467600" y="2692400"/>
            <a:ext cx="4838699" cy="2445688"/>
          </a:xfrm>
          <a:prstGeom prst="rect">
            <a:avLst/>
          </a:prstGeom>
          <a:solidFill>
            <a:schemeClr val="bg1">
              <a:lumMod val="85000"/>
            </a:schemeClr>
          </a:solidFill>
          <a:ln w="38100" cmpd="sng">
            <a:solidFill>
              <a:srgbClr val="FFFFFF"/>
            </a:solidFill>
          </a:ln>
        </p:spPr>
        <p:txBody>
          <a:bodyPr vert="horz"/>
          <a:lstStyle>
            <a:lvl1pPr>
              <a:defRPr sz="1000"/>
            </a:lvl1pPr>
          </a:lstStyle>
          <a:p>
            <a:endParaRPr lang="en-US"/>
          </a:p>
        </p:txBody>
      </p:sp>
      <p:sp>
        <p:nvSpPr>
          <p:cNvPr id="3" name="Rectangle 2"/>
          <p:cNvSpPr/>
          <p:nvPr userDrawn="1"/>
        </p:nvSpPr>
        <p:spPr>
          <a:xfrm flipH="1">
            <a:off x="7448607" y="-67732"/>
            <a:ext cx="4864174" cy="2790347"/>
          </a:xfrm>
          <a:prstGeom prst="rect">
            <a:avLst/>
          </a:prstGeom>
          <a:solidFill>
            <a:schemeClr val="accent5"/>
          </a:solidFill>
          <a:ln w="38100" cmpd="sng">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5" name="Rectangle 4"/>
          <p:cNvSpPr/>
          <p:nvPr userDrawn="1"/>
        </p:nvSpPr>
        <p:spPr>
          <a:xfrm flipH="1">
            <a:off x="4752691" y="4272118"/>
            <a:ext cx="7560090" cy="2605125"/>
          </a:xfrm>
          <a:prstGeom prst="rect">
            <a:avLst/>
          </a:prstGeom>
          <a:solidFill>
            <a:schemeClr val="accent1"/>
          </a:solidFill>
          <a:ln w="38100" cmpd="sng">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6" name="Rectangle 5"/>
          <p:cNvSpPr/>
          <p:nvPr userDrawn="1"/>
        </p:nvSpPr>
        <p:spPr>
          <a:xfrm flipH="1">
            <a:off x="4381500" y="1635718"/>
            <a:ext cx="3065021" cy="2636395"/>
          </a:xfrm>
          <a:prstGeom prst="rect">
            <a:avLst/>
          </a:prstGeom>
          <a:solidFill>
            <a:schemeClr val="accent2"/>
          </a:solidFill>
          <a:ln w="38100" cmpd="sng">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7" name="Rectangle 6"/>
          <p:cNvSpPr/>
          <p:nvPr userDrawn="1"/>
        </p:nvSpPr>
        <p:spPr>
          <a:xfrm flipH="1">
            <a:off x="2569633" y="2482443"/>
            <a:ext cx="1809429" cy="1788989"/>
          </a:xfrm>
          <a:prstGeom prst="rect">
            <a:avLst/>
          </a:prstGeom>
          <a:solidFill>
            <a:schemeClr val="accent3"/>
          </a:solidFill>
          <a:ln w="38100" cmpd="sng">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9" grpId="0" animBg="1"/>
      <p:bldP spid="3" grpId="0" animBg="1"/>
      <p:bldP spid="5" grpId="0" animBg="1"/>
      <p:bldP spid="6" grpId="0" animBg="1"/>
      <p:bldP spid="7"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5_Custom Layout">
    <p:bg>
      <p:bgPr>
        <a:solidFill>
          <a:schemeClr val="tx2"/>
        </a:solidFill>
        <a:effectLst/>
      </p:bgPr>
    </p:bg>
    <p:spTree>
      <p:nvGrpSpPr>
        <p:cNvPr id="1" name=""/>
        <p:cNvGrpSpPr/>
        <p:nvPr/>
      </p:nvGrpSpPr>
      <p:grpSpPr>
        <a:xfrm>
          <a:off x="0" y="0"/>
          <a:ext cx="0" cy="0"/>
          <a:chOff x="0" y="0"/>
          <a:chExt cx="0" cy="0"/>
        </a:xfrm>
      </p:grpSpPr>
      <p:sp>
        <p:nvSpPr>
          <p:cNvPr id="8" name="Picture Placeholder 6"/>
          <p:cNvSpPr>
            <a:spLocks noGrp="1"/>
          </p:cNvSpPr>
          <p:nvPr userDrawn="1">
            <p:ph type="pic" sz="quarter" idx="15"/>
          </p:nvPr>
        </p:nvSpPr>
        <p:spPr>
          <a:xfrm>
            <a:off x="0" y="1"/>
            <a:ext cx="4074159" cy="3115732"/>
          </a:xfrm>
          <a:prstGeom prst="rect">
            <a:avLst/>
          </a:prstGeom>
          <a:solidFill>
            <a:schemeClr val="bg1">
              <a:lumMod val="85000"/>
            </a:schemeClr>
          </a:solidFill>
        </p:spPr>
        <p:txBody>
          <a:bodyPr vert="horz"/>
          <a:lstStyle>
            <a:lvl1pPr>
              <a:defRPr sz="1000"/>
            </a:lvl1pPr>
          </a:lstStyle>
          <a:p>
            <a:endParaRPr lang="en-US"/>
          </a:p>
        </p:txBody>
      </p:sp>
      <p:sp>
        <p:nvSpPr>
          <p:cNvPr id="9" name="Picture Placeholder 6"/>
          <p:cNvSpPr>
            <a:spLocks noGrp="1"/>
          </p:cNvSpPr>
          <p:nvPr>
            <p:ph type="pic" sz="quarter" idx="16"/>
          </p:nvPr>
        </p:nvSpPr>
        <p:spPr>
          <a:xfrm>
            <a:off x="4079426" y="1"/>
            <a:ext cx="4031642" cy="3115732"/>
          </a:xfrm>
          <a:prstGeom prst="rect">
            <a:avLst/>
          </a:prstGeom>
          <a:solidFill>
            <a:schemeClr val="bg1">
              <a:lumMod val="85000"/>
            </a:schemeClr>
          </a:solidFill>
        </p:spPr>
        <p:txBody>
          <a:bodyPr vert="horz"/>
          <a:lstStyle>
            <a:lvl1pPr>
              <a:defRPr sz="1000"/>
            </a:lvl1pPr>
          </a:lstStyle>
          <a:p>
            <a:endParaRPr lang="en-US"/>
          </a:p>
        </p:txBody>
      </p:sp>
      <p:sp>
        <p:nvSpPr>
          <p:cNvPr id="10" name="Picture Placeholder 6"/>
          <p:cNvSpPr>
            <a:spLocks noGrp="1"/>
          </p:cNvSpPr>
          <p:nvPr>
            <p:ph type="pic" sz="quarter" idx="17"/>
          </p:nvPr>
        </p:nvSpPr>
        <p:spPr>
          <a:xfrm>
            <a:off x="8117841" y="1"/>
            <a:ext cx="4074159" cy="3115732"/>
          </a:xfrm>
          <a:prstGeom prst="rect">
            <a:avLst/>
          </a:prstGeom>
          <a:solidFill>
            <a:schemeClr val="bg1">
              <a:lumMod val="85000"/>
            </a:schemeClr>
          </a:solidFill>
        </p:spPr>
        <p:txBody>
          <a:bodyPr vert="horz"/>
          <a:lstStyle>
            <a:lvl1pPr>
              <a:defRPr sz="100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0_Custom Layout">
    <p:bg>
      <p:bgPr>
        <a:solidFill>
          <a:schemeClr val="tx2"/>
        </a:solidFill>
        <a:effectLst/>
      </p:bgPr>
    </p:bg>
    <p:spTree>
      <p:nvGrpSpPr>
        <p:cNvPr id="1" name=""/>
        <p:cNvGrpSpPr/>
        <p:nvPr/>
      </p:nvGrpSpPr>
      <p:grpSpPr>
        <a:xfrm>
          <a:off x="0" y="0"/>
          <a:ext cx="0" cy="0"/>
          <a:chOff x="0" y="0"/>
          <a:chExt cx="0" cy="0"/>
        </a:xfrm>
      </p:grpSpPr>
      <p:sp>
        <p:nvSpPr>
          <p:cNvPr id="3" name="Picture Placeholder 6"/>
          <p:cNvSpPr>
            <a:spLocks noGrp="1"/>
          </p:cNvSpPr>
          <p:nvPr>
            <p:ph type="pic" sz="quarter" idx="16"/>
          </p:nvPr>
        </p:nvSpPr>
        <p:spPr>
          <a:xfrm>
            <a:off x="1" y="0"/>
            <a:ext cx="12192000" cy="3742267"/>
          </a:xfrm>
          <a:prstGeom prst="rect">
            <a:avLst/>
          </a:prstGeom>
          <a:solidFill>
            <a:schemeClr val="bg1">
              <a:lumMod val="85000"/>
              <a:alpha val="54000"/>
            </a:schemeClr>
          </a:solidFill>
        </p:spPr>
        <p:txBody>
          <a:bodyPr vert="horz"/>
          <a:lstStyle>
            <a:lvl1pPr>
              <a:defRPr sz="100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41_Custom Layout">
    <p:spTree>
      <p:nvGrpSpPr>
        <p:cNvPr id="1" name=""/>
        <p:cNvGrpSpPr/>
        <p:nvPr/>
      </p:nvGrpSpPr>
      <p:grpSpPr>
        <a:xfrm>
          <a:off x="0" y="0"/>
          <a:ext cx="0" cy="0"/>
          <a:chOff x="0" y="0"/>
          <a:chExt cx="0" cy="0"/>
        </a:xfrm>
      </p:grpSpPr>
      <p:sp>
        <p:nvSpPr>
          <p:cNvPr id="3" name="Picture Placeholder 6"/>
          <p:cNvSpPr>
            <a:spLocks noGrp="1"/>
          </p:cNvSpPr>
          <p:nvPr>
            <p:ph type="pic" sz="quarter" idx="16"/>
          </p:nvPr>
        </p:nvSpPr>
        <p:spPr>
          <a:xfrm>
            <a:off x="0" y="0"/>
            <a:ext cx="12192000" cy="6861042"/>
          </a:xfrm>
          <a:prstGeom prst="rect">
            <a:avLst/>
          </a:prstGeom>
          <a:solidFill>
            <a:schemeClr val="bg1">
              <a:lumMod val="85000"/>
              <a:alpha val="70000"/>
            </a:schemeClr>
          </a:solidFill>
          <a:ln w="38100" cmpd="sng">
            <a:noFill/>
          </a:ln>
        </p:spPr>
        <p:txBody>
          <a:bodyPr vert="horz"/>
          <a:lstStyle>
            <a:lvl1pPr>
              <a:defRPr sz="1000"/>
            </a:lvl1pPr>
          </a:lstStyle>
          <a:p>
            <a:endParaRPr lang="en-US" dirty="0"/>
          </a:p>
        </p:txBody>
      </p:sp>
      <p:sp>
        <p:nvSpPr>
          <p:cNvPr id="9" name="TextBox 8"/>
          <p:cNvSpPr txBox="1"/>
          <p:nvPr userDrawn="1"/>
        </p:nvSpPr>
        <p:spPr>
          <a:xfrm>
            <a:off x="10873618" y="6453388"/>
            <a:ext cx="1244251" cy="276999"/>
          </a:xfrm>
          <a:prstGeom prst="rect">
            <a:avLst/>
          </a:prstGeom>
          <a:noFill/>
        </p:spPr>
        <p:txBody>
          <a:bodyPr wrap="none" rtlCol="0">
            <a:spAutoFit/>
          </a:bodyPr>
          <a:lstStyle/>
          <a:p>
            <a:r>
              <a:rPr lang="en-US" sz="1200" b="0" i="1" dirty="0">
                <a:solidFill>
                  <a:schemeClr val="bg1">
                    <a:lumMod val="65000"/>
                  </a:schemeClr>
                </a:solidFill>
                <a:latin typeface="Raleway" panose="020B0503030101060003" pitchFamily="34" charset="0"/>
              </a:rPr>
              <a:t>Your Company</a:t>
            </a:r>
            <a:endParaRPr lang="en-US" sz="1200" b="0" i="1" dirty="0">
              <a:solidFill>
                <a:schemeClr val="bg1">
                  <a:lumMod val="65000"/>
                </a:schemeClr>
              </a:solidFill>
              <a:latin typeface="Raleway" panose="020B0503030101060003" pitchFamily="34" charset="0"/>
            </a:endParaRPr>
          </a:p>
        </p:txBody>
      </p:sp>
      <p:sp>
        <p:nvSpPr>
          <p:cNvPr id="10"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1"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9_Custom Layout">
    <p:bg>
      <p:bgPr>
        <a:solidFill>
          <a:schemeClr val="tx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838200" y="-1089607"/>
            <a:ext cx="5418138" cy="5418138"/>
          </a:xfrm>
          <a:prstGeom prst="diamond">
            <a:avLst/>
          </a:prstGeom>
          <a:solidFill>
            <a:schemeClr val="bg1">
              <a:lumMod val="85000"/>
            </a:schemeClr>
          </a:solidFill>
        </p:spPr>
        <p:txBody>
          <a:bodyPr vert="horz"/>
          <a:lstStyle>
            <a:lvl1pPr>
              <a:defRPr sz="1000"/>
            </a:lvl1pPr>
          </a:lstStyle>
          <a:p>
            <a:endParaRPr lang="en-US"/>
          </a:p>
        </p:txBody>
      </p:sp>
      <p:sp>
        <p:nvSpPr>
          <p:cNvPr id="8" name="Picture Placeholder 6"/>
          <p:cNvSpPr>
            <a:spLocks noGrp="1"/>
          </p:cNvSpPr>
          <p:nvPr>
            <p:ph type="pic" sz="quarter" idx="11"/>
          </p:nvPr>
        </p:nvSpPr>
        <p:spPr>
          <a:xfrm>
            <a:off x="3063875" y="1686402"/>
            <a:ext cx="3151188" cy="3151188"/>
          </a:xfrm>
          <a:prstGeom prst="diamond">
            <a:avLst/>
          </a:prstGeom>
          <a:solidFill>
            <a:schemeClr val="bg1">
              <a:lumMod val="85000"/>
            </a:schemeClr>
          </a:solidFill>
        </p:spPr>
        <p:txBody>
          <a:bodyPr vert="horz"/>
          <a:lstStyle>
            <a:lvl1pPr>
              <a:defRPr sz="1000"/>
            </a:lvl1pPr>
          </a:lstStyle>
          <a:p>
            <a:endParaRPr lang="en-US"/>
          </a:p>
        </p:txBody>
      </p:sp>
      <p:sp>
        <p:nvSpPr>
          <p:cNvPr id="9" name="Picture Placeholder 6"/>
          <p:cNvSpPr>
            <a:spLocks noGrp="1"/>
          </p:cNvSpPr>
          <p:nvPr>
            <p:ph type="pic" sz="quarter" idx="12"/>
          </p:nvPr>
        </p:nvSpPr>
        <p:spPr>
          <a:xfrm>
            <a:off x="5653341" y="3312001"/>
            <a:ext cx="1257906" cy="1257906"/>
          </a:xfrm>
          <a:prstGeom prst="diamond">
            <a:avLst/>
          </a:prstGeom>
          <a:solidFill>
            <a:schemeClr val="bg1">
              <a:lumMod val="85000"/>
            </a:schemeClr>
          </a:solidFill>
        </p:spPr>
        <p:txBody>
          <a:bodyPr vert="horz"/>
          <a:lstStyle>
            <a:lvl1pPr>
              <a:defRPr sz="1000"/>
            </a:lvl1pPr>
          </a:lstStyle>
          <a:p>
            <a:endParaRPr lang="en-US"/>
          </a:p>
        </p:txBody>
      </p:sp>
      <p:sp>
        <p:nvSpPr>
          <p:cNvPr id="10" name="Picture Placeholder 6"/>
          <p:cNvSpPr>
            <a:spLocks noGrp="1"/>
          </p:cNvSpPr>
          <p:nvPr>
            <p:ph type="pic" sz="quarter" idx="13"/>
          </p:nvPr>
        </p:nvSpPr>
        <p:spPr>
          <a:xfrm>
            <a:off x="6364540" y="2275630"/>
            <a:ext cx="1972733" cy="1972733"/>
          </a:xfrm>
          <a:prstGeom prst="diamond">
            <a:avLst/>
          </a:prstGeom>
          <a:solidFill>
            <a:schemeClr val="bg1">
              <a:lumMod val="85000"/>
            </a:schemeClr>
          </a:solidFill>
        </p:spPr>
        <p:txBody>
          <a:bodyPr vert="horz"/>
          <a:lstStyle>
            <a:lvl1pPr>
              <a:defRPr sz="1000"/>
            </a:lvl1pPr>
          </a:lstStyle>
          <a:p>
            <a:endParaRPr lang="en-US"/>
          </a:p>
        </p:txBody>
      </p:sp>
      <p:sp>
        <p:nvSpPr>
          <p:cNvPr id="12" name="Picture Placeholder 6"/>
          <p:cNvSpPr>
            <a:spLocks noGrp="1"/>
          </p:cNvSpPr>
          <p:nvPr>
            <p:ph type="pic" sz="quarter" idx="14"/>
          </p:nvPr>
        </p:nvSpPr>
        <p:spPr>
          <a:xfrm>
            <a:off x="7422103" y="2360023"/>
            <a:ext cx="3931696" cy="3931691"/>
          </a:xfrm>
          <a:prstGeom prst="diamond">
            <a:avLst/>
          </a:prstGeom>
          <a:solidFill>
            <a:schemeClr val="bg1">
              <a:lumMod val="85000"/>
            </a:schemeClr>
          </a:solidFill>
        </p:spPr>
        <p:txBody>
          <a:bodyPr vert="horz"/>
          <a:lstStyle>
            <a:lvl1pPr>
              <a:defRPr sz="1000"/>
            </a:lvl1pPr>
          </a:lstStyle>
          <a:p>
            <a:endParaRPr lang="en-US" dirty="0"/>
          </a:p>
        </p:txBody>
      </p:sp>
      <p:sp>
        <p:nvSpPr>
          <p:cNvPr id="13" name="Picture Placeholder 6"/>
          <p:cNvSpPr>
            <a:spLocks noGrp="1"/>
          </p:cNvSpPr>
          <p:nvPr>
            <p:ph type="pic" sz="quarter" idx="15"/>
          </p:nvPr>
        </p:nvSpPr>
        <p:spPr>
          <a:xfrm>
            <a:off x="7346675" y="5393483"/>
            <a:ext cx="1972733" cy="1972733"/>
          </a:xfrm>
          <a:prstGeom prst="diamond">
            <a:avLst/>
          </a:prstGeom>
          <a:solidFill>
            <a:schemeClr val="bg1">
              <a:lumMod val="85000"/>
            </a:schemeClr>
          </a:solidFill>
        </p:spPr>
        <p:txBody>
          <a:bodyPr vert="horz"/>
          <a:lstStyle>
            <a:lvl1pPr>
              <a:defRPr sz="1000"/>
            </a:lvl1pPr>
          </a:lstStyle>
          <a:p>
            <a:endParaRPr lang="en-US"/>
          </a:p>
        </p:txBody>
      </p:sp>
      <p:sp>
        <p:nvSpPr>
          <p:cNvPr id="15" name="Picture Placeholder 6"/>
          <p:cNvSpPr>
            <a:spLocks noGrp="1"/>
          </p:cNvSpPr>
          <p:nvPr>
            <p:ph type="pic" sz="quarter" idx="16"/>
          </p:nvPr>
        </p:nvSpPr>
        <p:spPr>
          <a:xfrm>
            <a:off x="10445481" y="2275630"/>
            <a:ext cx="1972733" cy="1972733"/>
          </a:xfrm>
          <a:prstGeom prst="diamond">
            <a:avLst/>
          </a:prstGeom>
          <a:solidFill>
            <a:schemeClr val="bg1">
              <a:lumMod val="85000"/>
            </a:schemeClr>
          </a:solidFill>
        </p:spPr>
        <p:txBody>
          <a:bodyPr vert="horz"/>
          <a:lstStyle>
            <a:lvl1pPr>
              <a:defRPr sz="1000"/>
            </a:lvl1pPr>
          </a:lstStyle>
          <a:p>
            <a:endParaRPr lang="en-US"/>
          </a:p>
        </p:txBody>
      </p:sp>
      <p:sp>
        <p:nvSpPr>
          <p:cNvPr id="11" name="Text Placeholder 2"/>
          <p:cNvSpPr>
            <a:spLocks noGrp="1"/>
          </p:cNvSpPr>
          <p:nvPr>
            <p:ph type="body" sz="quarter" idx="17" hasCustomPrompt="1"/>
          </p:nvPr>
        </p:nvSpPr>
        <p:spPr>
          <a:xfrm>
            <a:off x="550863" y="416205"/>
            <a:ext cx="11228387" cy="727075"/>
          </a:xfrm>
          <a:prstGeom prst="rect">
            <a:avLst/>
          </a:prstGeom>
        </p:spPr>
        <p:txBody>
          <a:bodyPr anchor="ctr"/>
          <a:lstStyle>
            <a:lvl1pPr marL="0" indent="0" algn="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4" name="Text Placeholder 4"/>
          <p:cNvSpPr>
            <a:spLocks noGrp="1"/>
          </p:cNvSpPr>
          <p:nvPr>
            <p:ph type="body" sz="quarter" idx="18" hasCustomPrompt="1"/>
          </p:nvPr>
        </p:nvSpPr>
        <p:spPr>
          <a:xfrm>
            <a:off x="444500" y="936566"/>
            <a:ext cx="11403013" cy="268288"/>
          </a:xfrm>
          <a:prstGeom prst="rect">
            <a:avLst/>
          </a:prstGeom>
        </p:spPr>
        <p:txBody>
          <a:bodyPr/>
          <a:lstStyle>
            <a:lvl1pPr marL="0" indent="0" algn="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5" grpId="0" animBg="1"/>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0_Custom Layout">
    <p:bg>
      <p:bgPr>
        <a:solidFill>
          <a:schemeClr val="tx2"/>
        </a:solidFill>
        <a:effectLst/>
      </p:bgPr>
    </p:bg>
    <p:spTree>
      <p:nvGrpSpPr>
        <p:cNvPr id="1" name=""/>
        <p:cNvGrpSpPr/>
        <p:nvPr/>
      </p:nvGrpSpPr>
      <p:grpSpPr>
        <a:xfrm>
          <a:off x="0" y="0"/>
          <a:ext cx="0" cy="0"/>
          <a:chOff x="0" y="0"/>
          <a:chExt cx="0" cy="0"/>
        </a:xfrm>
      </p:grpSpPr>
      <p:sp>
        <p:nvSpPr>
          <p:cNvPr id="8" name="Picture Placeholder 13"/>
          <p:cNvSpPr>
            <a:spLocks noGrp="1"/>
          </p:cNvSpPr>
          <p:nvPr>
            <p:ph type="pic" sz="quarter" idx="13"/>
          </p:nvPr>
        </p:nvSpPr>
        <p:spPr>
          <a:xfrm>
            <a:off x="1066802" y="2468880"/>
            <a:ext cx="3241040" cy="4582159"/>
          </a:xfrm>
          <a:prstGeom prst="rect">
            <a:avLst/>
          </a:prstGeom>
          <a:solidFill>
            <a:schemeClr val="bg1">
              <a:lumMod val="85000"/>
            </a:schemeClr>
          </a:solidFill>
        </p:spPr>
        <p:txBody>
          <a:bodyPr vert="horz"/>
          <a:lstStyle>
            <a:lvl1pPr>
              <a:defRPr sz="1000"/>
            </a:lvl1pPr>
          </a:lstStyle>
          <a:p>
            <a:endParaRPr lang="en-US"/>
          </a:p>
        </p:txBody>
      </p:sp>
      <p:sp>
        <p:nvSpPr>
          <p:cNvPr id="7" name="Picture Placeholder 13"/>
          <p:cNvSpPr>
            <a:spLocks noGrp="1"/>
          </p:cNvSpPr>
          <p:nvPr>
            <p:ph type="pic" sz="quarter" idx="12"/>
          </p:nvPr>
        </p:nvSpPr>
        <p:spPr>
          <a:xfrm>
            <a:off x="3429002" y="4114800"/>
            <a:ext cx="1915159" cy="2743201"/>
          </a:xfrm>
          <a:prstGeom prst="rect">
            <a:avLst/>
          </a:prstGeom>
          <a:solidFill>
            <a:schemeClr val="bg1">
              <a:lumMod val="85000"/>
            </a:schemeClr>
          </a:solidFill>
        </p:spPr>
        <p:txBody>
          <a:bodyPr vert="horz"/>
          <a:lstStyle>
            <a:lvl1pPr>
              <a:defRPr sz="1000"/>
            </a:lvl1pPr>
          </a:lstStyle>
          <a:p>
            <a:endParaRPr lang="en-US"/>
          </a:p>
        </p:txBody>
      </p:sp>
      <p:sp>
        <p:nvSpPr>
          <p:cNvPr id="9"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0" name="Text Placeholder 4"/>
          <p:cNvSpPr>
            <a:spLocks noGrp="1"/>
          </p:cNvSpPr>
          <p:nvPr>
            <p:ph type="body" sz="quarter" idx="11"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1_Custom Layout">
    <p:bg>
      <p:bgPr>
        <a:solidFill>
          <a:schemeClr val="tx2"/>
        </a:solidFill>
        <a:effectLst/>
      </p:bgPr>
    </p:bg>
    <p:spTree>
      <p:nvGrpSpPr>
        <p:cNvPr id="1" name=""/>
        <p:cNvGrpSpPr/>
        <p:nvPr/>
      </p:nvGrpSpPr>
      <p:grpSpPr>
        <a:xfrm>
          <a:off x="0" y="0"/>
          <a:ext cx="0" cy="0"/>
          <a:chOff x="0" y="0"/>
          <a:chExt cx="0" cy="0"/>
        </a:xfrm>
      </p:grpSpPr>
      <p:sp>
        <p:nvSpPr>
          <p:cNvPr id="4" name="Picture Placeholder 13"/>
          <p:cNvSpPr>
            <a:spLocks noGrp="1"/>
          </p:cNvSpPr>
          <p:nvPr>
            <p:ph type="pic" sz="quarter" idx="13"/>
          </p:nvPr>
        </p:nvSpPr>
        <p:spPr>
          <a:xfrm>
            <a:off x="6484441" y="0"/>
            <a:ext cx="5707559" cy="6858000"/>
          </a:xfrm>
          <a:prstGeom prst="rect">
            <a:avLst/>
          </a:prstGeom>
          <a:solidFill>
            <a:schemeClr val="bg1">
              <a:lumMod val="85000"/>
              <a:alpha val="55000"/>
            </a:schemeClr>
          </a:solidFill>
        </p:spPr>
        <p:txBody>
          <a:bodyPr vert="horz"/>
          <a:lstStyle>
            <a:lvl1pPr>
              <a:defRPr sz="1000"/>
            </a:lvl1pPr>
          </a:lstStyle>
          <a:p>
            <a:endParaRPr lang="en-US"/>
          </a:p>
        </p:txBody>
      </p:sp>
      <p:sp>
        <p:nvSpPr>
          <p:cNvPr id="5" name="Picture Placeholder 13"/>
          <p:cNvSpPr>
            <a:spLocks noGrp="1"/>
          </p:cNvSpPr>
          <p:nvPr>
            <p:ph type="pic" sz="quarter" idx="14"/>
          </p:nvPr>
        </p:nvSpPr>
        <p:spPr>
          <a:xfrm>
            <a:off x="507999" y="1866471"/>
            <a:ext cx="1993418" cy="1603214"/>
          </a:xfrm>
          <a:prstGeom prst="rect">
            <a:avLst/>
          </a:prstGeom>
          <a:solidFill>
            <a:schemeClr val="bg1">
              <a:lumMod val="85000"/>
            </a:schemeClr>
          </a:solidFill>
        </p:spPr>
        <p:txBody>
          <a:bodyPr vert="horz"/>
          <a:lstStyle>
            <a:lvl1pPr>
              <a:defRPr sz="1000"/>
            </a:lvl1pPr>
          </a:lstStyle>
          <a:p>
            <a:endParaRPr lang="en-US"/>
          </a:p>
        </p:txBody>
      </p:sp>
      <p:sp>
        <p:nvSpPr>
          <p:cNvPr id="6" name="Picture Placeholder 13"/>
          <p:cNvSpPr>
            <a:spLocks noGrp="1"/>
          </p:cNvSpPr>
          <p:nvPr>
            <p:ph type="pic" sz="quarter" idx="15"/>
          </p:nvPr>
        </p:nvSpPr>
        <p:spPr>
          <a:xfrm>
            <a:off x="507999" y="4254075"/>
            <a:ext cx="1993418" cy="1603214"/>
          </a:xfrm>
          <a:prstGeom prst="rect">
            <a:avLst/>
          </a:prstGeom>
          <a:solidFill>
            <a:schemeClr val="bg1">
              <a:lumMod val="85000"/>
            </a:schemeClr>
          </a:solidFill>
        </p:spPr>
        <p:txBody>
          <a:bodyPr vert="horz"/>
          <a:lstStyle>
            <a:lvl1pPr>
              <a:defRPr sz="1000"/>
            </a:lvl1pPr>
          </a:lstStyle>
          <a:p>
            <a:endParaRPr lang="en-US"/>
          </a:p>
        </p:txBody>
      </p:sp>
      <p:sp>
        <p:nvSpPr>
          <p:cNvPr id="8" name="Picture Placeholder 13"/>
          <p:cNvSpPr>
            <a:spLocks noGrp="1"/>
          </p:cNvSpPr>
          <p:nvPr>
            <p:ph type="pic" sz="quarter" idx="16"/>
          </p:nvPr>
        </p:nvSpPr>
        <p:spPr>
          <a:xfrm>
            <a:off x="6127797" y="1866471"/>
            <a:ext cx="1206671" cy="1073444"/>
          </a:xfrm>
          <a:prstGeom prst="rect">
            <a:avLst/>
          </a:prstGeom>
          <a:solidFill>
            <a:schemeClr val="bg1">
              <a:lumMod val="85000"/>
            </a:schemeClr>
          </a:solidFill>
          <a:ln w="38100" cmpd="sng">
            <a:solidFill>
              <a:schemeClr val="bg1"/>
            </a:solidFill>
          </a:ln>
        </p:spPr>
        <p:txBody>
          <a:bodyPr vert="horz"/>
          <a:lstStyle>
            <a:lvl1pPr>
              <a:defRPr sz="1000"/>
            </a:lvl1pPr>
          </a:lstStyle>
          <a:p>
            <a:endParaRPr lang="en-US"/>
          </a:p>
        </p:txBody>
      </p:sp>
      <p:sp>
        <p:nvSpPr>
          <p:cNvPr id="9" name="Picture Placeholder 13"/>
          <p:cNvSpPr>
            <a:spLocks noGrp="1"/>
          </p:cNvSpPr>
          <p:nvPr>
            <p:ph type="pic" sz="quarter" idx="17"/>
          </p:nvPr>
        </p:nvSpPr>
        <p:spPr>
          <a:xfrm>
            <a:off x="6127797" y="3166688"/>
            <a:ext cx="1206671" cy="1073444"/>
          </a:xfrm>
          <a:prstGeom prst="rect">
            <a:avLst/>
          </a:prstGeom>
          <a:solidFill>
            <a:schemeClr val="bg1">
              <a:lumMod val="85000"/>
            </a:schemeClr>
          </a:solidFill>
          <a:ln w="38100" cmpd="sng">
            <a:solidFill>
              <a:schemeClr val="bg1"/>
            </a:solidFill>
          </a:ln>
        </p:spPr>
        <p:txBody>
          <a:bodyPr vert="horz"/>
          <a:lstStyle>
            <a:lvl1pPr>
              <a:defRPr sz="1000"/>
            </a:lvl1pPr>
          </a:lstStyle>
          <a:p>
            <a:endParaRPr lang="en-US"/>
          </a:p>
        </p:txBody>
      </p:sp>
      <p:sp>
        <p:nvSpPr>
          <p:cNvPr id="10" name="Picture Placeholder 13"/>
          <p:cNvSpPr>
            <a:spLocks noGrp="1"/>
          </p:cNvSpPr>
          <p:nvPr>
            <p:ph type="pic" sz="quarter" idx="18"/>
          </p:nvPr>
        </p:nvSpPr>
        <p:spPr>
          <a:xfrm>
            <a:off x="6127797" y="4466906"/>
            <a:ext cx="1206671" cy="1073444"/>
          </a:xfrm>
          <a:prstGeom prst="rect">
            <a:avLst/>
          </a:prstGeom>
          <a:solidFill>
            <a:schemeClr val="bg1">
              <a:lumMod val="85000"/>
            </a:schemeClr>
          </a:solidFill>
          <a:ln w="38100" cmpd="sng">
            <a:solidFill>
              <a:schemeClr val="bg1"/>
            </a:solidFill>
          </a:ln>
        </p:spPr>
        <p:txBody>
          <a:bodyPr vert="horz"/>
          <a:lstStyle>
            <a:lvl1pPr>
              <a:defRPr sz="1000"/>
            </a:lvl1pPr>
          </a:lstStyle>
          <a:p>
            <a:endParaRPr lang="en-US" dirty="0"/>
          </a:p>
        </p:txBody>
      </p:sp>
      <p:sp>
        <p:nvSpPr>
          <p:cNvPr id="13"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l">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4" name="Text Placeholder 4"/>
          <p:cNvSpPr>
            <a:spLocks noGrp="1"/>
          </p:cNvSpPr>
          <p:nvPr>
            <p:ph type="body" sz="quarter" idx="11" hasCustomPrompt="1"/>
          </p:nvPr>
        </p:nvSpPr>
        <p:spPr>
          <a:xfrm>
            <a:off x="604613" y="936566"/>
            <a:ext cx="11403013" cy="268288"/>
          </a:xfrm>
          <a:prstGeom prst="rect">
            <a:avLst/>
          </a:prstGeom>
        </p:spPr>
        <p:txBody>
          <a:bodyPr/>
          <a:lstStyle>
            <a:lvl1pPr marL="0" indent="0" algn="l">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2_Custom Layout">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7253288" cy="6858000"/>
          </a:xfrm>
          <a:custGeom>
            <a:avLst/>
            <a:gdLst>
              <a:gd name="connsiteX0" fmla="*/ 0 w 7253288"/>
              <a:gd name="connsiteY0" fmla="*/ 0 h 6858000"/>
              <a:gd name="connsiteX1" fmla="*/ 7253288 w 7253288"/>
              <a:gd name="connsiteY1" fmla="*/ 0 h 6858000"/>
              <a:gd name="connsiteX2" fmla="*/ 7253288 w 7253288"/>
              <a:gd name="connsiteY2" fmla="*/ 6858000 h 6858000"/>
              <a:gd name="connsiteX3" fmla="*/ 0 w 7253288"/>
              <a:gd name="connsiteY3" fmla="*/ 6858000 h 6858000"/>
              <a:gd name="connsiteX4" fmla="*/ 0 w 7253288"/>
              <a:gd name="connsiteY4" fmla="*/ 0 h 6858000"/>
              <a:gd name="connsiteX0-1" fmla="*/ 0 w 7253288"/>
              <a:gd name="connsiteY0-2" fmla="*/ 0 h 6858000"/>
              <a:gd name="connsiteX1-3" fmla="*/ 3652965 w 7253288"/>
              <a:gd name="connsiteY1-4" fmla="*/ 0 h 6858000"/>
              <a:gd name="connsiteX2-5" fmla="*/ 7253288 w 7253288"/>
              <a:gd name="connsiteY2-6" fmla="*/ 6858000 h 6858000"/>
              <a:gd name="connsiteX3-7" fmla="*/ 0 w 7253288"/>
              <a:gd name="connsiteY3-8" fmla="*/ 6858000 h 6858000"/>
              <a:gd name="connsiteX4-9" fmla="*/ 0 w 7253288"/>
              <a:gd name="connsiteY4-10" fmla="*/ 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253288" h="6858000">
                <a:moveTo>
                  <a:pt x="0" y="0"/>
                </a:moveTo>
                <a:lnTo>
                  <a:pt x="3652965" y="0"/>
                </a:lnTo>
                <a:lnTo>
                  <a:pt x="7253288" y="6858000"/>
                </a:lnTo>
                <a:lnTo>
                  <a:pt x="0" y="6858000"/>
                </a:lnTo>
                <a:lnTo>
                  <a:pt x="0" y="0"/>
                </a:lnTo>
                <a:close/>
              </a:path>
            </a:pathLst>
          </a:custGeom>
          <a:solidFill>
            <a:schemeClr val="bg1">
              <a:lumMod val="85000"/>
            </a:schemeClr>
          </a:solidFill>
        </p:spPr>
        <p:txBody>
          <a:bodyPr vert="horz"/>
          <a:lstStyle>
            <a:lvl1pPr>
              <a:defRPr sz="1000"/>
            </a:lvl1pPr>
          </a:lstStyle>
          <a:p>
            <a:endParaRPr lang="en-US" dirty="0"/>
          </a:p>
        </p:txBody>
      </p:sp>
      <p:sp>
        <p:nvSpPr>
          <p:cNvPr id="6" name="Picture Placeholder 5"/>
          <p:cNvSpPr>
            <a:spLocks noGrp="1"/>
          </p:cNvSpPr>
          <p:nvPr>
            <p:ph type="pic" sz="quarter" idx="11"/>
          </p:nvPr>
        </p:nvSpPr>
        <p:spPr>
          <a:xfrm>
            <a:off x="4149528" y="2224088"/>
            <a:ext cx="2409825" cy="2409825"/>
          </a:xfrm>
          <a:prstGeom prst="ellipse">
            <a:avLst/>
          </a:prstGeom>
          <a:solidFill>
            <a:schemeClr val="bg1">
              <a:lumMod val="85000"/>
            </a:schemeClr>
          </a:solidFill>
          <a:ln w="57150" cmpd="sng">
            <a:solidFill>
              <a:schemeClr val="bg1"/>
            </a:solidFill>
          </a:ln>
        </p:spPr>
        <p:txBody>
          <a:bodyPr vert="horz"/>
          <a:lstStyle>
            <a:lvl1pPr>
              <a:defRPr sz="1000"/>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6_Custom Layout">
    <p:bg>
      <p:bgPr>
        <a:solidFill>
          <a:schemeClr val="tx2"/>
        </a:solidFill>
        <a:effectLst/>
      </p:bgPr>
    </p:bg>
    <p:spTree>
      <p:nvGrpSpPr>
        <p:cNvPr id="1" name=""/>
        <p:cNvGrpSpPr/>
        <p:nvPr/>
      </p:nvGrpSpPr>
      <p:grpSpPr>
        <a:xfrm>
          <a:off x="0" y="0"/>
          <a:ext cx="0" cy="0"/>
          <a:chOff x="0" y="0"/>
          <a:chExt cx="0" cy="0"/>
        </a:xfrm>
      </p:grpSpPr>
      <p:sp>
        <p:nvSpPr>
          <p:cNvPr id="3" name="Picture Placeholder 5"/>
          <p:cNvSpPr>
            <a:spLocks noGrp="1"/>
          </p:cNvSpPr>
          <p:nvPr>
            <p:ph type="pic" sz="quarter" idx="11"/>
          </p:nvPr>
        </p:nvSpPr>
        <p:spPr>
          <a:xfrm>
            <a:off x="1570566" y="1919277"/>
            <a:ext cx="2391834" cy="2622244"/>
          </a:xfrm>
          <a:prstGeom prst="rect">
            <a:avLst/>
          </a:prstGeom>
          <a:solidFill>
            <a:schemeClr val="bg1"/>
          </a:solidFill>
          <a:ln w="57150" cmpd="sng">
            <a:noFill/>
          </a:ln>
        </p:spPr>
        <p:txBody>
          <a:bodyPr vert="horz"/>
          <a:lstStyle>
            <a:lvl1pPr>
              <a:defRPr sz="1000"/>
            </a:lvl1pPr>
          </a:lstStyle>
          <a:p>
            <a:endParaRPr lang="en-US" dirty="0"/>
          </a:p>
        </p:txBody>
      </p:sp>
      <p:sp>
        <p:nvSpPr>
          <p:cNvPr id="4" name="Picture Placeholder 5"/>
          <p:cNvSpPr>
            <a:spLocks noGrp="1"/>
          </p:cNvSpPr>
          <p:nvPr>
            <p:ph type="pic" sz="quarter" idx="12"/>
          </p:nvPr>
        </p:nvSpPr>
        <p:spPr>
          <a:xfrm>
            <a:off x="4925922" y="1919277"/>
            <a:ext cx="2391834" cy="2622244"/>
          </a:xfrm>
          <a:prstGeom prst="rect">
            <a:avLst/>
          </a:prstGeom>
          <a:solidFill>
            <a:schemeClr val="bg1"/>
          </a:solidFill>
          <a:ln w="57150" cmpd="sng">
            <a:noFill/>
          </a:ln>
        </p:spPr>
        <p:txBody>
          <a:bodyPr vert="horz"/>
          <a:lstStyle>
            <a:lvl1pPr>
              <a:defRPr sz="1000"/>
            </a:lvl1pPr>
          </a:lstStyle>
          <a:p>
            <a:endParaRPr lang="en-US" dirty="0"/>
          </a:p>
        </p:txBody>
      </p:sp>
      <p:sp>
        <p:nvSpPr>
          <p:cNvPr id="5" name="Picture Placeholder 5"/>
          <p:cNvSpPr>
            <a:spLocks noGrp="1"/>
          </p:cNvSpPr>
          <p:nvPr>
            <p:ph type="pic" sz="quarter" idx="13"/>
          </p:nvPr>
        </p:nvSpPr>
        <p:spPr>
          <a:xfrm>
            <a:off x="8278722" y="1919277"/>
            <a:ext cx="2391834" cy="2622244"/>
          </a:xfrm>
          <a:prstGeom prst="rect">
            <a:avLst/>
          </a:prstGeom>
          <a:solidFill>
            <a:schemeClr val="bg1"/>
          </a:solidFill>
          <a:ln w="57150" cmpd="sng">
            <a:noFill/>
          </a:ln>
        </p:spPr>
        <p:txBody>
          <a:bodyPr vert="horz"/>
          <a:lstStyle>
            <a:lvl1pPr>
              <a:defRPr sz="1000"/>
            </a:lvl1pPr>
          </a:lstStyle>
          <a:p>
            <a:endParaRPr lang="en-US" dirty="0"/>
          </a:p>
        </p:txBody>
      </p:sp>
      <p:sp>
        <p:nvSpPr>
          <p:cNvPr id="8" name="Rectangle 11"/>
          <p:cNvSpPr/>
          <p:nvPr userDrawn="1"/>
        </p:nvSpPr>
        <p:spPr>
          <a:xfrm flipH="1">
            <a:off x="0" y="4531115"/>
            <a:ext cx="12192000" cy="2326886"/>
          </a:xfrm>
          <a:prstGeom prst="rect">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9" name="TextBox 8"/>
          <p:cNvSpPr txBox="1"/>
          <p:nvPr userDrawn="1"/>
        </p:nvSpPr>
        <p:spPr>
          <a:xfrm>
            <a:off x="10873618" y="6453388"/>
            <a:ext cx="1244251" cy="276999"/>
          </a:xfrm>
          <a:prstGeom prst="rect">
            <a:avLst/>
          </a:prstGeom>
          <a:noFill/>
        </p:spPr>
        <p:txBody>
          <a:bodyPr wrap="none" rtlCol="0">
            <a:spAutoFit/>
          </a:bodyPr>
          <a:lstStyle/>
          <a:p>
            <a:r>
              <a:rPr lang="en-US" sz="1200" b="0" i="1" dirty="0">
                <a:solidFill>
                  <a:srgbClr val="FFFFFF"/>
                </a:solidFill>
                <a:latin typeface="Raleway" panose="020B0503030101060003" pitchFamily="34" charset="0"/>
              </a:rPr>
              <a:t>Your Company</a:t>
            </a:r>
            <a:endParaRPr lang="en-US" sz="1200" b="0" i="1" dirty="0">
              <a:solidFill>
                <a:srgbClr val="FFFFFF"/>
              </a:solidFill>
              <a:latin typeface="Raleway" panose="020B0503030101060003" pitchFamily="34" charset="0"/>
            </a:endParaRPr>
          </a:p>
        </p:txBody>
      </p:sp>
      <p:sp>
        <p:nvSpPr>
          <p:cNvPr id="10" name="Text Placeholder 2"/>
          <p:cNvSpPr>
            <a:spLocks noGrp="1"/>
          </p:cNvSpPr>
          <p:nvPr>
            <p:ph type="body" sz="quarter" idx="10" hasCustomPrompt="1"/>
          </p:nvPr>
        </p:nvSpPr>
        <p:spPr>
          <a:xfrm>
            <a:off x="550863" y="416205"/>
            <a:ext cx="11228387" cy="727075"/>
          </a:xfrm>
          <a:prstGeom prst="rect">
            <a:avLst/>
          </a:prstGeom>
        </p:spPr>
        <p:txBody>
          <a:bodyPr anchor="ctr"/>
          <a:lstStyle>
            <a:lvl1pPr marL="0" indent="0" algn="ctr">
              <a:buNone/>
              <a:defRPr sz="3200" b="0" spc="-150" baseline="0">
                <a:solidFill>
                  <a:schemeClr val="bg1"/>
                </a:solidFill>
                <a:latin typeface="Montserrat Semi Bold" panose="00000700000000000000" pitchFamily="50" charset="0"/>
              </a:defRPr>
            </a:lvl1pPr>
          </a:lstStyle>
          <a:p>
            <a:pPr lvl="0"/>
            <a:r>
              <a:rPr lang="en-US" dirty="0"/>
              <a:t>INSERT TEXT IN HERE</a:t>
            </a:r>
            <a:endParaRPr lang="en-US" dirty="0"/>
          </a:p>
        </p:txBody>
      </p:sp>
      <p:sp>
        <p:nvSpPr>
          <p:cNvPr id="11" name="Text Placeholder 4"/>
          <p:cNvSpPr>
            <a:spLocks noGrp="1"/>
          </p:cNvSpPr>
          <p:nvPr>
            <p:ph type="body" sz="quarter" idx="14" hasCustomPrompt="1"/>
          </p:nvPr>
        </p:nvSpPr>
        <p:spPr>
          <a:xfrm>
            <a:off x="444500" y="936566"/>
            <a:ext cx="11403013" cy="268288"/>
          </a:xfrm>
          <a:prstGeom prst="rect">
            <a:avLst/>
          </a:prstGeom>
        </p:spPr>
        <p:txBody>
          <a:bodyPr/>
          <a:lstStyle>
            <a:lvl1pPr marL="0" indent="0" algn="ctr">
              <a:buNone/>
              <a:defRPr sz="1400" i="1" baseline="0">
                <a:solidFill>
                  <a:schemeClr val="bg1"/>
                </a:solidFill>
              </a:defRPr>
            </a:lvl1pPr>
          </a:lstStyle>
          <a:p>
            <a:pPr lvl="0"/>
            <a:r>
              <a:rPr lang="en-US" dirty="0"/>
              <a:t>Your Short Description In Here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fade">
                                      <p:cBhvr>
                                        <p:cTn id="11" dur="500"/>
                                        <p:tgtEl>
                                          <p:spTgt spid="11">
                                            <p:txEl>
                                              <p:pRg st="0" end="0"/>
                                            </p:txEl>
                                          </p:spTgt>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42"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42" presetClass="entr" presetSubtype="0"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8_Custom Layout">
    <p:bg>
      <p:bgPr>
        <a:solidFill>
          <a:schemeClr val="tx2"/>
        </a:solidFill>
        <a:effectLst/>
      </p:bgPr>
    </p:bg>
    <p:spTree>
      <p:nvGrpSpPr>
        <p:cNvPr id="1" name=""/>
        <p:cNvGrpSpPr/>
        <p:nvPr/>
      </p:nvGrpSpPr>
      <p:grpSpPr>
        <a:xfrm>
          <a:off x="0" y="0"/>
          <a:ext cx="0" cy="0"/>
          <a:chOff x="0" y="0"/>
          <a:chExt cx="0" cy="0"/>
        </a:xfrm>
      </p:grpSpPr>
      <p:sp>
        <p:nvSpPr>
          <p:cNvPr id="4" name="Picture Placeholder 15"/>
          <p:cNvSpPr>
            <a:spLocks noGrp="1"/>
          </p:cNvSpPr>
          <p:nvPr>
            <p:ph type="pic" sz="quarter" idx="11" hasCustomPrompt="1"/>
          </p:nvPr>
        </p:nvSpPr>
        <p:spPr>
          <a:xfrm>
            <a:off x="-1" y="-1"/>
            <a:ext cx="6512127" cy="6901022"/>
          </a:xfrm>
          <a:custGeom>
            <a:avLst/>
            <a:gdLst>
              <a:gd name="connsiteX0" fmla="*/ 0 w 4862636"/>
              <a:gd name="connsiteY0" fmla="*/ 0 h 5153026"/>
              <a:gd name="connsiteX1" fmla="*/ 2438400 w 4862636"/>
              <a:gd name="connsiteY1" fmla="*/ 0 h 5153026"/>
              <a:gd name="connsiteX2" fmla="*/ 2438400 w 4862636"/>
              <a:gd name="connsiteY2" fmla="*/ 1 h 5153026"/>
              <a:gd name="connsiteX3" fmla="*/ 4862636 w 4862636"/>
              <a:gd name="connsiteY3" fmla="*/ 1 h 5153026"/>
              <a:gd name="connsiteX4" fmla="*/ 4424989 w 4862636"/>
              <a:gd name="connsiteY4" fmla="*/ 930276 h 5153026"/>
              <a:gd name="connsiteX5" fmla="*/ 4424990 w 4862636"/>
              <a:gd name="connsiteY5" fmla="*/ 930276 h 5153026"/>
              <a:gd name="connsiteX6" fmla="*/ 2880529 w 4862636"/>
              <a:gd name="connsiteY6" fmla="*/ 4213226 h 5153026"/>
              <a:gd name="connsiteX7" fmla="*/ 2880528 w 4862636"/>
              <a:gd name="connsiteY7" fmla="*/ 4213226 h 5153026"/>
              <a:gd name="connsiteX8" fmla="*/ 2438400 w 4862636"/>
              <a:gd name="connsiteY8" fmla="*/ 5153026 h 5153026"/>
              <a:gd name="connsiteX9" fmla="*/ 2438400 w 4862636"/>
              <a:gd name="connsiteY9" fmla="*/ 5143500 h 5153026"/>
              <a:gd name="connsiteX10" fmla="*/ 0 w 4862636"/>
              <a:gd name="connsiteY10" fmla="*/ 5143500 h 515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2636" h="5153026">
                <a:moveTo>
                  <a:pt x="0" y="0"/>
                </a:moveTo>
                <a:lnTo>
                  <a:pt x="2438400" y="0"/>
                </a:lnTo>
                <a:lnTo>
                  <a:pt x="2438400" y="1"/>
                </a:lnTo>
                <a:lnTo>
                  <a:pt x="4862636" y="1"/>
                </a:lnTo>
                <a:lnTo>
                  <a:pt x="4424989" y="930276"/>
                </a:lnTo>
                <a:lnTo>
                  <a:pt x="4424990" y="930276"/>
                </a:lnTo>
                <a:lnTo>
                  <a:pt x="2880529" y="4213226"/>
                </a:lnTo>
                <a:lnTo>
                  <a:pt x="2880528" y="4213226"/>
                </a:lnTo>
                <a:lnTo>
                  <a:pt x="2438400" y="5153026"/>
                </a:lnTo>
                <a:lnTo>
                  <a:pt x="2438400" y="5143500"/>
                </a:lnTo>
                <a:lnTo>
                  <a:pt x="0" y="5143500"/>
                </a:lnTo>
                <a:close/>
              </a:path>
            </a:pathLst>
          </a:custGeom>
          <a:solidFill>
            <a:schemeClr val="bg1">
              <a:lumMod val="85000"/>
            </a:schemeClr>
          </a:solidFill>
          <a:ln w="28575">
            <a:noFill/>
          </a:ln>
        </p:spPr>
        <p:txBody>
          <a:bodyPr wrap="square" lIns="0" tIns="91440" rIns="0" bIns="0" anchor="b">
            <a:noAutofit/>
          </a:bodyPr>
          <a:lstStyle>
            <a:lvl1pPr algn="ctr" rtl="0">
              <a:buNone/>
              <a:defRPr sz="1200">
                <a:solidFill>
                  <a:schemeClr val="tx1">
                    <a:lumMod val="75000"/>
                    <a:lumOff val="25000"/>
                  </a:schemeClr>
                </a:solidFill>
              </a:defRPr>
            </a:lvl1pPr>
          </a:lstStyle>
          <a:p>
            <a:r>
              <a:rPr lang="en-US" dirty="0"/>
              <a:t>Image Holder</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7_Custom Layout">
    <p:bg>
      <p:bgPr>
        <a:solidFill>
          <a:schemeClr val="tx2"/>
        </a:solidFill>
        <a:effectLst/>
      </p:bgPr>
    </p:bg>
    <p:spTree>
      <p:nvGrpSpPr>
        <p:cNvPr id="1" name=""/>
        <p:cNvGrpSpPr/>
        <p:nvPr/>
      </p:nvGrpSpPr>
      <p:grpSpPr>
        <a:xfrm>
          <a:off x="0" y="0"/>
          <a:ext cx="0" cy="0"/>
          <a:chOff x="0" y="0"/>
          <a:chExt cx="0" cy="0"/>
        </a:xfrm>
      </p:grpSpPr>
      <p:sp>
        <p:nvSpPr>
          <p:cNvPr id="69" name="Picture Placeholder 5"/>
          <p:cNvSpPr>
            <a:spLocks noGrp="1"/>
          </p:cNvSpPr>
          <p:nvPr>
            <p:ph type="pic" sz="quarter" idx="13"/>
          </p:nvPr>
        </p:nvSpPr>
        <p:spPr>
          <a:xfrm>
            <a:off x="755758" y="2214879"/>
            <a:ext cx="3048001" cy="3685977"/>
          </a:xfrm>
          <a:prstGeom prst="rect">
            <a:avLst/>
          </a:prstGeom>
          <a:solidFill>
            <a:schemeClr val="bg1">
              <a:lumMod val="85000"/>
              <a:alpha val="0"/>
            </a:schemeClr>
          </a:solidFill>
        </p:spPr>
        <p:txBody>
          <a:bodyPr vert="horz"/>
          <a:lstStyle>
            <a:lvl1pPr>
              <a:defRPr sz="1000"/>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image" Target="../media/image11.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2.pn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2.png"/><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2.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png"/><Relationship Id="rId1" Type="http://schemas.openxmlformats.org/officeDocument/2006/relationships/chart" Target="../charts/char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image" Target="../media/image2.png"/><Relationship Id="rId7" Type="http://schemas.openxmlformats.org/officeDocument/2006/relationships/image" Target="../media/image23.jpeg"/><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2.png"/><Relationship Id="rId4" Type="http://schemas.openxmlformats.org/officeDocument/2006/relationships/image" Target="../media/image26.jpeg"/><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3.xml"/><Relationship Id="rId7" Type="http://schemas.openxmlformats.org/officeDocument/2006/relationships/image" Target="../media/image2.png"/><Relationship Id="rId6" Type="http://schemas.openxmlformats.org/officeDocument/2006/relationships/image" Target="../media/image30.jpeg"/><Relationship Id="rId5" Type="http://schemas.openxmlformats.org/officeDocument/2006/relationships/image" Target="../media/image3.jpe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18.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flipH="1">
            <a:off x="7342003" y="5769785"/>
            <a:ext cx="4645222" cy="368049"/>
          </a:xfrm>
          <a:prstGeom prst="rect">
            <a:avLst/>
          </a:prstGeom>
        </p:spPr>
        <p:txBody>
          <a:bodyPr wrap="square">
            <a:spAutoFit/>
          </a:bodyPr>
          <a:lstStyle/>
          <a:p>
            <a:pPr indent="449580" algn="r">
              <a:lnSpc>
                <a:spcPct val="120000"/>
              </a:lnSpc>
            </a:pPr>
            <a:r>
              <a:rPr lang="zh-CN" altLang="en-US" sz="1600" dirty="0">
                <a:solidFill>
                  <a:schemeClr val="bg1"/>
                </a:solidFill>
              </a:rPr>
              <a:t>汇报</a:t>
            </a:r>
            <a:r>
              <a:rPr lang="zh-CN" altLang="en-US" sz="1600" dirty="0" smtClean="0">
                <a:solidFill>
                  <a:schemeClr val="bg1"/>
                </a:solidFill>
              </a:rPr>
              <a:t>人：</a:t>
            </a:r>
            <a:r>
              <a:rPr lang="en-US" altLang="zh-CN" sz="1600" dirty="0" err="1" smtClean="0">
                <a:solidFill>
                  <a:schemeClr val="bg1"/>
                </a:solidFill>
              </a:rPr>
              <a:t>xxxxxxxxxx</a:t>
            </a:r>
            <a:endParaRPr lang="en-US" sz="1600" dirty="0">
              <a:solidFill>
                <a:schemeClr val="bg1"/>
              </a:solidFill>
            </a:endParaRPr>
          </a:p>
        </p:txBody>
      </p:sp>
      <p:sp>
        <p:nvSpPr>
          <p:cNvPr id="18" name="Freeform 17"/>
          <p:cNvSpPr/>
          <p:nvPr/>
        </p:nvSpPr>
        <p:spPr bwMode="auto">
          <a:xfrm>
            <a:off x="1789475" y="0"/>
            <a:ext cx="6891867" cy="6901022"/>
          </a:xfrm>
          <a:custGeom>
            <a:avLst/>
            <a:gdLst>
              <a:gd name="connsiteX0" fmla="*/ 0 w 5146190"/>
              <a:gd name="connsiteY0" fmla="*/ 0 h 5153026"/>
              <a:gd name="connsiteX1" fmla="*/ 283554 w 5146190"/>
              <a:gd name="connsiteY1" fmla="*/ 0 h 5153026"/>
              <a:gd name="connsiteX2" fmla="*/ 2438400 w 5146190"/>
              <a:gd name="connsiteY2" fmla="*/ 0 h 5153026"/>
              <a:gd name="connsiteX3" fmla="*/ 2721954 w 5146190"/>
              <a:gd name="connsiteY3" fmla="*/ 0 h 5153026"/>
              <a:gd name="connsiteX4" fmla="*/ 2721954 w 5146190"/>
              <a:gd name="connsiteY4" fmla="*/ 1 h 5153026"/>
              <a:gd name="connsiteX5" fmla="*/ 4862636 w 5146190"/>
              <a:gd name="connsiteY5" fmla="*/ 1 h 5153026"/>
              <a:gd name="connsiteX6" fmla="*/ 5146190 w 5146190"/>
              <a:gd name="connsiteY6" fmla="*/ 1 h 5153026"/>
              <a:gd name="connsiteX7" fmla="*/ 4708543 w 5146190"/>
              <a:gd name="connsiteY7" fmla="*/ 930276 h 5153026"/>
              <a:gd name="connsiteX8" fmla="*/ 4708544 w 5146190"/>
              <a:gd name="connsiteY8" fmla="*/ 930276 h 5153026"/>
              <a:gd name="connsiteX9" fmla="*/ 3164083 w 5146190"/>
              <a:gd name="connsiteY9" fmla="*/ 4213226 h 5153026"/>
              <a:gd name="connsiteX10" fmla="*/ 3164082 w 5146190"/>
              <a:gd name="connsiteY10" fmla="*/ 4213226 h 5153026"/>
              <a:gd name="connsiteX11" fmla="*/ 2721954 w 5146190"/>
              <a:gd name="connsiteY11" fmla="*/ 5153026 h 5153026"/>
              <a:gd name="connsiteX12" fmla="*/ 2721954 w 5146190"/>
              <a:gd name="connsiteY12" fmla="*/ 5143500 h 5153026"/>
              <a:gd name="connsiteX13" fmla="*/ 2442882 w 5146190"/>
              <a:gd name="connsiteY13" fmla="*/ 5143500 h 5153026"/>
              <a:gd name="connsiteX14" fmla="*/ 2438400 w 5146190"/>
              <a:gd name="connsiteY14" fmla="*/ 5153026 h 5153026"/>
              <a:gd name="connsiteX15" fmla="*/ 2438400 w 5146190"/>
              <a:gd name="connsiteY15" fmla="*/ 5143500 h 5153026"/>
              <a:gd name="connsiteX16" fmla="*/ 283554 w 5146190"/>
              <a:gd name="connsiteY16" fmla="*/ 5143500 h 5153026"/>
              <a:gd name="connsiteX17" fmla="*/ 0 w 5146190"/>
              <a:gd name="connsiteY17" fmla="*/ 5143500 h 515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6190" h="5153026">
                <a:moveTo>
                  <a:pt x="0" y="0"/>
                </a:moveTo>
                <a:lnTo>
                  <a:pt x="283554" y="0"/>
                </a:lnTo>
                <a:lnTo>
                  <a:pt x="2438400" y="0"/>
                </a:lnTo>
                <a:lnTo>
                  <a:pt x="2721954" y="0"/>
                </a:lnTo>
                <a:lnTo>
                  <a:pt x="2721954" y="1"/>
                </a:lnTo>
                <a:lnTo>
                  <a:pt x="4862636" y="1"/>
                </a:lnTo>
                <a:lnTo>
                  <a:pt x="5146190" y="1"/>
                </a:lnTo>
                <a:lnTo>
                  <a:pt x="4708543" y="930276"/>
                </a:lnTo>
                <a:lnTo>
                  <a:pt x="4708544" y="930276"/>
                </a:lnTo>
                <a:lnTo>
                  <a:pt x="3164083" y="4213226"/>
                </a:lnTo>
                <a:lnTo>
                  <a:pt x="3164082" y="4213226"/>
                </a:lnTo>
                <a:lnTo>
                  <a:pt x="2721954" y="5153026"/>
                </a:lnTo>
                <a:lnTo>
                  <a:pt x="2721954" y="5143500"/>
                </a:lnTo>
                <a:lnTo>
                  <a:pt x="2442882" y="5143500"/>
                </a:lnTo>
                <a:lnTo>
                  <a:pt x="2438400" y="5153026"/>
                </a:lnTo>
                <a:lnTo>
                  <a:pt x="2438400" y="5143500"/>
                </a:lnTo>
                <a:lnTo>
                  <a:pt x="283554" y="5143500"/>
                </a:lnTo>
                <a:lnTo>
                  <a:pt x="0" y="5143500"/>
                </a:lnTo>
                <a:close/>
              </a:path>
            </a:pathLst>
          </a:custGeom>
          <a:solidFill>
            <a:schemeClr val="tx2"/>
          </a:solidFill>
          <a:ln w="9525">
            <a:solidFill>
              <a:schemeClr val="accent2"/>
            </a:solidFill>
            <a:round/>
          </a:ln>
        </p:spPr>
        <p:txBody>
          <a:bodyPr vert="horz" wrap="square" lIns="91440" tIns="45720" rIns="91440" bIns="45720" numCol="1" rtlCol="0" anchor="t" anchorCtr="0" compatLnSpc="1">
            <a:noAutofit/>
          </a:bodyPr>
          <a:lstStyle/>
          <a:p>
            <a:pPr algn="ctr"/>
            <a:endParaRPr lang="en-US"/>
          </a:p>
        </p:txBody>
      </p:sp>
      <p:grpSp>
        <p:nvGrpSpPr>
          <p:cNvPr id="3" name="Group 2"/>
          <p:cNvGrpSpPr/>
          <p:nvPr/>
        </p:nvGrpSpPr>
        <p:grpSpPr>
          <a:xfrm>
            <a:off x="0" y="0"/>
            <a:ext cx="7711386" cy="6901022"/>
            <a:chOff x="0" y="0"/>
            <a:chExt cx="7711386" cy="6901022"/>
          </a:xfrm>
        </p:grpSpPr>
        <p:sp>
          <p:nvSpPr>
            <p:cNvPr id="8" name="Freeform 7"/>
            <p:cNvSpPr/>
            <p:nvPr/>
          </p:nvSpPr>
          <p:spPr bwMode="auto">
            <a:xfrm>
              <a:off x="0" y="0"/>
              <a:ext cx="6891867" cy="6901022"/>
            </a:xfrm>
            <a:custGeom>
              <a:avLst/>
              <a:gdLst>
                <a:gd name="connsiteX0" fmla="*/ 0 w 5146190"/>
                <a:gd name="connsiteY0" fmla="*/ 0 h 5153026"/>
                <a:gd name="connsiteX1" fmla="*/ 283554 w 5146190"/>
                <a:gd name="connsiteY1" fmla="*/ 0 h 5153026"/>
                <a:gd name="connsiteX2" fmla="*/ 2438400 w 5146190"/>
                <a:gd name="connsiteY2" fmla="*/ 0 h 5153026"/>
                <a:gd name="connsiteX3" fmla="*/ 2721954 w 5146190"/>
                <a:gd name="connsiteY3" fmla="*/ 0 h 5153026"/>
                <a:gd name="connsiteX4" fmla="*/ 2721954 w 5146190"/>
                <a:gd name="connsiteY4" fmla="*/ 1 h 5153026"/>
                <a:gd name="connsiteX5" fmla="*/ 4862636 w 5146190"/>
                <a:gd name="connsiteY5" fmla="*/ 1 h 5153026"/>
                <a:gd name="connsiteX6" fmla="*/ 5146190 w 5146190"/>
                <a:gd name="connsiteY6" fmla="*/ 1 h 5153026"/>
                <a:gd name="connsiteX7" fmla="*/ 4708543 w 5146190"/>
                <a:gd name="connsiteY7" fmla="*/ 930276 h 5153026"/>
                <a:gd name="connsiteX8" fmla="*/ 4708544 w 5146190"/>
                <a:gd name="connsiteY8" fmla="*/ 930276 h 5153026"/>
                <a:gd name="connsiteX9" fmla="*/ 3164083 w 5146190"/>
                <a:gd name="connsiteY9" fmla="*/ 4213226 h 5153026"/>
                <a:gd name="connsiteX10" fmla="*/ 3164082 w 5146190"/>
                <a:gd name="connsiteY10" fmla="*/ 4213226 h 5153026"/>
                <a:gd name="connsiteX11" fmla="*/ 2721954 w 5146190"/>
                <a:gd name="connsiteY11" fmla="*/ 5153026 h 5153026"/>
                <a:gd name="connsiteX12" fmla="*/ 2721954 w 5146190"/>
                <a:gd name="connsiteY12" fmla="*/ 5143500 h 5153026"/>
                <a:gd name="connsiteX13" fmla="*/ 2442882 w 5146190"/>
                <a:gd name="connsiteY13" fmla="*/ 5143500 h 5153026"/>
                <a:gd name="connsiteX14" fmla="*/ 2438400 w 5146190"/>
                <a:gd name="connsiteY14" fmla="*/ 5153026 h 5153026"/>
                <a:gd name="connsiteX15" fmla="*/ 2438400 w 5146190"/>
                <a:gd name="connsiteY15" fmla="*/ 5143500 h 5153026"/>
                <a:gd name="connsiteX16" fmla="*/ 283554 w 5146190"/>
                <a:gd name="connsiteY16" fmla="*/ 5143500 h 5153026"/>
                <a:gd name="connsiteX17" fmla="*/ 0 w 5146190"/>
                <a:gd name="connsiteY17" fmla="*/ 5143500 h 515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6190" h="5153026">
                  <a:moveTo>
                    <a:pt x="0" y="0"/>
                  </a:moveTo>
                  <a:lnTo>
                    <a:pt x="283554" y="0"/>
                  </a:lnTo>
                  <a:lnTo>
                    <a:pt x="2438400" y="0"/>
                  </a:lnTo>
                  <a:lnTo>
                    <a:pt x="2721954" y="0"/>
                  </a:lnTo>
                  <a:lnTo>
                    <a:pt x="2721954" y="1"/>
                  </a:lnTo>
                  <a:lnTo>
                    <a:pt x="4862636" y="1"/>
                  </a:lnTo>
                  <a:lnTo>
                    <a:pt x="5146190" y="1"/>
                  </a:lnTo>
                  <a:lnTo>
                    <a:pt x="4708543" y="930276"/>
                  </a:lnTo>
                  <a:lnTo>
                    <a:pt x="4708544" y="930276"/>
                  </a:lnTo>
                  <a:lnTo>
                    <a:pt x="3164083" y="4213226"/>
                  </a:lnTo>
                  <a:lnTo>
                    <a:pt x="3164082" y="4213226"/>
                  </a:lnTo>
                  <a:lnTo>
                    <a:pt x="2721954" y="5153026"/>
                  </a:lnTo>
                  <a:lnTo>
                    <a:pt x="2721954" y="5143500"/>
                  </a:lnTo>
                  <a:lnTo>
                    <a:pt x="2442882" y="5143500"/>
                  </a:lnTo>
                  <a:lnTo>
                    <a:pt x="2438400" y="5153026"/>
                  </a:lnTo>
                  <a:lnTo>
                    <a:pt x="2438400" y="5143500"/>
                  </a:lnTo>
                  <a:lnTo>
                    <a:pt x="283554" y="5143500"/>
                  </a:lnTo>
                  <a:lnTo>
                    <a:pt x="0" y="5143500"/>
                  </a:lnTo>
                  <a:close/>
                </a:path>
              </a:pathLst>
            </a:custGeom>
            <a:solidFill>
              <a:schemeClr val="accent2"/>
            </a:solidFill>
            <a:ln w="9525">
              <a:noFill/>
              <a:round/>
            </a:ln>
          </p:spPr>
          <p:txBody>
            <a:bodyPr vert="horz" wrap="square" lIns="91440" tIns="45720" rIns="91440" bIns="45720" numCol="1" rtlCol="0" anchor="t" anchorCtr="0" compatLnSpc="1">
              <a:noAutofit/>
            </a:bodyPr>
            <a:lstStyle/>
            <a:p>
              <a:pPr algn="ctr"/>
              <a:endParaRPr lang="en-US"/>
            </a:p>
          </p:txBody>
        </p:sp>
        <p:grpSp>
          <p:nvGrpSpPr>
            <p:cNvPr id="13" name="Group 12"/>
            <p:cNvGrpSpPr/>
            <p:nvPr/>
          </p:nvGrpSpPr>
          <p:grpSpPr>
            <a:xfrm>
              <a:off x="4232602" y="474133"/>
              <a:ext cx="3478784" cy="5909734"/>
              <a:chOff x="5211465" y="491044"/>
              <a:chExt cx="2503192" cy="4252406"/>
            </a:xfrm>
            <a:solidFill>
              <a:srgbClr val="FCC009"/>
            </a:solidFill>
          </p:grpSpPr>
          <p:sp>
            <p:nvSpPr>
              <p:cNvPr id="9" name="Freeform 8"/>
              <p:cNvSpPr/>
              <p:nvPr/>
            </p:nvSpPr>
            <p:spPr bwMode="auto">
              <a:xfrm>
                <a:off x="5211465" y="1221294"/>
                <a:ext cx="1851096" cy="3282950"/>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a:p>
            </p:txBody>
          </p:sp>
          <p:sp>
            <p:nvSpPr>
              <p:cNvPr id="10" name="Freeform 9"/>
              <p:cNvSpPr/>
              <p:nvPr/>
            </p:nvSpPr>
            <p:spPr bwMode="auto">
              <a:xfrm>
                <a:off x="6580871" y="491044"/>
                <a:ext cx="1133786" cy="2010788"/>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a:p>
            </p:txBody>
          </p:sp>
          <p:sp>
            <p:nvSpPr>
              <p:cNvPr id="11" name="Freeform 10"/>
              <p:cNvSpPr/>
              <p:nvPr/>
            </p:nvSpPr>
            <p:spPr bwMode="auto">
              <a:xfrm>
                <a:off x="5597768" y="3424812"/>
                <a:ext cx="743516" cy="1318638"/>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dirty="0"/>
              </a:p>
            </p:txBody>
          </p:sp>
        </p:grpSp>
      </p:grpSp>
      <p:pic>
        <p:nvPicPr>
          <p:cNvPr id="4" name="图片占位符 3" descr="C:\Users\xin\Desktop\微信图片_20201013160828.jpg微信图片_20201013160828"/>
          <p:cNvPicPr>
            <a:picLocks noGrp="1" noChangeAspect="1"/>
          </p:cNvPicPr>
          <p:nvPr>
            <p:ph type="pic" sz="quarter" idx="11"/>
          </p:nvPr>
        </p:nvPicPr>
        <p:blipFill>
          <a:blip r:embed="rId1"/>
          <a:srcRect l="10012" b="212"/>
          <a:stretch>
            <a:fillRect/>
          </a:stretch>
        </p:blipFill>
        <p:spPr>
          <a:xfrm>
            <a:off x="0" y="0"/>
            <a:ext cx="8007350" cy="6885940"/>
          </a:xfrm>
        </p:spPr>
      </p:pic>
      <p:sp>
        <p:nvSpPr>
          <p:cNvPr id="15" name="Rectangle 14"/>
          <p:cNvSpPr/>
          <p:nvPr/>
        </p:nvSpPr>
        <p:spPr>
          <a:xfrm flipH="1">
            <a:off x="4886530" y="3620321"/>
            <a:ext cx="7300510" cy="1753235"/>
          </a:xfrm>
          <a:prstGeom prst="rect">
            <a:avLst/>
          </a:prstGeom>
        </p:spPr>
        <p:txBody>
          <a:bodyPr wrap="square">
            <a:spAutoFit/>
          </a:bodyPr>
          <a:lstStyle/>
          <a:p>
            <a:pPr indent="627380" algn="r"/>
            <a:r>
              <a:rPr lang="zh-CN" sz="5400" b="1" dirty="0" smtClean="0">
                <a:solidFill>
                  <a:schemeClr val="bg1"/>
                </a:solidFill>
                <a:latin typeface="微软雅黑" panose="020B0503020204020204" pitchFamily="34" charset="-122"/>
                <a:ea typeface="微软雅黑" panose="020B0503020204020204" pitchFamily="34" charset="-122"/>
                <a:cs typeface="Raleway"/>
              </a:rPr>
              <a:t>中科大</a:t>
            </a:r>
            <a:endParaRPr lang="zh-CN" sz="5400" b="1" dirty="0" smtClean="0">
              <a:solidFill>
                <a:schemeClr val="bg1"/>
              </a:solidFill>
              <a:latin typeface="微软雅黑" panose="020B0503020204020204" pitchFamily="34" charset="-122"/>
              <a:ea typeface="微软雅黑" panose="020B0503020204020204" pitchFamily="34" charset="-122"/>
              <a:cs typeface="Raleway"/>
            </a:endParaRPr>
          </a:p>
          <a:p>
            <a:pPr indent="627380" algn="r"/>
            <a:r>
              <a:rPr lang="zh-CN" altLang="en-US" sz="5400" b="1" dirty="0" smtClean="0">
                <a:solidFill>
                  <a:schemeClr val="bg1"/>
                </a:solidFill>
                <a:latin typeface="微软雅黑" panose="020B0503020204020204" pitchFamily="34" charset="-122"/>
                <a:ea typeface="微软雅黑" panose="020B0503020204020204" pitchFamily="34" charset="-122"/>
                <a:cs typeface="Raleway"/>
              </a:rPr>
              <a:t>工作总结</a:t>
            </a:r>
            <a:r>
              <a:rPr lang="zh-CN" altLang="en-US" sz="5400" b="1" dirty="0" smtClean="0">
                <a:solidFill>
                  <a:schemeClr val="bg1"/>
                </a:solidFill>
                <a:latin typeface="微软雅黑" panose="020B0503020204020204" pitchFamily="34" charset="-122"/>
                <a:ea typeface="微软雅黑" panose="020B0503020204020204" pitchFamily="34" charset="-122"/>
                <a:cs typeface="Raleway"/>
              </a:rPr>
              <a:t>汇报</a:t>
            </a:r>
            <a:r>
              <a:rPr lang="en-US" altLang="zh-CN" sz="5400" b="1" dirty="0" smtClean="0">
                <a:solidFill>
                  <a:schemeClr val="bg1"/>
                </a:solidFill>
                <a:latin typeface="微软雅黑" panose="020B0503020204020204" pitchFamily="34" charset="-122"/>
                <a:ea typeface="微软雅黑" panose="020B0503020204020204" pitchFamily="34" charset="-122"/>
                <a:cs typeface="Raleway"/>
              </a:rPr>
              <a:t>PPT</a:t>
            </a:r>
            <a:endParaRPr lang="en-US" sz="5400" b="1" dirty="0">
              <a:solidFill>
                <a:schemeClr val="bg1"/>
              </a:solidFill>
              <a:latin typeface="微软雅黑" panose="020B0503020204020204" pitchFamily="34" charset="-122"/>
              <a:ea typeface="微软雅黑" panose="020B0503020204020204" pitchFamily="34" charset="-122"/>
              <a:cs typeface="Raleway"/>
            </a:endParaRPr>
          </a:p>
        </p:txBody>
      </p:sp>
      <p:pic>
        <p:nvPicPr>
          <p:cNvPr id="2" name="图片 1" descr="中科大"/>
          <p:cNvPicPr>
            <a:picLocks noChangeAspect="1"/>
          </p:cNvPicPr>
          <p:nvPr/>
        </p:nvPicPr>
        <p:blipFill>
          <a:blip r:embed="rId2"/>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0-#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animBg="1"/>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a:off x="269384" y="1037204"/>
            <a:ext cx="4196038" cy="510909"/>
          </a:xfrm>
          <a:prstGeom prst="rect">
            <a:avLst/>
          </a:prstGeom>
        </p:spPr>
        <p:txBody>
          <a:bodyPr wrap="square" anchor="ctr">
            <a:spAutoFit/>
          </a:bodyPr>
          <a:lstStyle/>
          <a:p>
            <a:pPr>
              <a:lnSpc>
                <a:spcPct val="80000"/>
              </a:lnSpc>
            </a:pPr>
            <a:r>
              <a:rPr lang="zh-CN" altLang="en-US" sz="3200" dirty="0" smtClean="0">
                <a:solidFill>
                  <a:schemeClr val="accent2"/>
                </a:solidFill>
                <a:latin typeface="Montserrat" panose="00000500000000000000" pitchFamily="50" charset="0"/>
                <a:cs typeface="Raleway"/>
              </a:rPr>
              <a:t>文字标题内容</a:t>
            </a:r>
            <a:endParaRPr lang="en-US" sz="3200" dirty="0">
              <a:solidFill>
                <a:schemeClr val="accent2"/>
              </a:solidFill>
              <a:latin typeface="Montserrat" panose="00000500000000000000" pitchFamily="50" charset="0"/>
              <a:cs typeface="Raleway"/>
            </a:endParaRPr>
          </a:p>
        </p:txBody>
      </p:sp>
      <p:sp>
        <p:nvSpPr>
          <p:cNvPr id="38" name="Rectangle 37"/>
          <p:cNvSpPr/>
          <p:nvPr/>
        </p:nvSpPr>
        <p:spPr>
          <a:xfrm>
            <a:off x="4685095" y="1797259"/>
            <a:ext cx="2623135" cy="1015663"/>
          </a:xfrm>
          <a:prstGeom prst="rect">
            <a:avLst/>
          </a:prstGeom>
        </p:spPr>
        <p:txBody>
          <a:bodyPr wrap="square">
            <a:spAutoFit/>
          </a:bodyPr>
          <a:lstStyle/>
          <a:p>
            <a:r>
              <a:rPr lang="zh-CN" altLang="en-US" sz="1200" dirty="0">
                <a:solidFill>
                  <a:srgbClr val="FFFFFF"/>
                </a:solidFill>
              </a:rPr>
              <a:t>文字内容文字文字内容文字内容</a:t>
            </a:r>
            <a:endParaRPr lang="en-US" altLang="zh-CN" sz="1200" dirty="0">
              <a:solidFill>
                <a:srgbClr val="FFFFFF"/>
              </a:solidFill>
            </a:endParaRPr>
          </a:p>
          <a:p>
            <a:r>
              <a:rPr lang="zh-CN" altLang="en-US" sz="1200" dirty="0">
                <a:solidFill>
                  <a:srgbClr val="FFFFFF"/>
                </a:solidFill>
              </a:rPr>
              <a:t>文字内容文字</a:t>
            </a:r>
            <a:r>
              <a:rPr lang="zh-CN" altLang="en-US" sz="1200" dirty="0" smtClean="0">
                <a:solidFill>
                  <a:srgbClr val="FFFFFF"/>
                </a:solidFill>
              </a:rPr>
              <a:t>内容</a:t>
            </a:r>
            <a:r>
              <a:rPr lang="zh-CN" altLang="en-US" sz="1200" dirty="0">
                <a:solidFill>
                  <a:srgbClr val="FFFFFF"/>
                </a:solidFill>
              </a:rPr>
              <a:t>文字内容文字文字内容文字内容</a:t>
            </a:r>
            <a:endParaRPr lang="en-US" altLang="zh-CN" sz="1200" dirty="0">
              <a:solidFill>
                <a:srgbClr val="FFFFFF"/>
              </a:solidFill>
            </a:endParaRPr>
          </a:p>
          <a:p>
            <a:r>
              <a:rPr lang="zh-CN" altLang="en-US" sz="1200" dirty="0">
                <a:solidFill>
                  <a:srgbClr val="FFFFFF"/>
                </a:solidFill>
              </a:rPr>
              <a:t>文字内容文字内容</a:t>
            </a:r>
            <a:endParaRPr lang="en-US" altLang="zh-CN" sz="1200" dirty="0">
              <a:solidFill>
                <a:srgbClr val="FFFFFF"/>
              </a:solidFill>
            </a:endParaRPr>
          </a:p>
          <a:p>
            <a:endParaRPr lang="en-US" altLang="zh-CN" sz="1200" dirty="0">
              <a:solidFill>
                <a:srgbClr val="FFFFFF"/>
              </a:solidFill>
            </a:endParaRPr>
          </a:p>
        </p:txBody>
      </p:sp>
      <p:grpSp>
        <p:nvGrpSpPr>
          <p:cNvPr id="57" name="Group 56"/>
          <p:cNvGrpSpPr/>
          <p:nvPr/>
        </p:nvGrpSpPr>
        <p:grpSpPr>
          <a:xfrm>
            <a:off x="4853172" y="2721517"/>
            <a:ext cx="2394298" cy="1297233"/>
            <a:chOff x="4819302" y="2721517"/>
            <a:chExt cx="2394298" cy="1297233"/>
          </a:xfrm>
        </p:grpSpPr>
        <p:grpSp>
          <p:nvGrpSpPr>
            <p:cNvPr id="50" name="Group 49"/>
            <p:cNvGrpSpPr/>
            <p:nvPr/>
          </p:nvGrpSpPr>
          <p:grpSpPr>
            <a:xfrm>
              <a:off x="4819302" y="2721517"/>
              <a:ext cx="2394298" cy="276999"/>
              <a:chOff x="4819302" y="2721517"/>
              <a:chExt cx="2394298" cy="276999"/>
            </a:xfrm>
          </p:grpSpPr>
          <p:sp>
            <p:nvSpPr>
              <p:cNvPr id="39" name="Rectangle 38"/>
              <p:cNvSpPr/>
              <p:nvPr/>
            </p:nvSpPr>
            <p:spPr>
              <a:xfrm>
                <a:off x="4898340" y="2721517"/>
                <a:ext cx="2315260" cy="276999"/>
              </a:xfrm>
              <a:prstGeom prst="rect">
                <a:avLst/>
              </a:prstGeom>
            </p:spPr>
            <p:txBody>
              <a:bodyPr wrap="square">
                <a:spAutoFit/>
              </a:bodyPr>
              <a:lstStyle/>
              <a:p>
                <a:r>
                  <a:rPr lang="zh-CN" altLang="en-US" sz="1200" dirty="0" smtClean="0">
                    <a:solidFill>
                      <a:schemeClr val="bg1"/>
                    </a:solidFill>
                  </a:rPr>
                  <a:t>文字内容</a:t>
                </a:r>
                <a:endParaRPr lang="en-US" sz="1200" dirty="0">
                  <a:solidFill>
                    <a:schemeClr val="bg1"/>
                  </a:solidFill>
                </a:endParaRPr>
              </a:p>
            </p:txBody>
          </p:sp>
          <p:sp>
            <p:nvSpPr>
              <p:cNvPr id="43" name="Freeform 45"/>
              <p:cNvSpPr>
                <a:spLocks noEditPoints="1"/>
              </p:cNvSpPr>
              <p:nvPr/>
            </p:nvSpPr>
            <p:spPr bwMode="auto">
              <a:xfrm>
                <a:off x="4819302" y="2812725"/>
                <a:ext cx="125228" cy="1252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2">
                  <a:lumMod val="75000"/>
                  <a:lumOff val="25000"/>
                </a:schemeClr>
              </a:solidFill>
              <a:ln>
                <a:noFill/>
              </a:ln>
            </p:spPr>
            <p:txBody>
              <a:bodyPr/>
              <a:lstStyle/>
              <a:p>
                <a:endParaRPr lang="en-US">
                  <a:solidFill>
                    <a:schemeClr val="bg1"/>
                  </a:solidFill>
                </a:endParaRPr>
              </a:p>
            </p:txBody>
          </p:sp>
        </p:grpSp>
        <p:grpSp>
          <p:nvGrpSpPr>
            <p:cNvPr id="49" name="Group 48"/>
            <p:cNvGrpSpPr/>
            <p:nvPr/>
          </p:nvGrpSpPr>
          <p:grpSpPr>
            <a:xfrm>
              <a:off x="4819302" y="2976576"/>
              <a:ext cx="2394298" cy="276999"/>
              <a:chOff x="4819302" y="3151200"/>
              <a:chExt cx="2394298" cy="276999"/>
            </a:xfrm>
          </p:grpSpPr>
          <p:sp>
            <p:nvSpPr>
              <p:cNvPr id="40" name="Rectangle 39"/>
              <p:cNvSpPr/>
              <p:nvPr/>
            </p:nvSpPr>
            <p:spPr>
              <a:xfrm>
                <a:off x="4898340" y="3151200"/>
                <a:ext cx="2315260" cy="276999"/>
              </a:xfrm>
              <a:prstGeom prst="rect">
                <a:avLst/>
              </a:prstGeom>
            </p:spPr>
            <p:txBody>
              <a:bodyPr wrap="square">
                <a:spAutoFit/>
              </a:bodyPr>
              <a:lstStyle/>
              <a:p>
                <a:r>
                  <a:rPr lang="zh-CN" altLang="en-US" sz="1200" dirty="0">
                    <a:solidFill>
                      <a:schemeClr val="bg1"/>
                    </a:solidFill>
                  </a:rPr>
                  <a:t>文字内容</a:t>
                </a:r>
                <a:endParaRPr lang="en-US" altLang="zh-CN" sz="1200" dirty="0">
                  <a:solidFill>
                    <a:schemeClr val="bg1"/>
                  </a:solidFill>
                </a:endParaRPr>
              </a:p>
            </p:txBody>
          </p:sp>
          <p:sp>
            <p:nvSpPr>
              <p:cNvPr id="44" name="Freeform 45"/>
              <p:cNvSpPr>
                <a:spLocks noEditPoints="1"/>
              </p:cNvSpPr>
              <p:nvPr/>
            </p:nvSpPr>
            <p:spPr bwMode="auto">
              <a:xfrm>
                <a:off x="4819302" y="3240292"/>
                <a:ext cx="125228" cy="1252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2">
                  <a:lumMod val="75000"/>
                  <a:lumOff val="25000"/>
                </a:schemeClr>
              </a:solidFill>
              <a:ln>
                <a:noFill/>
              </a:ln>
            </p:spPr>
            <p:txBody>
              <a:bodyPr/>
              <a:lstStyle/>
              <a:p>
                <a:endParaRPr lang="en-US">
                  <a:solidFill>
                    <a:schemeClr val="bg1"/>
                  </a:solidFill>
                </a:endParaRPr>
              </a:p>
            </p:txBody>
          </p:sp>
        </p:grpSp>
        <p:grpSp>
          <p:nvGrpSpPr>
            <p:cNvPr id="48" name="Group 47"/>
            <p:cNvGrpSpPr/>
            <p:nvPr/>
          </p:nvGrpSpPr>
          <p:grpSpPr>
            <a:xfrm>
              <a:off x="4819302" y="3231635"/>
              <a:ext cx="2394298" cy="276999"/>
              <a:chOff x="4819302" y="3580884"/>
              <a:chExt cx="2394298" cy="276999"/>
            </a:xfrm>
          </p:grpSpPr>
          <p:sp>
            <p:nvSpPr>
              <p:cNvPr id="41" name="Rectangle 40"/>
              <p:cNvSpPr/>
              <p:nvPr/>
            </p:nvSpPr>
            <p:spPr>
              <a:xfrm>
                <a:off x="4898340" y="3580884"/>
                <a:ext cx="2315260" cy="276999"/>
              </a:xfrm>
              <a:prstGeom prst="rect">
                <a:avLst/>
              </a:prstGeom>
            </p:spPr>
            <p:txBody>
              <a:bodyPr wrap="square">
                <a:spAutoFit/>
              </a:bodyPr>
              <a:lstStyle/>
              <a:p>
                <a:r>
                  <a:rPr lang="zh-CN" altLang="en-US" sz="1200" dirty="0">
                    <a:solidFill>
                      <a:schemeClr val="bg1"/>
                    </a:solidFill>
                  </a:rPr>
                  <a:t>文字内容</a:t>
                </a:r>
                <a:endParaRPr lang="en-US" altLang="zh-CN" sz="1200" dirty="0">
                  <a:solidFill>
                    <a:schemeClr val="bg1"/>
                  </a:solidFill>
                </a:endParaRPr>
              </a:p>
            </p:txBody>
          </p:sp>
          <p:sp>
            <p:nvSpPr>
              <p:cNvPr id="45" name="Freeform 45"/>
              <p:cNvSpPr>
                <a:spLocks noEditPoints="1"/>
              </p:cNvSpPr>
              <p:nvPr/>
            </p:nvSpPr>
            <p:spPr bwMode="auto">
              <a:xfrm>
                <a:off x="4819302" y="3672093"/>
                <a:ext cx="125228" cy="1252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2">
                  <a:lumMod val="75000"/>
                  <a:lumOff val="25000"/>
                </a:schemeClr>
              </a:solidFill>
              <a:ln>
                <a:noFill/>
              </a:ln>
            </p:spPr>
            <p:txBody>
              <a:bodyPr/>
              <a:lstStyle/>
              <a:p>
                <a:endParaRPr lang="en-US">
                  <a:solidFill>
                    <a:schemeClr val="bg1"/>
                  </a:solidFill>
                </a:endParaRPr>
              </a:p>
            </p:txBody>
          </p:sp>
        </p:grpSp>
        <p:grpSp>
          <p:nvGrpSpPr>
            <p:cNvPr id="51" name="Group 50"/>
            <p:cNvGrpSpPr/>
            <p:nvPr/>
          </p:nvGrpSpPr>
          <p:grpSpPr>
            <a:xfrm>
              <a:off x="4819302" y="3486693"/>
              <a:ext cx="2394298" cy="276999"/>
              <a:chOff x="4819302" y="3580884"/>
              <a:chExt cx="2394298" cy="276999"/>
            </a:xfrm>
          </p:grpSpPr>
          <p:sp>
            <p:nvSpPr>
              <p:cNvPr id="52" name="Rectangle 51"/>
              <p:cNvSpPr/>
              <p:nvPr/>
            </p:nvSpPr>
            <p:spPr>
              <a:xfrm>
                <a:off x="4898340" y="3580884"/>
                <a:ext cx="2315260" cy="276999"/>
              </a:xfrm>
              <a:prstGeom prst="rect">
                <a:avLst/>
              </a:prstGeom>
            </p:spPr>
            <p:txBody>
              <a:bodyPr wrap="square">
                <a:spAutoFit/>
              </a:bodyPr>
              <a:lstStyle/>
              <a:p>
                <a:r>
                  <a:rPr lang="zh-CN" altLang="en-US" sz="1200" dirty="0">
                    <a:solidFill>
                      <a:schemeClr val="bg1"/>
                    </a:solidFill>
                  </a:rPr>
                  <a:t>文字内容</a:t>
                </a:r>
                <a:endParaRPr lang="en-US" altLang="zh-CN" sz="1200" dirty="0">
                  <a:solidFill>
                    <a:schemeClr val="bg1"/>
                  </a:solidFill>
                </a:endParaRPr>
              </a:p>
            </p:txBody>
          </p:sp>
          <p:sp>
            <p:nvSpPr>
              <p:cNvPr id="53" name="Freeform 45"/>
              <p:cNvSpPr>
                <a:spLocks noEditPoints="1"/>
              </p:cNvSpPr>
              <p:nvPr/>
            </p:nvSpPr>
            <p:spPr bwMode="auto">
              <a:xfrm>
                <a:off x="4819302" y="3672093"/>
                <a:ext cx="125228" cy="1252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2">
                  <a:lumMod val="75000"/>
                  <a:lumOff val="25000"/>
                </a:schemeClr>
              </a:solidFill>
              <a:ln>
                <a:noFill/>
              </a:ln>
            </p:spPr>
            <p:txBody>
              <a:bodyPr/>
              <a:lstStyle/>
              <a:p>
                <a:endParaRPr lang="en-US">
                  <a:solidFill>
                    <a:schemeClr val="bg1"/>
                  </a:solidFill>
                </a:endParaRPr>
              </a:p>
            </p:txBody>
          </p:sp>
        </p:grpSp>
        <p:grpSp>
          <p:nvGrpSpPr>
            <p:cNvPr id="54" name="Group 53"/>
            <p:cNvGrpSpPr/>
            <p:nvPr/>
          </p:nvGrpSpPr>
          <p:grpSpPr>
            <a:xfrm>
              <a:off x="4819302" y="3741751"/>
              <a:ext cx="2394298" cy="276999"/>
              <a:chOff x="4819302" y="3580884"/>
              <a:chExt cx="2394298" cy="276999"/>
            </a:xfrm>
          </p:grpSpPr>
          <p:sp>
            <p:nvSpPr>
              <p:cNvPr id="55" name="Rectangle 54"/>
              <p:cNvSpPr/>
              <p:nvPr/>
            </p:nvSpPr>
            <p:spPr>
              <a:xfrm>
                <a:off x="4898340" y="3580884"/>
                <a:ext cx="2315260" cy="276999"/>
              </a:xfrm>
              <a:prstGeom prst="rect">
                <a:avLst/>
              </a:prstGeom>
            </p:spPr>
            <p:txBody>
              <a:bodyPr wrap="square">
                <a:spAutoFit/>
              </a:bodyPr>
              <a:lstStyle/>
              <a:p>
                <a:r>
                  <a:rPr lang="zh-CN" altLang="en-US" sz="1200" dirty="0">
                    <a:solidFill>
                      <a:schemeClr val="bg1"/>
                    </a:solidFill>
                  </a:rPr>
                  <a:t>文字内容</a:t>
                </a:r>
                <a:endParaRPr lang="en-US" altLang="zh-CN" sz="1200" dirty="0">
                  <a:solidFill>
                    <a:schemeClr val="bg1"/>
                  </a:solidFill>
                </a:endParaRPr>
              </a:p>
            </p:txBody>
          </p:sp>
          <p:sp>
            <p:nvSpPr>
              <p:cNvPr id="56" name="Freeform 45"/>
              <p:cNvSpPr>
                <a:spLocks noEditPoints="1"/>
              </p:cNvSpPr>
              <p:nvPr/>
            </p:nvSpPr>
            <p:spPr bwMode="auto">
              <a:xfrm>
                <a:off x="4819302" y="3672093"/>
                <a:ext cx="125228" cy="1252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2">
                  <a:lumMod val="75000"/>
                  <a:lumOff val="25000"/>
                </a:schemeClr>
              </a:solidFill>
              <a:ln>
                <a:noFill/>
              </a:ln>
            </p:spPr>
            <p:txBody>
              <a:bodyPr/>
              <a:lstStyle/>
              <a:p>
                <a:endParaRPr lang="en-US">
                  <a:solidFill>
                    <a:schemeClr val="bg1"/>
                  </a:solidFill>
                </a:endParaRPr>
              </a:p>
            </p:txBody>
          </p:sp>
        </p:grpSp>
      </p:grpSp>
      <p:grpSp>
        <p:nvGrpSpPr>
          <p:cNvPr id="63" name="Group 62"/>
          <p:cNvGrpSpPr/>
          <p:nvPr/>
        </p:nvGrpSpPr>
        <p:grpSpPr>
          <a:xfrm>
            <a:off x="2801813" y="2710391"/>
            <a:ext cx="1346854" cy="1112274"/>
            <a:chOff x="2801813" y="2710391"/>
            <a:chExt cx="1346854" cy="1112274"/>
          </a:xfrm>
        </p:grpSpPr>
        <p:sp>
          <p:nvSpPr>
            <p:cNvPr id="61" name="Rounded Rectangle 60"/>
            <p:cNvSpPr/>
            <p:nvPr/>
          </p:nvSpPr>
          <p:spPr>
            <a:xfrm>
              <a:off x="2801813" y="3132579"/>
              <a:ext cx="1346854" cy="690086"/>
            </a:xfrm>
            <a:prstGeom prst="roundRect">
              <a:avLst>
                <a:gd name="adj" fmla="val 12192"/>
              </a:avLst>
            </a:prstGeom>
            <a:ln>
              <a:solidFill>
                <a:srgbClr val="FFFFFF"/>
              </a:solidFill>
            </a:ln>
          </p:spPr>
          <p:txBody>
            <a:bodyPr wrap="square" anchor="ctr">
              <a:spAutoFit/>
            </a:bodyPr>
            <a:lstStyle/>
            <a:p>
              <a:pPr algn="ctr"/>
              <a:r>
                <a:rPr lang="en-US" sz="3600" b="1" dirty="0">
                  <a:solidFill>
                    <a:schemeClr val="bg1"/>
                  </a:solidFill>
                  <a:latin typeface="Montserrat" panose="00000500000000000000" pitchFamily="50" charset="0"/>
                  <a:cs typeface="Arial" panose="020B0604020202020204"/>
                </a:rPr>
                <a:t>100</a:t>
              </a:r>
              <a:endParaRPr lang="en-US" sz="2400" dirty="0">
                <a:solidFill>
                  <a:schemeClr val="bg1"/>
                </a:solidFill>
                <a:latin typeface="Montserrat" panose="00000500000000000000" pitchFamily="50" charset="0"/>
                <a:cs typeface="Arial" panose="020B0604020202020204"/>
              </a:endParaRPr>
            </a:p>
          </p:txBody>
        </p:sp>
        <p:sp>
          <p:nvSpPr>
            <p:cNvPr id="62" name="Rectangle 61"/>
            <p:cNvSpPr/>
            <p:nvPr/>
          </p:nvSpPr>
          <p:spPr>
            <a:xfrm>
              <a:off x="3068840" y="2997200"/>
              <a:ext cx="812800" cy="255088"/>
            </a:xfrm>
            <a:prstGeom prst="rect">
              <a:avLst/>
            </a:prstGeom>
            <a:solidFill>
              <a:srgbClr val="01B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p:cNvGrpSpPr/>
            <p:nvPr/>
          </p:nvGrpSpPr>
          <p:grpSpPr>
            <a:xfrm>
              <a:off x="3243068" y="2710391"/>
              <a:ext cx="464344" cy="464344"/>
              <a:chOff x="8204317" y="2115665"/>
              <a:chExt cx="464344" cy="464344"/>
            </a:xfrm>
            <a:solidFill>
              <a:srgbClr val="FFFFFF"/>
            </a:solidFill>
          </p:grpSpPr>
          <p:sp>
            <p:nvSpPr>
              <p:cNvPr id="59" name="AutoShape 81"/>
              <p:cNvSpPr/>
              <p:nvPr/>
            </p:nvSpPr>
            <p:spPr bwMode="auto">
              <a:xfrm>
                <a:off x="8204317" y="211566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60" name="AutoShape 82"/>
              <p:cNvSpPr/>
              <p:nvPr/>
            </p:nvSpPr>
            <p:spPr bwMode="auto">
              <a:xfrm>
                <a:off x="8247973" y="249269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81" name="Group 80"/>
          <p:cNvGrpSpPr/>
          <p:nvPr/>
        </p:nvGrpSpPr>
        <p:grpSpPr>
          <a:xfrm>
            <a:off x="7806424" y="298249"/>
            <a:ext cx="1398536" cy="1409308"/>
            <a:chOff x="2420784" y="3698463"/>
            <a:chExt cx="626163" cy="630988"/>
          </a:xfrm>
          <a:solidFill>
            <a:schemeClr val="bg1"/>
          </a:solidFill>
        </p:grpSpPr>
        <p:sp>
          <p:nvSpPr>
            <p:cNvPr id="64" name="Freeform 107"/>
            <p:cNvSpPr/>
            <p:nvPr/>
          </p:nvSpPr>
          <p:spPr bwMode="auto">
            <a:xfrm>
              <a:off x="2723610" y="3886673"/>
              <a:ext cx="125474" cy="125474"/>
            </a:xfrm>
            <a:custGeom>
              <a:avLst/>
              <a:gdLst>
                <a:gd name="T0" fmla="*/ 80 w 86"/>
                <a:gd name="T1" fmla="*/ 86 h 86"/>
                <a:gd name="T2" fmla="*/ 74 w 86"/>
                <a:gd name="T3" fmla="*/ 80 h 86"/>
                <a:gd name="T4" fmla="*/ 6 w 86"/>
                <a:gd name="T5" fmla="*/ 12 h 86"/>
                <a:gd name="T6" fmla="*/ 0 w 86"/>
                <a:gd name="T7" fmla="*/ 6 h 86"/>
                <a:gd name="T8" fmla="*/ 6 w 86"/>
                <a:gd name="T9" fmla="*/ 0 h 86"/>
                <a:gd name="T10" fmla="*/ 86 w 86"/>
                <a:gd name="T11" fmla="*/ 80 h 86"/>
                <a:gd name="T12" fmla="*/ 80 w 86"/>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6" h="86">
                  <a:moveTo>
                    <a:pt x="80" y="86"/>
                  </a:moveTo>
                  <a:cubicBezTo>
                    <a:pt x="77" y="86"/>
                    <a:pt x="74" y="83"/>
                    <a:pt x="74" y="80"/>
                  </a:cubicBezTo>
                  <a:cubicBezTo>
                    <a:pt x="74" y="42"/>
                    <a:pt x="44" y="12"/>
                    <a:pt x="6" y="12"/>
                  </a:cubicBezTo>
                  <a:cubicBezTo>
                    <a:pt x="3" y="12"/>
                    <a:pt x="0" y="9"/>
                    <a:pt x="0" y="6"/>
                  </a:cubicBezTo>
                  <a:cubicBezTo>
                    <a:pt x="0" y="3"/>
                    <a:pt x="3" y="0"/>
                    <a:pt x="6" y="0"/>
                  </a:cubicBezTo>
                  <a:cubicBezTo>
                    <a:pt x="50" y="0"/>
                    <a:pt x="86" y="36"/>
                    <a:pt x="86" y="80"/>
                  </a:cubicBezTo>
                  <a:cubicBezTo>
                    <a:pt x="86" y="83"/>
                    <a:pt x="83" y="86"/>
                    <a:pt x="80" y="86"/>
                  </a:cubicBezTo>
                  <a:close/>
                </a:path>
              </a:pathLst>
            </a:custGeom>
            <a:grpFill/>
            <a:ln>
              <a:noFill/>
            </a:ln>
          </p:spPr>
          <p:txBody>
            <a:bodyPr vert="horz" wrap="square" lIns="91440" tIns="45720" rIns="91440" bIns="45720" numCol="1" anchor="t" anchorCtr="0" compatLnSpc="1"/>
            <a:lstStyle/>
            <a:p>
              <a:endParaRPr lang="en-US"/>
            </a:p>
          </p:txBody>
        </p:sp>
        <p:sp>
          <p:nvSpPr>
            <p:cNvPr id="65" name="Freeform 108"/>
            <p:cNvSpPr/>
            <p:nvPr/>
          </p:nvSpPr>
          <p:spPr bwMode="auto">
            <a:xfrm>
              <a:off x="2752565" y="4071264"/>
              <a:ext cx="39814" cy="161668"/>
            </a:xfrm>
            <a:custGeom>
              <a:avLst/>
              <a:gdLst>
                <a:gd name="T0" fmla="*/ 11 w 33"/>
                <a:gd name="T1" fmla="*/ 134 h 134"/>
                <a:gd name="T2" fmla="*/ 0 w 33"/>
                <a:gd name="T3" fmla="*/ 132 h 134"/>
                <a:gd name="T4" fmla="*/ 22 w 33"/>
                <a:gd name="T5" fmla="*/ 0 h 134"/>
                <a:gd name="T6" fmla="*/ 33 w 33"/>
                <a:gd name="T7" fmla="*/ 3 h 134"/>
                <a:gd name="T8" fmla="*/ 11 w 33"/>
                <a:gd name="T9" fmla="*/ 134 h 134"/>
                <a:gd name="T10" fmla="*/ 11 w 33"/>
                <a:gd name="T11" fmla="*/ 134 h 134"/>
              </a:gdLst>
              <a:ahLst/>
              <a:cxnLst>
                <a:cxn ang="0">
                  <a:pos x="T0" y="T1"/>
                </a:cxn>
                <a:cxn ang="0">
                  <a:pos x="T2" y="T3"/>
                </a:cxn>
                <a:cxn ang="0">
                  <a:pos x="T4" y="T5"/>
                </a:cxn>
                <a:cxn ang="0">
                  <a:pos x="T6" y="T7"/>
                </a:cxn>
                <a:cxn ang="0">
                  <a:pos x="T8" y="T9"/>
                </a:cxn>
                <a:cxn ang="0">
                  <a:pos x="T10" y="T11"/>
                </a:cxn>
              </a:cxnLst>
              <a:rect l="0" t="0" r="r" b="b"/>
              <a:pathLst>
                <a:path w="33" h="134">
                  <a:moveTo>
                    <a:pt x="11" y="134"/>
                  </a:moveTo>
                  <a:lnTo>
                    <a:pt x="0" y="132"/>
                  </a:lnTo>
                  <a:lnTo>
                    <a:pt x="22" y="0"/>
                  </a:lnTo>
                  <a:lnTo>
                    <a:pt x="33" y="3"/>
                  </a:lnTo>
                  <a:lnTo>
                    <a:pt x="11" y="134"/>
                  </a:lnTo>
                  <a:lnTo>
                    <a:pt x="11" y="134"/>
                  </a:lnTo>
                  <a:close/>
                </a:path>
              </a:pathLst>
            </a:custGeom>
            <a:grpFill/>
            <a:ln>
              <a:noFill/>
            </a:ln>
          </p:spPr>
          <p:txBody>
            <a:bodyPr vert="horz" wrap="square" lIns="91440" tIns="45720" rIns="91440" bIns="45720" numCol="1" anchor="t" anchorCtr="0" compatLnSpc="1"/>
            <a:lstStyle/>
            <a:p>
              <a:endParaRPr lang="en-US"/>
            </a:p>
          </p:txBody>
        </p:sp>
        <p:sp>
          <p:nvSpPr>
            <p:cNvPr id="66" name="Freeform 109"/>
            <p:cNvSpPr/>
            <p:nvPr/>
          </p:nvSpPr>
          <p:spPr bwMode="auto">
            <a:xfrm>
              <a:off x="2672938" y="4071264"/>
              <a:ext cx="38607" cy="161668"/>
            </a:xfrm>
            <a:custGeom>
              <a:avLst/>
              <a:gdLst>
                <a:gd name="T0" fmla="*/ 21 w 32"/>
                <a:gd name="T1" fmla="*/ 134 h 134"/>
                <a:gd name="T2" fmla="*/ 0 w 32"/>
                <a:gd name="T3" fmla="*/ 3 h 134"/>
                <a:gd name="T4" fmla="*/ 11 w 32"/>
                <a:gd name="T5" fmla="*/ 0 h 134"/>
                <a:gd name="T6" fmla="*/ 32 w 32"/>
                <a:gd name="T7" fmla="*/ 132 h 134"/>
                <a:gd name="T8" fmla="*/ 21 w 32"/>
                <a:gd name="T9" fmla="*/ 134 h 134"/>
                <a:gd name="T10" fmla="*/ 21 w 32"/>
                <a:gd name="T11" fmla="*/ 134 h 134"/>
              </a:gdLst>
              <a:ahLst/>
              <a:cxnLst>
                <a:cxn ang="0">
                  <a:pos x="T0" y="T1"/>
                </a:cxn>
                <a:cxn ang="0">
                  <a:pos x="T2" y="T3"/>
                </a:cxn>
                <a:cxn ang="0">
                  <a:pos x="T4" y="T5"/>
                </a:cxn>
                <a:cxn ang="0">
                  <a:pos x="T6" y="T7"/>
                </a:cxn>
                <a:cxn ang="0">
                  <a:pos x="T8" y="T9"/>
                </a:cxn>
                <a:cxn ang="0">
                  <a:pos x="T10" y="T11"/>
                </a:cxn>
              </a:cxnLst>
              <a:rect l="0" t="0" r="r" b="b"/>
              <a:pathLst>
                <a:path w="32" h="134">
                  <a:moveTo>
                    <a:pt x="21" y="134"/>
                  </a:moveTo>
                  <a:lnTo>
                    <a:pt x="0" y="3"/>
                  </a:lnTo>
                  <a:lnTo>
                    <a:pt x="11" y="0"/>
                  </a:lnTo>
                  <a:lnTo>
                    <a:pt x="32" y="132"/>
                  </a:lnTo>
                  <a:lnTo>
                    <a:pt x="21" y="134"/>
                  </a:lnTo>
                  <a:lnTo>
                    <a:pt x="21" y="134"/>
                  </a:lnTo>
                  <a:close/>
                </a:path>
              </a:pathLst>
            </a:custGeom>
            <a:grpFill/>
            <a:ln>
              <a:noFill/>
            </a:ln>
          </p:spPr>
          <p:txBody>
            <a:bodyPr vert="horz" wrap="square" lIns="91440" tIns="45720" rIns="91440" bIns="45720" numCol="1" anchor="t" anchorCtr="0" compatLnSpc="1"/>
            <a:lstStyle/>
            <a:p>
              <a:endParaRPr lang="en-US"/>
            </a:p>
          </p:txBody>
        </p:sp>
        <p:sp>
          <p:nvSpPr>
            <p:cNvPr id="67" name="Freeform 110"/>
            <p:cNvSpPr/>
            <p:nvPr/>
          </p:nvSpPr>
          <p:spPr bwMode="auto">
            <a:xfrm>
              <a:off x="2682590" y="4073677"/>
              <a:ext cx="102551" cy="21717"/>
            </a:xfrm>
            <a:custGeom>
              <a:avLst/>
              <a:gdLst>
                <a:gd name="T0" fmla="*/ 70 w 70"/>
                <a:gd name="T1" fmla="*/ 15 h 15"/>
                <a:gd name="T2" fmla="*/ 63 w 70"/>
                <a:gd name="T3" fmla="*/ 8 h 15"/>
                <a:gd name="T4" fmla="*/ 61 w 70"/>
                <a:gd name="T5" fmla="*/ 5 h 15"/>
                <a:gd name="T6" fmla="*/ 59 w 70"/>
                <a:gd name="T7" fmla="*/ 8 h 15"/>
                <a:gd name="T8" fmla="*/ 53 w 70"/>
                <a:gd name="T9" fmla="*/ 15 h 15"/>
                <a:gd name="T10" fmla="*/ 46 w 70"/>
                <a:gd name="T11" fmla="*/ 8 h 15"/>
                <a:gd name="T12" fmla="*/ 44 w 70"/>
                <a:gd name="T13" fmla="*/ 5 h 15"/>
                <a:gd name="T14" fmla="*/ 42 w 70"/>
                <a:gd name="T15" fmla="*/ 8 h 15"/>
                <a:gd name="T16" fmla="*/ 35 w 70"/>
                <a:gd name="T17" fmla="*/ 15 h 15"/>
                <a:gd name="T18" fmla="*/ 29 w 70"/>
                <a:gd name="T19" fmla="*/ 8 h 15"/>
                <a:gd name="T20" fmla="*/ 26 w 70"/>
                <a:gd name="T21" fmla="*/ 5 h 15"/>
                <a:gd name="T22" fmla="*/ 24 w 70"/>
                <a:gd name="T23" fmla="*/ 8 h 15"/>
                <a:gd name="T24" fmla="*/ 18 w 70"/>
                <a:gd name="T25" fmla="*/ 15 h 15"/>
                <a:gd name="T26" fmla="*/ 11 w 70"/>
                <a:gd name="T27" fmla="*/ 8 h 15"/>
                <a:gd name="T28" fmla="*/ 9 w 70"/>
                <a:gd name="T29" fmla="*/ 5 h 15"/>
                <a:gd name="T30" fmla="*/ 7 w 70"/>
                <a:gd name="T31" fmla="*/ 8 h 15"/>
                <a:gd name="T32" fmla="*/ 0 w 70"/>
                <a:gd name="T33" fmla="*/ 15 h 15"/>
                <a:gd name="T34" fmla="*/ 0 w 70"/>
                <a:gd name="T35" fmla="*/ 10 h 15"/>
                <a:gd name="T36" fmla="*/ 2 w 70"/>
                <a:gd name="T37" fmla="*/ 6 h 15"/>
                <a:gd name="T38" fmla="*/ 9 w 70"/>
                <a:gd name="T39" fmla="*/ 0 h 15"/>
                <a:gd name="T40" fmla="*/ 16 w 70"/>
                <a:gd name="T41" fmla="*/ 6 h 15"/>
                <a:gd name="T42" fmla="*/ 18 w 70"/>
                <a:gd name="T43" fmla="*/ 10 h 15"/>
                <a:gd name="T44" fmla="*/ 20 w 70"/>
                <a:gd name="T45" fmla="*/ 6 h 15"/>
                <a:gd name="T46" fmla="*/ 26 w 70"/>
                <a:gd name="T47" fmla="*/ 0 h 15"/>
                <a:gd name="T48" fmla="*/ 33 w 70"/>
                <a:gd name="T49" fmla="*/ 6 h 15"/>
                <a:gd name="T50" fmla="*/ 35 w 70"/>
                <a:gd name="T51" fmla="*/ 10 h 15"/>
                <a:gd name="T52" fmla="*/ 37 w 70"/>
                <a:gd name="T53" fmla="*/ 6 h 15"/>
                <a:gd name="T54" fmla="*/ 44 w 70"/>
                <a:gd name="T55" fmla="*/ 0 h 15"/>
                <a:gd name="T56" fmla="*/ 50 w 70"/>
                <a:gd name="T57" fmla="*/ 6 h 15"/>
                <a:gd name="T58" fmla="*/ 53 w 70"/>
                <a:gd name="T59" fmla="*/ 10 h 15"/>
                <a:gd name="T60" fmla="*/ 55 w 70"/>
                <a:gd name="T61" fmla="*/ 6 h 15"/>
                <a:gd name="T62" fmla="*/ 61 w 70"/>
                <a:gd name="T63" fmla="*/ 0 h 15"/>
                <a:gd name="T64" fmla="*/ 68 w 70"/>
                <a:gd name="T65" fmla="*/ 6 h 15"/>
                <a:gd name="T66" fmla="*/ 70 w 70"/>
                <a:gd name="T67" fmla="*/ 10 h 15"/>
                <a:gd name="T68" fmla="*/ 70 w 70"/>
                <a:gd name="T6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15">
                  <a:moveTo>
                    <a:pt x="70" y="15"/>
                  </a:moveTo>
                  <a:cubicBezTo>
                    <a:pt x="66" y="15"/>
                    <a:pt x="65" y="11"/>
                    <a:pt x="63" y="8"/>
                  </a:cubicBezTo>
                  <a:cubicBezTo>
                    <a:pt x="63" y="7"/>
                    <a:pt x="62" y="5"/>
                    <a:pt x="61" y="5"/>
                  </a:cubicBezTo>
                  <a:cubicBezTo>
                    <a:pt x="61" y="5"/>
                    <a:pt x="60" y="7"/>
                    <a:pt x="59" y="8"/>
                  </a:cubicBezTo>
                  <a:cubicBezTo>
                    <a:pt x="58" y="11"/>
                    <a:pt x="56" y="15"/>
                    <a:pt x="53" y="15"/>
                  </a:cubicBezTo>
                  <a:cubicBezTo>
                    <a:pt x="49" y="15"/>
                    <a:pt x="47" y="11"/>
                    <a:pt x="46" y="8"/>
                  </a:cubicBezTo>
                  <a:cubicBezTo>
                    <a:pt x="46" y="7"/>
                    <a:pt x="44" y="5"/>
                    <a:pt x="44" y="5"/>
                  </a:cubicBezTo>
                  <a:cubicBezTo>
                    <a:pt x="43" y="5"/>
                    <a:pt x="42" y="7"/>
                    <a:pt x="42" y="8"/>
                  </a:cubicBezTo>
                  <a:cubicBezTo>
                    <a:pt x="41" y="11"/>
                    <a:pt x="39" y="15"/>
                    <a:pt x="35" y="15"/>
                  </a:cubicBezTo>
                  <a:cubicBezTo>
                    <a:pt x="31" y="15"/>
                    <a:pt x="30" y="11"/>
                    <a:pt x="29" y="8"/>
                  </a:cubicBezTo>
                  <a:cubicBezTo>
                    <a:pt x="28" y="7"/>
                    <a:pt x="27" y="5"/>
                    <a:pt x="26" y="5"/>
                  </a:cubicBezTo>
                  <a:cubicBezTo>
                    <a:pt x="26" y="5"/>
                    <a:pt x="25" y="7"/>
                    <a:pt x="24" y="8"/>
                  </a:cubicBezTo>
                  <a:cubicBezTo>
                    <a:pt x="23" y="11"/>
                    <a:pt x="21" y="15"/>
                    <a:pt x="18" y="15"/>
                  </a:cubicBezTo>
                  <a:cubicBezTo>
                    <a:pt x="14" y="15"/>
                    <a:pt x="12" y="11"/>
                    <a:pt x="11" y="8"/>
                  </a:cubicBezTo>
                  <a:cubicBezTo>
                    <a:pt x="11" y="7"/>
                    <a:pt x="9" y="5"/>
                    <a:pt x="9" y="5"/>
                  </a:cubicBezTo>
                  <a:cubicBezTo>
                    <a:pt x="8" y="5"/>
                    <a:pt x="7" y="7"/>
                    <a:pt x="7" y="8"/>
                  </a:cubicBezTo>
                  <a:cubicBezTo>
                    <a:pt x="6" y="11"/>
                    <a:pt x="4" y="15"/>
                    <a:pt x="0" y="15"/>
                  </a:cubicBezTo>
                  <a:cubicBezTo>
                    <a:pt x="0" y="10"/>
                    <a:pt x="0" y="10"/>
                    <a:pt x="0" y="10"/>
                  </a:cubicBezTo>
                  <a:cubicBezTo>
                    <a:pt x="1" y="10"/>
                    <a:pt x="2" y="7"/>
                    <a:pt x="2" y="6"/>
                  </a:cubicBezTo>
                  <a:cubicBezTo>
                    <a:pt x="3" y="4"/>
                    <a:pt x="5" y="0"/>
                    <a:pt x="9" y="0"/>
                  </a:cubicBezTo>
                  <a:cubicBezTo>
                    <a:pt x="13" y="0"/>
                    <a:pt x="14" y="4"/>
                    <a:pt x="16" y="6"/>
                  </a:cubicBezTo>
                  <a:cubicBezTo>
                    <a:pt x="16" y="7"/>
                    <a:pt x="17" y="10"/>
                    <a:pt x="18" y="10"/>
                  </a:cubicBezTo>
                  <a:cubicBezTo>
                    <a:pt x="18" y="10"/>
                    <a:pt x="19" y="7"/>
                    <a:pt x="20" y="6"/>
                  </a:cubicBezTo>
                  <a:cubicBezTo>
                    <a:pt x="21" y="4"/>
                    <a:pt x="23" y="0"/>
                    <a:pt x="26" y="0"/>
                  </a:cubicBezTo>
                  <a:cubicBezTo>
                    <a:pt x="30" y="0"/>
                    <a:pt x="32" y="4"/>
                    <a:pt x="33" y="6"/>
                  </a:cubicBezTo>
                  <a:cubicBezTo>
                    <a:pt x="34" y="7"/>
                    <a:pt x="35" y="10"/>
                    <a:pt x="35" y="10"/>
                  </a:cubicBezTo>
                  <a:cubicBezTo>
                    <a:pt x="36" y="10"/>
                    <a:pt x="37" y="7"/>
                    <a:pt x="37" y="6"/>
                  </a:cubicBezTo>
                  <a:cubicBezTo>
                    <a:pt x="38" y="4"/>
                    <a:pt x="40" y="0"/>
                    <a:pt x="44" y="0"/>
                  </a:cubicBezTo>
                  <a:cubicBezTo>
                    <a:pt x="48" y="0"/>
                    <a:pt x="49" y="4"/>
                    <a:pt x="50" y="6"/>
                  </a:cubicBezTo>
                  <a:cubicBezTo>
                    <a:pt x="51" y="7"/>
                    <a:pt x="52" y="10"/>
                    <a:pt x="53" y="10"/>
                  </a:cubicBezTo>
                  <a:cubicBezTo>
                    <a:pt x="53" y="10"/>
                    <a:pt x="54" y="7"/>
                    <a:pt x="55" y="6"/>
                  </a:cubicBezTo>
                  <a:cubicBezTo>
                    <a:pt x="56" y="4"/>
                    <a:pt x="58" y="0"/>
                    <a:pt x="61" y="0"/>
                  </a:cubicBezTo>
                  <a:cubicBezTo>
                    <a:pt x="65" y="0"/>
                    <a:pt x="67" y="4"/>
                    <a:pt x="68" y="6"/>
                  </a:cubicBezTo>
                  <a:cubicBezTo>
                    <a:pt x="68" y="7"/>
                    <a:pt x="70" y="10"/>
                    <a:pt x="70" y="10"/>
                  </a:cubicBezTo>
                  <a:cubicBezTo>
                    <a:pt x="70" y="15"/>
                    <a:pt x="70" y="15"/>
                    <a:pt x="70" y="15"/>
                  </a:cubicBezTo>
                  <a:close/>
                </a:path>
              </a:pathLst>
            </a:custGeom>
            <a:grpFill/>
            <a:ln>
              <a:noFill/>
            </a:ln>
          </p:spPr>
          <p:txBody>
            <a:bodyPr vert="horz" wrap="square" lIns="91440" tIns="45720" rIns="91440" bIns="45720" numCol="1" anchor="t" anchorCtr="0" compatLnSpc="1"/>
            <a:lstStyle/>
            <a:p>
              <a:endParaRPr lang="en-US"/>
            </a:p>
          </p:txBody>
        </p:sp>
        <p:sp>
          <p:nvSpPr>
            <p:cNvPr id="68" name="Freeform 111"/>
            <p:cNvSpPr/>
            <p:nvPr/>
          </p:nvSpPr>
          <p:spPr bwMode="auto">
            <a:xfrm>
              <a:off x="2723610" y="3698463"/>
              <a:ext cx="16891" cy="109790"/>
            </a:xfrm>
            <a:custGeom>
              <a:avLst/>
              <a:gdLst>
                <a:gd name="T0" fmla="*/ 6 w 12"/>
                <a:gd name="T1" fmla="*/ 75 h 75"/>
                <a:gd name="T2" fmla="*/ 0 w 12"/>
                <a:gd name="T3" fmla="*/ 69 h 75"/>
                <a:gd name="T4" fmla="*/ 0 w 12"/>
                <a:gd name="T5" fmla="*/ 6 h 75"/>
                <a:gd name="T6" fmla="*/ 6 w 12"/>
                <a:gd name="T7" fmla="*/ 0 h 75"/>
                <a:gd name="T8" fmla="*/ 12 w 12"/>
                <a:gd name="T9" fmla="*/ 6 h 75"/>
                <a:gd name="T10" fmla="*/ 12 w 12"/>
                <a:gd name="T11" fmla="*/ 69 h 75"/>
                <a:gd name="T12" fmla="*/ 6 w 12"/>
                <a:gd name="T13" fmla="*/ 75 h 75"/>
              </a:gdLst>
              <a:ahLst/>
              <a:cxnLst>
                <a:cxn ang="0">
                  <a:pos x="T0" y="T1"/>
                </a:cxn>
                <a:cxn ang="0">
                  <a:pos x="T2" y="T3"/>
                </a:cxn>
                <a:cxn ang="0">
                  <a:pos x="T4" y="T5"/>
                </a:cxn>
                <a:cxn ang="0">
                  <a:pos x="T6" y="T7"/>
                </a:cxn>
                <a:cxn ang="0">
                  <a:pos x="T8" y="T9"/>
                </a:cxn>
                <a:cxn ang="0">
                  <a:pos x="T10" y="T11"/>
                </a:cxn>
                <a:cxn ang="0">
                  <a:pos x="T12" y="T13"/>
                </a:cxn>
              </a:cxnLst>
              <a:rect l="0" t="0" r="r" b="b"/>
              <a:pathLst>
                <a:path w="12" h="75">
                  <a:moveTo>
                    <a:pt x="6" y="75"/>
                  </a:moveTo>
                  <a:cubicBezTo>
                    <a:pt x="3" y="75"/>
                    <a:pt x="0" y="72"/>
                    <a:pt x="0" y="69"/>
                  </a:cubicBezTo>
                  <a:cubicBezTo>
                    <a:pt x="0" y="6"/>
                    <a:pt x="0" y="6"/>
                    <a:pt x="0" y="6"/>
                  </a:cubicBezTo>
                  <a:cubicBezTo>
                    <a:pt x="0" y="2"/>
                    <a:pt x="3" y="0"/>
                    <a:pt x="6" y="0"/>
                  </a:cubicBezTo>
                  <a:cubicBezTo>
                    <a:pt x="10" y="0"/>
                    <a:pt x="12" y="2"/>
                    <a:pt x="12" y="6"/>
                  </a:cubicBezTo>
                  <a:cubicBezTo>
                    <a:pt x="12" y="69"/>
                    <a:pt x="12" y="69"/>
                    <a:pt x="12" y="69"/>
                  </a:cubicBezTo>
                  <a:cubicBezTo>
                    <a:pt x="12" y="72"/>
                    <a:pt x="10" y="75"/>
                    <a:pt x="6" y="75"/>
                  </a:cubicBezTo>
                  <a:close/>
                </a:path>
              </a:pathLst>
            </a:custGeom>
            <a:grpFill/>
            <a:ln>
              <a:noFill/>
            </a:ln>
          </p:spPr>
          <p:txBody>
            <a:bodyPr vert="horz" wrap="square" lIns="91440" tIns="45720" rIns="91440" bIns="45720" numCol="1" anchor="t" anchorCtr="0" compatLnSpc="1"/>
            <a:lstStyle/>
            <a:p>
              <a:endParaRPr lang="en-US"/>
            </a:p>
          </p:txBody>
        </p:sp>
        <p:sp>
          <p:nvSpPr>
            <p:cNvPr id="69" name="Freeform 112"/>
            <p:cNvSpPr/>
            <p:nvPr/>
          </p:nvSpPr>
          <p:spPr bwMode="auto">
            <a:xfrm>
              <a:off x="2828574" y="3738276"/>
              <a:ext cx="65150" cy="98931"/>
            </a:xfrm>
            <a:custGeom>
              <a:avLst/>
              <a:gdLst>
                <a:gd name="T0" fmla="*/ 7 w 45"/>
                <a:gd name="T1" fmla="*/ 68 h 68"/>
                <a:gd name="T2" fmla="*/ 4 w 45"/>
                <a:gd name="T3" fmla="*/ 67 h 68"/>
                <a:gd name="T4" fmla="*/ 1 w 45"/>
                <a:gd name="T5" fmla="*/ 58 h 68"/>
                <a:gd name="T6" fmla="*/ 33 w 45"/>
                <a:gd name="T7" fmla="*/ 4 h 68"/>
                <a:gd name="T8" fmla="*/ 41 w 45"/>
                <a:gd name="T9" fmla="*/ 1 h 68"/>
                <a:gd name="T10" fmla="*/ 44 w 45"/>
                <a:gd name="T11" fmla="*/ 10 h 68"/>
                <a:gd name="T12" fmla="*/ 12 w 45"/>
                <a:gd name="T13" fmla="*/ 64 h 68"/>
                <a:gd name="T14" fmla="*/ 7 w 45"/>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68">
                  <a:moveTo>
                    <a:pt x="7" y="68"/>
                  </a:moveTo>
                  <a:cubicBezTo>
                    <a:pt x="6" y="68"/>
                    <a:pt x="5" y="67"/>
                    <a:pt x="4" y="67"/>
                  </a:cubicBezTo>
                  <a:cubicBezTo>
                    <a:pt x="1" y="65"/>
                    <a:pt x="0" y="61"/>
                    <a:pt x="1" y="58"/>
                  </a:cubicBezTo>
                  <a:cubicBezTo>
                    <a:pt x="33" y="4"/>
                    <a:pt x="33" y="4"/>
                    <a:pt x="33" y="4"/>
                  </a:cubicBezTo>
                  <a:cubicBezTo>
                    <a:pt x="35" y="1"/>
                    <a:pt x="38" y="0"/>
                    <a:pt x="41" y="1"/>
                  </a:cubicBezTo>
                  <a:cubicBezTo>
                    <a:pt x="44" y="3"/>
                    <a:pt x="45" y="7"/>
                    <a:pt x="44" y="10"/>
                  </a:cubicBezTo>
                  <a:cubicBezTo>
                    <a:pt x="12" y="64"/>
                    <a:pt x="12" y="64"/>
                    <a:pt x="12" y="64"/>
                  </a:cubicBezTo>
                  <a:cubicBezTo>
                    <a:pt x="11" y="66"/>
                    <a:pt x="9" y="68"/>
                    <a:pt x="7" y="68"/>
                  </a:cubicBezTo>
                  <a:close/>
                </a:path>
              </a:pathLst>
            </a:custGeom>
            <a:grpFill/>
            <a:ln>
              <a:noFill/>
            </a:ln>
          </p:spPr>
          <p:txBody>
            <a:bodyPr vert="horz" wrap="square" lIns="91440" tIns="45720" rIns="91440" bIns="45720" numCol="1" anchor="t" anchorCtr="0" compatLnSpc="1"/>
            <a:lstStyle/>
            <a:p>
              <a:endParaRPr lang="en-US"/>
            </a:p>
          </p:txBody>
        </p:sp>
        <p:sp>
          <p:nvSpPr>
            <p:cNvPr id="70" name="Freeform 113"/>
            <p:cNvSpPr/>
            <p:nvPr/>
          </p:nvSpPr>
          <p:spPr bwMode="auto">
            <a:xfrm>
              <a:off x="2905788" y="3849272"/>
              <a:ext cx="98931" cy="63944"/>
            </a:xfrm>
            <a:custGeom>
              <a:avLst/>
              <a:gdLst>
                <a:gd name="T0" fmla="*/ 7 w 68"/>
                <a:gd name="T1" fmla="*/ 44 h 44"/>
                <a:gd name="T2" fmla="*/ 1 w 68"/>
                <a:gd name="T3" fmla="*/ 41 h 44"/>
                <a:gd name="T4" fmla="*/ 4 w 68"/>
                <a:gd name="T5" fmla="*/ 33 h 44"/>
                <a:gd name="T6" fmla="*/ 58 w 68"/>
                <a:gd name="T7" fmla="*/ 2 h 44"/>
                <a:gd name="T8" fmla="*/ 67 w 68"/>
                <a:gd name="T9" fmla="*/ 4 h 44"/>
                <a:gd name="T10" fmla="*/ 65 w 68"/>
                <a:gd name="T11" fmla="*/ 12 h 44"/>
                <a:gd name="T12" fmla="*/ 10 w 68"/>
                <a:gd name="T13" fmla="*/ 44 h 44"/>
                <a:gd name="T14" fmla="*/ 7 w 68"/>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44">
                  <a:moveTo>
                    <a:pt x="7" y="44"/>
                  </a:moveTo>
                  <a:cubicBezTo>
                    <a:pt x="5" y="44"/>
                    <a:pt x="3" y="43"/>
                    <a:pt x="1" y="41"/>
                  </a:cubicBezTo>
                  <a:cubicBezTo>
                    <a:pt x="0" y="39"/>
                    <a:pt x="1" y="35"/>
                    <a:pt x="4" y="33"/>
                  </a:cubicBezTo>
                  <a:cubicBezTo>
                    <a:pt x="58" y="2"/>
                    <a:pt x="58" y="2"/>
                    <a:pt x="58" y="2"/>
                  </a:cubicBezTo>
                  <a:cubicBezTo>
                    <a:pt x="61" y="0"/>
                    <a:pt x="65" y="1"/>
                    <a:pt x="67" y="4"/>
                  </a:cubicBezTo>
                  <a:cubicBezTo>
                    <a:pt x="68" y="7"/>
                    <a:pt x="67" y="10"/>
                    <a:pt x="65" y="12"/>
                  </a:cubicBezTo>
                  <a:cubicBezTo>
                    <a:pt x="10" y="44"/>
                    <a:pt x="10" y="44"/>
                    <a:pt x="10" y="44"/>
                  </a:cubicBezTo>
                  <a:cubicBezTo>
                    <a:pt x="9" y="44"/>
                    <a:pt x="8" y="44"/>
                    <a:pt x="7" y="44"/>
                  </a:cubicBezTo>
                  <a:close/>
                </a:path>
              </a:pathLst>
            </a:custGeom>
            <a:grpFill/>
            <a:ln>
              <a:noFill/>
            </a:ln>
          </p:spPr>
          <p:txBody>
            <a:bodyPr vert="horz" wrap="square" lIns="91440" tIns="45720" rIns="91440" bIns="45720" numCol="1" anchor="t" anchorCtr="0" compatLnSpc="1"/>
            <a:lstStyle/>
            <a:p>
              <a:endParaRPr lang="en-US"/>
            </a:p>
          </p:txBody>
        </p:sp>
        <p:sp>
          <p:nvSpPr>
            <p:cNvPr id="71" name="Freeform 114"/>
            <p:cNvSpPr/>
            <p:nvPr/>
          </p:nvSpPr>
          <p:spPr bwMode="auto">
            <a:xfrm>
              <a:off x="2934744" y="4002495"/>
              <a:ext cx="112203" cy="16891"/>
            </a:xfrm>
            <a:custGeom>
              <a:avLst/>
              <a:gdLst>
                <a:gd name="T0" fmla="*/ 71 w 77"/>
                <a:gd name="T1" fmla="*/ 12 h 12"/>
                <a:gd name="T2" fmla="*/ 6 w 77"/>
                <a:gd name="T3" fmla="*/ 12 h 12"/>
                <a:gd name="T4" fmla="*/ 0 w 77"/>
                <a:gd name="T5" fmla="*/ 6 h 12"/>
                <a:gd name="T6" fmla="*/ 6 w 77"/>
                <a:gd name="T7" fmla="*/ 0 h 12"/>
                <a:gd name="T8" fmla="*/ 71 w 77"/>
                <a:gd name="T9" fmla="*/ 0 h 12"/>
                <a:gd name="T10" fmla="*/ 77 w 77"/>
                <a:gd name="T11" fmla="*/ 6 h 12"/>
                <a:gd name="T12" fmla="*/ 71 w 7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7" h="12">
                  <a:moveTo>
                    <a:pt x="71" y="12"/>
                  </a:moveTo>
                  <a:cubicBezTo>
                    <a:pt x="6" y="12"/>
                    <a:pt x="6" y="12"/>
                    <a:pt x="6" y="12"/>
                  </a:cubicBezTo>
                  <a:cubicBezTo>
                    <a:pt x="3" y="12"/>
                    <a:pt x="0" y="9"/>
                    <a:pt x="0" y="6"/>
                  </a:cubicBezTo>
                  <a:cubicBezTo>
                    <a:pt x="0" y="3"/>
                    <a:pt x="3" y="0"/>
                    <a:pt x="6" y="0"/>
                  </a:cubicBezTo>
                  <a:cubicBezTo>
                    <a:pt x="71" y="0"/>
                    <a:pt x="71" y="0"/>
                    <a:pt x="71" y="0"/>
                  </a:cubicBezTo>
                  <a:cubicBezTo>
                    <a:pt x="75" y="0"/>
                    <a:pt x="77" y="3"/>
                    <a:pt x="77" y="6"/>
                  </a:cubicBezTo>
                  <a:cubicBezTo>
                    <a:pt x="77" y="9"/>
                    <a:pt x="75" y="12"/>
                    <a:pt x="71" y="12"/>
                  </a:cubicBezTo>
                  <a:close/>
                </a:path>
              </a:pathLst>
            </a:custGeom>
            <a:grpFill/>
            <a:ln>
              <a:noFill/>
            </a:ln>
          </p:spPr>
          <p:txBody>
            <a:bodyPr vert="horz" wrap="square" lIns="91440" tIns="45720" rIns="91440" bIns="45720" numCol="1" anchor="t" anchorCtr="0" compatLnSpc="1"/>
            <a:lstStyle/>
            <a:p>
              <a:endParaRPr lang="en-US"/>
            </a:p>
          </p:txBody>
        </p:sp>
        <p:sp>
          <p:nvSpPr>
            <p:cNvPr id="72" name="Freeform 115"/>
            <p:cNvSpPr/>
            <p:nvPr/>
          </p:nvSpPr>
          <p:spPr bwMode="auto">
            <a:xfrm>
              <a:off x="2905788" y="4105045"/>
              <a:ext cx="98931" cy="66357"/>
            </a:xfrm>
            <a:custGeom>
              <a:avLst/>
              <a:gdLst>
                <a:gd name="T0" fmla="*/ 62 w 68"/>
                <a:gd name="T1" fmla="*/ 45 h 45"/>
                <a:gd name="T2" fmla="*/ 59 w 68"/>
                <a:gd name="T3" fmla="*/ 44 h 45"/>
                <a:gd name="T4" fmla="*/ 4 w 68"/>
                <a:gd name="T5" fmla="*/ 13 h 45"/>
                <a:gd name="T6" fmla="*/ 1 w 68"/>
                <a:gd name="T7" fmla="*/ 4 h 45"/>
                <a:gd name="T8" fmla="*/ 10 w 68"/>
                <a:gd name="T9" fmla="*/ 2 h 45"/>
                <a:gd name="T10" fmla="*/ 65 w 68"/>
                <a:gd name="T11" fmla="*/ 34 h 45"/>
                <a:gd name="T12" fmla="*/ 67 w 68"/>
                <a:gd name="T13" fmla="*/ 42 h 45"/>
                <a:gd name="T14" fmla="*/ 62 w 68"/>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45">
                  <a:moveTo>
                    <a:pt x="62" y="45"/>
                  </a:moveTo>
                  <a:cubicBezTo>
                    <a:pt x="61" y="45"/>
                    <a:pt x="59" y="45"/>
                    <a:pt x="59" y="44"/>
                  </a:cubicBezTo>
                  <a:cubicBezTo>
                    <a:pt x="4" y="13"/>
                    <a:pt x="4" y="13"/>
                    <a:pt x="4" y="13"/>
                  </a:cubicBezTo>
                  <a:cubicBezTo>
                    <a:pt x="1" y="11"/>
                    <a:pt x="0" y="7"/>
                    <a:pt x="1" y="4"/>
                  </a:cubicBezTo>
                  <a:cubicBezTo>
                    <a:pt x="3" y="1"/>
                    <a:pt x="7" y="0"/>
                    <a:pt x="10" y="2"/>
                  </a:cubicBezTo>
                  <a:cubicBezTo>
                    <a:pt x="65" y="34"/>
                    <a:pt x="65" y="34"/>
                    <a:pt x="65" y="34"/>
                  </a:cubicBezTo>
                  <a:cubicBezTo>
                    <a:pt x="67" y="35"/>
                    <a:pt x="68" y="39"/>
                    <a:pt x="67" y="42"/>
                  </a:cubicBezTo>
                  <a:cubicBezTo>
                    <a:pt x="66" y="44"/>
                    <a:pt x="64" y="45"/>
                    <a:pt x="62" y="45"/>
                  </a:cubicBezTo>
                  <a:close/>
                </a:path>
              </a:pathLst>
            </a:custGeom>
            <a:grpFill/>
            <a:ln>
              <a:noFill/>
            </a:ln>
          </p:spPr>
          <p:txBody>
            <a:bodyPr vert="horz" wrap="square" lIns="91440" tIns="45720" rIns="91440" bIns="45720" numCol="1" anchor="t" anchorCtr="0" compatLnSpc="1"/>
            <a:lstStyle/>
            <a:p>
              <a:endParaRPr lang="en-US"/>
            </a:p>
          </p:txBody>
        </p:sp>
        <p:sp>
          <p:nvSpPr>
            <p:cNvPr id="73" name="Freeform 116"/>
            <p:cNvSpPr/>
            <p:nvPr/>
          </p:nvSpPr>
          <p:spPr bwMode="auto">
            <a:xfrm>
              <a:off x="2570388" y="3738276"/>
              <a:ext cx="67563" cy="98931"/>
            </a:xfrm>
            <a:custGeom>
              <a:avLst/>
              <a:gdLst>
                <a:gd name="T0" fmla="*/ 39 w 46"/>
                <a:gd name="T1" fmla="*/ 68 h 68"/>
                <a:gd name="T2" fmla="*/ 34 w 46"/>
                <a:gd name="T3" fmla="*/ 65 h 68"/>
                <a:gd name="T4" fmla="*/ 2 w 46"/>
                <a:gd name="T5" fmla="*/ 10 h 68"/>
                <a:gd name="T6" fmla="*/ 4 w 46"/>
                <a:gd name="T7" fmla="*/ 1 h 68"/>
                <a:gd name="T8" fmla="*/ 12 w 46"/>
                <a:gd name="T9" fmla="*/ 4 h 68"/>
                <a:gd name="T10" fmla="*/ 44 w 46"/>
                <a:gd name="T11" fmla="*/ 58 h 68"/>
                <a:gd name="T12" fmla="*/ 42 w 46"/>
                <a:gd name="T13" fmla="*/ 67 h 68"/>
                <a:gd name="T14" fmla="*/ 39 w 46"/>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68">
                  <a:moveTo>
                    <a:pt x="39" y="68"/>
                  </a:moveTo>
                  <a:cubicBezTo>
                    <a:pt x="37" y="68"/>
                    <a:pt x="35" y="66"/>
                    <a:pt x="34" y="65"/>
                  </a:cubicBezTo>
                  <a:cubicBezTo>
                    <a:pt x="2" y="10"/>
                    <a:pt x="2" y="10"/>
                    <a:pt x="2" y="10"/>
                  </a:cubicBezTo>
                  <a:cubicBezTo>
                    <a:pt x="0" y="7"/>
                    <a:pt x="1" y="3"/>
                    <a:pt x="4" y="1"/>
                  </a:cubicBezTo>
                  <a:cubicBezTo>
                    <a:pt x="7" y="0"/>
                    <a:pt x="11" y="1"/>
                    <a:pt x="12" y="4"/>
                  </a:cubicBezTo>
                  <a:cubicBezTo>
                    <a:pt x="44" y="58"/>
                    <a:pt x="44" y="58"/>
                    <a:pt x="44" y="58"/>
                  </a:cubicBezTo>
                  <a:cubicBezTo>
                    <a:pt x="46" y="61"/>
                    <a:pt x="45" y="65"/>
                    <a:pt x="42" y="67"/>
                  </a:cubicBezTo>
                  <a:cubicBezTo>
                    <a:pt x="41" y="67"/>
                    <a:pt x="40" y="68"/>
                    <a:pt x="39" y="68"/>
                  </a:cubicBezTo>
                  <a:close/>
                </a:path>
              </a:pathLst>
            </a:custGeom>
            <a:grpFill/>
            <a:ln>
              <a:noFill/>
            </a:ln>
          </p:spPr>
          <p:txBody>
            <a:bodyPr vert="horz" wrap="square" lIns="91440" tIns="45720" rIns="91440" bIns="45720" numCol="1" anchor="t" anchorCtr="0" compatLnSpc="1"/>
            <a:lstStyle/>
            <a:p>
              <a:endParaRPr lang="en-US"/>
            </a:p>
          </p:txBody>
        </p:sp>
        <p:sp>
          <p:nvSpPr>
            <p:cNvPr id="74" name="Freeform 117"/>
            <p:cNvSpPr/>
            <p:nvPr/>
          </p:nvSpPr>
          <p:spPr bwMode="auto">
            <a:xfrm>
              <a:off x="2459392" y="3849272"/>
              <a:ext cx="101344" cy="65150"/>
            </a:xfrm>
            <a:custGeom>
              <a:avLst/>
              <a:gdLst>
                <a:gd name="T0" fmla="*/ 62 w 69"/>
                <a:gd name="T1" fmla="*/ 45 h 45"/>
                <a:gd name="T2" fmla="*/ 59 w 69"/>
                <a:gd name="T3" fmla="*/ 44 h 45"/>
                <a:gd name="T4" fmla="*/ 4 w 69"/>
                <a:gd name="T5" fmla="*/ 12 h 45"/>
                <a:gd name="T6" fmla="*/ 2 w 69"/>
                <a:gd name="T7" fmla="*/ 4 h 45"/>
                <a:gd name="T8" fmla="*/ 10 w 69"/>
                <a:gd name="T9" fmla="*/ 2 h 45"/>
                <a:gd name="T10" fmla="*/ 65 w 69"/>
                <a:gd name="T11" fmla="*/ 33 h 45"/>
                <a:gd name="T12" fmla="*/ 67 w 69"/>
                <a:gd name="T13" fmla="*/ 42 h 45"/>
                <a:gd name="T14" fmla="*/ 62 w 69"/>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45">
                  <a:moveTo>
                    <a:pt x="62" y="45"/>
                  </a:moveTo>
                  <a:cubicBezTo>
                    <a:pt x="61" y="45"/>
                    <a:pt x="60" y="44"/>
                    <a:pt x="59" y="44"/>
                  </a:cubicBezTo>
                  <a:cubicBezTo>
                    <a:pt x="4" y="12"/>
                    <a:pt x="4" y="12"/>
                    <a:pt x="4" y="12"/>
                  </a:cubicBezTo>
                  <a:cubicBezTo>
                    <a:pt x="1" y="10"/>
                    <a:pt x="0" y="7"/>
                    <a:pt x="2" y="4"/>
                  </a:cubicBezTo>
                  <a:cubicBezTo>
                    <a:pt x="3" y="1"/>
                    <a:pt x="7" y="0"/>
                    <a:pt x="10" y="2"/>
                  </a:cubicBezTo>
                  <a:cubicBezTo>
                    <a:pt x="65" y="33"/>
                    <a:pt x="65" y="33"/>
                    <a:pt x="65" y="33"/>
                  </a:cubicBezTo>
                  <a:cubicBezTo>
                    <a:pt x="68" y="35"/>
                    <a:pt x="69" y="39"/>
                    <a:pt x="67" y="42"/>
                  </a:cubicBezTo>
                  <a:cubicBezTo>
                    <a:pt x="66" y="44"/>
                    <a:pt x="64" y="45"/>
                    <a:pt x="62" y="45"/>
                  </a:cubicBezTo>
                  <a:close/>
                </a:path>
              </a:pathLst>
            </a:custGeom>
            <a:grpFill/>
            <a:ln>
              <a:noFill/>
            </a:ln>
          </p:spPr>
          <p:txBody>
            <a:bodyPr vert="horz" wrap="square" lIns="91440" tIns="45720" rIns="91440" bIns="45720" numCol="1" anchor="t" anchorCtr="0" compatLnSpc="1"/>
            <a:lstStyle/>
            <a:p>
              <a:endParaRPr lang="en-US"/>
            </a:p>
          </p:txBody>
        </p:sp>
        <p:sp>
          <p:nvSpPr>
            <p:cNvPr id="75" name="Freeform 118"/>
            <p:cNvSpPr/>
            <p:nvPr/>
          </p:nvSpPr>
          <p:spPr bwMode="auto">
            <a:xfrm>
              <a:off x="2420784" y="4002495"/>
              <a:ext cx="110996" cy="16891"/>
            </a:xfrm>
            <a:custGeom>
              <a:avLst/>
              <a:gdLst>
                <a:gd name="T0" fmla="*/ 69 w 76"/>
                <a:gd name="T1" fmla="*/ 12 h 12"/>
                <a:gd name="T2" fmla="*/ 6 w 76"/>
                <a:gd name="T3" fmla="*/ 12 h 12"/>
                <a:gd name="T4" fmla="*/ 0 w 76"/>
                <a:gd name="T5" fmla="*/ 6 h 12"/>
                <a:gd name="T6" fmla="*/ 6 w 76"/>
                <a:gd name="T7" fmla="*/ 0 h 12"/>
                <a:gd name="T8" fmla="*/ 69 w 76"/>
                <a:gd name="T9" fmla="*/ 0 h 12"/>
                <a:gd name="T10" fmla="*/ 76 w 76"/>
                <a:gd name="T11" fmla="*/ 6 h 12"/>
                <a:gd name="T12" fmla="*/ 69 w 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6" h="12">
                  <a:moveTo>
                    <a:pt x="69" y="12"/>
                  </a:moveTo>
                  <a:cubicBezTo>
                    <a:pt x="6" y="12"/>
                    <a:pt x="6" y="12"/>
                    <a:pt x="6" y="12"/>
                  </a:cubicBezTo>
                  <a:cubicBezTo>
                    <a:pt x="3" y="12"/>
                    <a:pt x="0" y="9"/>
                    <a:pt x="0" y="6"/>
                  </a:cubicBezTo>
                  <a:cubicBezTo>
                    <a:pt x="0" y="3"/>
                    <a:pt x="3" y="0"/>
                    <a:pt x="6" y="0"/>
                  </a:cubicBezTo>
                  <a:cubicBezTo>
                    <a:pt x="69" y="0"/>
                    <a:pt x="69" y="0"/>
                    <a:pt x="69" y="0"/>
                  </a:cubicBezTo>
                  <a:cubicBezTo>
                    <a:pt x="73" y="0"/>
                    <a:pt x="76" y="3"/>
                    <a:pt x="76" y="6"/>
                  </a:cubicBezTo>
                  <a:cubicBezTo>
                    <a:pt x="76" y="9"/>
                    <a:pt x="73" y="12"/>
                    <a:pt x="69" y="12"/>
                  </a:cubicBezTo>
                  <a:close/>
                </a:path>
              </a:pathLst>
            </a:custGeom>
            <a:grpFill/>
            <a:ln>
              <a:noFill/>
            </a:ln>
          </p:spPr>
          <p:txBody>
            <a:bodyPr vert="horz" wrap="square" lIns="91440" tIns="45720" rIns="91440" bIns="45720" numCol="1" anchor="t" anchorCtr="0" compatLnSpc="1"/>
            <a:lstStyle/>
            <a:p>
              <a:endParaRPr lang="en-US"/>
            </a:p>
          </p:txBody>
        </p:sp>
        <p:sp>
          <p:nvSpPr>
            <p:cNvPr id="76" name="Freeform 119"/>
            <p:cNvSpPr/>
            <p:nvPr/>
          </p:nvSpPr>
          <p:spPr bwMode="auto">
            <a:xfrm>
              <a:off x="2459392" y="4105045"/>
              <a:ext cx="101344" cy="66357"/>
            </a:xfrm>
            <a:custGeom>
              <a:avLst/>
              <a:gdLst>
                <a:gd name="T0" fmla="*/ 7 w 69"/>
                <a:gd name="T1" fmla="*/ 45 h 45"/>
                <a:gd name="T2" fmla="*/ 2 w 69"/>
                <a:gd name="T3" fmla="*/ 42 h 45"/>
                <a:gd name="T4" fmla="*/ 4 w 69"/>
                <a:gd name="T5" fmla="*/ 34 h 45"/>
                <a:gd name="T6" fmla="*/ 59 w 69"/>
                <a:gd name="T7" fmla="*/ 2 h 45"/>
                <a:gd name="T8" fmla="*/ 67 w 69"/>
                <a:gd name="T9" fmla="*/ 4 h 45"/>
                <a:gd name="T10" fmla="*/ 65 w 69"/>
                <a:gd name="T11" fmla="*/ 13 h 45"/>
                <a:gd name="T12" fmla="*/ 10 w 69"/>
                <a:gd name="T13" fmla="*/ 44 h 45"/>
                <a:gd name="T14" fmla="*/ 7 w 69"/>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45">
                  <a:moveTo>
                    <a:pt x="7" y="45"/>
                  </a:moveTo>
                  <a:cubicBezTo>
                    <a:pt x="5" y="45"/>
                    <a:pt x="3" y="44"/>
                    <a:pt x="2" y="42"/>
                  </a:cubicBezTo>
                  <a:cubicBezTo>
                    <a:pt x="0" y="39"/>
                    <a:pt x="1" y="35"/>
                    <a:pt x="4" y="34"/>
                  </a:cubicBezTo>
                  <a:cubicBezTo>
                    <a:pt x="59" y="2"/>
                    <a:pt x="59" y="2"/>
                    <a:pt x="59" y="2"/>
                  </a:cubicBezTo>
                  <a:cubicBezTo>
                    <a:pt x="62" y="0"/>
                    <a:pt x="65" y="1"/>
                    <a:pt x="67" y="4"/>
                  </a:cubicBezTo>
                  <a:cubicBezTo>
                    <a:pt x="69" y="7"/>
                    <a:pt x="68" y="11"/>
                    <a:pt x="65" y="13"/>
                  </a:cubicBezTo>
                  <a:cubicBezTo>
                    <a:pt x="10" y="44"/>
                    <a:pt x="10" y="44"/>
                    <a:pt x="10" y="44"/>
                  </a:cubicBezTo>
                  <a:cubicBezTo>
                    <a:pt x="9" y="45"/>
                    <a:pt x="8" y="45"/>
                    <a:pt x="7" y="45"/>
                  </a:cubicBezTo>
                  <a:close/>
                </a:path>
              </a:pathLst>
            </a:custGeom>
            <a:grpFill/>
            <a:ln>
              <a:noFill/>
            </a:ln>
          </p:spPr>
          <p:txBody>
            <a:bodyPr vert="horz" wrap="square" lIns="91440" tIns="45720" rIns="91440" bIns="45720" numCol="1" anchor="t" anchorCtr="0" compatLnSpc="1"/>
            <a:lstStyle/>
            <a:p>
              <a:endParaRPr lang="en-US"/>
            </a:p>
          </p:txBody>
        </p:sp>
        <p:sp>
          <p:nvSpPr>
            <p:cNvPr id="77" name="Freeform 120"/>
            <p:cNvSpPr>
              <a:spLocks noEditPoints="1"/>
            </p:cNvSpPr>
            <p:nvPr/>
          </p:nvSpPr>
          <p:spPr bwMode="auto">
            <a:xfrm>
              <a:off x="2564355" y="3834794"/>
              <a:ext cx="336608" cy="401758"/>
            </a:xfrm>
            <a:custGeom>
              <a:avLst/>
              <a:gdLst>
                <a:gd name="T0" fmla="*/ 169 w 231"/>
                <a:gd name="T1" fmla="*/ 276 h 276"/>
                <a:gd name="T2" fmla="*/ 169 w 231"/>
                <a:gd name="T3" fmla="*/ 276 h 276"/>
                <a:gd name="T4" fmla="*/ 61 w 231"/>
                <a:gd name="T5" fmla="*/ 276 h 276"/>
                <a:gd name="T6" fmla="*/ 51 w 231"/>
                <a:gd name="T7" fmla="*/ 265 h 276"/>
                <a:gd name="T8" fmla="*/ 51 w 231"/>
                <a:gd name="T9" fmla="*/ 264 h 276"/>
                <a:gd name="T10" fmla="*/ 44 w 231"/>
                <a:gd name="T11" fmla="*/ 225 h 276"/>
                <a:gd name="T12" fmla="*/ 0 w 231"/>
                <a:gd name="T13" fmla="*/ 116 h 276"/>
                <a:gd name="T14" fmla="*/ 115 w 231"/>
                <a:gd name="T15" fmla="*/ 0 h 276"/>
                <a:gd name="T16" fmla="*/ 231 w 231"/>
                <a:gd name="T17" fmla="*/ 116 h 276"/>
                <a:gd name="T18" fmla="*/ 186 w 231"/>
                <a:gd name="T19" fmla="*/ 225 h 276"/>
                <a:gd name="T20" fmla="*/ 179 w 231"/>
                <a:gd name="T21" fmla="*/ 264 h 276"/>
                <a:gd name="T22" fmla="*/ 179 w 231"/>
                <a:gd name="T23" fmla="*/ 265 h 276"/>
                <a:gd name="T24" fmla="*/ 169 w 231"/>
                <a:gd name="T25" fmla="*/ 276 h 276"/>
                <a:gd name="T26" fmla="*/ 61 w 231"/>
                <a:gd name="T27" fmla="*/ 255 h 276"/>
                <a:gd name="T28" fmla="*/ 52 w 231"/>
                <a:gd name="T29" fmla="*/ 264 h 276"/>
                <a:gd name="T30" fmla="*/ 61 w 231"/>
                <a:gd name="T31" fmla="*/ 255 h 276"/>
                <a:gd name="T32" fmla="*/ 171 w 231"/>
                <a:gd name="T33" fmla="*/ 256 h 276"/>
                <a:gd name="T34" fmla="*/ 174 w 231"/>
                <a:gd name="T35" fmla="*/ 257 h 276"/>
                <a:gd name="T36" fmla="*/ 171 w 231"/>
                <a:gd name="T37" fmla="*/ 256 h 276"/>
                <a:gd name="T38" fmla="*/ 72 w 231"/>
                <a:gd name="T39" fmla="*/ 255 h 276"/>
                <a:gd name="T40" fmla="*/ 159 w 231"/>
                <a:gd name="T41" fmla="*/ 255 h 276"/>
                <a:gd name="T42" fmla="*/ 159 w 231"/>
                <a:gd name="T43" fmla="*/ 247 h 276"/>
                <a:gd name="T44" fmla="*/ 170 w 231"/>
                <a:gd name="T45" fmla="*/ 213 h 276"/>
                <a:gd name="T46" fmla="*/ 211 w 231"/>
                <a:gd name="T47" fmla="*/ 116 h 276"/>
                <a:gd name="T48" fmla="*/ 115 w 231"/>
                <a:gd name="T49" fmla="*/ 21 h 276"/>
                <a:gd name="T50" fmla="*/ 20 w 231"/>
                <a:gd name="T51" fmla="*/ 116 h 276"/>
                <a:gd name="T52" fmla="*/ 60 w 231"/>
                <a:gd name="T53" fmla="*/ 213 h 276"/>
                <a:gd name="T54" fmla="*/ 71 w 231"/>
                <a:gd name="T55" fmla="*/ 247 h 276"/>
                <a:gd name="T56" fmla="*/ 72 w 231"/>
                <a:gd name="T57" fmla="*/ 25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1" h="276">
                  <a:moveTo>
                    <a:pt x="169" y="276"/>
                  </a:moveTo>
                  <a:cubicBezTo>
                    <a:pt x="169" y="276"/>
                    <a:pt x="169" y="276"/>
                    <a:pt x="169" y="276"/>
                  </a:cubicBezTo>
                  <a:cubicBezTo>
                    <a:pt x="61" y="276"/>
                    <a:pt x="61" y="276"/>
                    <a:pt x="61" y="276"/>
                  </a:cubicBezTo>
                  <a:cubicBezTo>
                    <a:pt x="56" y="276"/>
                    <a:pt x="51" y="271"/>
                    <a:pt x="51" y="265"/>
                  </a:cubicBezTo>
                  <a:cubicBezTo>
                    <a:pt x="51" y="265"/>
                    <a:pt x="51" y="265"/>
                    <a:pt x="51" y="264"/>
                  </a:cubicBezTo>
                  <a:cubicBezTo>
                    <a:pt x="52" y="257"/>
                    <a:pt x="51" y="235"/>
                    <a:pt x="44" y="225"/>
                  </a:cubicBezTo>
                  <a:cubicBezTo>
                    <a:pt x="1" y="170"/>
                    <a:pt x="0" y="116"/>
                    <a:pt x="0" y="116"/>
                  </a:cubicBezTo>
                  <a:cubicBezTo>
                    <a:pt x="0" y="52"/>
                    <a:pt x="52" y="0"/>
                    <a:pt x="115" y="0"/>
                  </a:cubicBezTo>
                  <a:cubicBezTo>
                    <a:pt x="179" y="0"/>
                    <a:pt x="231" y="52"/>
                    <a:pt x="231" y="116"/>
                  </a:cubicBezTo>
                  <a:cubicBezTo>
                    <a:pt x="231" y="116"/>
                    <a:pt x="229" y="170"/>
                    <a:pt x="186" y="225"/>
                  </a:cubicBezTo>
                  <a:cubicBezTo>
                    <a:pt x="179" y="235"/>
                    <a:pt x="178" y="257"/>
                    <a:pt x="179" y="264"/>
                  </a:cubicBezTo>
                  <a:cubicBezTo>
                    <a:pt x="179" y="264"/>
                    <a:pt x="179" y="265"/>
                    <a:pt x="179" y="265"/>
                  </a:cubicBezTo>
                  <a:cubicBezTo>
                    <a:pt x="179" y="271"/>
                    <a:pt x="174" y="276"/>
                    <a:pt x="169" y="276"/>
                  </a:cubicBezTo>
                  <a:close/>
                  <a:moveTo>
                    <a:pt x="61" y="255"/>
                  </a:moveTo>
                  <a:cubicBezTo>
                    <a:pt x="56" y="255"/>
                    <a:pt x="52" y="260"/>
                    <a:pt x="52" y="264"/>
                  </a:cubicBezTo>
                  <a:cubicBezTo>
                    <a:pt x="52" y="259"/>
                    <a:pt x="56" y="255"/>
                    <a:pt x="61" y="255"/>
                  </a:cubicBezTo>
                  <a:close/>
                  <a:moveTo>
                    <a:pt x="171" y="256"/>
                  </a:moveTo>
                  <a:cubicBezTo>
                    <a:pt x="172" y="256"/>
                    <a:pt x="173" y="256"/>
                    <a:pt x="174" y="257"/>
                  </a:cubicBezTo>
                  <a:cubicBezTo>
                    <a:pt x="173" y="256"/>
                    <a:pt x="172" y="256"/>
                    <a:pt x="171" y="256"/>
                  </a:cubicBezTo>
                  <a:close/>
                  <a:moveTo>
                    <a:pt x="72" y="255"/>
                  </a:moveTo>
                  <a:cubicBezTo>
                    <a:pt x="159" y="255"/>
                    <a:pt x="159" y="255"/>
                    <a:pt x="159" y="255"/>
                  </a:cubicBezTo>
                  <a:cubicBezTo>
                    <a:pt x="159" y="251"/>
                    <a:pt x="159" y="247"/>
                    <a:pt x="159" y="247"/>
                  </a:cubicBezTo>
                  <a:cubicBezTo>
                    <a:pt x="161" y="232"/>
                    <a:pt x="164" y="221"/>
                    <a:pt x="170" y="213"/>
                  </a:cubicBezTo>
                  <a:cubicBezTo>
                    <a:pt x="209" y="163"/>
                    <a:pt x="211" y="116"/>
                    <a:pt x="211" y="116"/>
                  </a:cubicBezTo>
                  <a:cubicBezTo>
                    <a:pt x="211" y="63"/>
                    <a:pt x="168" y="21"/>
                    <a:pt x="115" y="21"/>
                  </a:cubicBezTo>
                  <a:cubicBezTo>
                    <a:pt x="63" y="21"/>
                    <a:pt x="20" y="63"/>
                    <a:pt x="20" y="116"/>
                  </a:cubicBezTo>
                  <a:cubicBezTo>
                    <a:pt x="20" y="116"/>
                    <a:pt x="21" y="163"/>
                    <a:pt x="60" y="213"/>
                  </a:cubicBezTo>
                  <a:cubicBezTo>
                    <a:pt x="66" y="221"/>
                    <a:pt x="70" y="232"/>
                    <a:pt x="71" y="247"/>
                  </a:cubicBezTo>
                  <a:cubicBezTo>
                    <a:pt x="71" y="247"/>
                    <a:pt x="72" y="251"/>
                    <a:pt x="72" y="255"/>
                  </a:cubicBezTo>
                  <a:close/>
                </a:path>
              </a:pathLst>
            </a:custGeom>
            <a:grpFill/>
            <a:ln>
              <a:noFill/>
            </a:ln>
          </p:spPr>
          <p:txBody>
            <a:bodyPr vert="horz" wrap="square" lIns="91440" tIns="45720" rIns="91440" bIns="45720" numCol="1" anchor="t" anchorCtr="0" compatLnSpc="1"/>
            <a:lstStyle/>
            <a:p>
              <a:endParaRPr lang="en-US"/>
            </a:p>
          </p:txBody>
        </p:sp>
        <p:sp>
          <p:nvSpPr>
            <p:cNvPr id="78" name="Freeform 121"/>
            <p:cNvSpPr/>
            <p:nvPr/>
          </p:nvSpPr>
          <p:spPr bwMode="auto">
            <a:xfrm>
              <a:off x="2645189" y="4237758"/>
              <a:ext cx="174940" cy="28955"/>
            </a:xfrm>
            <a:custGeom>
              <a:avLst/>
              <a:gdLst>
                <a:gd name="T0" fmla="*/ 110 w 120"/>
                <a:gd name="T1" fmla="*/ 20 h 20"/>
                <a:gd name="T2" fmla="*/ 10 w 120"/>
                <a:gd name="T3" fmla="*/ 20 h 20"/>
                <a:gd name="T4" fmla="*/ 0 w 120"/>
                <a:gd name="T5" fmla="*/ 10 h 20"/>
                <a:gd name="T6" fmla="*/ 10 w 120"/>
                <a:gd name="T7" fmla="*/ 0 h 20"/>
                <a:gd name="T8" fmla="*/ 110 w 120"/>
                <a:gd name="T9" fmla="*/ 0 h 20"/>
                <a:gd name="T10" fmla="*/ 120 w 120"/>
                <a:gd name="T11" fmla="*/ 10 h 20"/>
                <a:gd name="T12" fmla="*/ 110 w 120"/>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120" h="20">
                  <a:moveTo>
                    <a:pt x="110" y="20"/>
                  </a:moveTo>
                  <a:cubicBezTo>
                    <a:pt x="10" y="20"/>
                    <a:pt x="10" y="20"/>
                    <a:pt x="10" y="20"/>
                  </a:cubicBezTo>
                  <a:cubicBezTo>
                    <a:pt x="5" y="20"/>
                    <a:pt x="0" y="16"/>
                    <a:pt x="0" y="10"/>
                  </a:cubicBezTo>
                  <a:cubicBezTo>
                    <a:pt x="0" y="4"/>
                    <a:pt x="5" y="0"/>
                    <a:pt x="10" y="0"/>
                  </a:cubicBezTo>
                  <a:cubicBezTo>
                    <a:pt x="110" y="0"/>
                    <a:pt x="110" y="0"/>
                    <a:pt x="110" y="0"/>
                  </a:cubicBezTo>
                  <a:cubicBezTo>
                    <a:pt x="116" y="0"/>
                    <a:pt x="120" y="4"/>
                    <a:pt x="120" y="10"/>
                  </a:cubicBezTo>
                  <a:cubicBezTo>
                    <a:pt x="120" y="16"/>
                    <a:pt x="116" y="20"/>
                    <a:pt x="110" y="20"/>
                  </a:cubicBezTo>
                  <a:close/>
                </a:path>
              </a:pathLst>
            </a:custGeom>
            <a:grpFill/>
            <a:ln>
              <a:noFill/>
            </a:ln>
          </p:spPr>
          <p:txBody>
            <a:bodyPr vert="horz" wrap="square" lIns="91440" tIns="45720" rIns="91440" bIns="45720" numCol="1" anchor="t" anchorCtr="0" compatLnSpc="1"/>
            <a:lstStyle/>
            <a:p>
              <a:endParaRPr lang="en-US"/>
            </a:p>
          </p:txBody>
        </p:sp>
        <p:sp>
          <p:nvSpPr>
            <p:cNvPr id="79" name="Freeform 122"/>
            <p:cNvSpPr/>
            <p:nvPr/>
          </p:nvSpPr>
          <p:spPr bwMode="auto">
            <a:xfrm>
              <a:off x="2654841" y="4267920"/>
              <a:ext cx="154429" cy="31368"/>
            </a:xfrm>
            <a:custGeom>
              <a:avLst/>
              <a:gdLst>
                <a:gd name="T0" fmla="*/ 96 w 106"/>
                <a:gd name="T1" fmla="*/ 21 h 21"/>
                <a:gd name="T2" fmla="*/ 11 w 106"/>
                <a:gd name="T3" fmla="*/ 21 h 21"/>
                <a:gd name="T4" fmla="*/ 0 w 106"/>
                <a:gd name="T5" fmla="*/ 11 h 21"/>
                <a:gd name="T6" fmla="*/ 11 w 106"/>
                <a:gd name="T7" fmla="*/ 0 h 21"/>
                <a:gd name="T8" fmla="*/ 96 w 106"/>
                <a:gd name="T9" fmla="*/ 0 h 21"/>
                <a:gd name="T10" fmla="*/ 106 w 106"/>
                <a:gd name="T11" fmla="*/ 11 h 21"/>
                <a:gd name="T12" fmla="*/ 96 w 106"/>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06" h="21">
                  <a:moveTo>
                    <a:pt x="96" y="21"/>
                  </a:moveTo>
                  <a:cubicBezTo>
                    <a:pt x="11" y="21"/>
                    <a:pt x="11" y="21"/>
                    <a:pt x="11" y="21"/>
                  </a:cubicBezTo>
                  <a:cubicBezTo>
                    <a:pt x="5" y="21"/>
                    <a:pt x="0" y="16"/>
                    <a:pt x="0" y="11"/>
                  </a:cubicBezTo>
                  <a:cubicBezTo>
                    <a:pt x="0" y="5"/>
                    <a:pt x="5" y="0"/>
                    <a:pt x="11" y="0"/>
                  </a:cubicBezTo>
                  <a:cubicBezTo>
                    <a:pt x="96" y="0"/>
                    <a:pt x="96" y="0"/>
                    <a:pt x="96" y="0"/>
                  </a:cubicBezTo>
                  <a:cubicBezTo>
                    <a:pt x="102" y="0"/>
                    <a:pt x="106" y="5"/>
                    <a:pt x="106" y="11"/>
                  </a:cubicBezTo>
                  <a:cubicBezTo>
                    <a:pt x="106" y="16"/>
                    <a:pt x="102" y="21"/>
                    <a:pt x="96" y="21"/>
                  </a:cubicBezTo>
                  <a:close/>
                </a:path>
              </a:pathLst>
            </a:custGeom>
            <a:grpFill/>
            <a:ln>
              <a:noFill/>
            </a:ln>
          </p:spPr>
          <p:txBody>
            <a:bodyPr vert="horz" wrap="square" lIns="91440" tIns="45720" rIns="91440" bIns="45720" numCol="1" anchor="t" anchorCtr="0" compatLnSpc="1"/>
            <a:lstStyle/>
            <a:p>
              <a:endParaRPr lang="en-US"/>
            </a:p>
          </p:txBody>
        </p:sp>
        <p:sp>
          <p:nvSpPr>
            <p:cNvPr id="80" name="Freeform 123"/>
            <p:cNvSpPr/>
            <p:nvPr/>
          </p:nvSpPr>
          <p:spPr bwMode="auto">
            <a:xfrm>
              <a:off x="2674145" y="4299289"/>
              <a:ext cx="115822" cy="30162"/>
            </a:xfrm>
            <a:custGeom>
              <a:avLst/>
              <a:gdLst>
                <a:gd name="T0" fmla="*/ 70 w 80"/>
                <a:gd name="T1" fmla="*/ 21 h 21"/>
                <a:gd name="T2" fmla="*/ 10 w 80"/>
                <a:gd name="T3" fmla="*/ 21 h 21"/>
                <a:gd name="T4" fmla="*/ 0 w 80"/>
                <a:gd name="T5" fmla="*/ 11 h 21"/>
                <a:gd name="T6" fmla="*/ 10 w 80"/>
                <a:gd name="T7" fmla="*/ 0 h 21"/>
                <a:gd name="T8" fmla="*/ 70 w 80"/>
                <a:gd name="T9" fmla="*/ 0 h 21"/>
                <a:gd name="T10" fmla="*/ 80 w 80"/>
                <a:gd name="T11" fmla="*/ 11 h 21"/>
                <a:gd name="T12" fmla="*/ 70 w 80"/>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80" h="21">
                  <a:moveTo>
                    <a:pt x="70" y="21"/>
                  </a:moveTo>
                  <a:cubicBezTo>
                    <a:pt x="10" y="21"/>
                    <a:pt x="10" y="21"/>
                    <a:pt x="10" y="21"/>
                  </a:cubicBezTo>
                  <a:cubicBezTo>
                    <a:pt x="5" y="21"/>
                    <a:pt x="0" y="16"/>
                    <a:pt x="0" y="11"/>
                  </a:cubicBezTo>
                  <a:cubicBezTo>
                    <a:pt x="0" y="5"/>
                    <a:pt x="5" y="0"/>
                    <a:pt x="10" y="0"/>
                  </a:cubicBezTo>
                  <a:cubicBezTo>
                    <a:pt x="70" y="0"/>
                    <a:pt x="70" y="0"/>
                    <a:pt x="70" y="0"/>
                  </a:cubicBezTo>
                  <a:cubicBezTo>
                    <a:pt x="76" y="0"/>
                    <a:pt x="80" y="5"/>
                    <a:pt x="80" y="11"/>
                  </a:cubicBezTo>
                  <a:cubicBezTo>
                    <a:pt x="80" y="16"/>
                    <a:pt x="76" y="21"/>
                    <a:pt x="70" y="21"/>
                  </a:cubicBezTo>
                  <a:close/>
                </a:path>
              </a:pathLst>
            </a:custGeom>
            <a:grpFill/>
            <a:ln>
              <a:noFill/>
            </a:ln>
          </p:spPr>
          <p:txBody>
            <a:bodyPr vert="horz" wrap="square" lIns="91440" tIns="45720" rIns="91440" bIns="45720" numCol="1" anchor="t" anchorCtr="0" compatLnSpc="1"/>
            <a:lstStyle/>
            <a:p>
              <a:endParaRPr lang="en-US"/>
            </a:p>
          </p:txBody>
        </p:sp>
      </p:grpSp>
      <p:sp>
        <p:nvSpPr>
          <p:cNvPr id="82" name="Rectangle 81"/>
          <p:cNvSpPr/>
          <p:nvPr/>
        </p:nvSpPr>
        <p:spPr>
          <a:xfrm>
            <a:off x="9244051" y="825931"/>
            <a:ext cx="2998749" cy="353943"/>
          </a:xfrm>
          <a:prstGeom prst="rect">
            <a:avLst/>
          </a:prstGeom>
        </p:spPr>
        <p:txBody>
          <a:bodyPr wrap="square" anchor="ctr">
            <a:spAutoFit/>
          </a:bodyPr>
          <a:lstStyle/>
          <a:p>
            <a:pPr>
              <a:lnSpc>
                <a:spcPct val="80000"/>
              </a:lnSpc>
            </a:pPr>
            <a:r>
              <a:rPr lang="zh-CN" altLang="en-US" sz="2000" dirty="0" smtClean="0">
                <a:solidFill>
                  <a:schemeClr val="bg1"/>
                </a:solidFill>
                <a:latin typeface="Montserrat" panose="00000500000000000000" pitchFamily="50" charset="0"/>
                <a:cs typeface="Raleway"/>
              </a:rPr>
              <a:t>文字内容</a:t>
            </a:r>
            <a:endParaRPr lang="en-US" sz="2000" dirty="0">
              <a:solidFill>
                <a:schemeClr val="bg1"/>
              </a:solidFill>
              <a:latin typeface="Montserrat" panose="00000500000000000000" pitchFamily="50" charset="0"/>
              <a:cs typeface="Raleway"/>
            </a:endParaRPr>
          </a:p>
        </p:txBody>
      </p:sp>
      <p:grpSp>
        <p:nvGrpSpPr>
          <p:cNvPr id="2" name="Group 1"/>
          <p:cNvGrpSpPr/>
          <p:nvPr/>
        </p:nvGrpSpPr>
        <p:grpSpPr>
          <a:xfrm>
            <a:off x="719672" y="5089551"/>
            <a:ext cx="1028324" cy="1379955"/>
            <a:chOff x="927476" y="5071018"/>
            <a:chExt cx="1028324" cy="1379955"/>
          </a:xfrm>
        </p:grpSpPr>
        <p:sp>
          <p:nvSpPr>
            <p:cNvPr id="86" name="Rectangle 85"/>
            <p:cNvSpPr/>
            <p:nvPr/>
          </p:nvSpPr>
          <p:spPr>
            <a:xfrm>
              <a:off x="927476" y="5071018"/>
              <a:ext cx="1028324" cy="338554"/>
            </a:xfrm>
            <a:prstGeom prst="rect">
              <a:avLst/>
            </a:prstGeom>
          </p:spPr>
          <p:txBody>
            <a:bodyPr wrap="square">
              <a:spAutoFit/>
            </a:bodyPr>
            <a:lstStyle/>
            <a:p>
              <a:r>
                <a:rPr lang="zh-CN" altLang="en-US" sz="1600" dirty="0">
                  <a:solidFill>
                    <a:schemeClr val="bg1"/>
                  </a:solidFill>
                </a:rPr>
                <a:t>文字内容</a:t>
              </a:r>
              <a:endParaRPr lang="en-US" altLang="zh-CN" sz="1600" dirty="0">
                <a:solidFill>
                  <a:schemeClr val="bg1"/>
                </a:solidFill>
              </a:endParaRPr>
            </a:p>
          </p:txBody>
        </p:sp>
        <p:sp>
          <p:nvSpPr>
            <p:cNvPr id="87" name="Rectangle 86"/>
            <p:cNvSpPr/>
            <p:nvPr/>
          </p:nvSpPr>
          <p:spPr>
            <a:xfrm>
              <a:off x="927476" y="5587485"/>
              <a:ext cx="1028324" cy="338554"/>
            </a:xfrm>
            <a:prstGeom prst="rect">
              <a:avLst/>
            </a:prstGeom>
          </p:spPr>
          <p:txBody>
            <a:bodyPr wrap="square">
              <a:spAutoFit/>
            </a:bodyPr>
            <a:lstStyle/>
            <a:p>
              <a:r>
                <a:rPr lang="zh-CN" altLang="en-US" sz="1600" dirty="0">
                  <a:solidFill>
                    <a:schemeClr val="bg1"/>
                  </a:solidFill>
                </a:rPr>
                <a:t>文字内容</a:t>
              </a:r>
              <a:endParaRPr lang="en-US" altLang="zh-CN" sz="1600" dirty="0">
                <a:solidFill>
                  <a:schemeClr val="bg1"/>
                </a:solidFill>
              </a:endParaRPr>
            </a:p>
          </p:txBody>
        </p:sp>
        <p:sp>
          <p:nvSpPr>
            <p:cNvPr id="88" name="Rectangle 87"/>
            <p:cNvSpPr/>
            <p:nvPr/>
          </p:nvSpPr>
          <p:spPr>
            <a:xfrm>
              <a:off x="927476" y="6112419"/>
              <a:ext cx="1028324" cy="338554"/>
            </a:xfrm>
            <a:prstGeom prst="rect">
              <a:avLst/>
            </a:prstGeom>
          </p:spPr>
          <p:txBody>
            <a:bodyPr wrap="square">
              <a:spAutoFit/>
            </a:bodyPr>
            <a:lstStyle/>
            <a:p>
              <a:r>
                <a:rPr lang="zh-CN" altLang="en-US" sz="1600" dirty="0">
                  <a:solidFill>
                    <a:schemeClr val="bg1"/>
                  </a:solidFill>
                </a:rPr>
                <a:t>文字内容</a:t>
              </a:r>
              <a:endParaRPr lang="en-US" altLang="zh-CN" sz="1600" dirty="0">
                <a:solidFill>
                  <a:schemeClr val="bg1"/>
                </a:solidFill>
              </a:endParaRPr>
            </a:p>
          </p:txBody>
        </p:sp>
      </p:grpSp>
      <p:sp>
        <p:nvSpPr>
          <p:cNvPr id="90" name="Rectangle 89"/>
          <p:cNvSpPr/>
          <p:nvPr/>
        </p:nvSpPr>
        <p:spPr>
          <a:xfrm>
            <a:off x="9269451" y="1420614"/>
            <a:ext cx="2478049" cy="461665"/>
          </a:xfrm>
          <a:prstGeom prst="rect">
            <a:avLst/>
          </a:prstGeom>
        </p:spPr>
        <p:txBody>
          <a:bodyPr wrap="square">
            <a:spAutoFit/>
          </a:bodyPr>
          <a:lstStyle/>
          <a:p>
            <a:r>
              <a:rPr lang="zh-CN" altLang="en-US" sz="1200" dirty="0" smtClean="0">
                <a:solidFill>
                  <a:srgbClr val="FFFFFF"/>
                </a:solidFill>
              </a:rPr>
              <a:t>文字内容文字文字内容文字内容</a:t>
            </a:r>
            <a:endParaRPr lang="en-US" altLang="zh-CN" sz="1200" dirty="0" smtClean="0">
              <a:solidFill>
                <a:srgbClr val="FFFFFF"/>
              </a:solidFill>
            </a:endParaRPr>
          </a:p>
          <a:p>
            <a:r>
              <a:rPr lang="zh-CN" altLang="en-US" sz="1200" dirty="0" smtClean="0">
                <a:solidFill>
                  <a:srgbClr val="FFFFFF"/>
                </a:solidFill>
              </a:rPr>
              <a:t>文字内容文字内容</a:t>
            </a:r>
            <a:endParaRPr lang="en-US" sz="1200" dirty="0">
              <a:solidFill>
                <a:srgbClr val="FFFFFF"/>
              </a:solidFill>
            </a:endParaRPr>
          </a:p>
        </p:txBody>
      </p:sp>
      <p:pic>
        <p:nvPicPr>
          <p:cNvPr id="8" name="图片占位符 7"/>
          <p:cNvPicPr>
            <a:picLocks noGrp="1" noChangeAspect="1"/>
          </p:cNvPicPr>
          <p:nvPr>
            <p:ph type="pic" sz="quarter" idx="11"/>
          </p:nvPr>
        </p:nvPicPr>
        <p:blipFill>
          <a:blip r:embed="rId1">
            <a:extLst>
              <a:ext uri="{28A0092B-C50C-407E-A947-70E740481C1C}">
                <a14:useLocalDpi xmlns:a14="http://schemas.microsoft.com/office/drawing/2010/main" val="0"/>
              </a:ext>
            </a:extLst>
          </a:blip>
          <a:srcRect t="6937" b="6937"/>
          <a:stretch>
            <a:fillRect/>
          </a:stretch>
        </p:blipFill>
        <p:spPr/>
      </p:pic>
      <p:pic>
        <p:nvPicPr>
          <p:cNvPr id="10" name="图片占位符 9"/>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7822" b="7822"/>
          <a:stretch>
            <a:fillRect/>
          </a:stretch>
        </p:blipFill>
        <p:spPr/>
      </p:pic>
      <p:pic>
        <p:nvPicPr>
          <p:cNvPr id="9" name="图片占位符 8"/>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rcRect t="8581" b="8581"/>
          <a:stretch>
            <a:fillRect/>
          </a:stretch>
        </p:blipFill>
        <p:spPr/>
      </p:pic>
      <p:pic>
        <p:nvPicPr>
          <p:cNvPr id="11" name="图片占位符 10"/>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12101" b="12101"/>
          <a:stretch>
            <a:fillRect/>
          </a:stretch>
        </p:blipFill>
        <p:spPr/>
      </p:pic>
      <p:pic>
        <p:nvPicPr>
          <p:cNvPr id="5" name="Picture 4"/>
          <p:cNvPicPr>
            <a:picLocks noChangeAspect="1"/>
          </p:cNvPicPr>
          <p:nvPr/>
        </p:nvPicPr>
        <p:blipFill>
          <a:blip r:embed="rId5"/>
          <a:stretch>
            <a:fillRect/>
          </a:stretch>
        </p:blipFill>
        <p:spPr>
          <a:xfrm>
            <a:off x="8391168" y="2125134"/>
            <a:ext cx="4447754" cy="4732866"/>
          </a:xfrm>
          <a:prstGeom prst="rect">
            <a:avLst/>
          </a:prstGeom>
        </p:spPr>
      </p:pic>
      <p:pic>
        <p:nvPicPr>
          <p:cNvPr id="3" name="图片 2" descr="中科大"/>
          <p:cNvPicPr>
            <a:picLocks noChangeAspect="1"/>
          </p:cNvPicPr>
          <p:nvPr/>
        </p:nvPicPr>
        <p:blipFill>
          <a:blip r:embed="rId6"/>
          <a:stretch>
            <a:fillRect/>
          </a:stretch>
        </p:blipFill>
        <p:spPr>
          <a:xfrm>
            <a:off x="128270" y="9398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81"/>
                                        </p:tgtEl>
                                        <p:attrNameLst>
                                          <p:attrName>style.visibility</p:attrName>
                                        </p:attrNameLst>
                                      </p:cBhvr>
                                      <p:to>
                                        <p:strVal val="visible"/>
                                      </p:to>
                                    </p:set>
                                    <p:animEffect transition="in" filter="fade">
                                      <p:cBhvr>
                                        <p:cTn id="27" dur="500"/>
                                        <p:tgtEl>
                                          <p:spTgt spid="81"/>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fade">
                                      <p:cBhvr>
                                        <p:cTn id="31" dur="500"/>
                                        <p:tgtEl>
                                          <p:spTgt spid="82"/>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0"/>
                                        </p:tgtEl>
                                        <p:attrNameLst>
                                          <p:attrName>style.visibility</p:attrName>
                                        </p:attrNameLst>
                                      </p:cBhvr>
                                      <p:to>
                                        <p:strVal val="visible"/>
                                      </p:to>
                                    </p:set>
                                    <p:animEffect transition="in" filter="fade">
                                      <p:cBhvr>
                                        <p:cTn id="35" dur="500"/>
                                        <p:tgtEl>
                                          <p:spTgt spid="90"/>
                                        </p:tgtEl>
                                      </p:cBhvr>
                                    </p:animEffect>
                                  </p:childTnLst>
                                </p:cTn>
                              </p:par>
                            </p:childTnLst>
                          </p:cTn>
                        </p:par>
                        <p:par>
                          <p:cTn id="36" fill="hold">
                            <p:stCondLst>
                              <p:cond delay="4000"/>
                            </p:stCondLst>
                            <p:childTnLst>
                              <p:par>
                                <p:cTn id="37" presetID="2" presetClass="entr" presetSubtype="2"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1+#ppt_w/2"/>
                                          </p:val>
                                        </p:tav>
                                        <p:tav tm="100000">
                                          <p:val>
                                            <p:strVal val="#ppt_x"/>
                                          </p:val>
                                        </p:tav>
                                      </p:tavLst>
                                    </p:anim>
                                    <p:anim calcmode="lin" valueType="num">
                                      <p:cBhvr additive="base">
                                        <p:cTn id="4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82" grpId="0"/>
      <p:bldP spid="9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550863" y="415925"/>
            <a:ext cx="11228387" cy="727075"/>
          </a:xfrm>
        </p:spPr>
        <p:txBody>
          <a:bodyPr/>
          <a:lstStyle/>
          <a:p>
            <a:r>
              <a:rPr lang="zh-CN" altLang="en-US" dirty="0" smtClean="0"/>
              <a:t>文字标题内容</a:t>
            </a:r>
            <a:endParaRPr lang="en-US" dirty="0"/>
          </a:p>
        </p:txBody>
      </p:sp>
      <p:sp>
        <p:nvSpPr>
          <p:cNvPr id="9" name="Text Placeholder 8"/>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sp>
        <p:nvSpPr>
          <p:cNvPr id="19" name="Rectangle 18"/>
          <p:cNvSpPr/>
          <p:nvPr/>
        </p:nvSpPr>
        <p:spPr>
          <a:xfrm>
            <a:off x="6619973" y="2296058"/>
            <a:ext cx="5102054" cy="1384995"/>
          </a:xfrm>
          <a:prstGeom prst="rect">
            <a:avLst/>
          </a:prstGeom>
        </p:spPr>
        <p:txBody>
          <a:bodyPr wrap="square">
            <a:spAutoFit/>
          </a:bodyPr>
          <a:lstStyle/>
          <a:p>
            <a:r>
              <a:rPr lang="zh-CN" altLang="en-US" sz="1400" dirty="0">
                <a:solidFill>
                  <a:srgbClr val="FFFFFF"/>
                </a:solidFill>
              </a:rPr>
              <a:t>文字内容文字文字内容文字内容</a:t>
            </a:r>
            <a:endParaRPr lang="en-US" altLang="zh-CN" sz="1400" dirty="0">
              <a:solidFill>
                <a:srgbClr val="FFFFFF"/>
              </a:solidFill>
            </a:endParaRPr>
          </a:p>
          <a:p>
            <a:r>
              <a:rPr lang="zh-CN" altLang="en-US" sz="1400" dirty="0">
                <a:solidFill>
                  <a:srgbClr val="FFFFFF"/>
                </a:solidFill>
              </a:rPr>
              <a:t>文字内容文字内容文字内容文字文字内容文字内容</a:t>
            </a:r>
            <a:endParaRPr lang="en-US" altLang="zh-CN" sz="1400" dirty="0">
              <a:solidFill>
                <a:srgbClr val="FFFFFF"/>
              </a:solidFill>
            </a:endParaRPr>
          </a:p>
          <a:p>
            <a:r>
              <a:rPr lang="zh-CN" altLang="en-US" sz="1400" dirty="0">
                <a:solidFill>
                  <a:srgbClr val="FFFFFF"/>
                </a:solidFill>
              </a:rPr>
              <a:t>文字内容文字</a:t>
            </a:r>
            <a:r>
              <a:rPr lang="zh-CN" altLang="en-US" sz="1400" dirty="0" smtClean="0">
                <a:solidFill>
                  <a:srgbClr val="FFFFFF"/>
                </a:solidFill>
              </a:rPr>
              <a:t>内容</a:t>
            </a:r>
            <a:r>
              <a:rPr lang="zh-CN" altLang="en-US" sz="1400" dirty="0">
                <a:solidFill>
                  <a:srgbClr val="FFFFFF"/>
                </a:solidFill>
              </a:rPr>
              <a:t>文字内容文字文字内容文字内容</a:t>
            </a:r>
            <a:endParaRPr lang="en-US" altLang="zh-CN" sz="1400" dirty="0">
              <a:solidFill>
                <a:srgbClr val="FFFFFF"/>
              </a:solidFill>
            </a:endParaRPr>
          </a:p>
          <a:p>
            <a:r>
              <a:rPr lang="zh-CN" altLang="en-US" sz="1400" dirty="0">
                <a:solidFill>
                  <a:srgbClr val="FFFFFF"/>
                </a:solidFill>
              </a:rPr>
              <a:t>文字内容文字内容文字内容文字文字内容文字内容</a:t>
            </a:r>
            <a:endParaRPr lang="en-US" altLang="zh-CN" sz="1400" dirty="0">
              <a:solidFill>
                <a:srgbClr val="FFFFFF"/>
              </a:solidFill>
            </a:endParaRPr>
          </a:p>
          <a:p>
            <a:r>
              <a:rPr lang="zh-CN" altLang="en-US" sz="1400" dirty="0">
                <a:solidFill>
                  <a:srgbClr val="FFFFFF"/>
                </a:solidFill>
              </a:rPr>
              <a:t>文字内容文字</a:t>
            </a:r>
            <a:r>
              <a:rPr lang="zh-CN" altLang="en-US" sz="1400" dirty="0" smtClean="0">
                <a:solidFill>
                  <a:srgbClr val="FFFFFF"/>
                </a:solidFill>
              </a:rPr>
              <a:t>内容</a:t>
            </a:r>
            <a:endParaRPr lang="en-US" altLang="zh-CN" sz="1400" dirty="0">
              <a:solidFill>
                <a:srgbClr val="FFFFFF"/>
              </a:solidFill>
            </a:endParaRPr>
          </a:p>
          <a:p>
            <a:endParaRPr lang="en-US" altLang="zh-CN" sz="1400" dirty="0">
              <a:solidFill>
                <a:srgbClr val="FFFFFF"/>
              </a:solidFill>
            </a:endParaRPr>
          </a:p>
        </p:txBody>
      </p:sp>
      <p:sp>
        <p:nvSpPr>
          <p:cNvPr id="20" name="Rectangle 19"/>
          <p:cNvSpPr/>
          <p:nvPr/>
        </p:nvSpPr>
        <p:spPr>
          <a:xfrm>
            <a:off x="6619973" y="1937405"/>
            <a:ext cx="4674555" cy="461665"/>
          </a:xfrm>
          <a:prstGeom prst="rect">
            <a:avLst/>
          </a:prstGeom>
        </p:spPr>
        <p:txBody>
          <a:bodyPr wrap="square">
            <a:spAutoFit/>
          </a:bodyPr>
          <a:lstStyle/>
          <a:p>
            <a:r>
              <a:rPr lang="zh-CN" altLang="en-US" sz="2400" spc="-150" dirty="0" smtClean="0">
                <a:solidFill>
                  <a:schemeClr val="accent3"/>
                </a:solidFill>
                <a:latin typeface="Montserrat" panose="00000500000000000000" pitchFamily="50" charset="0"/>
                <a:cs typeface="Raleway"/>
              </a:rPr>
              <a:t>文字内容</a:t>
            </a:r>
            <a:endParaRPr lang="en-US" sz="2400" spc="-150" dirty="0">
              <a:solidFill>
                <a:schemeClr val="accent3"/>
              </a:solidFill>
              <a:latin typeface="Montserrat" panose="00000500000000000000" pitchFamily="50" charset="0"/>
              <a:cs typeface="Raleway"/>
            </a:endParaRPr>
          </a:p>
        </p:txBody>
      </p:sp>
      <p:grpSp>
        <p:nvGrpSpPr>
          <p:cNvPr id="52" name="Group 51"/>
          <p:cNvGrpSpPr/>
          <p:nvPr/>
        </p:nvGrpSpPr>
        <p:grpSpPr>
          <a:xfrm>
            <a:off x="6669644" y="4114982"/>
            <a:ext cx="4166577" cy="1846992"/>
            <a:chOff x="6669644" y="4114982"/>
            <a:chExt cx="4166577" cy="1846992"/>
          </a:xfrm>
        </p:grpSpPr>
        <p:grpSp>
          <p:nvGrpSpPr>
            <p:cNvPr id="21" name="Group 20"/>
            <p:cNvGrpSpPr/>
            <p:nvPr/>
          </p:nvGrpSpPr>
          <p:grpSpPr>
            <a:xfrm>
              <a:off x="6744583" y="4444324"/>
              <a:ext cx="3596642" cy="70757"/>
              <a:chOff x="2454334" y="2863850"/>
              <a:chExt cx="1931846" cy="70757"/>
            </a:xfrm>
          </p:grpSpPr>
          <p:sp>
            <p:nvSpPr>
              <p:cNvPr id="22" name="Rectángulo 10"/>
              <p:cNvSpPr/>
              <p:nvPr/>
            </p:nvSpPr>
            <p:spPr bwMode="auto">
              <a:xfrm>
                <a:off x="2454334" y="2863850"/>
                <a:ext cx="1931846" cy="70757"/>
              </a:xfrm>
              <a:prstGeom prst="roundRect">
                <a:avLst>
                  <a:gd name="adj" fmla="val 50000"/>
                </a:avLst>
              </a:prstGeom>
              <a:solidFill>
                <a:srgbClr val="DEDEDE"/>
              </a:solidFill>
              <a:ln>
                <a:noFill/>
              </a:ln>
            </p:spPr>
            <p:txBody>
              <a:bodyPr lIns="0" tIns="0" rIns="0" bIns="0" rtlCol="0" anchor="ctr"/>
              <a:lstStyle/>
              <a:p>
                <a:pPr algn="ctr"/>
                <a:endParaRPr lang="es-ES">
                  <a:latin typeface="Calibri" panose="020F0502020204030204"/>
                  <a:cs typeface="Calibri" panose="020F0502020204030204"/>
                </a:endParaRPr>
              </a:p>
            </p:txBody>
          </p:sp>
          <p:sp>
            <p:nvSpPr>
              <p:cNvPr id="23" name="Rectángulo 11"/>
              <p:cNvSpPr/>
              <p:nvPr/>
            </p:nvSpPr>
            <p:spPr bwMode="auto">
              <a:xfrm>
                <a:off x="2454334" y="2863850"/>
                <a:ext cx="1203265" cy="70757"/>
              </a:xfrm>
              <a:prstGeom prst="roundRect">
                <a:avLst>
                  <a:gd name="adj" fmla="val 50000"/>
                </a:avLst>
              </a:prstGeom>
              <a:solidFill>
                <a:schemeClr val="accent1"/>
              </a:solidFill>
              <a:ln>
                <a:noFill/>
              </a:ln>
            </p:spPr>
            <p:txBody>
              <a:bodyPr lIns="0" tIns="0" rIns="0" bIns="0" rtlCol="0" anchor="ctr"/>
              <a:lstStyle/>
              <a:p>
                <a:pPr algn="ctr"/>
                <a:endParaRPr lang="es-ES">
                  <a:latin typeface="Calibri" panose="020F0502020204030204"/>
                  <a:cs typeface="Calibri" panose="020F0502020204030204"/>
                </a:endParaRPr>
              </a:p>
            </p:txBody>
          </p:sp>
        </p:grpSp>
        <p:sp>
          <p:nvSpPr>
            <p:cNvPr id="33" name="Rectangle 32"/>
            <p:cNvSpPr/>
            <p:nvPr/>
          </p:nvSpPr>
          <p:spPr>
            <a:xfrm>
              <a:off x="6669644" y="4131914"/>
              <a:ext cx="1523024" cy="307777"/>
            </a:xfrm>
            <a:prstGeom prst="rect">
              <a:avLst/>
            </a:prstGeom>
          </p:spPr>
          <p:txBody>
            <a:bodyPr wrap="square">
              <a:spAutoFit/>
            </a:bodyPr>
            <a:lstStyle/>
            <a:p>
              <a:r>
                <a:rPr lang="id-ID" sz="1400" dirty="0">
                  <a:solidFill>
                    <a:schemeClr val="accent1"/>
                  </a:solidFill>
                  <a:latin typeface="Calibri" panose="020F0502020204030204"/>
                  <a:cs typeface="Calibri" panose="020F0502020204030204"/>
                </a:rPr>
                <a:t>Option 1</a:t>
              </a:r>
              <a:endParaRPr lang="en-US" sz="1400" dirty="0">
                <a:solidFill>
                  <a:schemeClr val="accent1"/>
                </a:solidFill>
                <a:latin typeface="Calibri" panose="020F0502020204030204"/>
                <a:cs typeface="Calibri" panose="020F0502020204030204"/>
              </a:endParaRPr>
            </a:p>
          </p:txBody>
        </p:sp>
        <p:sp>
          <p:nvSpPr>
            <p:cNvPr id="37" name="Rectangle 36"/>
            <p:cNvSpPr/>
            <p:nvPr/>
          </p:nvSpPr>
          <p:spPr>
            <a:xfrm>
              <a:off x="10341224" y="4114982"/>
              <a:ext cx="494997" cy="307777"/>
            </a:xfrm>
            <a:prstGeom prst="rect">
              <a:avLst/>
            </a:prstGeom>
          </p:spPr>
          <p:txBody>
            <a:bodyPr wrap="none">
              <a:spAutoFit/>
            </a:bodyPr>
            <a:lstStyle/>
            <a:p>
              <a:r>
                <a:rPr lang="id-ID" sz="1400" dirty="0">
                  <a:solidFill>
                    <a:schemeClr val="bg2">
                      <a:lumMod val="75000"/>
                      <a:lumOff val="25000"/>
                    </a:schemeClr>
                  </a:solidFill>
                  <a:latin typeface="Calibri" panose="020F0502020204030204"/>
                  <a:cs typeface="Calibri" panose="020F0502020204030204"/>
                </a:rPr>
                <a:t>57%</a:t>
              </a:r>
              <a:endParaRPr lang="en-US" sz="1400" dirty="0">
                <a:solidFill>
                  <a:schemeClr val="bg2">
                    <a:lumMod val="75000"/>
                    <a:lumOff val="25000"/>
                  </a:schemeClr>
                </a:solidFill>
                <a:latin typeface="Calibri" panose="020F0502020204030204"/>
                <a:cs typeface="Calibri" panose="020F0502020204030204"/>
              </a:endParaRPr>
            </a:p>
          </p:txBody>
        </p:sp>
        <p:grpSp>
          <p:nvGrpSpPr>
            <p:cNvPr id="24" name="Group 23"/>
            <p:cNvGrpSpPr/>
            <p:nvPr/>
          </p:nvGrpSpPr>
          <p:grpSpPr>
            <a:xfrm>
              <a:off x="6744583" y="4926622"/>
              <a:ext cx="3596642" cy="70757"/>
              <a:chOff x="2454334" y="2863850"/>
              <a:chExt cx="1931846" cy="70757"/>
            </a:xfrm>
          </p:grpSpPr>
          <p:sp>
            <p:nvSpPr>
              <p:cNvPr id="25" name="Rectángulo 10"/>
              <p:cNvSpPr/>
              <p:nvPr/>
            </p:nvSpPr>
            <p:spPr bwMode="auto">
              <a:xfrm>
                <a:off x="2454334" y="2863850"/>
                <a:ext cx="1931846" cy="70757"/>
              </a:xfrm>
              <a:prstGeom prst="roundRect">
                <a:avLst>
                  <a:gd name="adj" fmla="val 50000"/>
                </a:avLst>
              </a:prstGeom>
              <a:solidFill>
                <a:srgbClr val="DEDEDE"/>
              </a:solidFill>
              <a:ln>
                <a:noFill/>
              </a:ln>
            </p:spPr>
            <p:txBody>
              <a:bodyPr lIns="0" tIns="0" rIns="0" bIns="0" rtlCol="0" anchor="ctr"/>
              <a:lstStyle/>
              <a:p>
                <a:pPr algn="ctr"/>
                <a:endParaRPr lang="es-ES">
                  <a:latin typeface="Calibri" panose="020F0502020204030204"/>
                  <a:cs typeface="Calibri" panose="020F0502020204030204"/>
                </a:endParaRPr>
              </a:p>
            </p:txBody>
          </p:sp>
          <p:sp>
            <p:nvSpPr>
              <p:cNvPr id="26" name="Rectángulo 11"/>
              <p:cNvSpPr/>
              <p:nvPr/>
            </p:nvSpPr>
            <p:spPr bwMode="auto">
              <a:xfrm>
                <a:off x="2454334" y="2863850"/>
                <a:ext cx="1702799" cy="70757"/>
              </a:xfrm>
              <a:prstGeom prst="roundRect">
                <a:avLst>
                  <a:gd name="adj" fmla="val 50000"/>
                </a:avLst>
              </a:prstGeom>
              <a:solidFill>
                <a:schemeClr val="accent2"/>
              </a:solidFill>
              <a:ln>
                <a:noFill/>
              </a:ln>
            </p:spPr>
            <p:txBody>
              <a:bodyPr lIns="0" tIns="0" rIns="0" bIns="0" rtlCol="0" anchor="ctr"/>
              <a:lstStyle/>
              <a:p>
                <a:pPr algn="ctr"/>
                <a:endParaRPr lang="es-ES">
                  <a:latin typeface="Calibri" panose="020F0502020204030204"/>
                  <a:cs typeface="Calibri" panose="020F0502020204030204"/>
                </a:endParaRPr>
              </a:p>
            </p:txBody>
          </p:sp>
        </p:grpSp>
        <p:sp>
          <p:nvSpPr>
            <p:cNvPr id="34" name="Rectangle 33"/>
            <p:cNvSpPr/>
            <p:nvPr/>
          </p:nvSpPr>
          <p:spPr>
            <a:xfrm>
              <a:off x="6669644" y="4614212"/>
              <a:ext cx="1310735" cy="307777"/>
            </a:xfrm>
            <a:prstGeom prst="rect">
              <a:avLst/>
            </a:prstGeom>
          </p:spPr>
          <p:txBody>
            <a:bodyPr wrap="square">
              <a:spAutoFit/>
            </a:bodyPr>
            <a:lstStyle/>
            <a:p>
              <a:r>
                <a:rPr lang="id-ID" sz="1400" dirty="0">
                  <a:solidFill>
                    <a:schemeClr val="accent2"/>
                  </a:solidFill>
                  <a:latin typeface="Calibri" panose="020F0502020204030204"/>
                  <a:cs typeface="Calibri" panose="020F0502020204030204"/>
                </a:rPr>
                <a:t>Option 2</a:t>
              </a:r>
              <a:endParaRPr lang="en-US" sz="1400" dirty="0">
                <a:solidFill>
                  <a:schemeClr val="accent2"/>
                </a:solidFill>
                <a:latin typeface="Calibri" panose="020F0502020204030204"/>
                <a:cs typeface="Calibri" panose="020F0502020204030204"/>
              </a:endParaRPr>
            </a:p>
          </p:txBody>
        </p:sp>
        <p:sp>
          <p:nvSpPr>
            <p:cNvPr id="38" name="Rectangle 37"/>
            <p:cNvSpPr/>
            <p:nvPr/>
          </p:nvSpPr>
          <p:spPr>
            <a:xfrm>
              <a:off x="10341224" y="4597280"/>
              <a:ext cx="494997" cy="307777"/>
            </a:xfrm>
            <a:prstGeom prst="rect">
              <a:avLst/>
            </a:prstGeom>
          </p:spPr>
          <p:txBody>
            <a:bodyPr wrap="none">
              <a:spAutoFit/>
            </a:bodyPr>
            <a:lstStyle/>
            <a:p>
              <a:r>
                <a:rPr lang="id-ID" sz="1400" dirty="0">
                  <a:solidFill>
                    <a:schemeClr val="bg2">
                      <a:lumMod val="75000"/>
                      <a:lumOff val="25000"/>
                    </a:schemeClr>
                  </a:solidFill>
                  <a:latin typeface="Calibri" panose="020F0502020204030204"/>
                  <a:cs typeface="Calibri" panose="020F0502020204030204"/>
                </a:rPr>
                <a:t>80%</a:t>
              </a:r>
              <a:endParaRPr lang="en-US" sz="1400" dirty="0">
                <a:solidFill>
                  <a:schemeClr val="bg2">
                    <a:lumMod val="75000"/>
                    <a:lumOff val="25000"/>
                  </a:schemeClr>
                </a:solidFill>
                <a:latin typeface="Calibri" panose="020F0502020204030204"/>
                <a:cs typeface="Calibri" panose="020F0502020204030204"/>
              </a:endParaRPr>
            </a:p>
          </p:txBody>
        </p:sp>
        <p:grpSp>
          <p:nvGrpSpPr>
            <p:cNvPr id="30" name="Group 29"/>
            <p:cNvGrpSpPr/>
            <p:nvPr/>
          </p:nvGrpSpPr>
          <p:grpSpPr>
            <a:xfrm>
              <a:off x="6744583" y="5408920"/>
              <a:ext cx="3596642" cy="70757"/>
              <a:chOff x="2454334" y="2863850"/>
              <a:chExt cx="1931846" cy="70757"/>
            </a:xfrm>
          </p:grpSpPr>
          <p:sp>
            <p:nvSpPr>
              <p:cNvPr id="31" name="Rectángulo 10"/>
              <p:cNvSpPr/>
              <p:nvPr/>
            </p:nvSpPr>
            <p:spPr bwMode="auto">
              <a:xfrm>
                <a:off x="2454334" y="2863850"/>
                <a:ext cx="1931846" cy="70757"/>
              </a:xfrm>
              <a:prstGeom prst="roundRect">
                <a:avLst>
                  <a:gd name="adj" fmla="val 50000"/>
                </a:avLst>
              </a:prstGeom>
              <a:solidFill>
                <a:srgbClr val="DEDEDE"/>
              </a:solidFill>
              <a:ln>
                <a:noFill/>
              </a:ln>
            </p:spPr>
            <p:txBody>
              <a:bodyPr lIns="0" tIns="0" rIns="0" bIns="0" rtlCol="0" anchor="ctr"/>
              <a:lstStyle/>
              <a:p>
                <a:pPr algn="ctr"/>
                <a:endParaRPr lang="es-ES">
                  <a:latin typeface="Calibri" panose="020F0502020204030204"/>
                  <a:cs typeface="Calibri" panose="020F0502020204030204"/>
                </a:endParaRPr>
              </a:p>
            </p:txBody>
          </p:sp>
          <p:sp>
            <p:nvSpPr>
              <p:cNvPr id="32" name="Rectángulo 11"/>
              <p:cNvSpPr/>
              <p:nvPr/>
            </p:nvSpPr>
            <p:spPr bwMode="auto">
              <a:xfrm>
                <a:off x="2454334" y="2863850"/>
                <a:ext cx="1468329" cy="70757"/>
              </a:xfrm>
              <a:prstGeom prst="roundRect">
                <a:avLst>
                  <a:gd name="adj" fmla="val 50000"/>
                </a:avLst>
              </a:prstGeom>
              <a:solidFill>
                <a:schemeClr val="accent3"/>
              </a:solidFill>
              <a:ln>
                <a:noFill/>
              </a:ln>
            </p:spPr>
            <p:txBody>
              <a:bodyPr lIns="0" tIns="0" rIns="0" bIns="0" rtlCol="0" anchor="ctr"/>
              <a:lstStyle/>
              <a:p>
                <a:pPr algn="ctr"/>
                <a:endParaRPr lang="es-ES">
                  <a:latin typeface="Calibri" panose="020F0502020204030204"/>
                  <a:cs typeface="Calibri" panose="020F0502020204030204"/>
                </a:endParaRPr>
              </a:p>
            </p:txBody>
          </p:sp>
        </p:grpSp>
        <p:sp>
          <p:nvSpPr>
            <p:cNvPr id="35" name="Rectangle 34"/>
            <p:cNvSpPr/>
            <p:nvPr/>
          </p:nvSpPr>
          <p:spPr>
            <a:xfrm>
              <a:off x="6669644" y="5094948"/>
              <a:ext cx="1756524" cy="307777"/>
            </a:xfrm>
            <a:prstGeom prst="rect">
              <a:avLst/>
            </a:prstGeom>
          </p:spPr>
          <p:txBody>
            <a:bodyPr wrap="square">
              <a:spAutoFit/>
            </a:bodyPr>
            <a:lstStyle/>
            <a:p>
              <a:r>
                <a:rPr lang="id-ID" sz="1400" dirty="0">
                  <a:solidFill>
                    <a:schemeClr val="accent3"/>
                  </a:solidFill>
                  <a:latin typeface="Calibri" panose="020F0502020204030204"/>
                  <a:cs typeface="Calibri" panose="020F0502020204030204"/>
                </a:rPr>
                <a:t>Option 3</a:t>
              </a:r>
              <a:endParaRPr lang="en-US" sz="1400" dirty="0">
                <a:solidFill>
                  <a:schemeClr val="accent3"/>
                </a:solidFill>
                <a:latin typeface="Calibri" panose="020F0502020204030204"/>
                <a:cs typeface="Calibri" panose="020F0502020204030204"/>
              </a:endParaRPr>
            </a:p>
          </p:txBody>
        </p:sp>
        <p:sp>
          <p:nvSpPr>
            <p:cNvPr id="39" name="Rectangle 38"/>
            <p:cNvSpPr/>
            <p:nvPr/>
          </p:nvSpPr>
          <p:spPr>
            <a:xfrm>
              <a:off x="10341224" y="5079578"/>
              <a:ext cx="494997" cy="307777"/>
            </a:xfrm>
            <a:prstGeom prst="rect">
              <a:avLst/>
            </a:prstGeom>
          </p:spPr>
          <p:txBody>
            <a:bodyPr wrap="none">
              <a:spAutoFit/>
            </a:bodyPr>
            <a:lstStyle/>
            <a:p>
              <a:r>
                <a:rPr lang="id-ID" sz="1400" dirty="0">
                  <a:solidFill>
                    <a:schemeClr val="bg2">
                      <a:lumMod val="75000"/>
                      <a:lumOff val="25000"/>
                    </a:schemeClr>
                  </a:solidFill>
                  <a:latin typeface="Calibri" panose="020F0502020204030204"/>
                  <a:cs typeface="Calibri" panose="020F0502020204030204"/>
                </a:rPr>
                <a:t>75%</a:t>
              </a:r>
              <a:endParaRPr lang="en-US" sz="1400" dirty="0">
                <a:solidFill>
                  <a:schemeClr val="bg2">
                    <a:lumMod val="75000"/>
                    <a:lumOff val="25000"/>
                  </a:schemeClr>
                </a:solidFill>
                <a:latin typeface="Calibri" panose="020F0502020204030204"/>
                <a:cs typeface="Calibri" panose="020F0502020204030204"/>
              </a:endParaRPr>
            </a:p>
          </p:txBody>
        </p:sp>
        <p:grpSp>
          <p:nvGrpSpPr>
            <p:cNvPr id="27" name="Group 26"/>
            <p:cNvGrpSpPr/>
            <p:nvPr/>
          </p:nvGrpSpPr>
          <p:grpSpPr>
            <a:xfrm>
              <a:off x="6744583" y="5891217"/>
              <a:ext cx="3596642" cy="70757"/>
              <a:chOff x="2454334" y="2863850"/>
              <a:chExt cx="1931846" cy="70757"/>
            </a:xfrm>
          </p:grpSpPr>
          <p:sp>
            <p:nvSpPr>
              <p:cNvPr id="28" name="Rectángulo 10"/>
              <p:cNvSpPr/>
              <p:nvPr/>
            </p:nvSpPr>
            <p:spPr bwMode="auto">
              <a:xfrm>
                <a:off x="2454334" y="2863850"/>
                <a:ext cx="1931846" cy="70757"/>
              </a:xfrm>
              <a:prstGeom prst="roundRect">
                <a:avLst>
                  <a:gd name="adj" fmla="val 50000"/>
                </a:avLst>
              </a:prstGeom>
              <a:solidFill>
                <a:srgbClr val="DEDEDE"/>
              </a:solidFill>
              <a:ln>
                <a:noFill/>
              </a:ln>
            </p:spPr>
            <p:txBody>
              <a:bodyPr lIns="0" tIns="0" rIns="0" bIns="0" rtlCol="0" anchor="ctr"/>
              <a:lstStyle/>
              <a:p>
                <a:pPr algn="ctr"/>
                <a:endParaRPr lang="es-ES">
                  <a:latin typeface="Calibri" panose="020F0502020204030204"/>
                  <a:cs typeface="Calibri" panose="020F0502020204030204"/>
                </a:endParaRPr>
              </a:p>
            </p:txBody>
          </p:sp>
          <p:sp>
            <p:nvSpPr>
              <p:cNvPr id="29" name="Rectángulo 11"/>
              <p:cNvSpPr/>
              <p:nvPr/>
            </p:nvSpPr>
            <p:spPr bwMode="auto">
              <a:xfrm>
                <a:off x="2454334" y="2863850"/>
                <a:ext cx="1800166" cy="70757"/>
              </a:xfrm>
              <a:prstGeom prst="roundRect">
                <a:avLst>
                  <a:gd name="adj" fmla="val 50000"/>
                </a:avLst>
              </a:prstGeom>
              <a:solidFill>
                <a:schemeClr val="accent4"/>
              </a:solidFill>
              <a:ln>
                <a:noFill/>
              </a:ln>
            </p:spPr>
            <p:txBody>
              <a:bodyPr lIns="0" tIns="0" rIns="0" bIns="0" rtlCol="0" anchor="ctr"/>
              <a:lstStyle/>
              <a:p>
                <a:pPr algn="ctr"/>
                <a:endParaRPr lang="es-ES">
                  <a:latin typeface="Calibri" panose="020F0502020204030204"/>
                  <a:cs typeface="Calibri" panose="020F0502020204030204"/>
                </a:endParaRPr>
              </a:p>
            </p:txBody>
          </p:sp>
        </p:grpSp>
        <p:sp>
          <p:nvSpPr>
            <p:cNvPr id="36" name="Rectangle 35"/>
            <p:cNvSpPr/>
            <p:nvPr/>
          </p:nvSpPr>
          <p:spPr>
            <a:xfrm>
              <a:off x="6669644" y="5578807"/>
              <a:ext cx="1576884" cy="307777"/>
            </a:xfrm>
            <a:prstGeom prst="rect">
              <a:avLst/>
            </a:prstGeom>
          </p:spPr>
          <p:txBody>
            <a:bodyPr wrap="square">
              <a:spAutoFit/>
            </a:bodyPr>
            <a:lstStyle/>
            <a:p>
              <a:r>
                <a:rPr lang="id-ID" sz="1400" dirty="0">
                  <a:solidFill>
                    <a:schemeClr val="accent4"/>
                  </a:solidFill>
                  <a:latin typeface="Calibri" panose="020F0502020204030204"/>
                  <a:cs typeface="Calibri" panose="020F0502020204030204"/>
                </a:rPr>
                <a:t>Option 4</a:t>
              </a:r>
              <a:endParaRPr lang="en-US" sz="1400" dirty="0">
                <a:solidFill>
                  <a:schemeClr val="accent4"/>
                </a:solidFill>
                <a:latin typeface="Calibri" panose="020F0502020204030204"/>
                <a:cs typeface="Calibri" panose="020F0502020204030204"/>
              </a:endParaRPr>
            </a:p>
          </p:txBody>
        </p:sp>
        <p:sp>
          <p:nvSpPr>
            <p:cNvPr id="40" name="Rectangle 39"/>
            <p:cNvSpPr/>
            <p:nvPr/>
          </p:nvSpPr>
          <p:spPr>
            <a:xfrm>
              <a:off x="10341224" y="5561875"/>
              <a:ext cx="494997" cy="307777"/>
            </a:xfrm>
            <a:prstGeom prst="rect">
              <a:avLst/>
            </a:prstGeom>
          </p:spPr>
          <p:txBody>
            <a:bodyPr wrap="none">
              <a:spAutoFit/>
            </a:bodyPr>
            <a:lstStyle/>
            <a:p>
              <a:r>
                <a:rPr lang="id-ID" sz="1400" dirty="0">
                  <a:solidFill>
                    <a:schemeClr val="bg2">
                      <a:lumMod val="75000"/>
                      <a:lumOff val="25000"/>
                    </a:schemeClr>
                  </a:solidFill>
                  <a:latin typeface="Calibri" panose="020F0502020204030204"/>
                  <a:cs typeface="Calibri" panose="020F0502020204030204"/>
                </a:rPr>
                <a:t>83%</a:t>
              </a:r>
              <a:endParaRPr lang="en-US" sz="1400" dirty="0">
                <a:solidFill>
                  <a:schemeClr val="bg2">
                    <a:lumMod val="75000"/>
                    <a:lumOff val="25000"/>
                  </a:schemeClr>
                </a:solidFill>
                <a:latin typeface="Calibri" panose="020F0502020204030204"/>
                <a:cs typeface="Calibri" panose="020F0502020204030204"/>
              </a:endParaRPr>
            </a:p>
          </p:txBody>
        </p:sp>
      </p:grpSp>
      <p:pic>
        <p:nvPicPr>
          <p:cNvPr id="6" name="图片占位符 5"/>
          <p:cNvPicPr>
            <a:picLocks noGrp="1" noChangeAspect="1"/>
          </p:cNvPicPr>
          <p:nvPr>
            <p:ph type="pic" sz="quarter" idx="18"/>
          </p:nvPr>
        </p:nvPicPr>
        <p:blipFill>
          <a:blip r:embed="rId1" cstate="print">
            <a:extLst>
              <a:ext uri="{28A0092B-C50C-407E-A947-70E740481C1C}">
                <a14:useLocalDpi xmlns:a14="http://schemas.microsoft.com/office/drawing/2010/main" val="0"/>
              </a:ext>
            </a:extLst>
          </a:blip>
          <a:srcRect l="7901" r="7901"/>
          <a:stretch>
            <a:fillRect/>
          </a:stretch>
        </p:blipFill>
        <p:spPr/>
      </p:pic>
      <p:pic>
        <p:nvPicPr>
          <p:cNvPr id="7" name="图片占位符 6"/>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3352" r="3352"/>
          <a:stretch>
            <a:fillRect/>
          </a:stretch>
        </p:blipFill>
        <p:spPr/>
      </p:pic>
      <p:pic>
        <p:nvPicPr>
          <p:cNvPr id="11" name="图片占位符 10"/>
          <p:cNvPicPr>
            <a:picLocks noGrp="1" noChangeAspect="1"/>
          </p:cNvPicPr>
          <p:nvPr>
            <p:ph type="pic" sz="quarter" idx="21"/>
          </p:nvPr>
        </p:nvPicPr>
        <p:blipFill>
          <a:blip r:embed="rId3" cstate="print">
            <a:extLst>
              <a:ext uri="{28A0092B-C50C-407E-A947-70E740481C1C}">
                <a14:useLocalDpi xmlns:a14="http://schemas.microsoft.com/office/drawing/2010/main" val="0"/>
              </a:ext>
            </a:extLst>
          </a:blip>
          <a:srcRect l="3433" r="3433"/>
          <a:stretch>
            <a:fillRect/>
          </a:stretch>
        </p:blipFill>
        <p:spPr/>
      </p:pic>
      <p:pic>
        <p:nvPicPr>
          <p:cNvPr id="10" name="图片占位符 9"/>
          <p:cNvPicPr>
            <a:picLocks noGrp="1" noChangeAspect="1"/>
          </p:cNvPicPr>
          <p:nvPr>
            <p:ph type="pic" sz="quarter" idx="20"/>
          </p:nvPr>
        </p:nvPicPr>
        <p:blipFill>
          <a:blip r:embed="rId4" cstate="print">
            <a:extLst>
              <a:ext uri="{28A0092B-C50C-407E-A947-70E740481C1C}">
                <a14:useLocalDpi xmlns:a14="http://schemas.microsoft.com/office/drawing/2010/main" val="0"/>
              </a:ext>
            </a:extLst>
          </a:blip>
          <a:srcRect l="3433" r="3433"/>
          <a:stretch>
            <a:fillRect/>
          </a:stretch>
        </p:blipFill>
        <p:spPr/>
      </p:pic>
      <p:pic>
        <p:nvPicPr>
          <p:cNvPr id="2" name="图片 1" descr="中科大"/>
          <p:cNvPicPr>
            <a:picLocks noChangeAspect="1"/>
          </p:cNvPicPr>
          <p:nvPr/>
        </p:nvPicPr>
        <p:blipFill>
          <a:blip r:embed="rId5"/>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left)">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sz="quarter" idx="29"/>
          </p:nvPr>
        </p:nvPicPr>
        <p:blipFill>
          <a:blip r:embed="rId1">
            <a:extLst>
              <a:ext uri="{28A0092B-C50C-407E-A947-70E740481C1C}">
                <a14:useLocalDpi xmlns:a14="http://schemas.microsoft.com/office/drawing/2010/main" val="0"/>
              </a:ext>
            </a:extLst>
          </a:blip>
          <a:srcRect t="26945" b="26945"/>
          <a:stretch>
            <a:fillRect/>
          </a:stretch>
        </p:blipFill>
        <p:spPr/>
      </p:pic>
      <p:sp>
        <p:nvSpPr>
          <p:cNvPr id="10" name="Rectangle 9"/>
          <p:cNvSpPr/>
          <p:nvPr/>
        </p:nvSpPr>
        <p:spPr>
          <a:xfrm>
            <a:off x="0" y="0"/>
            <a:ext cx="12192000" cy="3275678"/>
          </a:xfrm>
          <a:prstGeom prst="rect">
            <a:avLst/>
          </a:prstGeom>
          <a:solidFill>
            <a:schemeClr val="bg2">
              <a:lumMod val="95000"/>
              <a:lumOff val="5000"/>
              <a:alpha val="4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4946798" y="4044990"/>
            <a:ext cx="2298404" cy="461665"/>
          </a:xfrm>
          <a:prstGeom prst="rect">
            <a:avLst/>
          </a:prstGeom>
          <a:noFill/>
        </p:spPr>
        <p:txBody>
          <a:bodyPr wrap="square" rtlCol="0">
            <a:spAutoFit/>
          </a:bodyPr>
          <a:lstStyle/>
          <a:p>
            <a:pPr algn="ctr"/>
            <a:r>
              <a:rPr lang="zh-CN" altLang="en-US" sz="2400" b="1" i="0" dirty="0" smtClean="0">
                <a:solidFill>
                  <a:schemeClr val="accent1"/>
                </a:solidFill>
                <a:latin typeface="Raleway"/>
                <a:cs typeface="Raleway"/>
              </a:rPr>
              <a:t>文字内容</a:t>
            </a:r>
            <a:endParaRPr lang="en-US" sz="2400" b="1" i="0" dirty="0">
              <a:solidFill>
                <a:schemeClr val="accent1"/>
              </a:solidFill>
              <a:latin typeface="Raleway"/>
              <a:cs typeface="Raleway"/>
            </a:endParaRPr>
          </a:p>
        </p:txBody>
      </p:sp>
      <p:sp>
        <p:nvSpPr>
          <p:cNvPr id="12" name="Rectangle 11"/>
          <p:cNvSpPr/>
          <p:nvPr/>
        </p:nvSpPr>
        <p:spPr>
          <a:xfrm>
            <a:off x="3861470" y="4477989"/>
            <a:ext cx="4469056" cy="307777"/>
          </a:xfrm>
          <a:prstGeom prst="rect">
            <a:avLst/>
          </a:prstGeom>
        </p:spPr>
        <p:txBody>
          <a:bodyPr wrap="square" anchor="ctr">
            <a:spAutoFit/>
          </a:bodyPr>
          <a:lstStyle/>
          <a:p>
            <a:pPr algn="ctr"/>
            <a:r>
              <a:rPr lang="zh-CN" altLang="en-US" sz="1400" i="1" dirty="0" smtClean="0">
                <a:solidFill>
                  <a:schemeClr val="bg1"/>
                </a:solidFill>
              </a:rPr>
              <a:t>文字内容文字内容文字内容</a:t>
            </a:r>
            <a:endParaRPr lang="en-US" sz="1400" i="1" dirty="0">
              <a:solidFill>
                <a:schemeClr val="bg1"/>
              </a:solidFill>
            </a:endParaRPr>
          </a:p>
        </p:txBody>
      </p:sp>
      <p:sp>
        <p:nvSpPr>
          <p:cNvPr id="13" name="Rectangle 12"/>
          <p:cNvSpPr/>
          <p:nvPr/>
        </p:nvSpPr>
        <p:spPr>
          <a:xfrm>
            <a:off x="1397426" y="4945372"/>
            <a:ext cx="9397148" cy="954107"/>
          </a:xfrm>
          <a:prstGeom prst="rect">
            <a:avLst/>
          </a:prstGeom>
        </p:spPr>
        <p:txBody>
          <a:bodyPr wrap="square">
            <a:spAutoFit/>
          </a:bodyPr>
          <a:lstStyle/>
          <a:p>
            <a:pPr algn="ctr"/>
            <a:r>
              <a:rPr lang="zh-CN" altLang="en-US" sz="1400" dirty="0">
                <a:solidFill>
                  <a:srgbClr val="FFFFFF"/>
                </a:solidFill>
              </a:rPr>
              <a:t>文字内容文字文字内容文字</a:t>
            </a:r>
            <a:r>
              <a:rPr lang="zh-CN" altLang="en-US" sz="1400" dirty="0" smtClean="0">
                <a:solidFill>
                  <a:srgbClr val="FFFFFF"/>
                </a:solidFill>
              </a:rPr>
              <a:t>内容文字</a:t>
            </a:r>
            <a:r>
              <a:rPr lang="zh-CN" altLang="en-US" sz="1400" dirty="0">
                <a:solidFill>
                  <a:srgbClr val="FFFFFF"/>
                </a:solidFill>
              </a:rPr>
              <a:t>内容文字内容文字内容文字文字内容文字内容</a:t>
            </a:r>
            <a:endParaRPr lang="en-US" altLang="zh-CN" sz="1400" dirty="0">
              <a:solidFill>
                <a:srgbClr val="FFFFFF"/>
              </a:solidFill>
            </a:endParaRPr>
          </a:p>
          <a:p>
            <a:pPr algn="ctr"/>
            <a:r>
              <a:rPr lang="zh-CN" altLang="en-US" sz="1400" dirty="0">
                <a:solidFill>
                  <a:srgbClr val="FFFFFF"/>
                </a:solidFill>
              </a:rPr>
              <a:t>文字内容文字</a:t>
            </a:r>
            <a:r>
              <a:rPr lang="zh-CN" altLang="en-US" sz="1400" dirty="0" smtClean="0">
                <a:solidFill>
                  <a:srgbClr val="FFFFFF"/>
                </a:solidFill>
              </a:rPr>
              <a:t>内容</a:t>
            </a:r>
            <a:r>
              <a:rPr lang="zh-CN" altLang="en-US" sz="1400" dirty="0">
                <a:solidFill>
                  <a:srgbClr val="FFFFFF"/>
                </a:solidFill>
              </a:rPr>
              <a:t>文字内容文字文字内容文字内容</a:t>
            </a:r>
            <a:endParaRPr lang="en-US" altLang="zh-CN" sz="1400" dirty="0">
              <a:solidFill>
                <a:srgbClr val="FFFFFF"/>
              </a:solidFill>
            </a:endParaRPr>
          </a:p>
          <a:p>
            <a:pPr algn="ctr"/>
            <a:r>
              <a:rPr lang="zh-CN" altLang="en-US" sz="1400" dirty="0">
                <a:solidFill>
                  <a:srgbClr val="FFFFFF"/>
                </a:solidFill>
              </a:rPr>
              <a:t>文字内容文字内容文字内容文字文字内容文字内容</a:t>
            </a:r>
            <a:endParaRPr lang="en-US" altLang="zh-CN" sz="1400" dirty="0">
              <a:solidFill>
                <a:srgbClr val="FFFFFF"/>
              </a:solidFill>
            </a:endParaRPr>
          </a:p>
          <a:p>
            <a:pPr algn="ctr"/>
            <a:r>
              <a:rPr lang="zh-CN" altLang="en-US" sz="1400" dirty="0">
                <a:solidFill>
                  <a:srgbClr val="FFFFFF"/>
                </a:solidFill>
              </a:rPr>
              <a:t>文字内容文字</a:t>
            </a:r>
            <a:r>
              <a:rPr lang="zh-CN" altLang="en-US" sz="1400" dirty="0" smtClean="0">
                <a:solidFill>
                  <a:srgbClr val="FFFFFF"/>
                </a:solidFill>
              </a:rPr>
              <a:t>内容</a:t>
            </a:r>
            <a:endParaRPr lang="en-US" altLang="zh-CN" sz="1400" dirty="0">
              <a:solidFill>
                <a:srgbClr val="FFFFFF"/>
              </a:solidFill>
            </a:endParaRPr>
          </a:p>
        </p:txBody>
      </p:sp>
      <p:sp>
        <p:nvSpPr>
          <p:cNvPr id="14" name="TextBox 13"/>
          <p:cNvSpPr txBox="1"/>
          <p:nvPr/>
        </p:nvSpPr>
        <p:spPr>
          <a:xfrm>
            <a:off x="4517687" y="902962"/>
            <a:ext cx="3156633" cy="707886"/>
          </a:xfrm>
          <a:prstGeom prst="rect">
            <a:avLst/>
          </a:prstGeom>
          <a:noFill/>
        </p:spPr>
        <p:txBody>
          <a:bodyPr wrap="none" rtlCol="0">
            <a:spAutoFit/>
          </a:bodyPr>
          <a:lstStyle/>
          <a:p>
            <a:pPr algn="ctr"/>
            <a:r>
              <a:rPr lang="zh-CN" altLang="en-US" sz="4000" b="1" i="0" spc="-150" dirty="0" smtClean="0">
                <a:solidFill>
                  <a:schemeClr val="accent3">
                    <a:lumMod val="75000"/>
                  </a:schemeClr>
                </a:solidFill>
                <a:latin typeface="Montserrat" panose="00000500000000000000" pitchFamily="50" charset="0"/>
                <a:cs typeface="Raleway"/>
              </a:rPr>
              <a:t>文字标题内容</a:t>
            </a:r>
            <a:endParaRPr lang="en-US" sz="4000" b="1" i="0" spc="-150" dirty="0">
              <a:solidFill>
                <a:schemeClr val="accent3">
                  <a:lumMod val="75000"/>
                </a:schemeClr>
              </a:solidFill>
              <a:latin typeface="Montserrat" panose="00000500000000000000" pitchFamily="50" charset="0"/>
              <a:cs typeface="Raleway"/>
            </a:endParaRPr>
          </a:p>
        </p:txBody>
      </p:sp>
      <p:pic>
        <p:nvPicPr>
          <p:cNvPr id="5" name="图片占位符 4"/>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6558" r="16558"/>
          <a:stretch>
            <a:fillRect/>
          </a:stretch>
        </p:blipFill>
        <p:spPr/>
      </p:pic>
      <p:pic>
        <p:nvPicPr>
          <p:cNvPr id="2" name="图片 1" descr="中科大"/>
          <p:cNvPicPr>
            <a:picLocks noChangeAspect="1"/>
          </p:cNvPicPr>
          <p:nvPr/>
        </p:nvPicPr>
        <p:blipFill>
          <a:blip r:embed="rId3"/>
          <a:stretch>
            <a:fillRect/>
          </a:stretch>
        </p:blipFill>
        <p:spPr>
          <a:xfrm>
            <a:off x="11223625" y="5899785"/>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6"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grpSp>
        <p:nvGrpSpPr>
          <p:cNvPr id="3" name="Group 2"/>
          <p:cNvGrpSpPr/>
          <p:nvPr/>
        </p:nvGrpSpPr>
        <p:grpSpPr>
          <a:xfrm>
            <a:off x="1104096" y="4077477"/>
            <a:ext cx="2480238" cy="806396"/>
            <a:chOff x="1104096" y="4077477"/>
            <a:chExt cx="2480238" cy="806396"/>
          </a:xfrm>
        </p:grpSpPr>
        <p:sp>
          <p:nvSpPr>
            <p:cNvPr id="48" name="Rectangle 47"/>
            <p:cNvSpPr/>
            <p:nvPr/>
          </p:nvSpPr>
          <p:spPr>
            <a:xfrm>
              <a:off x="1104096" y="4077477"/>
              <a:ext cx="2480238" cy="323165"/>
            </a:xfrm>
            <a:prstGeom prst="rect">
              <a:avLst/>
            </a:prstGeom>
          </p:spPr>
          <p:txBody>
            <a:bodyPr wrap="square" anchor="ctr">
              <a:spAutoFit/>
            </a:bodyPr>
            <a:lstStyle/>
            <a:p>
              <a:pPr algn="ctr"/>
              <a:r>
                <a:rPr lang="zh-CN" altLang="en-US" sz="1500" dirty="0" smtClean="0">
                  <a:solidFill>
                    <a:schemeClr val="accent3"/>
                  </a:solidFill>
                  <a:latin typeface="Raleway"/>
                  <a:cs typeface="Raleway"/>
                </a:rPr>
                <a:t>文字内容</a:t>
              </a:r>
              <a:endParaRPr lang="en-US" sz="1500" dirty="0">
                <a:solidFill>
                  <a:schemeClr val="accent3"/>
                </a:solidFill>
                <a:latin typeface="Raleway"/>
                <a:cs typeface="Raleway"/>
              </a:endParaRPr>
            </a:p>
          </p:txBody>
        </p:sp>
        <p:sp>
          <p:nvSpPr>
            <p:cNvPr id="49" name="Rectangle 48"/>
            <p:cNvSpPr/>
            <p:nvPr/>
          </p:nvSpPr>
          <p:spPr>
            <a:xfrm>
              <a:off x="1168046" y="4452986"/>
              <a:ext cx="2352338" cy="430887"/>
            </a:xfrm>
            <a:prstGeom prst="rect">
              <a:avLst/>
            </a:prstGeom>
          </p:spPr>
          <p:txBody>
            <a:bodyPr wrap="square" anchor="ctr">
              <a:spAutoFit/>
            </a:bodyPr>
            <a:lstStyle/>
            <a:p>
              <a:pPr algn="ctr"/>
              <a:r>
                <a:rPr lang="zh-CN" altLang="en-US" sz="1100" dirty="0" smtClean="0">
                  <a:solidFill>
                    <a:schemeClr val="bg1"/>
                  </a:solidFill>
                </a:rPr>
                <a:t>文字内容文字内容文字内容</a:t>
              </a:r>
              <a:endParaRPr lang="en-US" altLang="zh-CN" sz="1100" dirty="0" smtClean="0">
                <a:solidFill>
                  <a:schemeClr val="bg1"/>
                </a:solidFill>
              </a:endParaRPr>
            </a:p>
            <a:p>
              <a:pPr algn="ctr"/>
              <a:r>
                <a:rPr lang="zh-CN" altLang="en-US" sz="1100" dirty="0" smtClean="0">
                  <a:solidFill>
                    <a:schemeClr val="bg1"/>
                  </a:solidFill>
                </a:rPr>
                <a:t>文字内容文字</a:t>
              </a:r>
              <a:endParaRPr lang="en-US" sz="1100" dirty="0">
                <a:solidFill>
                  <a:schemeClr val="bg1"/>
                </a:solidFill>
              </a:endParaRPr>
            </a:p>
          </p:txBody>
        </p:sp>
      </p:grpSp>
      <p:grpSp>
        <p:nvGrpSpPr>
          <p:cNvPr id="7" name="Group 6"/>
          <p:cNvGrpSpPr/>
          <p:nvPr/>
        </p:nvGrpSpPr>
        <p:grpSpPr>
          <a:xfrm>
            <a:off x="1005092" y="5082853"/>
            <a:ext cx="2678246" cy="1184940"/>
            <a:chOff x="1005092" y="5082853"/>
            <a:chExt cx="2678246" cy="1184940"/>
          </a:xfrm>
        </p:grpSpPr>
        <p:sp>
          <p:nvSpPr>
            <p:cNvPr id="51" name="Rectangle 50"/>
            <p:cNvSpPr/>
            <p:nvPr/>
          </p:nvSpPr>
          <p:spPr>
            <a:xfrm>
              <a:off x="1005092" y="5082853"/>
              <a:ext cx="1164515" cy="1184940"/>
            </a:xfrm>
            <a:prstGeom prst="rect">
              <a:avLst/>
            </a:prstGeom>
          </p:spPr>
          <p:txBody>
            <a:bodyPr wrap="square" anchor="ctr">
              <a:spAutoFit/>
            </a:bodyPr>
            <a:lstStyle/>
            <a:p>
              <a:pPr>
                <a:spcBef>
                  <a:spcPts val="600"/>
                </a:spcBef>
              </a:pPr>
              <a:r>
                <a:rPr lang="zh-CN" altLang="en-US" sz="1400" dirty="0" smtClean="0">
                  <a:solidFill>
                    <a:schemeClr val="bg1"/>
                  </a:solidFill>
                </a:rPr>
                <a:t>文字内容</a:t>
              </a:r>
              <a:endParaRPr lang="en-US" altLang="zh-CN" sz="1400" dirty="0" smtClean="0">
                <a:solidFill>
                  <a:schemeClr val="bg1"/>
                </a:solidFill>
              </a:endParaRPr>
            </a:p>
            <a:p>
              <a:pPr>
                <a:spcBef>
                  <a:spcPts val="600"/>
                </a:spcBef>
              </a:pPr>
              <a:r>
                <a:rPr lang="zh-CN" altLang="en-US" sz="1400" dirty="0" smtClean="0">
                  <a:solidFill>
                    <a:schemeClr val="bg1"/>
                  </a:solidFill>
                </a:rPr>
                <a:t>文字内容</a:t>
              </a:r>
              <a:endParaRPr lang="en-US" altLang="zh-CN" sz="1400" dirty="0" smtClean="0">
                <a:solidFill>
                  <a:schemeClr val="bg1"/>
                </a:solidFill>
              </a:endParaRPr>
            </a:p>
            <a:p>
              <a:pPr>
                <a:spcBef>
                  <a:spcPts val="600"/>
                </a:spcBef>
              </a:pPr>
              <a:r>
                <a:rPr lang="zh-CN" altLang="en-US" sz="1400" dirty="0" smtClean="0">
                  <a:solidFill>
                    <a:schemeClr val="bg1"/>
                  </a:solidFill>
                </a:rPr>
                <a:t>文字内容</a:t>
              </a:r>
              <a:endParaRPr lang="en-US" altLang="zh-CN" sz="1400" dirty="0" smtClean="0">
                <a:solidFill>
                  <a:schemeClr val="bg1"/>
                </a:solidFill>
              </a:endParaRPr>
            </a:p>
            <a:p>
              <a:pPr>
                <a:spcBef>
                  <a:spcPts val="600"/>
                </a:spcBef>
              </a:pPr>
              <a:r>
                <a:rPr lang="zh-CN" altLang="en-US" sz="1400" dirty="0" smtClean="0">
                  <a:solidFill>
                    <a:schemeClr val="bg1"/>
                  </a:solidFill>
                </a:rPr>
                <a:t>文字内容</a:t>
              </a:r>
              <a:endParaRPr lang="en-US" sz="1400" dirty="0">
                <a:solidFill>
                  <a:schemeClr val="bg1"/>
                </a:solidFill>
              </a:endParaRPr>
            </a:p>
          </p:txBody>
        </p:sp>
        <p:sp>
          <p:nvSpPr>
            <p:cNvPr id="70" name="Rounded Rectangle 69"/>
            <p:cNvSpPr/>
            <p:nvPr/>
          </p:nvSpPr>
          <p:spPr>
            <a:xfrm>
              <a:off x="2190900" y="5234684"/>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71" name="Rounded Rectangle 70"/>
            <p:cNvSpPr/>
            <p:nvPr/>
          </p:nvSpPr>
          <p:spPr>
            <a:xfrm>
              <a:off x="2190899" y="5234684"/>
              <a:ext cx="1041415" cy="5926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69" name="TextBox 68"/>
            <p:cNvSpPr txBox="1"/>
            <p:nvPr/>
          </p:nvSpPr>
          <p:spPr>
            <a:xfrm>
              <a:off x="3254840" y="5122789"/>
              <a:ext cx="428498" cy="261610"/>
            </a:xfrm>
            <a:prstGeom prst="rect">
              <a:avLst/>
            </a:prstGeom>
            <a:noFill/>
          </p:spPr>
          <p:txBody>
            <a:bodyPr wrap="none" rtlCol="0">
              <a:spAutoFit/>
            </a:bodyPr>
            <a:lstStyle/>
            <a:p>
              <a:r>
                <a:rPr lang="en-US" sz="1100" dirty="0">
                  <a:solidFill>
                    <a:schemeClr val="bg1"/>
                  </a:solidFill>
                </a:rPr>
                <a:t>99%</a:t>
              </a:r>
              <a:endParaRPr lang="en-US" sz="1100" dirty="0">
                <a:solidFill>
                  <a:schemeClr val="bg1"/>
                </a:solidFill>
              </a:endParaRPr>
            </a:p>
          </p:txBody>
        </p:sp>
        <p:sp>
          <p:nvSpPr>
            <p:cNvPr id="66" name="Rounded Rectangle 65"/>
            <p:cNvSpPr/>
            <p:nvPr/>
          </p:nvSpPr>
          <p:spPr>
            <a:xfrm>
              <a:off x="2190900" y="5526762"/>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67" name="Rounded Rectangle 66"/>
            <p:cNvSpPr/>
            <p:nvPr/>
          </p:nvSpPr>
          <p:spPr>
            <a:xfrm>
              <a:off x="2190900" y="5526762"/>
              <a:ext cx="966760" cy="60347"/>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65" name="TextBox 64"/>
            <p:cNvSpPr txBox="1"/>
            <p:nvPr/>
          </p:nvSpPr>
          <p:spPr>
            <a:xfrm>
              <a:off x="3254840" y="5414889"/>
              <a:ext cx="428498" cy="261610"/>
            </a:xfrm>
            <a:prstGeom prst="rect">
              <a:avLst/>
            </a:prstGeom>
            <a:noFill/>
          </p:spPr>
          <p:txBody>
            <a:bodyPr wrap="none" rtlCol="0">
              <a:spAutoFit/>
            </a:bodyPr>
            <a:lstStyle/>
            <a:p>
              <a:r>
                <a:rPr lang="en-US" sz="1100" dirty="0">
                  <a:solidFill>
                    <a:schemeClr val="bg1"/>
                  </a:solidFill>
                </a:rPr>
                <a:t>90%</a:t>
              </a:r>
              <a:endParaRPr lang="en-US" sz="1100" dirty="0">
                <a:solidFill>
                  <a:schemeClr val="bg1"/>
                </a:solidFill>
              </a:endParaRPr>
            </a:p>
          </p:txBody>
        </p:sp>
        <p:sp>
          <p:nvSpPr>
            <p:cNvPr id="62" name="Rounded Rectangle 61"/>
            <p:cNvSpPr/>
            <p:nvPr/>
          </p:nvSpPr>
          <p:spPr>
            <a:xfrm>
              <a:off x="2190900" y="58188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63" name="Rounded Rectangle 62"/>
            <p:cNvSpPr/>
            <p:nvPr/>
          </p:nvSpPr>
          <p:spPr>
            <a:xfrm>
              <a:off x="2190900" y="5818871"/>
              <a:ext cx="813732" cy="6032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61" name="TextBox 60"/>
            <p:cNvSpPr txBox="1"/>
            <p:nvPr/>
          </p:nvSpPr>
          <p:spPr>
            <a:xfrm>
              <a:off x="3254840" y="5706989"/>
              <a:ext cx="428498" cy="261610"/>
            </a:xfrm>
            <a:prstGeom prst="rect">
              <a:avLst/>
            </a:prstGeom>
            <a:noFill/>
          </p:spPr>
          <p:txBody>
            <a:bodyPr wrap="none" rtlCol="0">
              <a:spAutoFit/>
            </a:bodyPr>
            <a:lstStyle/>
            <a:p>
              <a:r>
                <a:rPr lang="en-US" sz="1100" dirty="0">
                  <a:solidFill>
                    <a:schemeClr val="bg1"/>
                  </a:solidFill>
                </a:rPr>
                <a:t>80%</a:t>
              </a:r>
              <a:endParaRPr lang="en-US" sz="1100" dirty="0">
                <a:solidFill>
                  <a:schemeClr val="bg1"/>
                </a:solidFill>
              </a:endParaRPr>
            </a:p>
          </p:txBody>
        </p:sp>
        <p:sp>
          <p:nvSpPr>
            <p:cNvPr id="58" name="Rounded Rectangle 57"/>
            <p:cNvSpPr/>
            <p:nvPr/>
          </p:nvSpPr>
          <p:spPr>
            <a:xfrm>
              <a:off x="2181375" y="61109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59" name="Rounded Rectangle 58"/>
            <p:cNvSpPr/>
            <p:nvPr/>
          </p:nvSpPr>
          <p:spPr>
            <a:xfrm>
              <a:off x="2181375" y="6110971"/>
              <a:ext cx="728007" cy="60329"/>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57" name="TextBox 56"/>
            <p:cNvSpPr txBox="1"/>
            <p:nvPr/>
          </p:nvSpPr>
          <p:spPr>
            <a:xfrm>
              <a:off x="3245315" y="5999089"/>
              <a:ext cx="428498" cy="261610"/>
            </a:xfrm>
            <a:prstGeom prst="rect">
              <a:avLst/>
            </a:prstGeom>
            <a:noFill/>
          </p:spPr>
          <p:txBody>
            <a:bodyPr wrap="none" rtlCol="0">
              <a:spAutoFit/>
            </a:bodyPr>
            <a:lstStyle/>
            <a:p>
              <a:r>
                <a:rPr lang="en-US" sz="1100" dirty="0">
                  <a:solidFill>
                    <a:schemeClr val="bg1"/>
                  </a:solidFill>
                </a:rPr>
                <a:t>75%</a:t>
              </a:r>
              <a:endParaRPr lang="en-US" sz="1100" dirty="0">
                <a:solidFill>
                  <a:schemeClr val="bg1"/>
                </a:solidFill>
              </a:endParaRPr>
            </a:p>
          </p:txBody>
        </p:sp>
      </p:grpSp>
      <p:grpSp>
        <p:nvGrpSpPr>
          <p:cNvPr id="2" name="Group 1"/>
          <p:cNvGrpSpPr/>
          <p:nvPr/>
        </p:nvGrpSpPr>
        <p:grpSpPr>
          <a:xfrm>
            <a:off x="4888696" y="4077477"/>
            <a:ext cx="2480238" cy="806396"/>
            <a:chOff x="4888696" y="4077477"/>
            <a:chExt cx="2480238" cy="806396"/>
          </a:xfrm>
        </p:grpSpPr>
        <p:sp>
          <p:nvSpPr>
            <p:cNvPr id="118" name="Rectangle 117"/>
            <p:cNvSpPr/>
            <p:nvPr/>
          </p:nvSpPr>
          <p:spPr>
            <a:xfrm>
              <a:off x="4888696" y="4077477"/>
              <a:ext cx="2480238" cy="323165"/>
            </a:xfrm>
            <a:prstGeom prst="rect">
              <a:avLst/>
            </a:prstGeom>
          </p:spPr>
          <p:txBody>
            <a:bodyPr wrap="square" anchor="ctr">
              <a:spAutoFit/>
            </a:bodyPr>
            <a:lstStyle/>
            <a:p>
              <a:pPr algn="ctr"/>
              <a:r>
                <a:rPr lang="zh-CN" altLang="en-US" sz="1500" dirty="0" smtClean="0">
                  <a:solidFill>
                    <a:schemeClr val="accent1"/>
                  </a:solidFill>
                  <a:latin typeface="Raleway"/>
                  <a:cs typeface="Raleway"/>
                </a:rPr>
                <a:t>文字</a:t>
              </a:r>
              <a:r>
                <a:rPr lang="zh-CN" altLang="en-US" sz="1500" dirty="0">
                  <a:solidFill>
                    <a:schemeClr val="accent1"/>
                  </a:solidFill>
                  <a:latin typeface="Raleway"/>
                  <a:cs typeface="Raleway"/>
                </a:rPr>
                <a:t>内容</a:t>
              </a:r>
              <a:endParaRPr lang="en-US" sz="1500" dirty="0">
                <a:solidFill>
                  <a:schemeClr val="accent1"/>
                </a:solidFill>
                <a:latin typeface="Raleway"/>
                <a:cs typeface="Raleway"/>
              </a:endParaRPr>
            </a:p>
          </p:txBody>
        </p:sp>
        <p:sp>
          <p:nvSpPr>
            <p:cNvPr id="119" name="Rectangle 118"/>
            <p:cNvSpPr/>
            <p:nvPr/>
          </p:nvSpPr>
          <p:spPr>
            <a:xfrm>
              <a:off x="4952646" y="4452986"/>
              <a:ext cx="2352338" cy="430887"/>
            </a:xfrm>
            <a:prstGeom prst="rect">
              <a:avLst/>
            </a:prstGeom>
          </p:spPr>
          <p:txBody>
            <a:bodyPr wrap="square" anchor="ctr">
              <a:spAutoFit/>
            </a:bodyPr>
            <a:lstStyle/>
            <a:p>
              <a:pPr algn="ctr"/>
              <a:r>
                <a:rPr lang="zh-CN" altLang="en-US" sz="1100" dirty="0">
                  <a:solidFill>
                    <a:schemeClr val="bg1"/>
                  </a:solidFill>
                </a:rPr>
                <a:t>文字内容文字内容文字内容</a:t>
              </a:r>
              <a:endParaRPr lang="en-US" altLang="zh-CN" sz="1100" dirty="0">
                <a:solidFill>
                  <a:schemeClr val="bg1"/>
                </a:solidFill>
              </a:endParaRPr>
            </a:p>
            <a:p>
              <a:pPr algn="ctr"/>
              <a:r>
                <a:rPr lang="zh-CN" altLang="en-US" sz="1100" dirty="0">
                  <a:solidFill>
                    <a:schemeClr val="bg1"/>
                  </a:solidFill>
                </a:rPr>
                <a:t>文字内容文字</a:t>
              </a:r>
              <a:endParaRPr lang="en-US" altLang="zh-CN" sz="1100" dirty="0">
                <a:solidFill>
                  <a:schemeClr val="bg1"/>
                </a:solidFill>
              </a:endParaRPr>
            </a:p>
          </p:txBody>
        </p:sp>
      </p:grpSp>
      <p:grpSp>
        <p:nvGrpSpPr>
          <p:cNvPr id="8" name="Group 7"/>
          <p:cNvGrpSpPr/>
          <p:nvPr/>
        </p:nvGrpSpPr>
        <p:grpSpPr>
          <a:xfrm>
            <a:off x="4789692" y="5082853"/>
            <a:ext cx="2678246" cy="1184940"/>
            <a:chOff x="4789692" y="5082853"/>
            <a:chExt cx="2678246" cy="1184940"/>
          </a:xfrm>
        </p:grpSpPr>
        <p:sp>
          <p:nvSpPr>
            <p:cNvPr id="121" name="Rectangle 120"/>
            <p:cNvSpPr/>
            <p:nvPr/>
          </p:nvSpPr>
          <p:spPr>
            <a:xfrm>
              <a:off x="4789692" y="5082853"/>
              <a:ext cx="1164515" cy="1184940"/>
            </a:xfrm>
            <a:prstGeom prst="rect">
              <a:avLst/>
            </a:prstGeom>
          </p:spPr>
          <p:txBody>
            <a:bodyPr wrap="square" anchor="ctr">
              <a:spAutoFit/>
            </a:bodyPr>
            <a:lstStyle/>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p:txBody>
        </p:sp>
        <p:sp>
          <p:nvSpPr>
            <p:cNvPr id="141" name="Rounded Rectangle 140"/>
            <p:cNvSpPr/>
            <p:nvPr/>
          </p:nvSpPr>
          <p:spPr>
            <a:xfrm>
              <a:off x="5975500" y="5234684"/>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42" name="Rounded Rectangle 141"/>
            <p:cNvSpPr/>
            <p:nvPr/>
          </p:nvSpPr>
          <p:spPr>
            <a:xfrm>
              <a:off x="5975499" y="5234684"/>
              <a:ext cx="1041415" cy="5926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40" name="TextBox 139"/>
            <p:cNvSpPr txBox="1"/>
            <p:nvPr/>
          </p:nvSpPr>
          <p:spPr>
            <a:xfrm>
              <a:off x="7039440" y="5122789"/>
              <a:ext cx="428498" cy="261610"/>
            </a:xfrm>
            <a:prstGeom prst="rect">
              <a:avLst/>
            </a:prstGeom>
            <a:noFill/>
          </p:spPr>
          <p:txBody>
            <a:bodyPr wrap="none" rtlCol="0">
              <a:spAutoFit/>
            </a:bodyPr>
            <a:lstStyle/>
            <a:p>
              <a:r>
                <a:rPr lang="en-US" sz="1100" dirty="0">
                  <a:solidFill>
                    <a:schemeClr val="bg1"/>
                  </a:solidFill>
                </a:rPr>
                <a:t>99%</a:t>
              </a:r>
              <a:endParaRPr lang="en-US" sz="1100" dirty="0">
                <a:solidFill>
                  <a:schemeClr val="bg1"/>
                </a:solidFill>
              </a:endParaRPr>
            </a:p>
          </p:txBody>
        </p:sp>
        <p:sp>
          <p:nvSpPr>
            <p:cNvPr id="137" name="Rounded Rectangle 136"/>
            <p:cNvSpPr/>
            <p:nvPr/>
          </p:nvSpPr>
          <p:spPr>
            <a:xfrm>
              <a:off x="5975500" y="5526762"/>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38" name="Rounded Rectangle 137"/>
            <p:cNvSpPr/>
            <p:nvPr/>
          </p:nvSpPr>
          <p:spPr>
            <a:xfrm>
              <a:off x="5975500" y="5526762"/>
              <a:ext cx="966760" cy="60347"/>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36" name="TextBox 135"/>
            <p:cNvSpPr txBox="1"/>
            <p:nvPr/>
          </p:nvSpPr>
          <p:spPr>
            <a:xfrm>
              <a:off x="7039440" y="5414889"/>
              <a:ext cx="428498" cy="261610"/>
            </a:xfrm>
            <a:prstGeom prst="rect">
              <a:avLst/>
            </a:prstGeom>
            <a:noFill/>
          </p:spPr>
          <p:txBody>
            <a:bodyPr wrap="none" rtlCol="0">
              <a:spAutoFit/>
            </a:bodyPr>
            <a:lstStyle/>
            <a:p>
              <a:r>
                <a:rPr lang="en-US" sz="1100" dirty="0">
                  <a:solidFill>
                    <a:schemeClr val="bg1"/>
                  </a:solidFill>
                </a:rPr>
                <a:t>90%</a:t>
              </a:r>
              <a:endParaRPr lang="en-US" sz="1100" dirty="0">
                <a:solidFill>
                  <a:schemeClr val="bg1"/>
                </a:solidFill>
              </a:endParaRPr>
            </a:p>
          </p:txBody>
        </p:sp>
        <p:sp>
          <p:nvSpPr>
            <p:cNvPr id="133" name="Rounded Rectangle 132"/>
            <p:cNvSpPr/>
            <p:nvPr/>
          </p:nvSpPr>
          <p:spPr>
            <a:xfrm>
              <a:off x="5975500" y="58188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34" name="Rounded Rectangle 133"/>
            <p:cNvSpPr/>
            <p:nvPr/>
          </p:nvSpPr>
          <p:spPr>
            <a:xfrm>
              <a:off x="5975500" y="5818871"/>
              <a:ext cx="813732" cy="6032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32" name="TextBox 131"/>
            <p:cNvSpPr txBox="1"/>
            <p:nvPr/>
          </p:nvSpPr>
          <p:spPr>
            <a:xfrm>
              <a:off x="7039440" y="5706989"/>
              <a:ext cx="428498" cy="261610"/>
            </a:xfrm>
            <a:prstGeom prst="rect">
              <a:avLst/>
            </a:prstGeom>
            <a:noFill/>
          </p:spPr>
          <p:txBody>
            <a:bodyPr wrap="none" rtlCol="0">
              <a:spAutoFit/>
            </a:bodyPr>
            <a:lstStyle/>
            <a:p>
              <a:r>
                <a:rPr lang="en-US" sz="1100" dirty="0">
                  <a:solidFill>
                    <a:schemeClr val="bg1"/>
                  </a:solidFill>
                </a:rPr>
                <a:t>80%</a:t>
              </a:r>
              <a:endParaRPr lang="en-US" sz="1100" dirty="0">
                <a:solidFill>
                  <a:schemeClr val="bg1"/>
                </a:solidFill>
              </a:endParaRPr>
            </a:p>
          </p:txBody>
        </p:sp>
        <p:sp>
          <p:nvSpPr>
            <p:cNvPr id="129" name="Rounded Rectangle 128"/>
            <p:cNvSpPr/>
            <p:nvPr/>
          </p:nvSpPr>
          <p:spPr>
            <a:xfrm>
              <a:off x="5965975" y="61109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30" name="Rounded Rectangle 129"/>
            <p:cNvSpPr/>
            <p:nvPr/>
          </p:nvSpPr>
          <p:spPr>
            <a:xfrm>
              <a:off x="5965975" y="6110971"/>
              <a:ext cx="728007" cy="60329"/>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28" name="TextBox 127"/>
            <p:cNvSpPr txBox="1"/>
            <p:nvPr/>
          </p:nvSpPr>
          <p:spPr>
            <a:xfrm>
              <a:off x="7029915" y="5999089"/>
              <a:ext cx="428498" cy="261610"/>
            </a:xfrm>
            <a:prstGeom prst="rect">
              <a:avLst/>
            </a:prstGeom>
            <a:noFill/>
          </p:spPr>
          <p:txBody>
            <a:bodyPr wrap="none" rtlCol="0">
              <a:spAutoFit/>
            </a:bodyPr>
            <a:lstStyle/>
            <a:p>
              <a:r>
                <a:rPr lang="en-US" sz="1100" dirty="0">
                  <a:solidFill>
                    <a:schemeClr val="bg1"/>
                  </a:solidFill>
                </a:rPr>
                <a:t>75%</a:t>
              </a:r>
              <a:endParaRPr lang="en-US" sz="1100" dirty="0">
                <a:solidFill>
                  <a:schemeClr val="bg1"/>
                </a:solidFill>
              </a:endParaRPr>
            </a:p>
          </p:txBody>
        </p:sp>
      </p:grpSp>
      <p:grpSp>
        <p:nvGrpSpPr>
          <p:cNvPr id="4" name="Group 3"/>
          <p:cNvGrpSpPr/>
          <p:nvPr/>
        </p:nvGrpSpPr>
        <p:grpSpPr>
          <a:xfrm>
            <a:off x="8664830" y="4077477"/>
            <a:ext cx="2480238" cy="806396"/>
            <a:chOff x="8664830" y="4077477"/>
            <a:chExt cx="2480238" cy="806396"/>
          </a:xfrm>
        </p:grpSpPr>
        <p:sp>
          <p:nvSpPr>
            <p:cNvPr id="143" name="Rectangle 142"/>
            <p:cNvSpPr/>
            <p:nvPr/>
          </p:nvSpPr>
          <p:spPr>
            <a:xfrm>
              <a:off x="8664830" y="4077477"/>
              <a:ext cx="2480238" cy="323165"/>
            </a:xfrm>
            <a:prstGeom prst="rect">
              <a:avLst/>
            </a:prstGeom>
          </p:spPr>
          <p:txBody>
            <a:bodyPr wrap="square" anchor="ctr">
              <a:spAutoFit/>
            </a:bodyPr>
            <a:lstStyle/>
            <a:p>
              <a:pPr algn="ctr"/>
              <a:r>
                <a:rPr lang="zh-CN" altLang="en-US" sz="1500" dirty="0" smtClean="0">
                  <a:solidFill>
                    <a:schemeClr val="accent2"/>
                  </a:solidFill>
                  <a:latin typeface="Raleway"/>
                  <a:cs typeface="Raleway"/>
                </a:rPr>
                <a:t>文字内容</a:t>
              </a:r>
              <a:endParaRPr lang="en-US" sz="1500" dirty="0">
                <a:solidFill>
                  <a:schemeClr val="accent2"/>
                </a:solidFill>
                <a:latin typeface="Raleway"/>
                <a:cs typeface="Raleway"/>
              </a:endParaRPr>
            </a:p>
          </p:txBody>
        </p:sp>
        <p:sp>
          <p:nvSpPr>
            <p:cNvPr id="144" name="Rectangle 143"/>
            <p:cNvSpPr/>
            <p:nvPr/>
          </p:nvSpPr>
          <p:spPr>
            <a:xfrm>
              <a:off x="8728780" y="4452986"/>
              <a:ext cx="2352338" cy="430887"/>
            </a:xfrm>
            <a:prstGeom prst="rect">
              <a:avLst/>
            </a:prstGeom>
          </p:spPr>
          <p:txBody>
            <a:bodyPr wrap="square" anchor="ctr">
              <a:spAutoFit/>
            </a:bodyPr>
            <a:lstStyle/>
            <a:p>
              <a:pPr algn="ctr"/>
              <a:r>
                <a:rPr lang="zh-CN" altLang="en-US" sz="1100" dirty="0">
                  <a:solidFill>
                    <a:schemeClr val="bg1"/>
                  </a:solidFill>
                </a:rPr>
                <a:t>文字内容文字内容文字内容</a:t>
              </a:r>
              <a:endParaRPr lang="en-US" altLang="zh-CN" sz="1100" dirty="0">
                <a:solidFill>
                  <a:schemeClr val="bg1"/>
                </a:solidFill>
              </a:endParaRPr>
            </a:p>
            <a:p>
              <a:pPr algn="ctr"/>
              <a:r>
                <a:rPr lang="zh-CN" altLang="en-US" sz="1100" dirty="0">
                  <a:solidFill>
                    <a:schemeClr val="bg1"/>
                  </a:solidFill>
                </a:rPr>
                <a:t>文字内容文字</a:t>
              </a:r>
              <a:endParaRPr lang="en-US" altLang="zh-CN" sz="1100" dirty="0">
                <a:solidFill>
                  <a:schemeClr val="bg1"/>
                </a:solidFill>
              </a:endParaRPr>
            </a:p>
          </p:txBody>
        </p:sp>
      </p:grpSp>
      <p:grpSp>
        <p:nvGrpSpPr>
          <p:cNvPr id="9" name="Group 8"/>
          <p:cNvGrpSpPr/>
          <p:nvPr/>
        </p:nvGrpSpPr>
        <p:grpSpPr>
          <a:xfrm>
            <a:off x="8565826" y="5082853"/>
            <a:ext cx="2678246" cy="1184940"/>
            <a:chOff x="8565826" y="5082853"/>
            <a:chExt cx="2678246" cy="1184940"/>
          </a:xfrm>
        </p:grpSpPr>
        <p:sp>
          <p:nvSpPr>
            <p:cNvPr id="146" name="Rectangle 145"/>
            <p:cNvSpPr/>
            <p:nvPr/>
          </p:nvSpPr>
          <p:spPr>
            <a:xfrm>
              <a:off x="8565826" y="5082853"/>
              <a:ext cx="1164515" cy="1184940"/>
            </a:xfrm>
            <a:prstGeom prst="rect">
              <a:avLst/>
            </a:prstGeom>
          </p:spPr>
          <p:txBody>
            <a:bodyPr wrap="square" anchor="ctr">
              <a:spAutoFit/>
            </a:bodyPr>
            <a:lstStyle/>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a:p>
              <a:pPr>
                <a:spcBef>
                  <a:spcPts val="600"/>
                </a:spcBef>
              </a:pPr>
              <a:r>
                <a:rPr lang="zh-CN" altLang="en-US" sz="1400" dirty="0">
                  <a:solidFill>
                    <a:schemeClr val="bg1"/>
                  </a:solidFill>
                </a:rPr>
                <a:t>文字内容</a:t>
              </a:r>
              <a:endParaRPr lang="en-US" altLang="zh-CN" sz="1400" dirty="0">
                <a:solidFill>
                  <a:schemeClr val="bg1"/>
                </a:solidFill>
              </a:endParaRPr>
            </a:p>
          </p:txBody>
        </p:sp>
        <p:sp>
          <p:nvSpPr>
            <p:cNvPr id="166" name="Rounded Rectangle 165"/>
            <p:cNvSpPr/>
            <p:nvPr/>
          </p:nvSpPr>
          <p:spPr>
            <a:xfrm>
              <a:off x="9751634" y="5234684"/>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67" name="Rounded Rectangle 166"/>
            <p:cNvSpPr/>
            <p:nvPr/>
          </p:nvSpPr>
          <p:spPr>
            <a:xfrm>
              <a:off x="9751633" y="5234684"/>
              <a:ext cx="1041415" cy="5926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65" name="TextBox 164"/>
            <p:cNvSpPr txBox="1"/>
            <p:nvPr/>
          </p:nvSpPr>
          <p:spPr>
            <a:xfrm>
              <a:off x="10815574" y="5122789"/>
              <a:ext cx="428498" cy="261610"/>
            </a:xfrm>
            <a:prstGeom prst="rect">
              <a:avLst/>
            </a:prstGeom>
            <a:noFill/>
          </p:spPr>
          <p:txBody>
            <a:bodyPr wrap="none" rtlCol="0">
              <a:spAutoFit/>
            </a:bodyPr>
            <a:lstStyle/>
            <a:p>
              <a:r>
                <a:rPr lang="en-US" sz="1100" dirty="0">
                  <a:solidFill>
                    <a:schemeClr val="bg1"/>
                  </a:solidFill>
                </a:rPr>
                <a:t>99%</a:t>
              </a:r>
              <a:endParaRPr lang="en-US" sz="1100" dirty="0">
                <a:solidFill>
                  <a:schemeClr val="bg1"/>
                </a:solidFill>
              </a:endParaRPr>
            </a:p>
          </p:txBody>
        </p:sp>
        <p:sp>
          <p:nvSpPr>
            <p:cNvPr id="162" name="Rounded Rectangle 161"/>
            <p:cNvSpPr/>
            <p:nvPr/>
          </p:nvSpPr>
          <p:spPr>
            <a:xfrm>
              <a:off x="9751634" y="5526762"/>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63" name="Rounded Rectangle 162"/>
            <p:cNvSpPr/>
            <p:nvPr/>
          </p:nvSpPr>
          <p:spPr>
            <a:xfrm>
              <a:off x="9751634" y="5526762"/>
              <a:ext cx="966760" cy="60347"/>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61" name="TextBox 160"/>
            <p:cNvSpPr txBox="1"/>
            <p:nvPr/>
          </p:nvSpPr>
          <p:spPr>
            <a:xfrm>
              <a:off x="10815574" y="5414889"/>
              <a:ext cx="428498" cy="261610"/>
            </a:xfrm>
            <a:prstGeom prst="rect">
              <a:avLst/>
            </a:prstGeom>
            <a:noFill/>
          </p:spPr>
          <p:txBody>
            <a:bodyPr wrap="none" rtlCol="0">
              <a:spAutoFit/>
            </a:bodyPr>
            <a:lstStyle/>
            <a:p>
              <a:r>
                <a:rPr lang="en-US" sz="1100" dirty="0">
                  <a:solidFill>
                    <a:schemeClr val="bg1"/>
                  </a:solidFill>
                </a:rPr>
                <a:t>90%</a:t>
              </a:r>
              <a:endParaRPr lang="en-US" sz="1100" dirty="0">
                <a:solidFill>
                  <a:schemeClr val="bg1"/>
                </a:solidFill>
              </a:endParaRPr>
            </a:p>
          </p:txBody>
        </p:sp>
        <p:sp>
          <p:nvSpPr>
            <p:cNvPr id="158" name="Rounded Rectangle 157"/>
            <p:cNvSpPr/>
            <p:nvPr/>
          </p:nvSpPr>
          <p:spPr>
            <a:xfrm>
              <a:off x="9751634" y="58188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59" name="Rounded Rectangle 158"/>
            <p:cNvSpPr/>
            <p:nvPr/>
          </p:nvSpPr>
          <p:spPr>
            <a:xfrm>
              <a:off x="9751634" y="5818871"/>
              <a:ext cx="813732" cy="6032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57" name="TextBox 156"/>
            <p:cNvSpPr txBox="1"/>
            <p:nvPr/>
          </p:nvSpPr>
          <p:spPr>
            <a:xfrm>
              <a:off x="10815574" y="5706989"/>
              <a:ext cx="428498" cy="261610"/>
            </a:xfrm>
            <a:prstGeom prst="rect">
              <a:avLst/>
            </a:prstGeom>
            <a:noFill/>
          </p:spPr>
          <p:txBody>
            <a:bodyPr wrap="none" rtlCol="0">
              <a:spAutoFit/>
            </a:bodyPr>
            <a:lstStyle/>
            <a:p>
              <a:r>
                <a:rPr lang="en-US" sz="1100" dirty="0">
                  <a:solidFill>
                    <a:schemeClr val="bg1"/>
                  </a:solidFill>
                </a:rPr>
                <a:t>80%</a:t>
              </a:r>
              <a:endParaRPr lang="en-US" sz="1100" dirty="0">
                <a:solidFill>
                  <a:schemeClr val="bg1"/>
                </a:solidFill>
              </a:endParaRPr>
            </a:p>
          </p:txBody>
        </p:sp>
        <p:sp>
          <p:nvSpPr>
            <p:cNvPr id="154" name="Rounded Rectangle 153"/>
            <p:cNvSpPr/>
            <p:nvPr/>
          </p:nvSpPr>
          <p:spPr>
            <a:xfrm>
              <a:off x="9742109" y="6110971"/>
              <a:ext cx="1096307" cy="5926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55" name="Rounded Rectangle 154"/>
            <p:cNvSpPr/>
            <p:nvPr/>
          </p:nvSpPr>
          <p:spPr>
            <a:xfrm>
              <a:off x="9742109" y="6110971"/>
              <a:ext cx="728007" cy="60329"/>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bg1"/>
                </a:solidFill>
              </a:endParaRPr>
            </a:p>
          </p:txBody>
        </p:sp>
        <p:sp>
          <p:nvSpPr>
            <p:cNvPr id="153" name="TextBox 152"/>
            <p:cNvSpPr txBox="1"/>
            <p:nvPr/>
          </p:nvSpPr>
          <p:spPr>
            <a:xfrm>
              <a:off x="10806049" y="5999089"/>
              <a:ext cx="428498" cy="261610"/>
            </a:xfrm>
            <a:prstGeom prst="rect">
              <a:avLst/>
            </a:prstGeom>
            <a:noFill/>
          </p:spPr>
          <p:txBody>
            <a:bodyPr wrap="none" rtlCol="0">
              <a:spAutoFit/>
            </a:bodyPr>
            <a:lstStyle/>
            <a:p>
              <a:r>
                <a:rPr lang="en-US" sz="1100" dirty="0">
                  <a:solidFill>
                    <a:schemeClr val="bg1"/>
                  </a:solidFill>
                </a:rPr>
                <a:t>75%</a:t>
              </a:r>
              <a:endParaRPr lang="en-US" sz="1100" dirty="0">
                <a:solidFill>
                  <a:schemeClr val="bg1"/>
                </a:solidFill>
              </a:endParaRPr>
            </a:p>
          </p:txBody>
        </p:sp>
      </p:grpSp>
      <p:pic>
        <p:nvPicPr>
          <p:cNvPr id="13" name="图片占位符 12"/>
          <p:cNvPicPr>
            <a:picLocks noGrp="1" noChangeAspect="1"/>
          </p:cNvPicPr>
          <p:nvPr>
            <p:ph type="pic" sz="quarter" idx="12"/>
          </p:nvPr>
        </p:nvPicPr>
        <p:blipFill>
          <a:blip r:embed="rId1">
            <a:extLst>
              <a:ext uri="{28A0092B-C50C-407E-A947-70E740481C1C}">
                <a14:useLocalDpi xmlns:a14="http://schemas.microsoft.com/office/drawing/2010/main" val="0"/>
              </a:ext>
            </a:extLst>
          </a:blip>
          <a:srcRect l="16592" r="16592"/>
          <a:stretch>
            <a:fillRect/>
          </a:stretch>
        </p:blipFill>
        <p:spPr/>
      </p:pic>
      <p:pic>
        <p:nvPicPr>
          <p:cNvPr id="14" name="图片占位符 13"/>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6100" r="6100"/>
          <a:stretch>
            <a:fillRect/>
          </a:stretch>
        </p:blipFill>
        <p:spPr/>
      </p:pic>
      <p:pic>
        <p:nvPicPr>
          <p:cNvPr id="15" name="图片占位符 14"/>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rcRect l="6450" r="6450"/>
          <a:stretch>
            <a:fillRect/>
          </a:stretch>
        </p:blipFill>
        <p:spPr/>
      </p:pic>
      <p:pic>
        <p:nvPicPr>
          <p:cNvPr id="10" name="图片 9" descr="中科大"/>
          <p:cNvPicPr>
            <a:picLocks noChangeAspect="1"/>
          </p:cNvPicPr>
          <p:nvPr/>
        </p:nvPicPr>
        <p:blipFill>
          <a:blip r:embed="rId4"/>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p:cNvGrpSpPr/>
          <p:nvPr/>
        </p:nvGrpSpPr>
        <p:grpSpPr>
          <a:xfrm>
            <a:off x="868749" y="2121254"/>
            <a:ext cx="3526196" cy="3526194"/>
            <a:chOff x="953359" y="1875323"/>
            <a:chExt cx="4018053" cy="4018052"/>
          </a:xfrm>
        </p:grpSpPr>
        <p:sp>
          <p:nvSpPr>
            <p:cNvPr id="4" name="Donut 3"/>
            <p:cNvSpPr/>
            <p:nvPr/>
          </p:nvSpPr>
          <p:spPr>
            <a:xfrm rot="20952353">
              <a:off x="953359" y="1875323"/>
              <a:ext cx="4018053" cy="4018052"/>
            </a:xfrm>
            <a:prstGeom prst="donut">
              <a:avLst>
                <a:gd name="adj" fmla="val 11250"/>
              </a:avLst>
            </a:prstGeom>
            <a:solidFill>
              <a:schemeClr val="accent3"/>
            </a:solidFill>
            <a:ln>
              <a:noFill/>
            </a:ln>
            <a:effectLst/>
            <a:scene3d>
              <a:camera prst="perspectiveContrastingRightFacing" fov="6300000">
                <a:rot lat="1200000" lon="19200000" rev="1800000"/>
              </a:camera>
              <a:lightRig rig="soft" dir="t">
                <a:rot lat="0" lon="0" rev="4200000"/>
              </a:lightRig>
            </a:scene3d>
            <a:sp3d extrusionH="825500" prstMaterial="plastic">
              <a:bevelT w="2921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Donut 4"/>
            <p:cNvSpPr/>
            <p:nvPr/>
          </p:nvSpPr>
          <p:spPr>
            <a:xfrm rot="20952353">
              <a:off x="1438949" y="2298290"/>
              <a:ext cx="3137828" cy="3137828"/>
            </a:xfrm>
            <a:prstGeom prst="donut">
              <a:avLst>
                <a:gd name="adj" fmla="val 11250"/>
              </a:avLst>
            </a:prstGeom>
            <a:solidFill>
              <a:schemeClr val="bg1"/>
            </a:solidFill>
            <a:ln>
              <a:noFill/>
            </a:ln>
            <a:effectLst>
              <a:outerShdw blurRad="50800" sx="102000" sy="102000" algn="ctr" rotWithShape="0">
                <a:schemeClr val="tx1">
                  <a:alpha val="25000"/>
                </a:schemeClr>
              </a:outerShdw>
            </a:effectLst>
            <a:scene3d>
              <a:camera prst="perspectiveContrastingRightFacing" fov="6300000">
                <a:rot lat="1200000" lon="19200000" rev="1800000"/>
              </a:camera>
              <a:lightRig rig="soft" dir="t">
                <a:rot lat="0" lon="0" rev="4200000"/>
              </a:lightRig>
            </a:scene3d>
            <a:sp3d extrusionH="63500" prstMaterial="plastic">
              <a:bevelT w="2921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Donut 5"/>
            <p:cNvSpPr/>
            <p:nvPr/>
          </p:nvSpPr>
          <p:spPr>
            <a:xfrm rot="20952353">
              <a:off x="1797242" y="2649074"/>
              <a:ext cx="2433647" cy="2433647"/>
            </a:xfrm>
            <a:prstGeom prst="donut">
              <a:avLst>
                <a:gd name="adj" fmla="val 14851"/>
              </a:avLst>
            </a:prstGeom>
            <a:solidFill>
              <a:schemeClr val="accent3"/>
            </a:solidFill>
            <a:ln>
              <a:noFill/>
            </a:ln>
            <a:effectLst>
              <a:outerShdw blurRad="50800" sx="102000" sy="102000" algn="ctr" rotWithShape="0">
                <a:schemeClr val="tx1">
                  <a:alpha val="25000"/>
                </a:schemeClr>
              </a:outerShdw>
            </a:effectLst>
            <a:scene3d>
              <a:camera prst="perspectiveContrastingRightFacing" fov="6300000">
                <a:rot lat="1200000" lon="19200000" rev="1800000"/>
              </a:camera>
              <a:lightRig rig="soft" dir="t">
                <a:rot lat="0" lon="0" rev="4200000"/>
              </a:lightRig>
            </a:scene3d>
            <a:sp3d extrusionH="63500" prstMaterial="plastic">
              <a:bevelT w="2921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Donut 6"/>
            <p:cNvSpPr/>
            <p:nvPr/>
          </p:nvSpPr>
          <p:spPr>
            <a:xfrm rot="20952353">
              <a:off x="2170529" y="3003827"/>
              <a:ext cx="1718200" cy="1718200"/>
            </a:xfrm>
            <a:prstGeom prst="donut">
              <a:avLst>
                <a:gd name="adj" fmla="val 18467"/>
              </a:avLst>
            </a:prstGeom>
            <a:solidFill>
              <a:schemeClr val="bg1"/>
            </a:solidFill>
            <a:ln>
              <a:noFill/>
            </a:ln>
            <a:effectLst>
              <a:outerShdw blurRad="50800" sx="102000" sy="102000" algn="ctr" rotWithShape="0">
                <a:schemeClr val="tx1">
                  <a:alpha val="25000"/>
                </a:schemeClr>
              </a:outerShdw>
            </a:effectLst>
            <a:scene3d>
              <a:camera prst="perspectiveContrastingRightFacing" fov="6300000">
                <a:rot lat="1200000" lon="19200000" rev="1800000"/>
              </a:camera>
              <a:lightRig rig="soft" dir="t">
                <a:rot lat="0" lon="0" rev="4200000"/>
              </a:lightRig>
            </a:scene3d>
            <a:sp3d extrusionH="25400" prstMaterial="plastic">
              <a:bevelT w="2921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Oval 7"/>
            <p:cNvSpPr/>
            <p:nvPr/>
          </p:nvSpPr>
          <p:spPr>
            <a:xfrm rot="20952353">
              <a:off x="2483252" y="3323499"/>
              <a:ext cx="1095705" cy="1094316"/>
            </a:xfrm>
            <a:prstGeom prst="ellipse">
              <a:avLst/>
            </a:prstGeom>
            <a:solidFill>
              <a:srgbClr val="01B2D4"/>
            </a:solidFill>
            <a:ln>
              <a:noFill/>
            </a:ln>
            <a:effectLst>
              <a:outerShdw blurRad="50800" sx="102000" sy="102000" algn="ctr" rotWithShape="0">
                <a:schemeClr val="tx1">
                  <a:alpha val="25000"/>
                </a:schemeClr>
              </a:outerShdw>
            </a:effectLst>
            <a:scene3d>
              <a:camera prst="perspectiveContrastingRightFacing" fov="6300000">
                <a:rot lat="1200000" lon="19200000" rev="1800000"/>
              </a:camera>
              <a:lightRig rig="soft" dir="t">
                <a:rot lat="0" lon="0" rev="4200000"/>
              </a:lightRig>
            </a:scene3d>
            <a:sp3d extrusionH="25400" prstMaterial="plastic">
              <a:bevelT w="2921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9" name="Group 8"/>
          <p:cNvGrpSpPr/>
          <p:nvPr/>
        </p:nvGrpSpPr>
        <p:grpSpPr>
          <a:xfrm rot="867756">
            <a:off x="2722930" y="3404348"/>
            <a:ext cx="2150360" cy="717450"/>
            <a:chOff x="3295287" y="1955652"/>
            <a:chExt cx="5493267" cy="1832786"/>
          </a:xfrm>
        </p:grpSpPr>
        <p:sp>
          <p:nvSpPr>
            <p:cNvPr id="10" name="Freeform 228"/>
            <p:cNvSpPr/>
            <p:nvPr/>
          </p:nvSpPr>
          <p:spPr bwMode="auto">
            <a:xfrm rot="20750855">
              <a:off x="5029448" y="2902838"/>
              <a:ext cx="2599872" cy="317931"/>
            </a:xfrm>
            <a:custGeom>
              <a:avLst/>
              <a:gdLst>
                <a:gd name="T0" fmla="*/ 0 w 2718"/>
                <a:gd name="T1" fmla="*/ 0 h 276"/>
                <a:gd name="T2" fmla="*/ 2 w 2718"/>
                <a:gd name="T3" fmla="*/ 276 h 276"/>
                <a:gd name="T4" fmla="*/ 2718 w 2718"/>
                <a:gd name="T5" fmla="*/ 169 h 276"/>
                <a:gd name="T6" fmla="*/ 2716 w 2718"/>
                <a:gd name="T7" fmla="*/ 60 h 276"/>
                <a:gd name="T8" fmla="*/ 0 w 2718"/>
                <a:gd name="T9" fmla="*/ 0 h 276"/>
              </a:gdLst>
              <a:ahLst/>
              <a:cxnLst>
                <a:cxn ang="0">
                  <a:pos x="T0" y="T1"/>
                </a:cxn>
                <a:cxn ang="0">
                  <a:pos x="T2" y="T3"/>
                </a:cxn>
                <a:cxn ang="0">
                  <a:pos x="T4" y="T5"/>
                </a:cxn>
                <a:cxn ang="0">
                  <a:pos x="T6" y="T7"/>
                </a:cxn>
                <a:cxn ang="0">
                  <a:pos x="T8" y="T9"/>
                </a:cxn>
              </a:cxnLst>
              <a:rect l="0" t="0" r="r" b="b"/>
              <a:pathLst>
                <a:path w="2718" h="276">
                  <a:moveTo>
                    <a:pt x="0" y="0"/>
                  </a:moveTo>
                  <a:lnTo>
                    <a:pt x="2" y="276"/>
                  </a:lnTo>
                  <a:lnTo>
                    <a:pt x="2718" y="169"/>
                  </a:lnTo>
                  <a:lnTo>
                    <a:pt x="2716" y="60"/>
                  </a:lnTo>
                  <a:lnTo>
                    <a:pt x="0" y="0"/>
                  </a:lnTo>
                  <a:close/>
                </a:path>
              </a:pathLst>
            </a:custGeom>
            <a:gradFill>
              <a:gsLst>
                <a:gs pos="0">
                  <a:srgbClr val="FF1C00"/>
                </a:gs>
                <a:gs pos="54000">
                  <a:srgbClr val="A81400"/>
                </a:gs>
                <a:gs pos="100000">
                  <a:srgbClr val="CC1B00"/>
                </a:gs>
              </a:gsLst>
              <a:lin ang="5400000" scaled="1"/>
            </a:gradFill>
            <a:ln>
              <a:noFill/>
            </a:ln>
          </p:spPr>
          <p:txBody>
            <a:bodyPr vert="horz" wrap="square" lIns="91440" tIns="45720" rIns="91440" bIns="45720" numCol="1" anchor="t" anchorCtr="0" compatLnSpc="1"/>
            <a:lstStyle/>
            <a:p>
              <a:endParaRPr lang="en-IN" dirty="0"/>
            </a:p>
          </p:txBody>
        </p:sp>
        <p:grpSp>
          <p:nvGrpSpPr>
            <p:cNvPr id="11" name="Group 10"/>
            <p:cNvGrpSpPr/>
            <p:nvPr/>
          </p:nvGrpSpPr>
          <p:grpSpPr>
            <a:xfrm rot="20750855">
              <a:off x="7142454" y="1955652"/>
              <a:ext cx="1646100" cy="1298552"/>
              <a:chOff x="9650944" y="3466595"/>
              <a:chExt cx="1646100" cy="1298552"/>
            </a:xfrm>
          </p:grpSpPr>
          <p:sp>
            <p:nvSpPr>
              <p:cNvPr id="16" name="Freeform 233"/>
              <p:cNvSpPr/>
              <p:nvPr/>
            </p:nvSpPr>
            <p:spPr bwMode="auto">
              <a:xfrm>
                <a:off x="9664767" y="4200704"/>
                <a:ext cx="1632277" cy="564443"/>
              </a:xfrm>
              <a:custGeom>
                <a:avLst/>
                <a:gdLst>
                  <a:gd name="T0" fmla="*/ 76 w 599"/>
                  <a:gd name="T1" fmla="*/ 0 h 206"/>
                  <a:gd name="T2" fmla="*/ 0 w 599"/>
                  <a:gd name="T3" fmla="*/ 0 h 206"/>
                  <a:gd name="T4" fmla="*/ 328 w 599"/>
                  <a:gd name="T5" fmla="*/ 206 h 206"/>
                  <a:gd name="T6" fmla="*/ 329 w 599"/>
                  <a:gd name="T7" fmla="*/ 206 h 206"/>
                  <a:gd name="T8" fmla="*/ 599 w 599"/>
                  <a:gd name="T9" fmla="*/ 123 h 206"/>
                  <a:gd name="T10" fmla="*/ 599 w 599"/>
                  <a:gd name="T11" fmla="*/ 123 h 206"/>
                  <a:gd name="T12" fmla="*/ 557 w 599"/>
                  <a:gd name="T13" fmla="*/ 49 h 206"/>
                  <a:gd name="T14" fmla="*/ 323 w 599"/>
                  <a:gd name="T15" fmla="*/ 72 h 206"/>
                  <a:gd name="T16" fmla="*/ 322 w 599"/>
                  <a:gd name="T17" fmla="*/ 72 h 206"/>
                  <a:gd name="T18" fmla="*/ 76 w 599"/>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9" h="206">
                    <a:moveTo>
                      <a:pt x="76" y="0"/>
                    </a:moveTo>
                    <a:cubicBezTo>
                      <a:pt x="0" y="0"/>
                      <a:pt x="0" y="0"/>
                      <a:pt x="0" y="0"/>
                    </a:cubicBezTo>
                    <a:cubicBezTo>
                      <a:pt x="0" y="0"/>
                      <a:pt x="243" y="206"/>
                      <a:pt x="328" y="206"/>
                    </a:cubicBezTo>
                    <a:cubicBezTo>
                      <a:pt x="328" y="206"/>
                      <a:pt x="329" y="206"/>
                      <a:pt x="329" y="206"/>
                    </a:cubicBezTo>
                    <a:cubicBezTo>
                      <a:pt x="433" y="205"/>
                      <a:pt x="599" y="179"/>
                      <a:pt x="599" y="123"/>
                    </a:cubicBezTo>
                    <a:cubicBezTo>
                      <a:pt x="599" y="123"/>
                      <a:pt x="599" y="123"/>
                      <a:pt x="599" y="123"/>
                    </a:cubicBezTo>
                    <a:cubicBezTo>
                      <a:pt x="598" y="104"/>
                      <a:pt x="578" y="75"/>
                      <a:pt x="557" y="49"/>
                    </a:cubicBezTo>
                    <a:cubicBezTo>
                      <a:pt x="502" y="64"/>
                      <a:pt x="397" y="71"/>
                      <a:pt x="323" y="72"/>
                    </a:cubicBezTo>
                    <a:cubicBezTo>
                      <a:pt x="323" y="72"/>
                      <a:pt x="322" y="72"/>
                      <a:pt x="322" y="72"/>
                    </a:cubicBezTo>
                    <a:cubicBezTo>
                      <a:pt x="268" y="72"/>
                      <a:pt x="154" y="31"/>
                      <a:pt x="76" y="0"/>
                    </a:cubicBezTo>
                  </a:path>
                </a:pathLst>
              </a:custGeom>
              <a:gradFill>
                <a:gsLst>
                  <a:gs pos="0">
                    <a:srgbClr val="FF1C00"/>
                  </a:gs>
                  <a:gs pos="100000">
                    <a:srgbClr val="961200"/>
                  </a:gs>
                  <a:gs pos="37000">
                    <a:srgbClr val="CC1B00"/>
                  </a:gs>
                </a:gsLst>
                <a:lin ang="5400000" scaled="1"/>
              </a:gradFill>
              <a:ln>
                <a:noFill/>
              </a:ln>
            </p:spPr>
            <p:txBody>
              <a:bodyPr vert="horz" wrap="square" lIns="91440" tIns="45720" rIns="91440" bIns="45720" numCol="1" anchor="t" anchorCtr="0" compatLnSpc="1"/>
              <a:lstStyle/>
              <a:p>
                <a:endParaRPr lang="en-IN" dirty="0"/>
              </a:p>
            </p:txBody>
          </p:sp>
          <p:sp>
            <p:nvSpPr>
              <p:cNvPr id="17" name="Freeform 227"/>
              <p:cNvSpPr/>
              <p:nvPr/>
            </p:nvSpPr>
            <p:spPr bwMode="auto">
              <a:xfrm>
                <a:off x="10999848" y="3849678"/>
                <a:ext cx="289133" cy="234993"/>
              </a:xfrm>
              <a:custGeom>
                <a:avLst/>
                <a:gdLst>
                  <a:gd name="T0" fmla="*/ 67 w 106"/>
                  <a:gd name="T1" fmla="*/ 0 h 86"/>
                  <a:gd name="T2" fmla="*/ 0 w 106"/>
                  <a:gd name="T3" fmla="*/ 81 h 86"/>
                  <a:gd name="T4" fmla="*/ 9 w 106"/>
                  <a:gd name="T5" fmla="*/ 86 h 86"/>
                  <a:gd name="T6" fmla="*/ 106 w 106"/>
                  <a:gd name="T7" fmla="*/ 19 h 86"/>
                  <a:gd name="T8" fmla="*/ 106 w 106"/>
                  <a:gd name="T9" fmla="*/ 19 h 86"/>
                  <a:gd name="T10" fmla="*/ 67 w 106"/>
                  <a:gd name="T11" fmla="*/ 0 h 86"/>
                </a:gdLst>
                <a:ahLst/>
                <a:cxnLst>
                  <a:cxn ang="0">
                    <a:pos x="T0" y="T1"/>
                  </a:cxn>
                  <a:cxn ang="0">
                    <a:pos x="T2" y="T3"/>
                  </a:cxn>
                  <a:cxn ang="0">
                    <a:pos x="T4" y="T5"/>
                  </a:cxn>
                  <a:cxn ang="0">
                    <a:pos x="T6" y="T7"/>
                  </a:cxn>
                  <a:cxn ang="0">
                    <a:pos x="T8" y="T9"/>
                  </a:cxn>
                  <a:cxn ang="0">
                    <a:pos x="T10" y="T11"/>
                  </a:cxn>
                </a:cxnLst>
                <a:rect l="0" t="0" r="r" b="b"/>
                <a:pathLst>
                  <a:path w="106" h="86">
                    <a:moveTo>
                      <a:pt x="67" y="0"/>
                    </a:moveTo>
                    <a:cubicBezTo>
                      <a:pt x="38" y="40"/>
                      <a:pt x="0" y="81"/>
                      <a:pt x="0" y="81"/>
                    </a:cubicBezTo>
                    <a:cubicBezTo>
                      <a:pt x="0" y="81"/>
                      <a:pt x="3" y="82"/>
                      <a:pt x="9" y="86"/>
                    </a:cubicBezTo>
                    <a:cubicBezTo>
                      <a:pt x="30" y="75"/>
                      <a:pt x="106" y="35"/>
                      <a:pt x="106" y="19"/>
                    </a:cubicBezTo>
                    <a:cubicBezTo>
                      <a:pt x="106" y="19"/>
                      <a:pt x="106" y="19"/>
                      <a:pt x="106" y="19"/>
                    </a:cubicBezTo>
                    <a:cubicBezTo>
                      <a:pt x="106" y="11"/>
                      <a:pt x="91" y="5"/>
                      <a:pt x="67" y="0"/>
                    </a:cubicBezTo>
                  </a:path>
                </a:pathLst>
              </a:custGeom>
              <a:gradFill>
                <a:gsLst>
                  <a:gs pos="0">
                    <a:srgbClr val="FF1C00"/>
                  </a:gs>
                  <a:gs pos="100000">
                    <a:srgbClr val="961200"/>
                  </a:gs>
                  <a:gs pos="37000">
                    <a:srgbClr val="CC1B00"/>
                  </a:gs>
                </a:gsLst>
                <a:lin ang="5400000" scaled="1"/>
              </a:gradFill>
              <a:ln>
                <a:noFill/>
              </a:ln>
            </p:spPr>
            <p:txBody>
              <a:bodyPr vert="horz" wrap="square" lIns="91440" tIns="45720" rIns="91440" bIns="45720" numCol="1" anchor="t" anchorCtr="0" compatLnSpc="1"/>
              <a:lstStyle/>
              <a:p>
                <a:endParaRPr lang="en-IN" dirty="0"/>
              </a:p>
            </p:txBody>
          </p:sp>
          <p:sp>
            <p:nvSpPr>
              <p:cNvPr id="18" name="Freeform 231"/>
              <p:cNvSpPr/>
              <p:nvPr/>
            </p:nvSpPr>
            <p:spPr bwMode="auto">
              <a:xfrm>
                <a:off x="9653824" y="3466595"/>
                <a:ext cx="1624214" cy="610520"/>
              </a:xfrm>
              <a:custGeom>
                <a:avLst/>
                <a:gdLst>
                  <a:gd name="T0" fmla="*/ 333 w 596"/>
                  <a:gd name="T1" fmla="*/ 0 h 223"/>
                  <a:gd name="T2" fmla="*/ 324 w 596"/>
                  <a:gd name="T3" fmla="*/ 0 h 223"/>
                  <a:gd name="T4" fmla="*/ 2 w 596"/>
                  <a:gd name="T5" fmla="*/ 207 h 223"/>
                  <a:gd name="T6" fmla="*/ 0 w 596"/>
                  <a:gd name="T7" fmla="*/ 209 h 223"/>
                  <a:gd name="T8" fmla="*/ 49 w 596"/>
                  <a:gd name="T9" fmla="*/ 223 h 223"/>
                  <a:gd name="T10" fmla="*/ 495 w 596"/>
                  <a:gd name="T11" fmla="*/ 223 h 223"/>
                  <a:gd name="T12" fmla="*/ 495 w 596"/>
                  <a:gd name="T13" fmla="*/ 223 h 223"/>
                  <a:gd name="T14" fmla="*/ 596 w 596"/>
                  <a:gd name="T15" fmla="*/ 75 h 223"/>
                  <a:gd name="T16" fmla="*/ 596 w 596"/>
                  <a:gd name="T17" fmla="*/ 75 h 223"/>
                  <a:gd name="T18" fmla="*/ 333 w 596"/>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6" h="223">
                    <a:moveTo>
                      <a:pt x="333" y="0"/>
                    </a:moveTo>
                    <a:cubicBezTo>
                      <a:pt x="330" y="0"/>
                      <a:pt x="327" y="0"/>
                      <a:pt x="324" y="0"/>
                    </a:cubicBezTo>
                    <a:cubicBezTo>
                      <a:pt x="244" y="1"/>
                      <a:pt x="24" y="188"/>
                      <a:pt x="2" y="207"/>
                    </a:cubicBezTo>
                    <a:cubicBezTo>
                      <a:pt x="1" y="208"/>
                      <a:pt x="0" y="209"/>
                      <a:pt x="0" y="209"/>
                    </a:cubicBezTo>
                    <a:cubicBezTo>
                      <a:pt x="49" y="223"/>
                      <a:pt x="49" y="223"/>
                      <a:pt x="49" y="223"/>
                    </a:cubicBezTo>
                    <a:cubicBezTo>
                      <a:pt x="495" y="223"/>
                      <a:pt x="495" y="223"/>
                      <a:pt x="495" y="223"/>
                    </a:cubicBezTo>
                    <a:cubicBezTo>
                      <a:pt x="495" y="223"/>
                      <a:pt x="495" y="223"/>
                      <a:pt x="495" y="223"/>
                    </a:cubicBezTo>
                    <a:cubicBezTo>
                      <a:pt x="495" y="223"/>
                      <a:pt x="596" y="116"/>
                      <a:pt x="596" y="75"/>
                    </a:cubicBezTo>
                    <a:cubicBezTo>
                      <a:pt x="596" y="75"/>
                      <a:pt x="596" y="75"/>
                      <a:pt x="596" y="75"/>
                    </a:cubicBezTo>
                    <a:cubicBezTo>
                      <a:pt x="595" y="21"/>
                      <a:pt x="437" y="0"/>
                      <a:pt x="333" y="0"/>
                    </a:cubicBezTo>
                  </a:path>
                </a:pathLst>
              </a:custGeom>
              <a:gradFill>
                <a:gsLst>
                  <a:gs pos="0">
                    <a:srgbClr val="FF1C00"/>
                  </a:gs>
                  <a:gs pos="100000">
                    <a:srgbClr val="961200"/>
                  </a:gs>
                  <a:gs pos="40000">
                    <a:srgbClr val="CC1B00"/>
                  </a:gs>
                </a:gsLst>
                <a:lin ang="5400000" scaled="1"/>
              </a:gradFill>
              <a:ln>
                <a:noFill/>
              </a:ln>
            </p:spPr>
            <p:txBody>
              <a:bodyPr vert="horz" wrap="square" lIns="91440" tIns="45720" rIns="91440" bIns="45720" numCol="1" anchor="t" anchorCtr="0" compatLnSpc="1"/>
              <a:lstStyle/>
              <a:p>
                <a:endParaRPr lang="en-IN" dirty="0"/>
              </a:p>
            </p:txBody>
          </p:sp>
          <p:sp>
            <p:nvSpPr>
              <p:cNvPr id="19" name="Freeform 234"/>
              <p:cNvSpPr/>
              <p:nvPr/>
            </p:nvSpPr>
            <p:spPr bwMode="auto">
              <a:xfrm>
                <a:off x="9650944" y="4070847"/>
                <a:ext cx="1632277" cy="339818"/>
              </a:xfrm>
              <a:custGeom>
                <a:avLst/>
                <a:gdLst>
                  <a:gd name="T0" fmla="*/ 495 w 599"/>
                  <a:gd name="T1" fmla="*/ 0 h 124"/>
                  <a:gd name="T2" fmla="*/ 45 w 599"/>
                  <a:gd name="T3" fmla="*/ 0 h 124"/>
                  <a:gd name="T4" fmla="*/ 0 w 599"/>
                  <a:gd name="T5" fmla="*/ 17 h 124"/>
                  <a:gd name="T6" fmla="*/ 328 w 599"/>
                  <a:gd name="T7" fmla="*/ 123 h 124"/>
                  <a:gd name="T8" fmla="*/ 598 w 599"/>
                  <a:gd name="T9" fmla="*/ 78 h 124"/>
                  <a:gd name="T10" fmla="*/ 495 w 599"/>
                  <a:gd name="T11" fmla="*/ 0 h 124"/>
                </a:gdLst>
                <a:ahLst/>
                <a:cxnLst>
                  <a:cxn ang="0">
                    <a:pos x="T0" y="T1"/>
                  </a:cxn>
                  <a:cxn ang="0">
                    <a:pos x="T2" y="T3"/>
                  </a:cxn>
                  <a:cxn ang="0">
                    <a:pos x="T4" y="T5"/>
                  </a:cxn>
                  <a:cxn ang="0">
                    <a:pos x="T6" y="T7"/>
                  </a:cxn>
                  <a:cxn ang="0">
                    <a:pos x="T8" y="T9"/>
                  </a:cxn>
                  <a:cxn ang="0">
                    <a:pos x="T10" y="T11"/>
                  </a:cxn>
                </a:cxnLst>
                <a:rect l="0" t="0" r="r" b="b"/>
                <a:pathLst>
                  <a:path w="599" h="124">
                    <a:moveTo>
                      <a:pt x="495" y="0"/>
                    </a:moveTo>
                    <a:cubicBezTo>
                      <a:pt x="45" y="0"/>
                      <a:pt x="45" y="0"/>
                      <a:pt x="45" y="0"/>
                    </a:cubicBezTo>
                    <a:cubicBezTo>
                      <a:pt x="0" y="17"/>
                      <a:pt x="0" y="17"/>
                      <a:pt x="0" y="17"/>
                    </a:cubicBezTo>
                    <a:cubicBezTo>
                      <a:pt x="0" y="17"/>
                      <a:pt x="243" y="124"/>
                      <a:pt x="328" y="123"/>
                    </a:cubicBezTo>
                    <a:cubicBezTo>
                      <a:pt x="432" y="122"/>
                      <a:pt x="599" y="107"/>
                      <a:pt x="598" y="78"/>
                    </a:cubicBezTo>
                    <a:cubicBezTo>
                      <a:pt x="598" y="57"/>
                      <a:pt x="495" y="0"/>
                      <a:pt x="495" y="0"/>
                    </a:cubicBezTo>
                  </a:path>
                </a:pathLst>
              </a:custGeom>
              <a:solidFill>
                <a:srgbClr val="FF2F00"/>
              </a:solidFill>
              <a:ln>
                <a:noFill/>
              </a:ln>
            </p:spPr>
            <p:txBody>
              <a:bodyPr vert="horz" wrap="square" lIns="91440" tIns="45720" rIns="91440" bIns="45720" numCol="1" anchor="t" anchorCtr="0" compatLnSpc="1"/>
              <a:lstStyle/>
              <a:p>
                <a:endParaRPr lang="en-IN" dirty="0"/>
              </a:p>
            </p:txBody>
          </p:sp>
          <p:sp>
            <p:nvSpPr>
              <p:cNvPr id="20" name="Freeform 235"/>
              <p:cNvSpPr/>
              <p:nvPr/>
            </p:nvSpPr>
            <p:spPr bwMode="auto">
              <a:xfrm>
                <a:off x="9782264" y="4070847"/>
                <a:ext cx="2304" cy="0"/>
              </a:xfrm>
              <a:custGeom>
                <a:avLst/>
                <a:gdLst>
                  <a:gd name="T0" fmla="*/ 0 w 2"/>
                  <a:gd name="T1" fmla="*/ 0 w 2"/>
                  <a:gd name="T2" fmla="*/ 2 w 2"/>
                  <a:gd name="T3" fmla="*/ 2 w 2"/>
                  <a:gd name="T4" fmla="*/ 0 w 2"/>
                  <a:gd name="T5" fmla="*/ 0 w 2"/>
                </a:gdLst>
                <a:ahLst/>
                <a:cxnLst>
                  <a:cxn ang="0">
                    <a:pos x="T0" y="0"/>
                  </a:cxn>
                  <a:cxn ang="0">
                    <a:pos x="T1" y="0"/>
                  </a:cxn>
                  <a:cxn ang="0">
                    <a:pos x="T2" y="0"/>
                  </a:cxn>
                  <a:cxn ang="0">
                    <a:pos x="T3" y="0"/>
                  </a:cxn>
                  <a:cxn ang="0">
                    <a:pos x="T4" y="0"/>
                  </a:cxn>
                  <a:cxn ang="0">
                    <a:pos x="T5" y="0"/>
                  </a:cxn>
                </a:cxnLst>
                <a:rect l="0" t="0" r="r" b="b"/>
                <a:pathLst>
                  <a:path w="2">
                    <a:moveTo>
                      <a:pt x="0" y="0"/>
                    </a:moveTo>
                    <a:lnTo>
                      <a:pt x="0" y="0"/>
                    </a:lnTo>
                    <a:lnTo>
                      <a:pt x="2" y="0"/>
                    </a:lnTo>
                    <a:lnTo>
                      <a:pt x="2" y="0"/>
                    </a:lnTo>
                    <a:lnTo>
                      <a:pt x="0" y="0"/>
                    </a:lnTo>
                    <a:lnTo>
                      <a:pt x="0" y="0"/>
                    </a:lnTo>
                    <a:close/>
                  </a:path>
                </a:pathLst>
              </a:custGeom>
              <a:solidFill>
                <a:srgbClr val="CC1B00"/>
              </a:solidFill>
              <a:ln>
                <a:noFill/>
              </a:ln>
            </p:spPr>
            <p:txBody>
              <a:bodyPr vert="horz" wrap="square" lIns="91440" tIns="45720" rIns="91440" bIns="45720" numCol="1" anchor="t" anchorCtr="0" compatLnSpc="1"/>
              <a:lstStyle/>
              <a:p>
                <a:endParaRPr lang="en-IN" dirty="0"/>
              </a:p>
            </p:txBody>
          </p:sp>
          <p:sp>
            <p:nvSpPr>
              <p:cNvPr id="21" name="Freeform 236"/>
              <p:cNvSpPr/>
              <p:nvPr/>
            </p:nvSpPr>
            <p:spPr bwMode="auto">
              <a:xfrm>
                <a:off x="9782264" y="4070847"/>
                <a:ext cx="2304" cy="0"/>
              </a:xfrm>
              <a:custGeom>
                <a:avLst/>
                <a:gdLst>
                  <a:gd name="T0" fmla="*/ 0 w 2"/>
                  <a:gd name="T1" fmla="*/ 0 w 2"/>
                  <a:gd name="T2" fmla="*/ 2 w 2"/>
                  <a:gd name="T3" fmla="*/ 2 w 2"/>
                  <a:gd name="T4" fmla="*/ 0 w 2"/>
                  <a:gd name="T5" fmla="*/ 0 w 2"/>
                </a:gdLst>
                <a:ahLst/>
                <a:cxnLst>
                  <a:cxn ang="0">
                    <a:pos x="T0" y="0"/>
                  </a:cxn>
                  <a:cxn ang="0">
                    <a:pos x="T1" y="0"/>
                  </a:cxn>
                  <a:cxn ang="0">
                    <a:pos x="T2" y="0"/>
                  </a:cxn>
                  <a:cxn ang="0">
                    <a:pos x="T3" y="0"/>
                  </a:cxn>
                  <a:cxn ang="0">
                    <a:pos x="T4" y="0"/>
                  </a:cxn>
                  <a:cxn ang="0">
                    <a:pos x="T5" y="0"/>
                  </a:cxn>
                </a:cxnLst>
                <a:rect l="0" t="0" r="r" b="b"/>
                <a:pathLst>
                  <a:path w="2">
                    <a:moveTo>
                      <a:pt x="0" y="0"/>
                    </a:moveTo>
                    <a:lnTo>
                      <a:pt x="0" y="0"/>
                    </a:lnTo>
                    <a:lnTo>
                      <a:pt x="2" y="0"/>
                    </a:lnTo>
                    <a:lnTo>
                      <a:pt x="2" y="0"/>
                    </a:lnTo>
                    <a:lnTo>
                      <a:pt x="0" y="0"/>
                    </a:lnTo>
                    <a:lnTo>
                      <a:pt x="0" y="0"/>
                    </a:lnTo>
                  </a:path>
                </a:pathLst>
              </a:custGeom>
              <a:noFill/>
              <a:ln>
                <a:noFill/>
              </a:ln>
            </p:spPr>
            <p:txBody>
              <a:bodyPr vert="horz" wrap="square" lIns="91440" tIns="45720" rIns="91440" bIns="45720" numCol="1" anchor="t" anchorCtr="0" compatLnSpc="1"/>
              <a:lstStyle/>
              <a:p>
                <a:endParaRPr lang="en-IN" dirty="0"/>
              </a:p>
            </p:txBody>
          </p:sp>
          <p:sp>
            <p:nvSpPr>
              <p:cNvPr id="22" name="Freeform 237"/>
              <p:cNvSpPr/>
              <p:nvPr/>
            </p:nvSpPr>
            <p:spPr bwMode="auto">
              <a:xfrm>
                <a:off x="9782264" y="4070847"/>
                <a:ext cx="2304" cy="0"/>
              </a:xfrm>
              <a:custGeom>
                <a:avLst/>
                <a:gdLst>
                  <a:gd name="T0" fmla="*/ 2 w 2"/>
                  <a:gd name="T1" fmla="*/ 0 w 2"/>
                  <a:gd name="T2" fmla="*/ 0 w 2"/>
                  <a:gd name="T3" fmla="*/ 0 w 2"/>
                  <a:gd name="T4" fmla="*/ 2 w 2"/>
                  <a:gd name="T5" fmla="*/ 2 w 2"/>
                </a:gdLst>
                <a:ahLst/>
                <a:cxnLst>
                  <a:cxn ang="0">
                    <a:pos x="T0" y="0"/>
                  </a:cxn>
                  <a:cxn ang="0">
                    <a:pos x="T1" y="0"/>
                  </a:cxn>
                  <a:cxn ang="0">
                    <a:pos x="T2" y="0"/>
                  </a:cxn>
                  <a:cxn ang="0">
                    <a:pos x="T3" y="0"/>
                  </a:cxn>
                  <a:cxn ang="0">
                    <a:pos x="T4" y="0"/>
                  </a:cxn>
                  <a:cxn ang="0">
                    <a:pos x="T5" y="0"/>
                  </a:cxn>
                </a:cxnLst>
                <a:rect l="0" t="0" r="r" b="b"/>
                <a:pathLst>
                  <a:path w="2">
                    <a:moveTo>
                      <a:pt x="2" y="0"/>
                    </a:moveTo>
                    <a:lnTo>
                      <a:pt x="0" y="0"/>
                    </a:lnTo>
                    <a:lnTo>
                      <a:pt x="0" y="0"/>
                    </a:lnTo>
                    <a:lnTo>
                      <a:pt x="0" y="0"/>
                    </a:lnTo>
                    <a:lnTo>
                      <a:pt x="2" y="0"/>
                    </a:lnTo>
                    <a:lnTo>
                      <a:pt x="2" y="0"/>
                    </a:lnTo>
                    <a:close/>
                  </a:path>
                </a:pathLst>
              </a:custGeom>
              <a:solidFill>
                <a:srgbClr val="CC1B00"/>
              </a:solidFill>
              <a:ln>
                <a:noFill/>
              </a:ln>
            </p:spPr>
            <p:txBody>
              <a:bodyPr vert="horz" wrap="square" lIns="91440" tIns="45720" rIns="91440" bIns="45720" numCol="1" anchor="t" anchorCtr="0" compatLnSpc="1"/>
              <a:lstStyle/>
              <a:p>
                <a:endParaRPr lang="en-IN" dirty="0"/>
              </a:p>
            </p:txBody>
          </p:sp>
          <p:sp>
            <p:nvSpPr>
              <p:cNvPr id="23" name="Freeform 238"/>
              <p:cNvSpPr/>
              <p:nvPr/>
            </p:nvSpPr>
            <p:spPr bwMode="auto">
              <a:xfrm>
                <a:off x="9782264" y="4070847"/>
                <a:ext cx="2304" cy="0"/>
              </a:xfrm>
              <a:custGeom>
                <a:avLst/>
                <a:gdLst>
                  <a:gd name="T0" fmla="*/ 2 w 2"/>
                  <a:gd name="T1" fmla="*/ 0 w 2"/>
                  <a:gd name="T2" fmla="*/ 0 w 2"/>
                  <a:gd name="T3" fmla="*/ 0 w 2"/>
                  <a:gd name="T4" fmla="*/ 2 w 2"/>
                  <a:gd name="T5" fmla="*/ 2 w 2"/>
                </a:gdLst>
                <a:ahLst/>
                <a:cxnLst>
                  <a:cxn ang="0">
                    <a:pos x="T0" y="0"/>
                  </a:cxn>
                  <a:cxn ang="0">
                    <a:pos x="T1" y="0"/>
                  </a:cxn>
                  <a:cxn ang="0">
                    <a:pos x="T2" y="0"/>
                  </a:cxn>
                  <a:cxn ang="0">
                    <a:pos x="T3" y="0"/>
                  </a:cxn>
                  <a:cxn ang="0">
                    <a:pos x="T4" y="0"/>
                  </a:cxn>
                  <a:cxn ang="0">
                    <a:pos x="T5" y="0"/>
                  </a:cxn>
                </a:cxnLst>
                <a:rect l="0" t="0" r="r" b="b"/>
                <a:pathLst>
                  <a:path w="2">
                    <a:moveTo>
                      <a:pt x="2" y="0"/>
                    </a:moveTo>
                    <a:lnTo>
                      <a:pt x="0" y="0"/>
                    </a:lnTo>
                    <a:lnTo>
                      <a:pt x="0" y="0"/>
                    </a:lnTo>
                    <a:lnTo>
                      <a:pt x="0" y="0"/>
                    </a:lnTo>
                    <a:lnTo>
                      <a:pt x="2" y="0"/>
                    </a:lnTo>
                    <a:lnTo>
                      <a:pt x="2" y="0"/>
                    </a:lnTo>
                  </a:path>
                </a:pathLst>
              </a:custGeom>
              <a:noFill/>
              <a:ln>
                <a:noFill/>
              </a:ln>
            </p:spPr>
            <p:txBody>
              <a:bodyPr vert="horz" wrap="square" lIns="91440" tIns="45720" rIns="91440" bIns="45720" numCol="1" anchor="t" anchorCtr="0" compatLnSpc="1"/>
              <a:lstStyle/>
              <a:p>
                <a:endParaRPr lang="en-IN" dirty="0"/>
              </a:p>
            </p:txBody>
          </p:sp>
          <p:sp>
            <p:nvSpPr>
              <p:cNvPr id="24" name="Rectangle 239"/>
              <p:cNvSpPr>
                <a:spLocks noChangeArrowheads="1"/>
              </p:cNvSpPr>
              <p:nvPr/>
            </p:nvSpPr>
            <p:spPr bwMode="auto">
              <a:xfrm>
                <a:off x="10771767" y="4070847"/>
                <a:ext cx="228081" cy="1152"/>
              </a:xfrm>
              <a:prstGeom prst="rect">
                <a:avLst/>
              </a:prstGeom>
              <a:solidFill>
                <a:srgbClr val="51231C"/>
              </a:solidFill>
              <a:ln>
                <a:noFill/>
              </a:ln>
            </p:spPr>
            <p:txBody>
              <a:bodyPr vert="horz" wrap="square" lIns="91440" tIns="45720" rIns="91440" bIns="45720" numCol="1" anchor="t" anchorCtr="0" compatLnSpc="1"/>
              <a:lstStyle/>
              <a:p>
                <a:endParaRPr lang="en-IN" dirty="0"/>
              </a:p>
            </p:txBody>
          </p:sp>
          <p:sp>
            <p:nvSpPr>
              <p:cNvPr id="25" name="Freeform 240"/>
              <p:cNvSpPr/>
              <p:nvPr/>
            </p:nvSpPr>
            <p:spPr bwMode="auto">
              <a:xfrm>
                <a:off x="10771767" y="4070847"/>
                <a:ext cx="228081" cy="0"/>
              </a:xfrm>
              <a:custGeom>
                <a:avLst/>
                <a:gdLst>
                  <a:gd name="T0" fmla="*/ 198 w 198"/>
                  <a:gd name="T1" fmla="*/ 0 w 198"/>
                  <a:gd name="T2" fmla="*/ 0 w 198"/>
                  <a:gd name="T3" fmla="*/ 198 w 198"/>
                </a:gdLst>
                <a:ahLst/>
                <a:cxnLst>
                  <a:cxn ang="0">
                    <a:pos x="T0" y="0"/>
                  </a:cxn>
                  <a:cxn ang="0">
                    <a:pos x="T1" y="0"/>
                  </a:cxn>
                  <a:cxn ang="0">
                    <a:pos x="T2" y="0"/>
                  </a:cxn>
                  <a:cxn ang="0">
                    <a:pos x="T3" y="0"/>
                  </a:cxn>
                </a:cxnLst>
                <a:rect l="0" t="0" r="r" b="b"/>
                <a:pathLst>
                  <a:path w="198">
                    <a:moveTo>
                      <a:pt x="198" y="0"/>
                    </a:moveTo>
                    <a:lnTo>
                      <a:pt x="0" y="0"/>
                    </a:lnTo>
                    <a:lnTo>
                      <a:pt x="0" y="0"/>
                    </a:lnTo>
                    <a:lnTo>
                      <a:pt x="198" y="0"/>
                    </a:lnTo>
                  </a:path>
                </a:pathLst>
              </a:custGeom>
              <a:noFill/>
              <a:ln>
                <a:noFill/>
              </a:ln>
            </p:spPr>
            <p:txBody>
              <a:bodyPr vert="horz" wrap="square" lIns="91440" tIns="45720" rIns="91440" bIns="45720" numCol="1" anchor="t" anchorCtr="0" compatLnSpc="1"/>
              <a:lstStyle/>
              <a:p>
                <a:endParaRPr lang="en-IN" dirty="0"/>
              </a:p>
            </p:txBody>
          </p:sp>
          <p:sp>
            <p:nvSpPr>
              <p:cNvPr id="26" name="Rectangle 241"/>
              <p:cNvSpPr>
                <a:spLocks noChangeArrowheads="1"/>
              </p:cNvSpPr>
              <p:nvPr/>
            </p:nvSpPr>
            <p:spPr bwMode="auto">
              <a:xfrm>
                <a:off x="9784568" y="4070847"/>
                <a:ext cx="987200" cy="1152"/>
              </a:xfrm>
              <a:prstGeom prst="rect">
                <a:avLst/>
              </a:prstGeom>
              <a:solidFill>
                <a:srgbClr val="CC1000"/>
              </a:solidFill>
              <a:ln>
                <a:noFill/>
              </a:ln>
            </p:spPr>
            <p:txBody>
              <a:bodyPr vert="horz" wrap="square" lIns="91440" tIns="45720" rIns="91440" bIns="45720" numCol="1" anchor="t" anchorCtr="0" compatLnSpc="1"/>
              <a:lstStyle/>
              <a:p>
                <a:endParaRPr lang="en-IN" dirty="0"/>
              </a:p>
            </p:txBody>
          </p:sp>
          <p:sp>
            <p:nvSpPr>
              <p:cNvPr id="27" name="Rectangle 242"/>
              <p:cNvSpPr>
                <a:spLocks noChangeArrowheads="1"/>
              </p:cNvSpPr>
              <p:nvPr/>
            </p:nvSpPr>
            <p:spPr bwMode="auto">
              <a:xfrm>
                <a:off x="9784568" y="4070847"/>
                <a:ext cx="987200" cy="1152"/>
              </a:xfrm>
              <a:prstGeom prst="rect">
                <a:avLst/>
              </a:prstGeom>
              <a:noFill/>
              <a:ln>
                <a:noFill/>
              </a:ln>
            </p:spPr>
            <p:txBody>
              <a:bodyPr vert="horz" wrap="square" lIns="91440" tIns="45720" rIns="91440" bIns="45720" numCol="1" anchor="t" anchorCtr="0" compatLnSpc="1"/>
              <a:lstStyle/>
              <a:p>
                <a:endParaRPr lang="en-IN" dirty="0"/>
              </a:p>
            </p:txBody>
          </p:sp>
          <p:sp>
            <p:nvSpPr>
              <p:cNvPr id="28" name="Freeform 243"/>
              <p:cNvSpPr/>
              <p:nvPr/>
            </p:nvSpPr>
            <p:spPr bwMode="auto">
              <a:xfrm>
                <a:off x="9784568" y="4070847"/>
                <a:ext cx="1215281" cy="0"/>
              </a:xfrm>
              <a:custGeom>
                <a:avLst/>
                <a:gdLst>
                  <a:gd name="T0" fmla="*/ 1055 w 1055"/>
                  <a:gd name="T1" fmla="*/ 0 w 1055"/>
                  <a:gd name="T2" fmla="*/ 0 w 1055"/>
                  <a:gd name="T3" fmla="*/ 857 w 1055"/>
                  <a:gd name="T4" fmla="*/ 1055 w 1055"/>
                  <a:gd name="T5" fmla="*/ 1055 w 1055"/>
                  <a:gd name="T6" fmla="*/ 1055 w 1055"/>
                  <a:gd name="T7" fmla="*/ 1055 w 1055"/>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055">
                    <a:moveTo>
                      <a:pt x="1055" y="0"/>
                    </a:moveTo>
                    <a:lnTo>
                      <a:pt x="0" y="0"/>
                    </a:lnTo>
                    <a:lnTo>
                      <a:pt x="0" y="0"/>
                    </a:lnTo>
                    <a:lnTo>
                      <a:pt x="857" y="0"/>
                    </a:lnTo>
                    <a:lnTo>
                      <a:pt x="1055" y="0"/>
                    </a:lnTo>
                    <a:lnTo>
                      <a:pt x="1055" y="0"/>
                    </a:lnTo>
                    <a:lnTo>
                      <a:pt x="1055" y="0"/>
                    </a:lnTo>
                    <a:lnTo>
                      <a:pt x="1055" y="0"/>
                    </a:lnTo>
                    <a:close/>
                  </a:path>
                </a:pathLst>
              </a:custGeom>
              <a:solidFill>
                <a:srgbClr val="CC1000"/>
              </a:solidFill>
              <a:ln>
                <a:noFill/>
              </a:ln>
            </p:spPr>
            <p:txBody>
              <a:bodyPr vert="horz" wrap="square" lIns="91440" tIns="45720" rIns="91440" bIns="45720" numCol="1" anchor="t" anchorCtr="0" compatLnSpc="1"/>
              <a:lstStyle/>
              <a:p>
                <a:endParaRPr lang="en-IN" dirty="0"/>
              </a:p>
            </p:txBody>
          </p:sp>
          <p:sp>
            <p:nvSpPr>
              <p:cNvPr id="29" name="Freeform 244"/>
              <p:cNvSpPr/>
              <p:nvPr/>
            </p:nvSpPr>
            <p:spPr bwMode="auto">
              <a:xfrm>
                <a:off x="9784568" y="4070847"/>
                <a:ext cx="1215281" cy="0"/>
              </a:xfrm>
              <a:custGeom>
                <a:avLst/>
                <a:gdLst>
                  <a:gd name="T0" fmla="*/ 1055 w 1055"/>
                  <a:gd name="T1" fmla="*/ 0 w 1055"/>
                  <a:gd name="T2" fmla="*/ 0 w 1055"/>
                  <a:gd name="T3" fmla="*/ 857 w 1055"/>
                  <a:gd name="T4" fmla="*/ 1055 w 1055"/>
                  <a:gd name="T5" fmla="*/ 1055 w 1055"/>
                  <a:gd name="T6" fmla="*/ 1055 w 1055"/>
                  <a:gd name="T7" fmla="*/ 1055 w 1055"/>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055">
                    <a:moveTo>
                      <a:pt x="1055" y="0"/>
                    </a:moveTo>
                    <a:lnTo>
                      <a:pt x="0" y="0"/>
                    </a:lnTo>
                    <a:lnTo>
                      <a:pt x="0" y="0"/>
                    </a:lnTo>
                    <a:lnTo>
                      <a:pt x="857" y="0"/>
                    </a:lnTo>
                    <a:lnTo>
                      <a:pt x="1055" y="0"/>
                    </a:lnTo>
                    <a:lnTo>
                      <a:pt x="1055" y="0"/>
                    </a:lnTo>
                    <a:lnTo>
                      <a:pt x="1055" y="0"/>
                    </a:lnTo>
                    <a:lnTo>
                      <a:pt x="1055" y="0"/>
                    </a:lnTo>
                  </a:path>
                </a:pathLst>
              </a:custGeom>
              <a:noFill/>
              <a:ln>
                <a:noFill/>
              </a:ln>
            </p:spPr>
            <p:txBody>
              <a:bodyPr vert="horz" wrap="square" lIns="91440" tIns="45720" rIns="91440" bIns="45720" numCol="1" anchor="t" anchorCtr="0" compatLnSpc="1"/>
              <a:lstStyle/>
              <a:p>
                <a:endParaRPr lang="en-IN" dirty="0"/>
              </a:p>
            </p:txBody>
          </p:sp>
          <p:sp>
            <p:nvSpPr>
              <p:cNvPr id="30" name="Freeform 245"/>
              <p:cNvSpPr/>
              <p:nvPr/>
            </p:nvSpPr>
            <p:spPr bwMode="auto">
              <a:xfrm>
                <a:off x="9650944" y="4070847"/>
                <a:ext cx="1629974" cy="337514"/>
              </a:xfrm>
              <a:custGeom>
                <a:avLst/>
                <a:gdLst>
                  <a:gd name="T0" fmla="*/ 495 w 598"/>
                  <a:gd name="T1" fmla="*/ 0 h 123"/>
                  <a:gd name="T2" fmla="*/ 495 w 598"/>
                  <a:gd name="T3" fmla="*/ 0 h 123"/>
                  <a:gd name="T4" fmla="*/ 411 w 598"/>
                  <a:gd name="T5" fmla="*/ 0 h 123"/>
                  <a:gd name="T6" fmla="*/ 49 w 598"/>
                  <a:gd name="T7" fmla="*/ 0 h 123"/>
                  <a:gd name="T8" fmla="*/ 48 w 598"/>
                  <a:gd name="T9" fmla="*/ 0 h 123"/>
                  <a:gd name="T10" fmla="*/ 0 w 598"/>
                  <a:gd name="T11" fmla="*/ 17 h 123"/>
                  <a:gd name="T12" fmla="*/ 327 w 598"/>
                  <a:gd name="T13" fmla="*/ 123 h 123"/>
                  <a:gd name="T14" fmla="*/ 328 w 598"/>
                  <a:gd name="T15" fmla="*/ 123 h 123"/>
                  <a:gd name="T16" fmla="*/ 598 w 598"/>
                  <a:gd name="T17" fmla="*/ 78 h 123"/>
                  <a:gd name="T18" fmla="*/ 598 w 598"/>
                  <a:gd name="T19" fmla="*/ 78 h 123"/>
                  <a:gd name="T20" fmla="*/ 495 w 598"/>
                  <a:gd name="T21" fmla="*/ 0 h 123"/>
                  <a:gd name="T22" fmla="*/ 495 w 598"/>
                  <a:gd name="T23"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8" h="123">
                    <a:moveTo>
                      <a:pt x="495" y="0"/>
                    </a:moveTo>
                    <a:cubicBezTo>
                      <a:pt x="495" y="0"/>
                      <a:pt x="495" y="0"/>
                      <a:pt x="495" y="0"/>
                    </a:cubicBezTo>
                    <a:cubicBezTo>
                      <a:pt x="411" y="0"/>
                      <a:pt x="411" y="0"/>
                      <a:pt x="411" y="0"/>
                    </a:cubicBezTo>
                    <a:cubicBezTo>
                      <a:pt x="49" y="0"/>
                      <a:pt x="49" y="0"/>
                      <a:pt x="49" y="0"/>
                    </a:cubicBezTo>
                    <a:cubicBezTo>
                      <a:pt x="48" y="0"/>
                      <a:pt x="48" y="0"/>
                      <a:pt x="48" y="0"/>
                    </a:cubicBezTo>
                    <a:cubicBezTo>
                      <a:pt x="0" y="17"/>
                      <a:pt x="0" y="17"/>
                      <a:pt x="0" y="17"/>
                    </a:cubicBezTo>
                    <a:cubicBezTo>
                      <a:pt x="0" y="17"/>
                      <a:pt x="241" y="123"/>
                      <a:pt x="327" y="123"/>
                    </a:cubicBezTo>
                    <a:cubicBezTo>
                      <a:pt x="327" y="123"/>
                      <a:pt x="328" y="123"/>
                      <a:pt x="328" y="123"/>
                    </a:cubicBezTo>
                    <a:cubicBezTo>
                      <a:pt x="432" y="122"/>
                      <a:pt x="598" y="107"/>
                      <a:pt x="598" y="78"/>
                    </a:cubicBezTo>
                    <a:cubicBezTo>
                      <a:pt x="598" y="78"/>
                      <a:pt x="598" y="78"/>
                      <a:pt x="598" y="78"/>
                    </a:cubicBezTo>
                    <a:cubicBezTo>
                      <a:pt x="598" y="57"/>
                      <a:pt x="495" y="0"/>
                      <a:pt x="495" y="0"/>
                    </a:cubicBezTo>
                    <a:cubicBezTo>
                      <a:pt x="495" y="0"/>
                      <a:pt x="495" y="0"/>
                      <a:pt x="495" y="0"/>
                    </a:cubicBezTo>
                  </a:path>
                </a:pathLst>
              </a:custGeom>
              <a:gradFill>
                <a:gsLst>
                  <a:gs pos="0">
                    <a:srgbClr val="FF1C00"/>
                  </a:gs>
                  <a:gs pos="100000">
                    <a:srgbClr val="961200"/>
                  </a:gs>
                  <a:gs pos="37000">
                    <a:srgbClr val="CC1B00"/>
                  </a:gs>
                </a:gsLst>
                <a:lin ang="5400000" scaled="1"/>
              </a:gradFill>
              <a:ln>
                <a:noFill/>
              </a:ln>
            </p:spPr>
            <p:txBody>
              <a:bodyPr vert="horz" wrap="square" lIns="91440" tIns="45720" rIns="91440" bIns="45720" numCol="1" anchor="t" anchorCtr="0" compatLnSpc="1"/>
              <a:lstStyle/>
              <a:p>
                <a:endParaRPr lang="en-IN" dirty="0"/>
              </a:p>
            </p:txBody>
          </p:sp>
        </p:grpSp>
        <p:grpSp>
          <p:nvGrpSpPr>
            <p:cNvPr id="12" name="Group 11"/>
            <p:cNvGrpSpPr/>
            <p:nvPr/>
          </p:nvGrpSpPr>
          <p:grpSpPr>
            <a:xfrm rot="20750855">
              <a:off x="3295287" y="3434797"/>
              <a:ext cx="1806218" cy="353641"/>
              <a:chOff x="3721423" y="3640280"/>
              <a:chExt cx="1806218" cy="353641"/>
            </a:xfrm>
          </p:grpSpPr>
          <p:sp>
            <p:nvSpPr>
              <p:cNvPr id="13" name="Freeform 246"/>
              <p:cNvSpPr/>
              <p:nvPr/>
            </p:nvSpPr>
            <p:spPr bwMode="auto">
              <a:xfrm>
                <a:off x="4598038" y="3640280"/>
                <a:ext cx="929603" cy="353641"/>
              </a:xfrm>
              <a:custGeom>
                <a:avLst/>
                <a:gdLst>
                  <a:gd name="T0" fmla="*/ 0 w 807"/>
                  <a:gd name="T1" fmla="*/ 0 h 307"/>
                  <a:gd name="T2" fmla="*/ 3 w 807"/>
                  <a:gd name="T3" fmla="*/ 307 h 307"/>
                  <a:gd name="T4" fmla="*/ 807 w 807"/>
                  <a:gd name="T5" fmla="*/ 281 h 307"/>
                  <a:gd name="T6" fmla="*/ 805 w 807"/>
                  <a:gd name="T7" fmla="*/ 5 h 307"/>
                  <a:gd name="T8" fmla="*/ 0 w 807"/>
                  <a:gd name="T9" fmla="*/ 0 h 307"/>
                </a:gdLst>
                <a:ahLst/>
                <a:cxnLst>
                  <a:cxn ang="0">
                    <a:pos x="T0" y="T1"/>
                  </a:cxn>
                  <a:cxn ang="0">
                    <a:pos x="T2" y="T3"/>
                  </a:cxn>
                  <a:cxn ang="0">
                    <a:pos x="T4" y="T5"/>
                  </a:cxn>
                  <a:cxn ang="0">
                    <a:pos x="T6" y="T7"/>
                  </a:cxn>
                  <a:cxn ang="0">
                    <a:pos x="T8" y="T9"/>
                  </a:cxn>
                </a:cxnLst>
                <a:rect l="0" t="0" r="r" b="b"/>
                <a:pathLst>
                  <a:path w="807" h="307">
                    <a:moveTo>
                      <a:pt x="0" y="0"/>
                    </a:moveTo>
                    <a:lnTo>
                      <a:pt x="3" y="307"/>
                    </a:lnTo>
                    <a:lnTo>
                      <a:pt x="807" y="281"/>
                    </a:lnTo>
                    <a:lnTo>
                      <a:pt x="805" y="5"/>
                    </a:lnTo>
                    <a:lnTo>
                      <a:pt x="0" y="0"/>
                    </a:lnTo>
                    <a:close/>
                  </a:path>
                </a:pathLst>
              </a:custGeom>
              <a:gradFill>
                <a:gsLst>
                  <a:gs pos="0">
                    <a:schemeClr val="bg1"/>
                  </a:gs>
                  <a:gs pos="100000">
                    <a:schemeClr val="bg1">
                      <a:lumMod val="85000"/>
                    </a:schemeClr>
                  </a:gs>
                  <a:gs pos="21000">
                    <a:schemeClr val="tx1">
                      <a:lumMod val="50000"/>
                      <a:lumOff val="50000"/>
                    </a:schemeClr>
                  </a:gs>
                  <a:gs pos="78000">
                    <a:schemeClr val="tx1">
                      <a:lumMod val="50000"/>
                      <a:lumOff val="50000"/>
                    </a:schemeClr>
                  </a:gs>
                  <a:gs pos="53000">
                    <a:schemeClr val="bg1">
                      <a:lumMod val="76000"/>
                      <a:lumOff val="24000"/>
                    </a:schemeClr>
                  </a:gs>
                </a:gsLst>
                <a:lin ang="5400000" scaled="0"/>
              </a:gradFill>
              <a:ln>
                <a:noFill/>
              </a:ln>
            </p:spPr>
            <p:txBody>
              <a:bodyPr vert="horz" wrap="square" lIns="91440" tIns="45720" rIns="91440" bIns="45720" numCol="1" anchor="t" anchorCtr="0" compatLnSpc="1"/>
              <a:lstStyle/>
              <a:p>
                <a:endParaRPr lang="en-IN" dirty="0"/>
              </a:p>
            </p:txBody>
          </p:sp>
          <p:sp>
            <p:nvSpPr>
              <p:cNvPr id="14" name="Freeform 247"/>
              <p:cNvSpPr/>
              <p:nvPr/>
            </p:nvSpPr>
            <p:spPr bwMode="auto">
              <a:xfrm>
                <a:off x="4462111" y="3640280"/>
                <a:ext cx="139383" cy="353641"/>
              </a:xfrm>
              <a:custGeom>
                <a:avLst/>
                <a:gdLst>
                  <a:gd name="T0" fmla="*/ 9 w 51"/>
                  <a:gd name="T1" fmla="*/ 115 h 129"/>
                  <a:gd name="T2" fmla="*/ 1 w 51"/>
                  <a:gd name="T3" fmla="*/ 105 h 129"/>
                  <a:gd name="T4" fmla="*/ 0 w 51"/>
                  <a:gd name="T5" fmla="*/ 25 h 129"/>
                  <a:gd name="T6" fmla="*/ 8 w 51"/>
                  <a:gd name="T7" fmla="*/ 14 h 129"/>
                  <a:gd name="T8" fmla="*/ 50 w 51"/>
                  <a:gd name="T9" fmla="*/ 0 h 129"/>
                  <a:gd name="T10" fmla="*/ 51 w 51"/>
                  <a:gd name="T11" fmla="*/ 129 h 129"/>
                  <a:gd name="T12" fmla="*/ 9 w 51"/>
                  <a:gd name="T13" fmla="*/ 115 h 129"/>
                </a:gdLst>
                <a:ahLst/>
                <a:cxnLst>
                  <a:cxn ang="0">
                    <a:pos x="T0" y="T1"/>
                  </a:cxn>
                  <a:cxn ang="0">
                    <a:pos x="T2" y="T3"/>
                  </a:cxn>
                  <a:cxn ang="0">
                    <a:pos x="T4" y="T5"/>
                  </a:cxn>
                  <a:cxn ang="0">
                    <a:pos x="T6" y="T7"/>
                  </a:cxn>
                  <a:cxn ang="0">
                    <a:pos x="T8" y="T9"/>
                  </a:cxn>
                  <a:cxn ang="0">
                    <a:pos x="T10" y="T11"/>
                  </a:cxn>
                  <a:cxn ang="0">
                    <a:pos x="T12" y="T13"/>
                  </a:cxn>
                </a:cxnLst>
                <a:rect l="0" t="0" r="r" b="b"/>
                <a:pathLst>
                  <a:path w="51" h="129">
                    <a:moveTo>
                      <a:pt x="9" y="115"/>
                    </a:moveTo>
                    <a:cubicBezTo>
                      <a:pt x="5" y="114"/>
                      <a:pt x="1" y="109"/>
                      <a:pt x="1" y="105"/>
                    </a:cubicBezTo>
                    <a:cubicBezTo>
                      <a:pt x="0" y="25"/>
                      <a:pt x="0" y="25"/>
                      <a:pt x="0" y="25"/>
                    </a:cubicBezTo>
                    <a:cubicBezTo>
                      <a:pt x="0" y="20"/>
                      <a:pt x="4" y="16"/>
                      <a:pt x="8" y="14"/>
                    </a:cubicBezTo>
                    <a:cubicBezTo>
                      <a:pt x="50" y="0"/>
                      <a:pt x="50" y="0"/>
                      <a:pt x="50" y="0"/>
                    </a:cubicBezTo>
                    <a:cubicBezTo>
                      <a:pt x="51" y="129"/>
                      <a:pt x="51" y="129"/>
                      <a:pt x="51" y="129"/>
                    </a:cubicBezTo>
                    <a:lnTo>
                      <a:pt x="9" y="115"/>
                    </a:lnTo>
                    <a:close/>
                  </a:path>
                </a:pathLst>
              </a:custGeom>
              <a:gradFill>
                <a:gsLst>
                  <a:gs pos="0">
                    <a:schemeClr val="bg1"/>
                  </a:gs>
                  <a:gs pos="100000">
                    <a:schemeClr val="bg1">
                      <a:lumMod val="85000"/>
                    </a:schemeClr>
                  </a:gs>
                  <a:gs pos="15000">
                    <a:schemeClr val="tx1">
                      <a:lumMod val="50000"/>
                      <a:lumOff val="50000"/>
                    </a:schemeClr>
                  </a:gs>
                  <a:gs pos="86000">
                    <a:schemeClr val="tx1">
                      <a:lumMod val="50000"/>
                      <a:lumOff val="50000"/>
                    </a:schemeClr>
                  </a:gs>
                  <a:gs pos="48000">
                    <a:schemeClr val="bg1"/>
                  </a:gs>
                </a:gsLst>
                <a:lin ang="5400000" scaled="0"/>
              </a:gradFill>
              <a:ln>
                <a:noFill/>
              </a:ln>
            </p:spPr>
            <p:txBody>
              <a:bodyPr vert="horz" wrap="square" lIns="91440" tIns="45720" rIns="91440" bIns="45720" numCol="1" anchor="t" anchorCtr="0" compatLnSpc="1"/>
              <a:lstStyle/>
              <a:p>
                <a:endParaRPr lang="en-IN" dirty="0"/>
              </a:p>
            </p:txBody>
          </p:sp>
          <p:sp>
            <p:nvSpPr>
              <p:cNvPr id="15" name="Freeform 225"/>
              <p:cNvSpPr/>
              <p:nvPr/>
            </p:nvSpPr>
            <p:spPr bwMode="auto">
              <a:xfrm>
                <a:off x="3721423" y="3775055"/>
                <a:ext cx="742991" cy="93306"/>
              </a:xfrm>
              <a:custGeom>
                <a:avLst/>
                <a:gdLst>
                  <a:gd name="T0" fmla="*/ 210 w 645"/>
                  <a:gd name="T1" fmla="*/ 5 h 81"/>
                  <a:gd name="T2" fmla="*/ 0 w 645"/>
                  <a:gd name="T3" fmla="*/ 35 h 81"/>
                  <a:gd name="T4" fmla="*/ 0 w 645"/>
                  <a:gd name="T5" fmla="*/ 54 h 81"/>
                  <a:gd name="T6" fmla="*/ 210 w 645"/>
                  <a:gd name="T7" fmla="*/ 81 h 81"/>
                  <a:gd name="T8" fmla="*/ 645 w 645"/>
                  <a:gd name="T9" fmla="*/ 76 h 81"/>
                  <a:gd name="T10" fmla="*/ 645 w 645"/>
                  <a:gd name="T11" fmla="*/ 0 h 81"/>
                  <a:gd name="T12" fmla="*/ 210 w 645"/>
                  <a:gd name="T13" fmla="*/ 5 h 81"/>
                </a:gdLst>
                <a:ahLst/>
                <a:cxnLst>
                  <a:cxn ang="0">
                    <a:pos x="T0" y="T1"/>
                  </a:cxn>
                  <a:cxn ang="0">
                    <a:pos x="T2" y="T3"/>
                  </a:cxn>
                  <a:cxn ang="0">
                    <a:pos x="T4" y="T5"/>
                  </a:cxn>
                  <a:cxn ang="0">
                    <a:pos x="T6" y="T7"/>
                  </a:cxn>
                  <a:cxn ang="0">
                    <a:pos x="T8" y="T9"/>
                  </a:cxn>
                  <a:cxn ang="0">
                    <a:pos x="T10" y="T11"/>
                  </a:cxn>
                  <a:cxn ang="0">
                    <a:pos x="T12" y="T13"/>
                  </a:cxn>
                </a:cxnLst>
                <a:rect l="0" t="0" r="r" b="b"/>
                <a:pathLst>
                  <a:path w="645" h="81">
                    <a:moveTo>
                      <a:pt x="210" y="5"/>
                    </a:moveTo>
                    <a:lnTo>
                      <a:pt x="0" y="35"/>
                    </a:lnTo>
                    <a:lnTo>
                      <a:pt x="0" y="54"/>
                    </a:lnTo>
                    <a:lnTo>
                      <a:pt x="210" y="81"/>
                    </a:lnTo>
                    <a:lnTo>
                      <a:pt x="645" y="76"/>
                    </a:lnTo>
                    <a:lnTo>
                      <a:pt x="645" y="0"/>
                    </a:lnTo>
                    <a:lnTo>
                      <a:pt x="210" y="5"/>
                    </a:lnTo>
                    <a:close/>
                  </a:path>
                </a:pathLst>
              </a:custGeom>
              <a:gradFill>
                <a:gsLst>
                  <a:gs pos="0">
                    <a:schemeClr val="bg1"/>
                  </a:gs>
                  <a:gs pos="100000">
                    <a:schemeClr val="bg1">
                      <a:lumMod val="85000"/>
                    </a:schemeClr>
                  </a:gs>
                  <a:gs pos="20000">
                    <a:schemeClr val="tx1">
                      <a:lumMod val="50000"/>
                      <a:lumOff val="50000"/>
                    </a:schemeClr>
                  </a:gs>
                  <a:gs pos="84000">
                    <a:schemeClr val="tx1">
                      <a:lumMod val="50000"/>
                      <a:lumOff val="50000"/>
                    </a:schemeClr>
                  </a:gs>
                  <a:gs pos="48000">
                    <a:schemeClr val="bg1"/>
                  </a:gs>
                </a:gsLst>
                <a:lin ang="5400000" scaled="0"/>
              </a:gradFill>
              <a:ln>
                <a:noFill/>
              </a:ln>
              <a:effectLst/>
            </p:spPr>
            <p:txBody>
              <a:bodyPr vert="horz" wrap="square" lIns="91440" tIns="45720" rIns="91440" bIns="45720" numCol="1" anchor="t" anchorCtr="0" compatLnSpc="1"/>
              <a:lstStyle/>
              <a:p>
                <a:endParaRPr lang="en-IN" dirty="0"/>
              </a:p>
            </p:txBody>
          </p:sp>
        </p:grpSp>
      </p:grpSp>
      <p:grpSp>
        <p:nvGrpSpPr>
          <p:cNvPr id="31" name="Group 30"/>
          <p:cNvGrpSpPr/>
          <p:nvPr/>
        </p:nvGrpSpPr>
        <p:grpSpPr>
          <a:xfrm>
            <a:off x="4759423" y="3026584"/>
            <a:ext cx="6911160" cy="806787"/>
            <a:chOff x="4759423" y="3026584"/>
            <a:chExt cx="6911160" cy="806787"/>
          </a:xfrm>
        </p:grpSpPr>
        <p:cxnSp>
          <p:nvCxnSpPr>
            <p:cNvPr id="36" name="Straight Connector 35"/>
            <p:cNvCxnSpPr>
              <a:stCxn id="30" idx="0"/>
            </p:cNvCxnSpPr>
            <p:nvPr/>
          </p:nvCxnSpPr>
          <p:spPr>
            <a:xfrm flipV="1">
              <a:off x="4759423" y="3027680"/>
              <a:ext cx="883779" cy="805691"/>
            </a:xfrm>
            <a:prstGeom prst="line">
              <a:avLst/>
            </a:prstGeom>
            <a:ln>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5651331" y="3026584"/>
              <a:ext cx="6019252" cy="0"/>
            </a:xfrm>
            <a:prstGeom prst="line">
              <a:avLst/>
            </a:prstGeom>
            <a:ln>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grpSp>
        <p:nvGrpSpPr>
          <p:cNvPr id="32" name="Group 31"/>
          <p:cNvGrpSpPr/>
          <p:nvPr/>
        </p:nvGrpSpPr>
        <p:grpSpPr>
          <a:xfrm>
            <a:off x="5804997" y="2176429"/>
            <a:ext cx="656301" cy="656301"/>
            <a:chOff x="5804997" y="2176429"/>
            <a:chExt cx="656301" cy="656301"/>
          </a:xfrm>
        </p:grpSpPr>
        <p:sp>
          <p:nvSpPr>
            <p:cNvPr id="70" name="Oval 69"/>
            <p:cNvSpPr/>
            <p:nvPr/>
          </p:nvSpPr>
          <p:spPr>
            <a:xfrm flipH="1">
              <a:off x="5804997" y="2176429"/>
              <a:ext cx="656301" cy="656301"/>
            </a:xfrm>
            <a:prstGeom prst="ellipse">
              <a:avLst/>
            </a:prstGeom>
            <a:solidFill>
              <a:schemeClr val="accent1"/>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43" name="Freeform 12"/>
            <p:cNvSpPr>
              <a:spLocks noChangeAspect="1" noEditPoints="1"/>
            </p:cNvSpPr>
            <p:nvPr/>
          </p:nvSpPr>
          <p:spPr bwMode="auto">
            <a:xfrm>
              <a:off x="5992462" y="2365376"/>
              <a:ext cx="281370" cy="278406"/>
            </a:xfrm>
            <a:custGeom>
              <a:avLst/>
              <a:gdLst>
                <a:gd name="T0" fmla="*/ 1210 w 3228"/>
                <a:gd name="T1" fmla="*/ 2995 h 3195"/>
                <a:gd name="T2" fmla="*/ 1118 w 3228"/>
                <a:gd name="T3" fmla="*/ 2762 h 3195"/>
                <a:gd name="T4" fmla="*/ 822 w 3228"/>
                <a:gd name="T5" fmla="*/ 1897 h 3195"/>
                <a:gd name="T6" fmla="*/ 2035 w 3228"/>
                <a:gd name="T7" fmla="*/ 1697 h 3195"/>
                <a:gd name="T8" fmla="*/ 2490 w 3228"/>
                <a:gd name="T9" fmla="*/ 1561 h 3195"/>
                <a:gd name="T10" fmla="*/ 2490 w 3228"/>
                <a:gd name="T11" fmla="*/ 1235 h 3195"/>
                <a:gd name="T12" fmla="*/ 2035 w 3228"/>
                <a:gd name="T13" fmla="*/ 1099 h 3195"/>
                <a:gd name="T14" fmla="*/ 234 w 3228"/>
                <a:gd name="T15" fmla="*/ 1235 h 3195"/>
                <a:gd name="T16" fmla="*/ 234 w 3228"/>
                <a:gd name="T17" fmla="*/ 1561 h 3195"/>
                <a:gd name="T18" fmla="*/ 1111 w 3228"/>
                <a:gd name="T19" fmla="*/ 1697 h 3195"/>
                <a:gd name="T20" fmla="*/ 1011 w 3228"/>
                <a:gd name="T21" fmla="*/ 1347 h 3195"/>
                <a:gd name="T22" fmla="*/ 1859 w 3228"/>
                <a:gd name="T23" fmla="*/ 897 h 3195"/>
                <a:gd name="T24" fmla="*/ 1334 w 3228"/>
                <a:gd name="T25" fmla="*/ 1099 h 3195"/>
                <a:gd name="T26" fmla="*/ 1142 w 3228"/>
                <a:gd name="T27" fmla="*/ 1235 h 3195"/>
                <a:gd name="T28" fmla="*/ 1142 w 3228"/>
                <a:gd name="T29" fmla="*/ 1561 h 3195"/>
                <a:gd name="T30" fmla="*/ 1311 w 3228"/>
                <a:gd name="T31" fmla="*/ 1698 h 3195"/>
                <a:gd name="T32" fmla="*/ 1800 w 3228"/>
                <a:gd name="T33" fmla="*/ 1856 h 3195"/>
                <a:gd name="T34" fmla="*/ 1823 w 3228"/>
                <a:gd name="T35" fmla="*/ 1194 h 3195"/>
                <a:gd name="T36" fmla="*/ 2376 w 3228"/>
                <a:gd name="T37" fmla="*/ 251 h 3195"/>
                <a:gd name="T38" fmla="*/ 2141 w 3228"/>
                <a:gd name="T39" fmla="*/ 616 h 3195"/>
                <a:gd name="T40" fmla="*/ 2449 w 3228"/>
                <a:gd name="T41" fmla="*/ 923 h 3195"/>
                <a:gd name="T42" fmla="*/ 2689 w 3228"/>
                <a:gd name="T43" fmla="*/ 1190 h 3195"/>
                <a:gd name="T44" fmla="*/ 2689 w 3228"/>
                <a:gd name="T45" fmla="*/ 1606 h 3195"/>
                <a:gd name="T46" fmla="*/ 2449 w 3228"/>
                <a:gd name="T47" fmla="*/ 1872 h 3195"/>
                <a:gd name="T48" fmla="*/ 2141 w 3228"/>
                <a:gd name="T49" fmla="*/ 2180 h 3195"/>
                <a:gd name="T50" fmla="*/ 2376 w 3228"/>
                <a:gd name="T51" fmla="*/ 2545 h 3195"/>
                <a:gd name="T52" fmla="*/ 2674 w 3228"/>
                <a:gd name="T53" fmla="*/ 2541 h 3195"/>
                <a:gd name="T54" fmla="*/ 2916 w 3228"/>
                <a:gd name="T55" fmla="*/ 2148 h 3195"/>
                <a:gd name="T56" fmla="*/ 3025 w 3228"/>
                <a:gd name="T57" fmla="*/ 1491 h 3195"/>
                <a:gd name="T58" fmla="*/ 2958 w 3228"/>
                <a:gd name="T59" fmla="*/ 794 h 3195"/>
                <a:gd name="T60" fmla="*/ 2745 w 3228"/>
                <a:gd name="T61" fmla="*/ 322 h 3195"/>
                <a:gd name="T62" fmla="*/ 2573 w 3228"/>
                <a:gd name="T63" fmla="*/ 3 h 3195"/>
                <a:gd name="T64" fmla="*/ 2912 w 3228"/>
                <a:gd name="T65" fmla="*/ 208 h 3195"/>
                <a:gd name="T66" fmla="*/ 3129 w 3228"/>
                <a:gd name="T67" fmla="*/ 659 h 3195"/>
                <a:gd name="T68" fmla="*/ 3224 w 3228"/>
                <a:gd name="T69" fmla="*/ 1244 h 3195"/>
                <a:gd name="T70" fmla="*/ 3193 w 3228"/>
                <a:gd name="T71" fmla="*/ 1855 h 3195"/>
                <a:gd name="T72" fmla="*/ 3035 w 3228"/>
                <a:gd name="T73" fmla="*/ 2386 h 3195"/>
                <a:gd name="T74" fmla="*/ 2757 w 3228"/>
                <a:gd name="T75" fmla="*/ 2728 h 3195"/>
                <a:gd name="T76" fmla="*/ 2375 w 3228"/>
                <a:gd name="T77" fmla="*/ 2771 h 3195"/>
                <a:gd name="T78" fmla="*/ 2067 w 3228"/>
                <a:gd name="T79" fmla="*/ 2491 h 3195"/>
                <a:gd name="T80" fmla="*/ 1773 w 3228"/>
                <a:gd name="T81" fmla="*/ 2088 h 3195"/>
                <a:gd name="T82" fmla="*/ 1382 w 3228"/>
                <a:gd name="T83" fmla="*/ 1906 h 3195"/>
                <a:gd name="T84" fmla="*/ 1343 w 3228"/>
                <a:gd name="T85" fmla="*/ 1926 h 3195"/>
                <a:gd name="T86" fmla="*/ 1311 w 3228"/>
                <a:gd name="T87" fmla="*/ 2696 h 3195"/>
                <a:gd name="T88" fmla="*/ 1394 w 3228"/>
                <a:gd name="T89" fmla="*/ 2825 h 3195"/>
                <a:gd name="T90" fmla="*/ 1373 w 3228"/>
                <a:gd name="T91" fmla="*/ 3114 h 3195"/>
                <a:gd name="T92" fmla="*/ 774 w 3228"/>
                <a:gd name="T93" fmla="*/ 3192 h 3195"/>
                <a:gd name="T94" fmla="*/ 608 w 3228"/>
                <a:gd name="T95" fmla="*/ 3028 h 3195"/>
                <a:gd name="T96" fmla="*/ 506 w 3228"/>
                <a:gd name="T97" fmla="*/ 1925 h 3195"/>
                <a:gd name="T98" fmla="*/ 198 w 3228"/>
                <a:gd name="T99" fmla="*/ 1830 h 3195"/>
                <a:gd name="T100" fmla="*/ 9 w 3228"/>
                <a:gd name="T101" fmla="*/ 1506 h 3195"/>
                <a:gd name="T102" fmla="*/ 77 w 3228"/>
                <a:gd name="T103" fmla="*/ 1101 h 3195"/>
                <a:gd name="T104" fmla="*/ 359 w 3228"/>
                <a:gd name="T105" fmla="*/ 902 h 3195"/>
                <a:gd name="T106" fmla="*/ 1673 w 3228"/>
                <a:gd name="T107" fmla="*/ 788 h 3195"/>
                <a:gd name="T108" fmla="*/ 2034 w 3228"/>
                <a:gd name="T109" fmla="*/ 356 h 3195"/>
                <a:gd name="T110" fmla="*/ 2286 w 3228"/>
                <a:gd name="T111" fmla="*/ 68 h 3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28" h="3195">
                  <a:moveTo>
                    <a:pt x="752" y="1897"/>
                  </a:moveTo>
                  <a:lnTo>
                    <a:pt x="771" y="1933"/>
                  </a:lnTo>
                  <a:lnTo>
                    <a:pt x="786" y="1972"/>
                  </a:lnTo>
                  <a:lnTo>
                    <a:pt x="798" y="2012"/>
                  </a:lnTo>
                  <a:lnTo>
                    <a:pt x="804" y="2054"/>
                  </a:lnTo>
                  <a:lnTo>
                    <a:pt x="807" y="2097"/>
                  </a:lnTo>
                  <a:lnTo>
                    <a:pt x="807" y="2995"/>
                  </a:lnTo>
                  <a:lnTo>
                    <a:pt x="1210" y="2995"/>
                  </a:lnTo>
                  <a:lnTo>
                    <a:pt x="1210" y="2910"/>
                  </a:lnTo>
                  <a:lnTo>
                    <a:pt x="1196" y="2894"/>
                  </a:lnTo>
                  <a:lnTo>
                    <a:pt x="1183" y="2879"/>
                  </a:lnTo>
                  <a:lnTo>
                    <a:pt x="1169" y="2860"/>
                  </a:lnTo>
                  <a:lnTo>
                    <a:pt x="1155" y="2840"/>
                  </a:lnTo>
                  <a:lnTo>
                    <a:pt x="1141" y="2817"/>
                  </a:lnTo>
                  <a:lnTo>
                    <a:pt x="1129" y="2791"/>
                  </a:lnTo>
                  <a:lnTo>
                    <a:pt x="1118" y="2762"/>
                  </a:lnTo>
                  <a:lnTo>
                    <a:pt x="1112" y="2731"/>
                  </a:lnTo>
                  <a:lnTo>
                    <a:pt x="1109" y="2696"/>
                  </a:lnTo>
                  <a:lnTo>
                    <a:pt x="1109" y="1997"/>
                  </a:lnTo>
                  <a:lnTo>
                    <a:pt x="1111" y="1963"/>
                  </a:lnTo>
                  <a:lnTo>
                    <a:pt x="1117" y="1930"/>
                  </a:lnTo>
                  <a:lnTo>
                    <a:pt x="1127" y="1898"/>
                  </a:lnTo>
                  <a:lnTo>
                    <a:pt x="822" y="1898"/>
                  </a:lnTo>
                  <a:lnTo>
                    <a:pt x="822" y="1897"/>
                  </a:lnTo>
                  <a:lnTo>
                    <a:pt x="752" y="1897"/>
                  </a:lnTo>
                  <a:close/>
                  <a:moveTo>
                    <a:pt x="2035" y="1099"/>
                  </a:moveTo>
                  <a:lnTo>
                    <a:pt x="2025" y="1196"/>
                  </a:lnTo>
                  <a:lnTo>
                    <a:pt x="2020" y="1296"/>
                  </a:lnTo>
                  <a:lnTo>
                    <a:pt x="2018" y="1398"/>
                  </a:lnTo>
                  <a:lnTo>
                    <a:pt x="2020" y="1500"/>
                  </a:lnTo>
                  <a:lnTo>
                    <a:pt x="2025" y="1600"/>
                  </a:lnTo>
                  <a:lnTo>
                    <a:pt x="2035" y="1697"/>
                  </a:lnTo>
                  <a:lnTo>
                    <a:pt x="2320" y="1697"/>
                  </a:lnTo>
                  <a:lnTo>
                    <a:pt x="2350" y="1694"/>
                  </a:lnTo>
                  <a:lnTo>
                    <a:pt x="2378" y="1685"/>
                  </a:lnTo>
                  <a:lnTo>
                    <a:pt x="2405" y="1670"/>
                  </a:lnTo>
                  <a:lnTo>
                    <a:pt x="2430" y="1649"/>
                  </a:lnTo>
                  <a:lnTo>
                    <a:pt x="2453" y="1624"/>
                  </a:lnTo>
                  <a:lnTo>
                    <a:pt x="2472" y="1594"/>
                  </a:lnTo>
                  <a:lnTo>
                    <a:pt x="2490" y="1561"/>
                  </a:lnTo>
                  <a:lnTo>
                    <a:pt x="2503" y="1525"/>
                  </a:lnTo>
                  <a:lnTo>
                    <a:pt x="2513" y="1485"/>
                  </a:lnTo>
                  <a:lnTo>
                    <a:pt x="2520" y="1442"/>
                  </a:lnTo>
                  <a:lnTo>
                    <a:pt x="2523" y="1398"/>
                  </a:lnTo>
                  <a:lnTo>
                    <a:pt x="2520" y="1353"/>
                  </a:lnTo>
                  <a:lnTo>
                    <a:pt x="2513" y="1311"/>
                  </a:lnTo>
                  <a:lnTo>
                    <a:pt x="2503" y="1271"/>
                  </a:lnTo>
                  <a:lnTo>
                    <a:pt x="2490" y="1235"/>
                  </a:lnTo>
                  <a:lnTo>
                    <a:pt x="2472" y="1201"/>
                  </a:lnTo>
                  <a:lnTo>
                    <a:pt x="2453" y="1171"/>
                  </a:lnTo>
                  <a:lnTo>
                    <a:pt x="2430" y="1147"/>
                  </a:lnTo>
                  <a:lnTo>
                    <a:pt x="2405" y="1126"/>
                  </a:lnTo>
                  <a:lnTo>
                    <a:pt x="2378" y="1111"/>
                  </a:lnTo>
                  <a:lnTo>
                    <a:pt x="2350" y="1102"/>
                  </a:lnTo>
                  <a:lnTo>
                    <a:pt x="2320" y="1099"/>
                  </a:lnTo>
                  <a:lnTo>
                    <a:pt x="2035" y="1099"/>
                  </a:lnTo>
                  <a:close/>
                  <a:moveTo>
                    <a:pt x="403" y="1099"/>
                  </a:moveTo>
                  <a:lnTo>
                    <a:pt x="373" y="1102"/>
                  </a:lnTo>
                  <a:lnTo>
                    <a:pt x="346" y="1111"/>
                  </a:lnTo>
                  <a:lnTo>
                    <a:pt x="319" y="1126"/>
                  </a:lnTo>
                  <a:lnTo>
                    <a:pt x="294" y="1147"/>
                  </a:lnTo>
                  <a:lnTo>
                    <a:pt x="271" y="1171"/>
                  </a:lnTo>
                  <a:lnTo>
                    <a:pt x="252" y="1201"/>
                  </a:lnTo>
                  <a:lnTo>
                    <a:pt x="234" y="1235"/>
                  </a:lnTo>
                  <a:lnTo>
                    <a:pt x="221" y="1271"/>
                  </a:lnTo>
                  <a:lnTo>
                    <a:pt x="210" y="1311"/>
                  </a:lnTo>
                  <a:lnTo>
                    <a:pt x="204" y="1353"/>
                  </a:lnTo>
                  <a:lnTo>
                    <a:pt x="202" y="1398"/>
                  </a:lnTo>
                  <a:lnTo>
                    <a:pt x="204" y="1442"/>
                  </a:lnTo>
                  <a:lnTo>
                    <a:pt x="210" y="1485"/>
                  </a:lnTo>
                  <a:lnTo>
                    <a:pt x="221" y="1525"/>
                  </a:lnTo>
                  <a:lnTo>
                    <a:pt x="234" y="1561"/>
                  </a:lnTo>
                  <a:lnTo>
                    <a:pt x="252" y="1594"/>
                  </a:lnTo>
                  <a:lnTo>
                    <a:pt x="271" y="1624"/>
                  </a:lnTo>
                  <a:lnTo>
                    <a:pt x="294" y="1649"/>
                  </a:lnTo>
                  <a:lnTo>
                    <a:pt x="319" y="1670"/>
                  </a:lnTo>
                  <a:lnTo>
                    <a:pt x="346" y="1685"/>
                  </a:lnTo>
                  <a:lnTo>
                    <a:pt x="373" y="1694"/>
                  </a:lnTo>
                  <a:lnTo>
                    <a:pt x="403" y="1697"/>
                  </a:lnTo>
                  <a:lnTo>
                    <a:pt x="1111" y="1697"/>
                  </a:lnTo>
                  <a:lnTo>
                    <a:pt x="1086" y="1665"/>
                  </a:lnTo>
                  <a:lnTo>
                    <a:pt x="1064" y="1628"/>
                  </a:lnTo>
                  <a:lnTo>
                    <a:pt x="1045" y="1587"/>
                  </a:lnTo>
                  <a:lnTo>
                    <a:pt x="1030" y="1544"/>
                  </a:lnTo>
                  <a:lnTo>
                    <a:pt x="1018" y="1497"/>
                  </a:lnTo>
                  <a:lnTo>
                    <a:pt x="1011" y="1449"/>
                  </a:lnTo>
                  <a:lnTo>
                    <a:pt x="1009" y="1398"/>
                  </a:lnTo>
                  <a:lnTo>
                    <a:pt x="1011" y="1347"/>
                  </a:lnTo>
                  <a:lnTo>
                    <a:pt x="1018" y="1298"/>
                  </a:lnTo>
                  <a:lnTo>
                    <a:pt x="1030" y="1252"/>
                  </a:lnTo>
                  <a:lnTo>
                    <a:pt x="1045" y="1208"/>
                  </a:lnTo>
                  <a:lnTo>
                    <a:pt x="1064" y="1168"/>
                  </a:lnTo>
                  <a:lnTo>
                    <a:pt x="1086" y="1132"/>
                  </a:lnTo>
                  <a:lnTo>
                    <a:pt x="1111" y="1099"/>
                  </a:lnTo>
                  <a:lnTo>
                    <a:pt x="403" y="1099"/>
                  </a:lnTo>
                  <a:close/>
                  <a:moveTo>
                    <a:pt x="1859" y="897"/>
                  </a:moveTo>
                  <a:lnTo>
                    <a:pt x="1800" y="943"/>
                  </a:lnTo>
                  <a:lnTo>
                    <a:pt x="1739" y="982"/>
                  </a:lnTo>
                  <a:lnTo>
                    <a:pt x="1675" y="1017"/>
                  </a:lnTo>
                  <a:lnTo>
                    <a:pt x="1610" y="1046"/>
                  </a:lnTo>
                  <a:lnTo>
                    <a:pt x="1542" y="1068"/>
                  </a:lnTo>
                  <a:lnTo>
                    <a:pt x="1474" y="1085"/>
                  </a:lnTo>
                  <a:lnTo>
                    <a:pt x="1405" y="1095"/>
                  </a:lnTo>
                  <a:lnTo>
                    <a:pt x="1334" y="1099"/>
                  </a:lnTo>
                  <a:lnTo>
                    <a:pt x="1311" y="1099"/>
                  </a:lnTo>
                  <a:lnTo>
                    <a:pt x="1281" y="1102"/>
                  </a:lnTo>
                  <a:lnTo>
                    <a:pt x="1254" y="1111"/>
                  </a:lnTo>
                  <a:lnTo>
                    <a:pt x="1227" y="1126"/>
                  </a:lnTo>
                  <a:lnTo>
                    <a:pt x="1202" y="1147"/>
                  </a:lnTo>
                  <a:lnTo>
                    <a:pt x="1179" y="1171"/>
                  </a:lnTo>
                  <a:lnTo>
                    <a:pt x="1160" y="1201"/>
                  </a:lnTo>
                  <a:lnTo>
                    <a:pt x="1142" y="1235"/>
                  </a:lnTo>
                  <a:lnTo>
                    <a:pt x="1129" y="1271"/>
                  </a:lnTo>
                  <a:lnTo>
                    <a:pt x="1118" y="1311"/>
                  </a:lnTo>
                  <a:lnTo>
                    <a:pt x="1112" y="1353"/>
                  </a:lnTo>
                  <a:lnTo>
                    <a:pt x="1110" y="1398"/>
                  </a:lnTo>
                  <a:lnTo>
                    <a:pt x="1112" y="1442"/>
                  </a:lnTo>
                  <a:lnTo>
                    <a:pt x="1118" y="1485"/>
                  </a:lnTo>
                  <a:lnTo>
                    <a:pt x="1129" y="1525"/>
                  </a:lnTo>
                  <a:lnTo>
                    <a:pt x="1142" y="1561"/>
                  </a:lnTo>
                  <a:lnTo>
                    <a:pt x="1160" y="1594"/>
                  </a:lnTo>
                  <a:lnTo>
                    <a:pt x="1179" y="1624"/>
                  </a:lnTo>
                  <a:lnTo>
                    <a:pt x="1202" y="1649"/>
                  </a:lnTo>
                  <a:lnTo>
                    <a:pt x="1227" y="1670"/>
                  </a:lnTo>
                  <a:lnTo>
                    <a:pt x="1254" y="1685"/>
                  </a:lnTo>
                  <a:lnTo>
                    <a:pt x="1281" y="1694"/>
                  </a:lnTo>
                  <a:lnTo>
                    <a:pt x="1311" y="1697"/>
                  </a:lnTo>
                  <a:lnTo>
                    <a:pt x="1311" y="1698"/>
                  </a:lnTo>
                  <a:lnTo>
                    <a:pt x="1334" y="1698"/>
                  </a:lnTo>
                  <a:lnTo>
                    <a:pt x="1405" y="1702"/>
                  </a:lnTo>
                  <a:lnTo>
                    <a:pt x="1474" y="1713"/>
                  </a:lnTo>
                  <a:lnTo>
                    <a:pt x="1542" y="1729"/>
                  </a:lnTo>
                  <a:lnTo>
                    <a:pt x="1610" y="1751"/>
                  </a:lnTo>
                  <a:lnTo>
                    <a:pt x="1675" y="1780"/>
                  </a:lnTo>
                  <a:lnTo>
                    <a:pt x="1739" y="1815"/>
                  </a:lnTo>
                  <a:lnTo>
                    <a:pt x="1800" y="1856"/>
                  </a:lnTo>
                  <a:lnTo>
                    <a:pt x="1859" y="1901"/>
                  </a:lnTo>
                  <a:lnTo>
                    <a:pt x="1844" y="1802"/>
                  </a:lnTo>
                  <a:lnTo>
                    <a:pt x="1831" y="1703"/>
                  </a:lnTo>
                  <a:lnTo>
                    <a:pt x="1823" y="1602"/>
                  </a:lnTo>
                  <a:lnTo>
                    <a:pt x="1818" y="1500"/>
                  </a:lnTo>
                  <a:lnTo>
                    <a:pt x="1816" y="1398"/>
                  </a:lnTo>
                  <a:lnTo>
                    <a:pt x="1818" y="1296"/>
                  </a:lnTo>
                  <a:lnTo>
                    <a:pt x="1823" y="1194"/>
                  </a:lnTo>
                  <a:lnTo>
                    <a:pt x="1831" y="1094"/>
                  </a:lnTo>
                  <a:lnTo>
                    <a:pt x="1844" y="995"/>
                  </a:lnTo>
                  <a:lnTo>
                    <a:pt x="1859" y="897"/>
                  </a:lnTo>
                  <a:close/>
                  <a:moveTo>
                    <a:pt x="2523" y="200"/>
                  </a:moveTo>
                  <a:lnTo>
                    <a:pt x="2485" y="203"/>
                  </a:lnTo>
                  <a:lnTo>
                    <a:pt x="2447" y="213"/>
                  </a:lnTo>
                  <a:lnTo>
                    <a:pt x="2411" y="229"/>
                  </a:lnTo>
                  <a:lnTo>
                    <a:pt x="2376" y="251"/>
                  </a:lnTo>
                  <a:lnTo>
                    <a:pt x="2342" y="279"/>
                  </a:lnTo>
                  <a:lnTo>
                    <a:pt x="2309" y="313"/>
                  </a:lnTo>
                  <a:lnTo>
                    <a:pt x="2277" y="351"/>
                  </a:lnTo>
                  <a:lnTo>
                    <a:pt x="2247" y="394"/>
                  </a:lnTo>
                  <a:lnTo>
                    <a:pt x="2218" y="443"/>
                  </a:lnTo>
                  <a:lnTo>
                    <a:pt x="2190" y="496"/>
                  </a:lnTo>
                  <a:lnTo>
                    <a:pt x="2165" y="554"/>
                  </a:lnTo>
                  <a:lnTo>
                    <a:pt x="2141" y="616"/>
                  </a:lnTo>
                  <a:lnTo>
                    <a:pt x="2118" y="681"/>
                  </a:lnTo>
                  <a:lnTo>
                    <a:pt x="2099" y="751"/>
                  </a:lnTo>
                  <a:lnTo>
                    <a:pt x="2080" y="823"/>
                  </a:lnTo>
                  <a:lnTo>
                    <a:pt x="2065" y="899"/>
                  </a:lnTo>
                  <a:lnTo>
                    <a:pt x="2320" y="899"/>
                  </a:lnTo>
                  <a:lnTo>
                    <a:pt x="2365" y="902"/>
                  </a:lnTo>
                  <a:lnTo>
                    <a:pt x="2408" y="910"/>
                  </a:lnTo>
                  <a:lnTo>
                    <a:pt x="2449" y="923"/>
                  </a:lnTo>
                  <a:lnTo>
                    <a:pt x="2489" y="943"/>
                  </a:lnTo>
                  <a:lnTo>
                    <a:pt x="2526" y="966"/>
                  </a:lnTo>
                  <a:lnTo>
                    <a:pt x="2560" y="994"/>
                  </a:lnTo>
                  <a:lnTo>
                    <a:pt x="2592" y="1025"/>
                  </a:lnTo>
                  <a:lnTo>
                    <a:pt x="2622" y="1061"/>
                  </a:lnTo>
                  <a:lnTo>
                    <a:pt x="2648" y="1101"/>
                  </a:lnTo>
                  <a:lnTo>
                    <a:pt x="2670" y="1144"/>
                  </a:lnTo>
                  <a:lnTo>
                    <a:pt x="2689" y="1190"/>
                  </a:lnTo>
                  <a:lnTo>
                    <a:pt x="2704" y="1239"/>
                  </a:lnTo>
                  <a:lnTo>
                    <a:pt x="2715" y="1290"/>
                  </a:lnTo>
                  <a:lnTo>
                    <a:pt x="2722" y="1343"/>
                  </a:lnTo>
                  <a:lnTo>
                    <a:pt x="2724" y="1398"/>
                  </a:lnTo>
                  <a:lnTo>
                    <a:pt x="2722" y="1453"/>
                  </a:lnTo>
                  <a:lnTo>
                    <a:pt x="2715" y="1506"/>
                  </a:lnTo>
                  <a:lnTo>
                    <a:pt x="2704" y="1557"/>
                  </a:lnTo>
                  <a:lnTo>
                    <a:pt x="2689" y="1606"/>
                  </a:lnTo>
                  <a:lnTo>
                    <a:pt x="2670" y="1651"/>
                  </a:lnTo>
                  <a:lnTo>
                    <a:pt x="2648" y="1694"/>
                  </a:lnTo>
                  <a:lnTo>
                    <a:pt x="2622" y="1734"/>
                  </a:lnTo>
                  <a:lnTo>
                    <a:pt x="2592" y="1770"/>
                  </a:lnTo>
                  <a:lnTo>
                    <a:pt x="2560" y="1802"/>
                  </a:lnTo>
                  <a:lnTo>
                    <a:pt x="2526" y="1830"/>
                  </a:lnTo>
                  <a:lnTo>
                    <a:pt x="2489" y="1854"/>
                  </a:lnTo>
                  <a:lnTo>
                    <a:pt x="2449" y="1872"/>
                  </a:lnTo>
                  <a:lnTo>
                    <a:pt x="2408" y="1885"/>
                  </a:lnTo>
                  <a:lnTo>
                    <a:pt x="2365" y="1894"/>
                  </a:lnTo>
                  <a:lnTo>
                    <a:pt x="2320" y="1897"/>
                  </a:lnTo>
                  <a:lnTo>
                    <a:pt x="2065" y="1897"/>
                  </a:lnTo>
                  <a:lnTo>
                    <a:pt x="2080" y="1973"/>
                  </a:lnTo>
                  <a:lnTo>
                    <a:pt x="2099" y="2046"/>
                  </a:lnTo>
                  <a:lnTo>
                    <a:pt x="2118" y="2115"/>
                  </a:lnTo>
                  <a:lnTo>
                    <a:pt x="2141" y="2180"/>
                  </a:lnTo>
                  <a:lnTo>
                    <a:pt x="2165" y="2242"/>
                  </a:lnTo>
                  <a:lnTo>
                    <a:pt x="2190" y="2300"/>
                  </a:lnTo>
                  <a:lnTo>
                    <a:pt x="2218" y="2353"/>
                  </a:lnTo>
                  <a:lnTo>
                    <a:pt x="2247" y="2401"/>
                  </a:lnTo>
                  <a:lnTo>
                    <a:pt x="2277" y="2445"/>
                  </a:lnTo>
                  <a:lnTo>
                    <a:pt x="2309" y="2484"/>
                  </a:lnTo>
                  <a:lnTo>
                    <a:pt x="2342" y="2517"/>
                  </a:lnTo>
                  <a:lnTo>
                    <a:pt x="2376" y="2545"/>
                  </a:lnTo>
                  <a:lnTo>
                    <a:pt x="2411" y="2567"/>
                  </a:lnTo>
                  <a:lnTo>
                    <a:pt x="2447" y="2583"/>
                  </a:lnTo>
                  <a:lnTo>
                    <a:pt x="2485" y="2593"/>
                  </a:lnTo>
                  <a:lnTo>
                    <a:pt x="2523" y="2596"/>
                  </a:lnTo>
                  <a:lnTo>
                    <a:pt x="2562" y="2593"/>
                  </a:lnTo>
                  <a:lnTo>
                    <a:pt x="2600" y="2582"/>
                  </a:lnTo>
                  <a:lnTo>
                    <a:pt x="2638" y="2564"/>
                  </a:lnTo>
                  <a:lnTo>
                    <a:pt x="2674" y="2541"/>
                  </a:lnTo>
                  <a:lnTo>
                    <a:pt x="2710" y="2510"/>
                  </a:lnTo>
                  <a:lnTo>
                    <a:pt x="2745" y="2474"/>
                  </a:lnTo>
                  <a:lnTo>
                    <a:pt x="2777" y="2433"/>
                  </a:lnTo>
                  <a:lnTo>
                    <a:pt x="2809" y="2386"/>
                  </a:lnTo>
                  <a:lnTo>
                    <a:pt x="2837" y="2332"/>
                  </a:lnTo>
                  <a:lnTo>
                    <a:pt x="2865" y="2275"/>
                  </a:lnTo>
                  <a:lnTo>
                    <a:pt x="2892" y="2214"/>
                  </a:lnTo>
                  <a:lnTo>
                    <a:pt x="2916" y="2148"/>
                  </a:lnTo>
                  <a:lnTo>
                    <a:pt x="2937" y="2077"/>
                  </a:lnTo>
                  <a:lnTo>
                    <a:pt x="2958" y="2003"/>
                  </a:lnTo>
                  <a:lnTo>
                    <a:pt x="2976" y="1925"/>
                  </a:lnTo>
                  <a:lnTo>
                    <a:pt x="2991" y="1843"/>
                  </a:lnTo>
                  <a:lnTo>
                    <a:pt x="3004" y="1760"/>
                  </a:lnTo>
                  <a:lnTo>
                    <a:pt x="3014" y="1673"/>
                  </a:lnTo>
                  <a:lnTo>
                    <a:pt x="3021" y="1583"/>
                  </a:lnTo>
                  <a:lnTo>
                    <a:pt x="3025" y="1491"/>
                  </a:lnTo>
                  <a:lnTo>
                    <a:pt x="3026" y="1398"/>
                  </a:lnTo>
                  <a:lnTo>
                    <a:pt x="3025" y="1304"/>
                  </a:lnTo>
                  <a:lnTo>
                    <a:pt x="3021" y="1212"/>
                  </a:lnTo>
                  <a:lnTo>
                    <a:pt x="3014" y="1123"/>
                  </a:lnTo>
                  <a:lnTo>
                    <a:pt x="3004" y="1037"/>
                  </a:lnTo>
                  <a:lnTo>
                    <a:pt x="2991" y="952"/>
                  </a:lnTo>
                  <a:lnTo>
                    <a:pt x="2976" y="871"/>
                  </a:lnTo>
                  <a:lnTo>
                    <a:pt x="2958" y="794"/>
                  </a:lnTo>
                  <a:lnTo>
                    <a:pt x="2937" y="719"/>
                  </a:lnTo>
                  <a:lnTo>
                    <a:pt x="2916" y="649"/>
                  </a:lnTo>
                  <a:lnTo>
                    <a:pt x="2892" y="582"/>
                  </a:lnTo>
                  <a:lnTo>
                    <a:pt x="2865" y="520"/>
                  </a:lnTo>
                  <a:lnTo>
                    <a:pt x="2837" y="463"/>
                  </a:lnTo>
                  <a:lnTo>
                    <a:pt x="2809" y="411"/>
                  </a:lnTo>
                  <a:lnTo>
                    <a:pt x="2777" y="364"/>
                  </a:lnTo>
                  <a:lnTo>
                    <a:pt x="2745" y="322"/>
                  </a:lnTo>
                  <a:lnTo>
                    <a:pt x="2710" y="286"/>
                  </a:lnTo>
                  <a:lnTo>
                    <a:pt x="2674" y="255"/>
                  </a:lnTo>
                  <a:lnTo>
                    <a:pt x="2638" y="232"/>
                  </a:lnTo>
                  <a:lnTo>
                    <a:pt x="2600" y="214"/>
                  </a:lnTo>
                  <a:lnTo>
                    <a:pt x="2562" y="203"/>
                  </a:lnTo>
                  <a:lnTo>
                    <a:pt x="2523" y="200"/>
                  </a:lnTo>
                  <a:close/>
                  <a:moveTo>
                    <a:pt x="2523" y="0"/>
                  </a:moveTo>
                  <a:lnTo>
                    <a:pt x="2573" y="3"/>
                  </a:lnTo>
                  <a:lnTo>
                    <a:pt x="2622" y="11"/>
                  </a:lnTo>
                  <a:lnTo>
                    <a:pt x="2668" y="25"/>
                  </a:lnTo>
                  <a:lnTo>
                    <a:pt x="2714" y="44"/>
                  </a:lnTo>
                  <a:lnTo>
                    <a:pt x="2757" y="67"/>
                  </a:lnTo>
                  <a:lnTo>
                    <a:pt x="2798" y="96"/>
                  </a:lnTo>
                  <a:lnTo>
                    <a:pt x="2837" y="130"/>
                  </a:lnTo>
                  <a:lnTo>
                    <a:pt x="2876" y="166"/>
                  </a:lnTo>
                  <a:lnTo>
                    <a:pt x="2912" y="208"/>
                  </a:lnTo>
                  <a:lnTo>
                    <a:pt x="2946" y="253"/>
                  </a:lnTo>
                  <a:lnTo>
                    <a:pt x="2978" y="302"/>
                  </a:lnTo>
                  <a:lnTo>
                    <a:pt x="3008" y="354"/>
                  </a:lnTo>
                  <a:lnTo>
                    <a:pt x="3035" y="410"/>
                  </a:lnTo>
                  <a:lnTo>
                    <a:pt x="3062" y="468"/>
                  </a:lnTo>
                  <a:lnTo>
                    <a:pt x="3087" y="529"/>
                  </a:lnTo>
                  <a:lnTo>
                    <a:pt x="3109" y="592"/>
                  </a:lnTo>
                  <a:lnTo>
                    <a:pt x="3129" y="659"/>
                  </a:lnTo>
                  <a:lnTo>
                    <a:pt x="3149" y="726"/>
                  </a:lnTo>
                  <a:lnTo>
                    <a:pt x="3166" y="797"/>
                  </a:lnTo>
                  <a:lnTo>
                    <a:pt x="3180" y="868"/>
                  </a:lnTo>
                  <a:lnTo>
                    <a:pt x="3193" y="942"/>
                  </a:lnTo>
                  <a:lnTo>
                    <a:pt x="3204" y="1015"/>
                  </a:lnTo>
                  <a:lnTo>
                    <a:pt x="3213" y="1091"/>
                  </a:lnTo>
                  <a:lnTo>
                    <a:pt x="3220" y="1167"/>
                  </a:lnTo>
                  <a:lnTo>
                    <a:pt x="3224" y="1244"/>
                  </a:lnTo>
                  <a:lnTo>
                    <a:pt x="3227" y="1320"/>
                  </a:lnTo>
                  <a:lnTo>
                    <a:pt x="3228" y="1398"/>
                  </a:lnTo>
                  <a:lnTo>
                    <a:pt x="3227" y="1475"/>
                  </a:lnTo>
                  <a:lnTo>
                    <a:pt x="3224" y="1552"/>
                  </a:lnTo>
                  <a:lnTo>
                    <a:pt x="3220" y="1629"/>
                  </a:lnTo>
                  <a:lnTo>
                    <a:pt x="3213" y="1704"/>
                  </a:lnTo>
                  <a:lnTo>
                    <a:pt x="3204" y="1780"/>
                  </a:lnTo>
                  <a:lnTo>
                    <a:pt x="3193" y="1855"/>
                  </a:lnTo>
                  <a:lnTo>
                    <a:pt x="3180" y="1927"/>
                  </a:lnTo>
                  <a:lnTo>
                    <a:pt x="3166" y="1999"/>
                  </a:lnTo>
                  <a:lnTo>
                    <a:pt x="3149" y="2069"/>
                  </a:lnTo>
                  <a:lnTo>
                    <a:pt x="3129" y="2137"/>
                  </a:lnTo>
                  <a:lnTo>
                    <a:pt x="3109" y="2203"/>
                  </a:lnTo>
                  <a:lnTo>
                    <a:pt x="3087" y="2266"/>
                  </a:lnTo>
                  <a:lnTo>
                    <a:pt x="3062" y="2327"/>
                  </a:lnTo>
                  <a:lnTo>
                    <a:pt x="3035" y="2386"/>
                  </a:lnTo>
                  <a:lnTo>
                    <a:pt x="3008" y="2442"/>
                  </a:lnTo>
                  <a:lnTo>
                    <a:pt x="2978" y="2494"/>
                  </a:lnTo>
                  <a:lnTo>
                    <a:pt x="2946" y="2543"/>
                  </a:lnTo>
                  <a:lnTo>
                    <a:pt x="2912" y="2588"/>
                  </a:lnTo>
                  <a:lnTo>
                    <a:pt x="2876" y="2629"/>
                  </a:lnTo>
                  <a:lnTo>
                    <a:pt x="2837" y="2666"/>
                  </a:lnTo>
                  <a:lnTo>
                    <a:pt x="2798" y="2699"/>
                  </a:lnTo>
                  <a:lnTo>
                    <a:pt x="2757" y="2728"/>
                  </a:lnTo>
                  <a:lnTo>
                    <a:pt x="2714" y="2751"/>
                  </a:lnTo>
                  <a:lnTo>
                    <a:pt x="2668" y="2771"/>
                  </a:lnTo>
                  <a:lnTo>
                    <a:pt x="2622" y="2784"/>
                  </a:lnTo>
                  <a:lnTo>
                    <a:pt x="2573" y="2793"/>
                  </a:lnTo>
                  <a:lnTo>
                    <a:pt x="2523" y="2795"/>
                  </a:lnTo>
                  <a:lnTo>
                    <a:pt x="2471" y="2793"/>
                  </a:lnTo>
                  <a:lnTo>
                    <a:pt x="2423" y="2784"/>
                  </a:lnTo>
                  <a:lnTo>
                    <a:pt x="2375" y="2771"/>
                  </a:lnTo>
                  <a:lnTo>
                    <a:pt x="2330" y="2751"/>
                  </a:lnTo>
                  <a:lnTo>
                    <a:pt x="2286" y="2727"/>
                  </a:lnTo>
                  <a:lnTo>
                    <a:pt x="2245" y="2698"/>
                  </a:lnTo>
                  <a:lnTo>
                    <a:pt x="2206" y="2665"/>
                  </a:lnTo>
                  <a:lnTo>
                    <a:pt x="2168" y="2628"/>
                  </a:lnTo>
                  <a:lnTo>
                    <a:pt x="2132" y="2586"/>
                  </a:lnTo>
                  <a:lnTo>
                    <a:pt x="2099" y="2540"/>
                  </a:lnTo>
                  <a:lnTo>
                    <a:pt x="2067" y="2491"/>
                  </a:lnTo>
                  <a:lnTo>
                    <a:pt x="2036" y="2439"/>
                  </a:lnTo>
                  <a:lnTo>
                    <a:pt x="2034" y="2440"/>
                  </a:lnTo>
                  <a:lnTo>
                    <a:pt x="1995" y="2371"/>
                  </a:lnTo>
                  <a:lnTo>
                    <a:pt x="1955" y="2306"/>
                  </a:lnTo>
                  <a:lnTo>
                    <a:pt x="1913" y="2246"/>
                  </a:lnTo>
                  <a:lnTo>
                    <a:pt x="1869" y="2188"/>
                  </a:lnTo>
                  <a:lnTo>
                    <a:pt x="1822" y="2136"/>
                  </a:lnTo>
                  <a:lnTo>
                    <a:pt x="1773" y="2088"/>
                  </a:lnTo>
                  <a:lnTo>
                    <a:pt x="1723" y="2047"/>
                  </a:lnTo>
                  <a:lnTo>
                    <a:pt x="1670" y="2009"/>
                  </a:lnTo>
                  <a:lnTo>
                    <a:pt x="1617" y="1976"/>
                  </a:lnTo>
                  <a:lnTo>
                    <a:pt x="1562" y="1950"/>
                  </a:lnTo>
                  <a:lnTo>
                    <a:pt x="1505" y="1928"/>
                  </a:lnTo>
                  <a:lnTo>
                    <a:pt x="1449" y="1913"/>
                  </a:lnTo>
                  <a:lnTo>
                    <a:pt x="1390" y="1904"/>
                  </a:lnTo>
                  <a:lnTo>
                    <a:pt x="1382" y="1906"/>
                  </a:lnTo>
                  <a:lnTo>
                    <a:pt x="1372" y="1908"/>
                  </a:lnTo>
                  <a:lnTo>
                    <a:pt x="1363" y="1912"/>
                  </a:lnTo>
                  <a:lnTo>
                    <a:pt x="1363" y="1912"/>
                  </a:lnTo>
                  <a:lnTo>
                    <a:pt x="1362" y="1912"/>
                  </a:lnTo>
                  <a:lnTo>
                    <a:pt x="1362" y="1913"/>
                  </a:lnTo>
                  <a:lnTo>
                    <a:pt x="1361" y="1913"/>
                  </a:lnTo>
                  <a:lnTo>
                    <a:pt x="1361" y="1913"/>
                  </a:lnTo>
                  <a:lnTo>
                    <a:pt x="1343" y="1926"/>
                  </a:lnTo>
                  <a:lnTo>
                    <a:pt x="1330" y="1942"/>
                  </a:lnTo>
                  <a:lnTo>
                    <a:pt x="1324" y="1952"/>
                  </a:lnTo>
                  <a:lnTo>
                    <a:pt x="1317" y="1970"/>
                  </a:lnTo>
                  <a:lnTo>
                    <a:pt x="1312" y="1990"/>
                  </a:lnTo>
                  <a:lnTo>
                    <a:pt x="1312" y="1992"/>
                  </a:lnTo>
                  <a:lnTo>
                    <a:pt x="1311" y="1994"/>
                  </a:lnTo>
                  <a:lnTo>
                    <a:pt x="1311" y="1997"/>
                  </a:lnTo>
                  <a:lnTo>
                    <a:pt x="1311" y="2696"/>
                  </a:lnTo>
                  <a:lnTo>
                    <a:pt x="1313" y="2711"/>
                  </a:lnTo>
                  <a:lnTo>
                    <a:pt x="1320" y="2726"/>
                  </a:lnTo>
                  <a:lnTo>
                    <a:pt x="1329" y="2740"/>
                  </a:lnTo>
                  <a:lnTo>
                    <a:pt x="1341" y="2755"/>
                  </a:lnTo>
                  <a:lnTo>
                    <a:pt x="1355" y="2771"/>
                  </a:lnTo>
                  <a:lnTo>
                    <a:pt x="1368" y="2788"/>
                  </a:lnTo>
                  <a:lnTo>
                    <a:pt x="1382" y="2805"/>
                  </a:lnTo>
                  <a:lnTo>
                    <a:pt x="1394" y="2825"/>
                  </a:lnTo>
                  <a:lnTo>
                    <a:pt x="1403" y="2846"/>
                  </a:lnTo>
                  <a:lnTo>
                    <a:pt x="1409" y="2870"/>
                  </a:lnTo>
                  <a:lnTo>
                    <a:pt x="1411" y="2895"/>
                  </a:lnTo>
                  <a:lnTo>
                    <a:pt x="1411" y="2995"/>
                  </a:lnTo>
                  <a:lnTo>
                    <a:pt x="1409" y="3028"/>
                  </a:lnTo>
                  <a:lnTo>
                    <a:pt x="1401" y="3059"/>
                  </a:lnTo>
                  <a:lnTo>
                    <a:pt x="1390" y="3087"/>
                  </a:lnTo>
                  <a:lnTo>
                    <a:pt x="1373" y="3114"/>
                  </a:lnTo>
                  <a:lnTo>
                    <a:pt x="1353" y="3137"/>
                  </a:lnTo>
                  <a:lnTo>
                    <a:pt x="1329" y="3157"/>
                  </a:lnTo>
                  <a:lnTo>
                    <a:pt x="1303" y="3173"/>
                  </a:lnTo>
                  <a:lnTo>
                    <a:pt x="1274" y="3185"/>
                  </a:lnTo>
                  <a:lnTo>
                    <a:pt x="1243" y="3192"/>
                  </a:lnTo>
                  <a:lnTo>
                    <a:pt x="1210" y="3195"/>
                  </a:lnTo>
                  <a:lnTo>
                    <a:pt x="807" y="3195"/>
                  </a:lnTo>
                  <a:lnTo>
                    <a:pt x="774" y="3192"/>
                  </a:lnTo>
                  <a:lnTo>
                    <a:pt x="743" y="3185"/>
                  </a:lnTo>
                  <a:lnTo>
                    <a:pt x="714" y="3173"/>
                  </a:lnTo>
                  <a:lnTo>
                    <a:pt x="687" y="3157"/>
                  </a:lnTo>
                  <a:lnTo>
                    <a:pt x="664" y="3137"/>
                  </a:lnTo>
                  <a:lnTo>
                    <a:pt x="644" y="3114"/>
                  </a:lnTo>
                  <a:lnTo>
                    <a:pt x="627" y="3087"/>
                  </a:lnTo>
                  <a:lnTo>
                    <a:pt x="615" y="3059"/>
                  </a:lnTo>
                  <a:lnTo>
                    <a:pt x="608" y="3028"/>
                  </a:lnTo>
                  <a:lnTo>
                    <a:pt x="605" y="2995"/>
                  </a:lnTo>
                  <a:lnTo>
                    <a:pt x="605" y="2097"/>
                  </a:lnTo>
                  <a:lnTo>
                    <a:pt x="602" y="2061"/>
                  </a:lnTo>
                  <a:lnTo>
                    <a:pt x="592" y="2027"/>
                  </a:lnTo>
                  <a:lnTo>
                    <a:pt x="578" y="1997"/>
                  </a:lnTo>
                  <a:lnTo>
                    <a:pt x="557" y="1968"/>
                  </a:lnTo>
                  <a:lnTo>
                    <a:pt x="533" y="1944"/>
                  </a:lnTo>
                  <a:lnTo>
                    <a:pt x="506" y="1925"/>
                  </a:lnTo>
                  <a:lnTo>
                    <a:pt x="474" y="1910"/>
                  </a:lnTo>
                  <a:lnTo>
                    <a:pt x="440" y="1901"/>
                  </a:lnTo>
                  <a:lnTo>
                    <a:pt x="403" y="1897"/>
                  </a:lnTo>
                  <a:lnTo>
                    <a:pt x="359" y="1894"/>
                  </a:lnTo>
                  <a:lnTo>
                    <a:pt x="316" y="1885"/>
                  </a:lnTo>
                  <a:lnTo>
                    <a:pt x="274" y="1872"/>
                  </a:lnTo>
                  <a:lnTo>
                    <a:pt x="235" y="1854"/>
                  </a:lnTo>
                  <a:lnTo>
                    <a:pt x="198" y="1830"/>
                  </a:lnTo>
                  <a:lnTo>
                    <a:pt x="164" y="1802"/>
                  </a:lnTo>
                  <a:lnTo>
                    <a:pt x="132" y="1770"/>
                  </a:lnTo>
                  <a:lnTo>
                    <a:pt x="103" y="1734"/>
                  </a:lnTo>
                  <a:lnTo>
                    <a:pt x="77" y="1694"/>
                  </a:lnTo>
                  <a:lnTo>
                    <a:pt x="55" y="1651"/>
                  </a:lnTo>
                  <a:lnTo>
                    <a:pt x="35" y="1606"/>
                  </a:lnTo>
                  <a:lnTo>
                    <a:pt x="21" y="1557"/>
                  </a:lnTo>
                  <a:lnTo>
                    <a:pt x="9" y="1506"/>
                  </a:lnTo>
                  <a:lnTo>
                    <a:pt x="2" y="1453"/>
                  </a:lnTo>
                  <a:lnTo>
                    <a:pt x="0" y="1398"/>
                  </a:lnTo>
                  <a:lnTo>
                    <a:pt x="2" y="1343"/>
                  </a:lnTo>
                  <a:lnTo>
                    <a:pt x="9" y="1290"/>
                  </a:lnTo>
                  <a:lnTo>
                    <a:pt x="21" y="1239"/>
                  </a:lnTo>
                  <a:lnTo>
                    <a:pt x="35" y="1190"/>
                  </a:lnTo>
                  <a:lnTo>
                    <a:pt x="55" y="1144"/>
                  </a:lnTo>
                  <a:lnTo>
                    <a:pt x="77" y="1101"/>
                  </a:lnTo>
                  <a:lnTo>
                    <a:pt x="103" y="1061"/>
                  </a:lnTo>
                  <a:lnTo>
                    <a:pt x="132" y="1025"/>
                  </a:lnTo>
                  <a:lnTo>
                    <a:pt x="164" y="994"/>
                  </a:lnTo>
                  <a:lnTo>
                    <a:pt x="198" y="966"/>
                  </a:lnTo>
                  <a:lnTo>
                    <a:pt x="235" y="943"/>
                  </a:lnTo>
                  <a:lnTo>
                    <a:pt x="274" y="923"/>
                  </a:lnTo>
                  <a:lnTo>
                    <a:pt x="316" y="910"/>
                  </a:lnTo>
                  <a:lnTo>
                    <a:pt x="359" y="902"/>
                  </a:lnTo>
                  <a:lnTo>
                    <a:pt x="403" y="899"/>
                  </a:lnTo>
                  <a:lnTo>
                    <a:pt x="1334" y="899"/>
                  </a:lnTo>
                  <a:lnTo>
                    <a:pt x="1393" y="896"/>
                  </a:lnTo>
                  <a:lnTo>
                    <a:pt x="1452" y="885"/>
                  </a:lnTo>
                  <a:lnTo>
                    <a:pt x="1508" y="870"/>
                  </a:lnTo>
                  <a:lnTo>
                    <a:pt x="1564" y="849"/>
                  </a:lnTo>
                  <a:lnTo>
                    <a:pt x="1619" y="821"/>
                  </a:lnTo>
                  <a:lnTo>
                    <a:pt x="1673" y="788"/>
                  </a:lnTo>
                  <a:lnTo>
                    <a:pt x="1724" y="751"/>
                  </a:lnTo>
                  <a:lnTo>
                    <a:pt x="1774" y="708"/>
                  </a:lnTo>
                  <a:lnTo>
                    <a:pt x="1822" y="660"/>
                  </a:lnTo>
                  <a:lnTo>
                    <a:pt x="1869" y="608"/>
                  </a:lnTo>
                  <a:lnTo>
                    <a:pt x="1914" y="551"/>
                  </a:lnTo>
                  <a:lnTo>
                    <a:pt x="1956" y="490"/>
                  </a:lnTo>
                  <a:lnTo>
                    <a:pt x="1995" y="426"/>
                  </a:lnTo>
                  <a:lnTo>
                    <a:pt x="2034" y="356"/>
                  </a:lnTo>
                  <a:lnTo>
                    <a:pt x="2036" y="357"/>
                  </a:lnTo>
                  <a:lnTo>
                    <a:pt x="2066" y="305"/>
                  </a:lnTo>
                  <a:lnTo>
                    <a:pt x="2098" y="256"/>
                  </a:lnTo>
                  <a:lnTo>
                    <a:pt x="2132" y="210"/>
                  </a:lnTo>
                  <a:lnTo>
                    <a:pt x="2168" y="169"/>
                  </a:lnTo>
                  <a:lnTo>
                    <a:pt x="2205" y="131"/>
                  </a:lnTo>
                  <a:lnTo>
                    <a:pt x="2245" y="97"/>
                  </a:lnTo>
                  <a:lnTo>
                    <a:pt x="2286" y="68"/>
                  </a:lnTo>
                  <a:lnTo>
                    <a:pt x="2330" y="45"/>
                  </a:lnTo>
                  <a:lnTo>
                    <a:pt x="2375" y="26"/>
                  </a:lnTo>
                  <a:lnTo>
                    <a:pt x="2423" y="11"/>
                  </a:lnTo>
                  <a:lnTo>
                    <a:pt x="2471" y="3"/>
                  </a:lnTo>
                  <a:lnTo>
                    <a:pt x="2523" y="0"/>
                  </a:lnTo>
                  <a:close/>
                </a:path>
              </a:pathLst>
            </a:custGeom>
            <a:solidFill>
              <a:srgbClr val="FFFFFF"/>
            </a:solidFill>
            <a:ln w="0">
              <a:noFill/>
              <a:prstDash val="solid"/>
              <a:round/>
            </a:ln>
          </p:spPr>
          <p:txBody>
            <a:bodyPr vert="horz" wrap="square" lIns="91440" tIns="45721" rIns="91440" bIns="45721" numCol="1" anchor="t" anchorCtr="0" compatLnSpc="1"/>
            <a:lstStyle/>
            <a:p>
              <a:endParaRPr lang="es-ES" sz="1600"/>
            </a:p>
          </p:txBody>
        </p:sp>
      </p:grpSp>
      <p:sp>
        <p:nvSpPr>
          <p:cNvPr id="49" name="TextBox 48"/>
          <p:cNvSpPr txBox="1"/>
          <p:nvPr/>
        </p:nvSpPr>
        <p:spPr>
          <a:xfrm>
            <a:off x="5681743" y="3168204"/>
            <a:ext cx="902811" cy="307777"/>
          </a:xfrm>
          <a:prstGeom prst="rect">
            <a:avLst/>
          </a:prstGeom>
          <a:noFill/>
        </p:spPr>
        <p:txBody>
          <a:bodyPr wrap="none" rtlCol="0" anchor="ctr">
            <a:spAutoFit/>
          </a:bodyPr>
          <a:lstStyle/>
          <a:p>
            <a:pPr algn="ctr"/>
            <a:r>
              <a:rPr lang="zh-CN" altLang="en-US" sz="1400" b="1" dirty="0" smtClean="0">
                <a:solidFill>
                  <a:schemeClr val="bg1"/>
                </a:solidFill>
                <a:latin typeface="Montserrat" panose="00000500000000000000" pitchFamily="50" charset="0"/>
                <a:ea typeface="Roboto Light" panose="02000000000000000000" pitchFamily="2" charset="0"/>
                <a:cs typeface="Arial" panose="020B0604020202020204"/>
              </a:rPr>
              <a:t>文字内容</a:t>
            </a:r>
            <a:endParaRPr lang="id-ID" sz="1400" b="1" dirty="0">
              <a:solidFill>
                <a:schemeClr val="bg1"/>
              </a:solidFill>
              <a:latin typeface="Montserrat" panose="00000500000000000000" pitchFamily="50" charset="0"/>
              <a:ea typeface="Roboto Light" panose="02000000000000000000" pitchFamily="2" charset="0"/>
              <a:cs typeface="Arial" panose="020B0604020202020204"/>
            </a:endParaRPr>
          </a:p>
        </p:txBody>
      </p:sp>
      <p:sp>
        <p:nvSpPr>
          <p:cNvPr id="51" name="Rectangle 50"/>
          <p:cNvSpPr/>
          <p:nvPr/>
        </p:nvSpPr>
        <p:spPr>
          <a:xfrm>
            <a:off x="5361797" y="3508679"/>
            <a:ext cx="1542700" cy="1015663"/>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文字内容文字文字内容文字内容文字内容文字内容文字内容文字文字内容文字</a:t>
            </a:r>
            <a:r>
              <a:rPr lang="zh-CN" altLang="en-US" sz="1200" dirty="0" smtClean="0">
                <a:solidFill>
                  <a:srgbClr val="FFFFFF"/>
                </a:solidFill>
              </a:rPr>
              <a:t>内容</a:t>
            </a:r>
            <a:endParaRPr lang="en-US" altLang="zh-CN" sz="1200" dirty="0">
              <a:solidFill>
                <a:srgbClr val="FFFFFF"/>
              </a:solidFill>
            </a:endParaRPr>
          </a:p>
        </p:txBody>
      </p:sp>
      <p:grpSp>
        <p:nvGrpSpPr>
          <p:cNvPr id="33" name="Group 32"/>
          <p:cNvGrpSpPr/>
          <p:nvPr/>
        </p:nvGrpSpPr>
        <p:grpSpPr>
          <a:xfrm>
            <a:off x="7420437" y="2176429"/>
            <a:ext cx="656301" cy="656301"/>
            <a:chOff x="7420437" y="2176429"/>
            <a:chExt cx="656301" cy="656301"/>
          </a:xfrm>
        </p:grpSpPr>
        <p:sp>
          <p:nvSpPr>
            <p:cNvPr id="72" name="Oval 71"/>
            <p:cNvSpPr/>
            <p:nvPr/>
          </p:nvSpPr>
          <p:spPr>
            <a:xfrm flipH="1">
              <a:off x="7420437" y="2176429"/>
              <a:ext cx="656301" cy="656301"/>
            </a:xfrm>
            <a:prstGeom prst="ellipse">
              <a:avLst/>
            </a:prstGeom>
            <a:solidFill>
              <a:schemeClr val="accent2"/>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grpSp>
          <p:nvGrpSpPr>
            <p:cNvPr id="40" name="Group 4"/>
            <p:cNvGrpSpPr>
              <a:grpSpLocks noChangeAspect="1"/>
            </p:cNvGrpSpPr>
            <p:nvPr/>
          </p:nvGrpSpPr>
          <p:grpSpPr bwMode="auto">
            <a:xfrm>
              <a:off x="7654545" y="2365375"/>
              <a:ext cx="191470" cy="278408"/>
              <a:chOff x="14052" y="2464"/>
              <a:chExt cx="1099" cy="1598"/>
            </a:xfrm>
            <a:solidFill>
              <a:srgbClr val="FFFFFF"/>
            </a:solidFill>
          </p:grpSpPr>
          <p:sp>
            <p:nvSpPr>
              <p:cNvPr id="41" name="Freeform 6"/>
              <p:cNvSpPr>
                <a:spLocks noEditPoints="1"/>
              </p:cNvSpPr>
              <p:nvPr/>
            </p:nvSpPr>
            <p:spPr bwMode="auto">
              <a:xfrm>
                <a:off x="14052" y="2464"/>
                <a:ext cx="1099" cy="1598"/>
              </a:xfrm>
              <a:custGeom>
                <a:avLst/>
                <a:gdLst>
                  <a:gd name="T0" fmla="*/ 934 w 2198"/>
                  <a:gd name="T1" fmla="*/ 2932 h 3195"/>
                  <a:gd name="T2" fmla="*/ 1014 w 2198"/>
                  <a:gd name="T3" fmla="*/ 2988 h 3195"/>
                  <a:gd name="T4" fmla="*/ 1127 w 2198"/>
                  <a:gd name="T5" fmla="*/ 2995 h 3195"/>
                  <a:gd name="T6" fmla="*/ 1215 w 2198"/>
                  <a:gd name="T7" fmla="*/ 2979 h 3195"/>
                  <a:gd name="T8" fmla="*/ 1278 w 2198"/>
                  <a:gd name="T9" fmla="*/ 2915 h 3195"/>
                  <a:gd name="T10" fmla="*/ 1420 w 2198"/>
                  <a:gd name="T11" fmla="*/ 2506 h 3195"/>
                  <a:gd name="T12" fmla="*/ 816 w 2198"/>
                  <a:gd name="T13" fmla="*/ 2631 h 3195"/>
                  <a:gd name="T14" fmla="*/ 862 w 2198"/>
                  <a:gd name="T15" fmla="*/ 2775 h 3195"/>
                  <a:gd name="T16" fmla="*/ 1394 w 2198"/>
                  <a:gd name="T17" fmla="*/ 2594 h 3195"/>
                  <a:gd name="T18" fmla="*/ 734 w 2198"/>
                  <a:gd name="T19" fmla="*/ 2362 h 3195"/>
                  <a:gd name="T20" fmla="*/ 1469 w 2198"/>
                  <a:gd name="T21" fmla="*/ 2350 h 3195"/>
                  <a:gd name="T22" fmla="*/ 1026 w 2198"/>
                  <a:gd name="T23" fmla="*/ 203 h 3195"/>
                  <a:gd name="T24" fmla="*/ 749 w 2198"/>
                  <a:gd name="T25" fmla="*/ 271 h 3195"/>
                  <a:gd name="T26" fmla="*/ 514 w 2198"/>
                  <a:gd name="T27" fmla="*/ 417 h 3195"/>
                  <a:gd name="T28" fmla="*/ 335 w 2198"/>
                  <a:gd name="T29" fmla="*/ 625 h 3195"/>
                  <a:gd name="T30" fmla="*/ 226 w 2198"/>
                  <a:gd name="T31" fmla="*/ 882 h 3195"/>
                  <a:gd name="T32" fmla="*/ 202 w 2198"/>
                  <a:gd name="T33" fmla="*/ 1150 h 3195"/>
                  <a:gd name="T34" fmla="*/ 261 w 2198"/>
                  <a:gd name="T35" fmla="*/ 1368 h 3195"/>
                  <a:gd name="T36" fmla="*/ 369 w 2198"/>
                  <a:gd name="T37" fmla="*/ 1600 h 3195"/>
                  <a:gd name="T38" fmla="*/ 524 w 2198"/>
                  <a:gd name="T39" fmla="*/ 1882 h 3195"/>
                  <a:gd name="T40" fmla="*/ 1619 w 2198"/>
                  <a:gd name="T41" fmla="*/ 1989 h 3195"/>
                  <a:gd name="T42" fmla="*/ 1798 w 2198"/>
                  <a:gd name="T43" fmla="*/ 1658 h 3195"/>
                  <a:gd name="T44" fmla="*/ 1915 w 2198"/>
                  <a:gd name="T45" fmla="*/ 1425 h 3195"/>
                  <a:gd name="T46" fmla="*/ 1987 w 2198"/>
                  <a:gd name="T47" fmla="*/ 1202 h 3195"/>
                  <a:gd name="T48" fmla="*/ 1986 w 2198"/>
                  <a:gd name="T49" fmla="*/ 953 h 3195"/>
                  <a:gd name="T50" fmla="*/ 1898 w 2198"/>
                  <a:gd name="T51" fmla="*/ 685 h 3195"/>
                  <a:gd name="T52" fmla="*/ 1735 w 2198"/>
                  <a:gd name="T53" fmla="*/ 464 h 3195"/>
                  <a:gd name="T54" fmla="*/ 1512 w 2198"/>
                  <a:gd name="T55" fmla="*/ 300 h 3195"/>
                  <a:gd name="T56" fmla="*/ 1245 w 2198"/>
                  <a:gd name="T57" fmla="*/ 211 h 3195"/>
                  <a:gd name="T58" fmla="*/ 1181 w 2198"/>
                  <a:gd name="T59" fmla="*/ 3 h 3195"/>
                  <a:gd name="T60" fmla="*/ 1491 w 2198"/>
                  <a:gd name="T61" fmla="*/ 72 h 3195"/>
                  <a:gd name="T62" fmla="*/ 1761 w 2198"/>
                  <a:gd name="T63" fmla="*/ 221 h 3195"/>
                  <a:gd name="T64" fmla="*/ 1977 w 2198"/>
                  <a:gd name="T65" fmla="*/ 437 h 3195"/>
                  <a:gd name="T66" fmla="*/ 2126 w 2198"/>
                  <a:gd name="T67" fmla="*/ 707 h 3195"/>
                  <a:gd name="T68" fmla="*/ 2195 w 2198"/>
                  <a:gd name="T69" fmla="*/ 1016 h 3195"/>
                  <a:gd name="T70" fmla="*/ 2170 w 2198"/>
                  <a:gd name="T71" fmla="*/ 1300 h 3195"/>
                  <a:gd name="T72" fmla="*/ 2066 w 2198"/>
                  <a:gd name="T73" fmla="*/ 1574 h 3195"/>
                  <a:gd name="T74" fmla="*/ 1923 w 2198"/>
                  <a:gd name="T75" fmla="*/ 1846 h 3195"/>
                  <a:gd name="T76" fmla="*/ 1779 w 2198"/>
                  <a:gd name="T77" fmla="*/ 2112 h 3195"/>
                  <a:gd name="T78" fmla="*/ 1673 w 2198"/>
                  <a:gd name="T79" fmla="*/ 2370 h 3195"/>
                  <a:gd name="T80" fmla="*/ 1597 w 2198"/>
                  <a:gd name="T81" fmla="*/ 2611 h 3195"/>
                  <a:gd name="T82" fmla="*/ 1536 w 2198"/>
                  <a:gd name="T83" fmla="*/ 2815 h 3195"/>
                  <a:gd name="T84" fmla="*/ 1472 w 2198"/>
                  <a:gd name="T85" fmla="*/ 2977 h 3195"/>
                  <a:gd name="T86" fmla="*/ 1390 w 2198"/>
                  <a:gd name="T87" fmla="*/ 3096 h 3195"/>
                  <a:gd name="T88" fmla="*/ 1271 w 2198"/>
                  <a:gd name="T89" fmla="*/ 3170 h 3195"/>
                  <a:gd name="T90" fmla="*/ 1099 w 2198"/>
                  <a:gd name="T91" fmla="*/ 3195 h 3195"/>
                  <a:gd name="T92" fmla="*/ 924 w 2198"/>
                  <a:gd name="T93" fmla="*/ 3168 h 3195"/>
                  <a:gd name="T94" fmla="*/ 803 w 2198"/>
                  <a:gd name="T95" fmla="*/ 3088 h 3195"/>
                  <a:gd name="T96" fmla="*/ 719 w 2198"/>
                  <a:gd name="T97" fmla="*/ 2958 h 3195"/>
                  <a:gd name="T98" fmla="*/ 653 w 2198"/>
                  <a:gd name="T99" fmla="*/ 2782 h 3195"/>
                  <a:gd name="T100" fmla="*/ 588 w 2198"/>
                  <a:gd name="T101" fmla="*/ 2562 h 3195"/>
                  <a:gd name="T102" fmla="*/ 503 w 2198"/>
                  <a:gd name="T103" fmla="*/ 2302 h 3195"/>
                  <a:gd name="T104" fmla="*/ 377 w 2198"/>
                  <a:gd name="T105" fmla="*/ 2030 h 3195"/>
                  <a:gd name="T106" fmla="*/ 221 w 2198"/>
                  <a:gd name="T107" fmla="*/ 1746 h 3195"/>
                  <a:gd name="T108" fmla="*/ 81 w 2198"/>
                  <a:gd name="T109" fmla="*/ 1457 h 3195"/>
                  <a:gd name="T110" fmla="*/ 4 w 2198"/>
                  <a:gd name="T111" fmla="*/ 1169 h 3195"/>
                  <a:gd name="T112" fmla="*/ 27 w 2198"/>
                  <a:gd name="T113" fmla="*/ 858 h 3195"/>
                  <a:gd name="T114" fmla="*/ 137 w 2198"/>
                  <a:gd name="T115" fmla="*/ 566 h 3195"/>
                  <a:gd name="T116" fmla="*/ 322 w 2198"/>
                  <a:gd name="T117" fmla="*/ 322 h 3195"/>
                  <a:gd name="T118" fmla="*/ 567 w 2198"/>
                  <a:gd name="T119" fmla="*/ 137 h 3195"/>
                  <a:gd name="T120" fmla="*/ 858 w 2198"/>
                  <a:gd name="T121" fmla="*/ 27 h 3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98" h="3195">
                    <a:moveTo>
                      <a:pt x="1323" y="2818"/>
                    </a:moveTo>
                    <a:lnTo>
                      <a:pt x="899" y="2871"/>
                    </a:lnTo>
                    <a:lnTo>
                      <a:pt x="917" y="2904"/>
                    </a:lnTo>
                    <a:lnTo>
                      <a:pt x="934" y="2932"/>
                    </a:lnTo>
                    <a:lnTo>
                      <a:pt x="951" y="2953"/>
                    </a:lnTo>
                    <a:lnTo>
                      <a:pt x="971" y="2970"/>
                    </a:lnTo>
                    <a:lnTo>
                      <a:pt x="991" y="2981"/>
                    </a:lnTo>
                    <a:lnTo>
                      <a:pt x="1014" y="2988"/>
                    </a:lnTo>
                    <a:lnTo>
                      <a:pt x="1039" y="2993"/>
                    </a:lnTo>
                    <a:lnTo>
                      <a:pt x="1067" y="2995"/>
                    </a:lnTo>
                    <a:lnTo>
                      <a:pt x="1099" y="2995"/>
                    </a:lnTo>
                    <a:lnTo>
                      <a:pt x="1127" y="2995"/>
                    </a:lnTo>
                    <a:lnTo>
                      <a:pt x="1153" y="2994"/>
                    </a:lnTo>
                    <a:lnTo>
                      <a:pt x="1175" y="2991"/>
                    </a:lnTo>
                    <a:lnTo>
                      <a:pt x="1196" y="2986"/>
                    </a:lnTo>
                    <a:lnTo>
                      <a:pt x="1215" y="2979"/>
                    </a:lnTo>
                    <a:lnTo>
                      <a:pt x="1232" y="2969"/>
                    </a:lnTo>
                    <a:lnTo>
                      <a:pt x="1249" y="2954"/>
                    </a:lnTo>
                    <a:lnTo>
                      <a:pt x="1264" y="2937"/>
                    </a:lnTo>
                    <a:lnTo>
                      <a:pt x="1278" y="2915"/>
                    </a:lnTo>
                    <a:lnTo>
                      <a:pt x="1294" y="2888"/>
                    </a:lnTo>
                    <a:lnTo>
                      <a:pt x="1308" y="2855"/>
                    </a:lnTo>
                    <a:lnTo>
                      <a:pt x="1323" y="2818"/>
                    </a:lnTo>
                    <a:close/>
                    <a:moveTo>
                      <a:pt x="1420" y="2506"/>
                    </a:moveTo>
                    <a:lnTo>
                      <a:pt x="802" y="2583"/>
                    </a:lnTo>
                    <a:lnTo>
                      <a:pt x="802" y="2585"/>
                    </a:lnTo>
                    <a:lnTo>
                      <a:pt x="803" y="2587"/>
                    </a:lnTo>
                    <a:lnTo>
                      <a:pt x="816" y="2631"/>
                    </a:lnTo>
                    <a:lnTo>
                      <a:pt x="829" y="2672"/>
                    </a:lnTo>
                    <a:lnTo>
                      <a:pt x="841" y="2709"/>
                    </a:lnTo>
                    <a:lnTo>
                      <a:pt x="852" y="2743"/>
                    </a:lnTo>
                    <a:lnTo>
                      <a:pt x="862" y="2775"/>
                    </a:lnTo>
                    <a:lnTo>
                      <a:pt x="1358" y="2713"/>
                    </a:lnTo>
                    <a:lnTo>
                      <a:pt x="1369" y="2677"/>
                    </a:lnTo>
                    <a:lnTo>
                      <a:pt x="1381" y="2637"/>
                    </a:lnTo>
                    <a:lnTo>
                      <a:pt x="1394" y="2594"/>
                    </a:lnTo>
                    <a:lnTo>
                      <a:pt x="1407" y="2551"/>
                    </a:lnTo>
                    <a:lnTo>
                      <a:pt x="1420" y="2506"/>
                    </a:lnTo>
                    <a:close/>
                    <a:moveTo>
                      <a:pt x="711" y="2297"/>
                    </a:moveTo>
                    <a:lnTo>
                      <a:pt x="734" y="2362"/>
                    </a:lnTo>
                    <a:lnTo>
                      <a:pt x="754" y="2425"/>
                    </a:lnTo>
                    <a:lnTo>
                      <a:pt x="772" y="2487"/>
                    </a:lnTo>
                    <a:lnTo>
                      <a:pt x="1452" y="2402"/>
                    </a:lnTo>
                    <a:lnTo>
                      <a:pt x="1469" y="2350"/>
                    </a:lnTo>
                    <a:lnTo>
                      <a:pt x="1488" y="2297"/>
                    </a:lnTo>
                    <a:lnTo>
                      <a:pt x="711" y="2297"/>
                    </a:lnTo>
                    <a:close/>
                    <a:moveTo>
                      <a:pt x="1099" y="200"/>
                    </a:moveTo>
                    <a:lnTo>
                      <a:pt x="1026" y="203"/>
                    </a:lnTo>
                    <a:lnTo>
                      <a:pt x="953" y="211"/>
                    </a:lnTo>
                    <a:lnTo>
                      <a:pt x="883" y="226"/>
                    </a:lnTo>
                    <a:lnTo>
                      <a:pt x="815" y="246"/>
                    </a:lnTo>
                    <a:lnTo>
                      <a:pt x="749" y="271"/>
                    </a:lnTo>
                    <a:lnTo>
                      <a:pt x="686" y="300"/>
                    </a:lnTo>
                    <a:lnTo>
                      <a:pt x="625" y="335"/>
                    </a:lnTo>
                    <a:lnTo>
                      <a:pt x="568" y="374"/>
                    </a:lnTo>
                    <a:lnTo>
                      <a:pt x="514" y="417"/>
                    </a:lnTo>
                    <a:lnTo>
                      <a:pt x="464" y="464"/>
                    </a:lnTo>
                    <a:lnTo>
                      <a:pt x="417" y="514"/>
                    </a:lnTo>
                    <a:lnTo>
                      <a:pt x="374" y="568"/>
                    </a:lnTo>
                    <a:lnTo>
                      <a:pt x="335" y="625"/>
                    </a:lnTo>
                    <a:lnTo>
                      <a:pt x="300" y="685"/>
                    </a:lnTo>
                    <a:lnTo>
                      <a:pt x="271" y="749"/>
                    </a:lnTo>
                    <a:lnTo>
                      <a:pt x="246" y="815"/>
                    </a:lnTo>
                    <a:lnTo>
                      <a:pt x="226" y="882"/>
                    </a:lnTo>
                    <a:lnTo>
                      <a:pt x="212" y="953"/>
                    </a:lnTo>
                    <a:lnTo>
                      <a:pt x="203" y="1024"/>
                    </a:lnTo>
                    <a:lnTo>
                      <a:pt x="200" y="1099"/>
                    </a:lnTo>
                    <a:lnTo>
                      <a:pt x="202" y="1150"/>
                    </a:lnTo>
                    <a:lnTo>
                      <a:pt x="210" y="1203"/>
                    </a:lnTo>
                    <a:lnTo>
                      <a:pt x="223" y="1257"/>
                    </a:lnTo>
                    <a:lnTo>
                      <a:pt x="240" y="1312"/>
                    </a:lnTo>
                    <a:lnTo>
                      <a:pt x="261" y="1368"/>
                    </a:lnTo>
                    <a:lnTo>
                      <a:pt x="284" y="1426"/>
                    </a:lnTo>
                    <a:lnTo>
                      <a:pt x="310" y="1484"/>
                    </a:lnTo>
                    <a:lnTo>
                      <a:pt x="338" y="1541"/>
                    </a:lnTo>
                    <a:lnTo>
                      <a:pt x="369" y="1600"/>
                    </a:lnTo>
                    <a:lnTo>
                      <a:pt x="401" y="1658"/>
                    </a:lnTo>
                    <a:lnTo>
                      <a:pt x="432" y="1718"/>
                    </a:lnTo>
                    <a:lnTo>
                      <a:pt x="465" y="1776"/>
                    </a:lnTo>
                    <a:lnTo>
                      <a:pt x="524" y="1882"/>
                    </a:lnTo>
                    <a:lnTo>
                      <a:pt x="580" y="1989"/>
                    </a:lnTo>
                    <a:lnTo>
                      <a:pt x="634" y="2097"/>
                    </a:lnTo>
                    <a:lnTo>
                      <a:pt x="1566" y="2097"/>
                    </a:lnTo>
                    <a:lnTo>
                      <a:pt x="1619" y="1989"/>
                    </a:lnTo>
                    <a:lnTo>
                      <a:pt x="1675" y="1882"/>
                    </a:lnTo>
                    <a:lnTo>
                      <a:pt x="1733" y="1777"/>
                    </a:lnTo>
                    <a:lnTo>
                      <a:pt x="1766" y="1718"/>
                    </a:lnTo>
                    <a:lnTo>
                      <a:pt x="1798" y="1658"/>
                    </a:lnTo>
                    <a:lnTo>
                      <a:pt x="1829" y="1600"/>
                    </a:lnTo>
                    <a:lnTo>
                      <a:pt x="1860" y="1541"/>
                    </a:lnTo>
                    <a:lnTo>
                      <a:pt x="1888" y="1483"/>
                    </a:lnTo>
                    <a:lnTo>
                      <a:pt x="1915" y="1425"/>
                    </a:lnTo>
                    <a:lnTo>
                      <a:pt x="1938" y="1367"/>
                    </a:lnTo>
                    <a:lnTo>
                      <a:pt x="1959" y="1311"/>
                    </a:lnTo>
                    <a:lnTo>
                      <a:pt x="1975" y="1256"/>
                    </a:lnTo>
                    <a:lnTo>
                      <a:pt x="1987" y="1202"/>
                    </a:lnTo>
                    <a:lnTo>
                      <a:pt x="1996" y="1150"/>
                    </a:lnTo>
                    <a:lnTo>
                      <a:pt x="1999" y="1099"/>
                    </a:lnTo>
                    <a:lnTo>
                      <a:pt x="1996" y="1024"/>
                    </a:lnTo>
                    <a:lnTo>
                      <a:pt x="1986" y="953"/>
                    </a:lnTo>
                    <a:lnTo>
                      <a:pt x="1972" y="882"/>
                    </a:lnTo>
                    <a:lnTo>
                      <a:pt x="1953" y="815"/>
                    </a:lnTo>
                    <a:lnTo>
                      <a:pt x="1927" y="749"/>
                    </a:lnTo>
                    <a:lnTo>
                      <a:pt x="1898" y="685"/>
                    </a:lnTo>
                    <a:lnTo>
                      <a:pt x="1864" y="625"/>
                    </a:lnTo>
                    <a:lnTo>
                      <a:pt x="1825" y="568"/>
                    </a:lnTo>
                    <a:lnTo>
                      <a:pt x="1781" y="514"/>
                    </a:lnTo>
                    <a:lnTo>
                      <a:pt x="1735" y="464"/>
                    </a:lnTo>
                    <a:lnTo>
                      <a:pt x="1684" y="417"/>
                    </a:lnTo>
                    <a:lnTo>
                      <a:pt x="1630" y="374"/>
                    </a:lnTo>
                    <a:lnTo>
                      <a:pt x="1573" y="335"/>
                    </a:lnTo>
                    <a:lnTo>
                      <a:pt x="1512" y="300"/>
                    </a:lnTo>
                    <a:lnTo>
                      <a:pt x="1449" y="271"/>
                    </a:lnTo>
                    <a:lnTo>
                      <a:pt x="1383" y="246"/>
                    </a:lnTo>
                    <a:lnTo>
                      <a:pt x="1315" y="226"/>
                    </a:lnTo>
                    <a:lnTo>
                      <a:pt x="1245" y="211"/>
                    </a:lnTo>
                    <a:lnTo>
                      <a:pt x="1173" y="203"/>
                    </a:lnTo>
                    <a:lnTo>
                      <a:pt x="1099" y="200"/>
                    </a:lnTo>
                    <a:close/>
                    <a:moveTo>
                      <a:pt x="1099" y="0"/>
                    </a:moveTo>
                    <a:lnTo>
                      <a:pt x="1181" y="3"/>
                    </a:lnTo>
                    <a:lnTo>
                      <a:pt x="1262" y="12"/>
                    </a:lnTo>
                    <a:lnTo>
                      <a:pt x="1340" y="27"/>
                    </a:lnTo>
                    <a:lnTo>
                      <a:pt x="1416" y="46"/>
                    </a:lnTo>
                    <a:lnTo>
                      <a:pt x="1491" y="72"/>
                    </a:lnTo>
                    <a:lnTo>
                      <a:pt x="1562" y="102"/>
                    </a:lnTo>
                    <a:lnTo>
                      <a:pt x="1632" y="137"/>
                    </a:lnTo>
                    <a:lnTo>
                      <a:pt x="1697" y="177"/>
                    </a:lnTo>
                    <a:lnTo>
                      <a:pt x="1761" y="221"/>
                    </a:lnTo>
                    <a:lnTo>
                      <a:pt x="1820" y="270"/>
                    </a:lnTo>
                    <a:lnTo>
                      <a:pt x="1876" y="322"/>
                    </a:lnTo>
                    <a:lnTo>
                      <a:pt x="1928" y="378"/>
                    </a:lnTo>
                    <a:lnTo>
                      <a:pt x="1977" y="437"/>
                    </a:lnTo>
                    <a:lnTo>
                      <a:pt x="2021" y="500"/>
                    </a:lnTo>
                    <a:lnTo>
                      <a:pt x="2061" y="566"/>
                    </a:lnTo>
                    <a:lnTo>
                      <a:pt x="2096" y="635"/>
                    </a:lnTo>
                    <a:lnTo>
                      <a:pt x="2126" y="707"/>
                    </a:lnTo>
                    <a:lnTo>
                      <a:pt x="2152" y="781"/>
                    </a:lnTo>
                    <a:lnTo>
                      <a:pt x="2171" y="858"/>
                    </a:lnTo>
                    <a:lnTo>
                      <a:pt x="2187" y="936"/>
                    </a:lnTo>
                    <a:lnTo>
                      <a:pt x="2195" y="1016"/>
                    </a:lnTo>
                    <a:lnTo>
                      <a:pt x="2198" y="1099"/>
                    </a:lnTo>
                    <a:lnTo>
                      <a:pt x="2195" y="1165"/>
                    </a:lnTo>
                    <a:lnTo>
                      <a:pt x="2186" y="1233"/>
                    </a:lnTo>
                    <a:lnTo>
                      <a:pt x="2170" y="1300"/>
                    </a:lnTo>
                    <a:lnTo>
                      <a:pt x="2150" y="1368"/>
                    </a:lnTo>
                    <a:lnTo>
                      <a:pt x="2126" y="1437"/>
                    </a:lnTo>
                    <a:lnTo>
                      <a:pt x="2098" y="1505"/>
                    </a:lnTo>
                    <a:lnTo>
                      <a:pt x="2066" y="1574"/>
                    </a:lnTo>
                    <a:lnTo>
                      <a:pt x="2032" y="1642"/>
                    </a:lnTo>
                    <a:lnTo>
                      <a:pt x="1998" y="1711"/>
                    </a:lnTo>
                    <a:lnTo>
                      <a:pt x="1961" y="1778"/>
                    </a:lnTo>
                    <a:lnTo>
                      <a:pt x="1923" y="1846"/>
                    </a:lnTo>
                    <a:lnTo>
                      <a:pt x="1885" y="1914"/>
                    </a:lnTo>
                    <a:lnTo>
                      <a:pt x="1848" y="1980"/>
                    </a:lnTo>
                    <a:lnTo>
                      <a:pt x="1813" y="2047"/>
                    </a:lnTo>
                    <a:lnTo>
                      <a:pt x="1779" y="2112"/>
                    </a:lnTo>
                    <a:lnTo>
                      <a:pt x="1748" y="2177"/>
                    </a:lnTo>
                    <a:lnTo>
                      <a:pt x="1720" y="2241"/>
                    </a:lnTo>
                    <a:lnTo>
                      <a:pt x="1695" y="2304"/>
                    </a:lnTo>
                    <a:lnTo>
                      <a:pt x="1673" y="2370"/>
                    </a:lnTo>
                    <a:lnTo>
                      <a:pt x="1651" y="2434"/>
                    </a:lnTo>
                    <a:lnTo>
                      <a:pt x="1632" y="2495"/>
                    </a:lnTo>
                    <a:lnTo>
                      <a:pt x="1614" y="2554"/>
                    </a:lnTo>
                    <a:lnTo>
                      <a:pt x="1597" y="2611"/>
                    </a:lnTo>
                    <a:lnTo>
                      <a:pt x="1582" y="2665"/>
                    </a:lnTo>
                    <a:lnTo>
                      <a:pt x="1566" y="2717"/>
                    </a:lnTo>
                    <a:lnTo>
                      <a:pt x="1551" y="2768"/>
                    </a:lnTo>
                    <a:lnTo>
                      <a:pt x="1536" y="2815"/>
                    </a:lnTo>
                    <a:lnTo>
                      <a:pt x="1521" y="2859"/>
                    </a:lnTo>
                    <a:lnTo>
                      <a:pt x="1506" y="2901"/>
                    </a:lnTo>
                    <a:lnTo>
                      <a:pt x="1490" y="2940"/>
                    </a:lnTo>
                    <a:lnTo>
                      <a:pt x="1472" y="2977"/>
                    </a:lnTo>
                    <a:lnTo>
                      <a:pt x="1454" y="3012"/>
                    </a:lnTo>
                    <a:lnTo>
                      <a:pt x="1435" y="3042"/>
                    </a:lnTo>
                    <a:lnTo>
                      <a:pt x="1413" y="3071"/>
                    </a:lnTo>
                    <a:lnTo>
                      <a:pt x="1390" y="3096"/>
                    </a:lnTo>
                    <a:lnTo>
                      <a:pt x="1364" y="3120"/>
                    </a:lnTo>
                    <a:lnTo>
                      <a:pt x="1336" y="3139"/>
                    </a:lnTo>
                    <a:lnTo>
                      <a:pt x="1305" y="3157"/>
                    </a:lnTo>
                    <a:lnTo>
                      <a:pt x="1271" y="3170"/>
                    </a:lnTo>
                    <a:lnTo>
                      <a:pt x="1233" y="3181"/>
                    </a:lnTo>
                    <a:lnTo>
                      <a:pt x="1192" y="3189"/>
                    </a:lnTo>
                    <a:lnTo>
                      <a:pt x="1148" y="3193"/>
                    </a:lnTo>
                    <a:lnTo>
                      <a:pt x="1099" y="3195"/>
                    </a:lnTo>
                    <a:lnTo>
                      <a:pt x="1049" y="3193"/>
                    </a:lnTo>
                    <a:lnTo>
                      <a:pt x="1003" y="3188"/>
                    </a:lnTo>
                    <a:lnTo>
                      <a:pt x="962" y="3180"/>
                    </a:lnTo>
                    <a:lnTo>
                      <a:pt x="924" y="3168"/>
                    </a:lnTo>
                    <a:lnTo>
                      <a:pt x="889" y="3153"/>
                    </a:lnTo>
                    <a:lnTo>
                      <a:pt x="857" y="3134"/>
                    </a:lnTo>
                    <a:lnTo>
                      <a:pt x="829" y="3113"/>
                    </a:lnTo>
                    <a:lnTo>
                      <a:pt x="803" y="3088"/>
                    </a:lnTo>
                    <a:lnTo>
                      <a:pt x="780" y="3061"/>
                    </a:lnTo>
                    <a:lnTo>
                      <a:pt x="757" y="3029"/>
                    </a:lnTo>
                    <a:lnTo>
                      <a:pt x="738" y="2995"/>
                    </a:lnTo>
                    <a:lnTo>
                      <a:pt x="719" y="2958"/>
                    </a:lnTo>
                    <a:lnTo>
                      <a:pt x="702" y="2919"/>
                    </a:lnTo>
                    <a:lnTo>
                      <a:pt x="685" y="2876"/>
                    </a:lnTo>
                    <a:lnTo>
                      <a:pt x="669" y="2831"/>
                    </a:lnTo>
                    <a:lnTo>
                      <a:pt x="653" y="2782"/>
                    </a:lnTo>
                    <a:lnTo>
                      <a:pt x="638" y="2731"/>
                    </a:lnTo>
                    <a:lnTo>
                      <a:pt x="621" y="2678"/>
                    </a:lnTo>
                    <a:lnTo>
                      <a:pt x="605" y="2621"/>
                    </a:lnTo>
                    <a:lnTo>
                      <a:pt x="588" y="2562"/>
                    </a:lnTo>
                    <a:lnTo>
                      <a:pt x="568" y="2501"/>
                    </a:lnTo>
                    <a:lnTo>
                      <a:pt x="549" y="2437"/>
                    </a:lnTo>
                    <a:lnTo>
                      <a:pt x="526" y="2371"/>
                    </a:lnTo>
                    <a:lnTo>
                      <a:pt x="503" y="2302"/>
                    </a:lnTo>
                    <a:lnTo>
                      <a:pt x="476" y="2235"/>
                    </a:lnTo>
                    <a:lnTo>
                      <a:pt x="447" y="2168"/>
                    </a:lnTo>
                    <a:lnTo>
                      <a:pt x="413" y="2100"/>
                    </a:lnTo>
                    <a:lnTo>
                      <a:pt x="377" y="2030"/>
                    </a:lnTo>
                    <a:lnTo>
                      <a:pt x="338" y="1960"/>
                    </a:lnTo>
                    <a:lnTo>
                      <a:pt x="299" y="1889"/>
                    </a:lnTo>
                    <a:lnTo>
                      <a:pt x="260" y="1818"/>
                    </a:lnTo>
                    <a:lnTo>
                      <a:pt x="221" y="1746"/>
                    </a:lnTo>
                    <a:lnTo>
                      <a:pt x="182" y="1675"/>
                    </a:lnTo>
                    <a:lnTo>
                      <a:pt x="145" y="1602"/>
                    </a:lnTo>
                    <a:lnTo>
                      <a:pt x="111" y="1530"/>
                    </a:lnTo>
                    <a:lnTo>
                      <a:pt x="81" y="1457"/>
                    </a:lnTo>
                    <a:lnTo>
                      <a:pt x="53" y="1386"/>
                    </a:lnTo>
                    <a:lnTo>
                      <a:pt x="31" y="1313"/>
                    </a:lnTo>
                    <a:lnTo>
                      <a:pt x="14" y="1241"/>
                    </a:lnTo>
                    <a:lnTo>
                      <a:pt x="4" y="1169"/>
                    </a:lnTo>
                    <a:lnTo>
                      <a:pt x="0" y="1099"/>
                    </a:lnTo>
                    <a:lnTo>
                      <a:pt x="3" y="1016"/>
                    </a:lnTo>
                    <a:lnTo>
                      <a:pt x="12" y="936"/>
                    </a:lnTo>
                    <a:lnTo>
                      <a:pt x="27" y="858"/>
                    </a:lnTo>
                    <a:lnTo>
                      <a:pt x="47" y="781"/>
                    </a:lnTo>
                    <a:lnTo>
                      <a:pt x="72" y="707"/>
                    </a:lnTo>
                    <a:lnTo>
                      <a:pt x="102" y="635"/>
                    </a:lnTo>
                    <a:lnTo>
                      <a:pt x="137" y="566"/>
                    </a:lnTo>
                    <a:lnTo>
                      <a:pt x="177" y="500"/>
                    </a:lnTo>
                    <a:lnTo>
                      <a:pt x="221" y="437"/>
                    </a:lnTo>
                    <a:lnTo>
                      <a:pt x="270" y="378"/>
                    </a:lnTo>
                    <a:lnTo>
                      <a:pt x="322" y="322"/>
                    </a:lnTo>
                    <a:lnTo>
                      <a:pt x="378" y="270"/>
                    </a:lnTo>
                    <a:lnTo>
                      <a:pt x="437" y="221"/>
                    </a:lnTo>
                    <a:lnTo>
                      <a:pt x="501" y="177"/>
                    </a:lnTo>
                    <a:lnTo>
                      <a:pt x="567" y="137"/>
                    </a:lnTo>
                    <a:lnTo>
                      <a:pt x="636" y="102"/>
                    </a:lnTo>
                    <a:lnTo>
                      <a:pt x="707" y="72"/>
                    </a:lnTo>
                    <a:lnTo>
                      <a:pt x="782" y="46"/>
                    </a:lnTo>
                    <a:lnTo>
                      <a:pt x="858" y="27"/>
                    </a:lnTo>
                    <a:lnTo>
                      <a:pt x="937" y="12"/>
                    </a:lnTo>
                    <a:lnTo>
                      <a:pt x="1017" y="3"/>
                    </a:lnTo>
                    <a:lnTo>
                      <a:pt x="1099" y="0"/>
                    </a:lnTo>
                    <a:close/>
                  </a:path>
                </a:pathLst>
              </a:custGeom>
              <a:grpFill/>
              <a:ln w="0">
                <a:noFill/>
                <a:prstDash val="solid"/>
                <a:round/>
              </a:ln>
            </p:spPr>
            <p:txBody>
              <a:bodyPr vert="horz" wrap="square" lIns="91440" tIns="45721" rIns="91440" bIns="45721" numCol="1" anchor="t" anchorCtr="0" compatLnSpc="1"/>
              <a:lstStyle/>
              <a:p>
                <a:endParaRPr lang="es-ES" sz="1600"/>
              </a:p>
            </p:txBody>
          </p:sp>
          <p:sp>
            <p:nvSpPr>
              <p:cNvPr id="42" name="Freeform 7"/>
              <p:cNvSpPr/>
              <p:nvPr/>
            </p:nvSpPr>
            <p:spPr bwMode="auto">
              <a:xfrm>
                <a:off x="14302" y="2714"/>
                <a:ext cx="324" cy="324"/>
              </a:xfrm>
              <a:custGeom>
                <a:avLst/>
                <a:gdLst>
                  <a:gd name="T0" fmla="*/ 599 w 649"/>
                  <a:gd name="T1" fmla="*/ 0 h 649"/>
                  <a:gd name="T2" fmla="*/ 615 w 649"/>
                  <a:gd name="T3" fmla="*/ 2 h 649"/>
                  <a:gd name="T4" fmla="*/ 628 w 649"/>
                  <a:gd name="T5" fmla="*/ 10 h 649"/>
                  <a:gd name="T6" fmla="*/ 639 w 649"/>
                  <a:gd name="T7" fmla="*/ 21 h 649"/>
                  <a:gd name="T8" fmla="*/ 646 w 649"/>
                  <a:gd name="T9" fmla="*/ 34 h 649"/>
                  <a:gd name="T10" fmla="*/ 649 w 649"/>
                  <a:gd name="T11" fmla="*/ 49 h 649"/>
                  <a:gd name="T12" fmla="*/ 646 w 649"/>
                  <a:gd name="T13" fmla="*/ 66 h 649"/>
                  <a:gd name="T14" fmla="*/ 639 w 649"/>
                  <a:gd name="T15" fmla="*/ 80 h 649"/>
                  <a:gd name="T16" fmla="*/ 628 w 649"/>
                  <a:gd name="T17" fmla="*/ 90 h 649"/>
                  <a:gd name="T18" fmla="*/ 615 w 649"/>
                  <a:gd name="T19" fmla="*/ 97 h 649"/>
                  <a:gd name="T20" fmla="*/ 599 w 649"/>
                  <a:gd name="T21" fmla="*/ 100 h 649"/>
                  <a:gd name="T22" fmla="*/ 544 w 649"/>
                  <a:gd name="T23" fmla="*/ 104 h 649"/>
                  <a:gd name="T24" fmla="*/ 492 w 649"/>
                  <a:gd name="T25" fmla="*/ 112 h 649"/>
                  <a:gd name="T26" fmla="*/ 441 w 649"/>
                  <a:gd name="T27" fmla="*/ 126 h 649"/>
                  <a:gd name="T28" fmla="*/ 393 w 649"/>
                  <a:gd name="T29" fmla="*/ 144 h 649"/>
                  <a:gd name="T30" fmla="*/ 347 w 649"/>
                  <a:gd name="T31" fmla="*/ 168 h 649"/>
                  <a:gd name="T32" fmla="*/ 304 w 649"/>
                  <a:gd name="T33" fmla="*/ 196 h 649"/>
                  <a:gd name="T34" fmla="*/ 264 w 649"/>
                  <a:gd name="T35" fmla="*/ 229 h 649"/>
                  <a:gd name="T36" fmla="*/ 229 w 649"/>
                  <a:gd name="T37" fmla="*/ 265 h 649"/>
                  <a:gd name="T38" fmla="*/ 196 w 649"/>
                  <a:gd name="T39" fmla="*/ 305 h 649"/>
                  <a:gd name="T40" fmla="*/ 168 w 649"/>
                  <a:gd name="T41" fmla="*/ 348 h 649"/>
                  <a:gd name="T42" fmla="*/ 144 w 649"/>
                  <a:gd name="T43" fmla="*/ 394 h 649"/>
                  <a:gd name="T44" fmla="*/ 125 w 649"/>
                  <a:gd name="T45" fmla="*/ 442 h 649"/>
                  <a:gd name="T46" fmla="*/ 111 w 649"/>
                  <a:gd name="T47" fmla="*/ 493 h 649"/>
                  <a:gd name="T48" fmla="*/ 103 w 649"/>
                  <a:gd name="T49" fmla="*/ 545 h 649"/>
                  <a:gd name="T50" fmla="*/ 100 w 649"/>
                  <a:gd name="T51" fmla="*/ 600 h 649"/>
                  <a:gd name="T52" fmla="*/ 97 w 649"/>
                  <a:gd name="T53" fmla="*/ 615 h 649"/>
                  <a:gd name="T54" fmla="*/ 90 w 649"/>
                  <a:gd name="T55" fmla="*/ 628 h 649"/>
                  <a:gd name="T56" fmla="*/ 79 w 649"/>
                  <a:gd name="T57" fmla="*/ 640 h 649"/>
                  <a:gd name="T58" fmla="*/ 65 w 649"/>
                  <a:gd name="T59" fmla="*/ 647 h 649"/>
                  <a:gd name="T60" fmla="*/ 50 w 649"/>
                  <a:gd name="T61" fmla="*/ 649 h 649"/>
                  <a:gd name="T62" fmla="*/ 33 w 649"/>
                  <a:gd name="T63" fmla="*/ 647 h 649"/>
                  <a:gd name="T64" fmla="*/ 20 w 649"/>
                  <a:gd name="T65" fmla="*/ 640 h 649"/>
                  <a:gd name="T66" fmla="*/ 9 w 649"/>
                  <a:gd name="T67" fmla="*/ 628 h 649"/>
                  <a:gd name="T68" fmla="*/ 2 w 649"/>
                  <a:gd name="T69" fmla="*/ 615 h 649"/>
                  <a:gd name="T70" fmla="*/ 0 w 649"/>
                  <a:gd name="T71" fmla="*/ 600 h 649"/>
                  <a:gd name="T72" fmla="*/ 3 w 649"/>
                  <a:gd name="T73" fmla="*/ 539 h 649"/>
                  <a:gd name="T74" fmla="*/ 12 w 649"/>
                  <a:gd name="T75" fmla="*/ 478 h 649"/>
                  <a:gd name="T76" fmla="*/ 26 w 649"/>
                  <a:gd name="T77" fmla="*/ 421 h 649"/>
                  <a:gd name="T78" fmla="*/ 47 w 649"/>
                  <a:gd name="T79" fmla="*/ 366 h 649"/>
                  <a:gd name="T80" fmla="*/ 72 w 649"/>
                  <a:gd name="T81" fmla="*/ 314 h 649"/>
                  <a:gd name="T82" fmla="*/ 102 w 649"/>
                  <a:gd name="T83" fmla="*/ 265 h 649"/>
                  <a:gd name="T84" fmla="*/ 137 w 649"/>
                  <a:gd name="T85" fmla="*/ 218 h 649"/>
                  <a:gd name="T86" fmla="*/ 175 w 649"/>
                  <a:gd name="T87" fmla="*/ 176 h 649"/>
                  <a:gd name="T88" fmla="*/ 218 w 649"/>
                  <a:gd name="T89" fmla="*/ 137 h 649"/>
                  <a:gd name="T90" fmla="*/ 264 w 649"/>
                  <a:gd name="T91" fmla="*/ 103 h 649"/>
                  <a:gd name="T92" fmla="*/ 313 w 649"/>
                  <a:gd name="T93" fmla="*/ 73 h 649"/>
                  <a:gd name="T94" fmla="*/ 365 w 649"/>
                  <a:gd name="T95" fmla="*/ 47 h 649"/>
                  <a:gd name="T96" fmla="*/ 421 w 649"/>
                  <a:gd name="T97" fmla="*/ 27 h 649"/>
                  <a:gd name="T98" fmla="*/ 479 w 649"/>
                  <a:gd name="T99" fmla="*/ 13 h 649"/>
                  <a:gd name="T100" fmla="*/ 538 w 649"/>
                  <a:gd name="T101" fmla="*/ 3 h 649"/>
                  <a:gd name="T102" fmla="*/ 599 w 649"/>
                  <a:gd name="T103" fmla="*/ 0 h 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49" h="649">
                    <a:moveTo>
                      <a:pt x="599" y="0"/>
                    </a:moveTo>
                    <a:lnTo>
                      <a:pt x="615" y="2"/>
                    </a:lnTo>
                    <a:lnTo>
                      <a:pt x="628" y="10"/>
                    </a:lnTo>
                    <a:lnTo>
                      <a:pt x="639" y="21"/>
                    </a:lnTo>
                    <a:lnTo>
                      <a:pt x="646" y="34"/>
                    </a:lnTo>
                    <a:lnTo>
                      <a:pt x="649" y="49"/>
                    </a:lnTo>
                    <a:lnTo>
                      <a:pt x="646" y="66"/>
                    </a:lnTo>
                    <a:lnTo>
                      <a:pt x="639" y="80"/>
                    </a:lnTo>
                    <a:lnTo>
                      <a:pt x="628" y="90"/>
                    </a:lnTo>
                    <a:lnTo>
                      <a:pt x="615" y="97"/>
                    </a:lnTo>
                    <a:lnTo>
                      <a:pt x="599" y="100"/>
                    </a:lnTo>
                    <a:lnTo>
                      <a:pt x="544" y="104"/>
                    </a:lnTo>
                    <a:lnTo>
                      <a:pt x="492" y="112"/>
                    </a:lnTo>
                    <a:lnTo>
                      <a:pt x="441" y="126"/>
                    </a:lnTo>
                    <a:lnTo>
                      <a:pt x="393" y="144"/>
                    </a:lnTo>
                    <a:lnTo>
                      <a:pt x="347" y="168"/>
                    </a:lnTo>
                    <a:lnTo>
                      <a:pt x="304" y="196"/>
                    </a:lnTo>
                    <a:lnTo>
                      <a:pt x="264" y="229"/>
                    </a:lnTo>
                    <a:lnTo>
                      <a:pt x="229" y="265"/>
                    </a:lnTo>
                    <a:lnTo>
                      <a:pt x="196" y="305"/>
                    </a:lnTo>
                    <a:lnTo>
                      <a:pt x="168" y="348"/>
                    </a:lnTo>
                    <a:lnTo>
                      <a:pt x="144" y="394"/>
                    </a:lnTo>
                    <a:lnTo>
                      <a:pt x="125" y="442"/>
                    </a:lnTo>
                    <a:lnTo>
                      <a:pt x="111" y="493"/>
                    </a:lnTo>
                    <a:lnTo>
                      <a:pt x="103" y="545"/>
                    </a:lnTo>
                    <a:lnTo>
                      <a:pt x="100" y="600"/>
                    </a:lnTo>
                    <a:lnTo>
                      <a:pt x="97" y="615"/>
                    </a:lnTo>
                    <a:lnTo>
                      <a:pt x="90" y="628"/>
                    </a:lnTo>
                    <a:lnTo>
                      <a:pt x="79" y="640"/>
                    </a:lnTo>
                    <a:lnTo>
                      <a:pt x="65" y="647"/>
                    </a:lnTo>
                    <a:lnTo>
                      <a:pt x="50" y="649"/>
                    </a:lnTo>
                    <a:lnTo>
                      <a:pt x="33" y="647"/>
                    </a:lnTo>
                    <a:lnTo>
                      <a:pt x="20" y="640"/>
                    </a:lnTo>
                    <a:lnTo>
                      <a:pt x="9" y="628"/>
                    </a:lnTo>
                    <a:lnTo>
                      <a:pt x="2" y="615"/>
                    </a:lnTo>
                    <a:lnTo>
                      <a:pt x="0" y="600"/>
                    </a:lnTo>
                    <a:lnTo>
                      <a:pt x="3" y="539"/>
                    </a:lnTo>
                    <a:lnTo>
                      <a:pt x="12" y="478"/>
                    </a:lnTo>
                    <a:lnTo>
                      <a:pt x="26" y="421"/>
                    </a:lnTo>
                    <a:lnTo>
                      <a:pt x="47" y="366"/>
                    </a:lnTo>
                    <a:lnTo>
                      <a:pt x="72" y="314"/>
                    </a:lnTo>
                    <a:lnTo>
                      <a:pt x="102" y="265"/>
                    </a:lnTo>
                    <a:lnTo>
                      <a:pt x="137" y="218"/>
                    </a:lnTo>
                    <a:lnTo>
                      <a:pt x="175" y="176"/>
                    </a:lnTo>
                    <a:lnTo>
                      <a:pt x="218" y="137"/>
                    </a:lnTo>
                    <a:lnTo>
                      <a:pt x="264" y="103"/>
                    </a:lnTo>
                    <a:lnTo>
                      <a:pt x="313" y="73"/>
                    </a:lnTo>
                    <a:lnTo>
                      <a:pt x="365" y="47"/>
                    </a:lnTo>
                    <a:lnTo>
                      <a:pt x="421" y="27"/>
                    </a:lnTo>
                    <a:lnTo>
                      <a:pt x="479" y="13"/>
                    </a:lnTo>
                    <a:lnTo>
                      <a:pt x="538" y="3"/>
                    </a:lnTo>
                    <a:lnTo>
                      <a:pt x="599" y="0"/>
                    </a:lnTo>
                    <a:close/>
                  </a:path>
                </a:pathLst>
              </a:custGeom>
              <a:grpFill/>
              <a:ln w="0">
                <a:noFill/>
                <a:prstDash val="solid"/>
                <a:round/>
              </a:ln>
            </p:spPr>
            <p:txBody>
              <a:bodyPr vert="horz" wrap="square" lIns="91440" tIns="45721" rIns="91440" bIns="45721" numCol="1" anchor="t" anchorCtr="0" compatLnSpc="1"/>
              <a:lstStyle/>
              <a:p>
                <a:endParaRPr lang="es-ES" sz="1600"/>
              </a:p>
            </p:txBody>
          </p:sp>
        </p:grpSp>
      </p:grpSp>
      <p:sp>
        <p:nvSpPr>
          <p:cNvPr id="52" name="TextBox 51"/>
          <p:cNvSpPr txBox="1"/>
          <p:nvPr/>
        </p:nvSpPr>
        <p:spPr>
          <a:xfrm>
            <a:off x="7298874" y="3168204"/>
            <a:ext cx="902811" cy="307777"/>
          </a:xfrm>
          <a:prstGeom prst="rect">
            <a:avLst/>
          </a:prstGeom>
          <a:noFill/>
        </p:spPr>
        <p:txBody>
          <a:bodyPr wrap="none" rtlCol="0" anchor="ctr">
            <a:spAutoFit/>
          </a:bodyPr>
          <a:lstStyle/>
          <a:p>
            <a:pPr algn="ctr"/>
            <a:r>
              <a:rPr lang="zh-CN" altLang="en-US" sz="1400" b="1" dirty="0">
                <a:solidFill>
                  <a:schemeClr val="bg1"/>
                </a:solidFill>
                <a:latin typeface="Montserrat" panose="00000500000000000000" pitchFamily="50" charset="0"/>
                <a:ea typeface="Roboto Light" panose="02000000000000000000" pitchFamily="2" charset="0"/>
                <a:cs typeface="Arial" panose="020B0604020202020204"/>
              </a:rPr>
              <a:t>文字内容</a:t>
            </a:r>
            <a:endParaRPr lang="id-ID" altLang="zh-CN" sz="1400" b="1" dirty="0">
              <a:solidFill>
                <a:schemeClr val="bg1"/>
              </a:solidFill>
              <a:latin typeface="Montserrat" panose="00000500000000000000" pitchFamily="50" charset="0"/>
              <a:ea typeface="Roboto Light" panose="02000000000000000000" pitchFamily="2" charset="0"/>
              <a:cs typeface="Arial" panose="020B0604020202020204"/>
            </a:endParaRPr>
          </a:p>
        </p:txBody>
      </p:sp>
      <p:sp>
        <p:nvSpPr>
          <p:cNvPr id="53" name="Rectangle 52"/>
          <p:cNvSpPr/>
          <p:nvPr/>
        </p:nvSpPr>
        <p:spPr>
          <a:xfrm>
            <a:off x="6978930" y="3508679"/>
            <a:ext cx="1542700" cy="1015663"/>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p:txBody>
      </p:sp>
      <p:grpSp>
        <p:nvGrpSpPr>
          <p:cNvPr id="35" name="Group 34"/>
          <p:cNvGrpSpPr/>
          <p:nvPr/>
        </p:nvGrpSpPr>
        <p:grpSpPr>
          <a:xfrm>
            <a:off x="9046037" y="2176429"/>
            <a:ext cx="656301" cy="656301"/>
            <a:chOff x="9046037" y="2176429"/>
            <a:chExt cx="656301" cy="656301"/>
          </a:xfrm>
        </p:grpSpPr>
        <p:sp>
          <p:nvSpPr>
            <p:cNvPr id="73" name="Oval 72"/>
            <p:cNvSpPr/>
            <p:nvPr/>
          </p:nvSpPr>
          <p:spPr>
            <a:xfrm flipH="1">
              <a:off x="9046037" y="2176429"/>
              <a:ext cx="656301" cy="656301"/>
            </a:xfrm>
            <a:prstGeom prst="ellipse">
              <a:avLst/>
            </a:prstGeom>
            <a:solidFill>
              <a:schemeClr val="accent3"/>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grpSp>
          <p:nvGrpSpPr>
            <p:cNvPr id="45" name="Group 44"/>
            <p:cNvGrpSpPr/>
            <p:nvPr/>
          </p:nvGrpSpPr>
          <p:grpSpPr>
            <a:xfrm>
              <a:off x="9227011" y="2357405"/>
              <a:ext cx="294352" cy="294348"/>
              <a:chOff x="8204317" y="2115665"/>
              <a:chExt cx="464344" cy="464344"/>
            </a:xfrm>
            <a:solidFill>
              <a:srgbClr val="FFFFFF"/>
            </a:solidFill>
          </p:grpSpPr>
          <p:sp>
            <p:nvSpPr>
              <p:cNvPr id="46" name="AutoShape 81"/>
              <p:cNvSpPr/>
              <p:nvPr/>
            </p:nvSpPr>
            <p:spPr bwMode="auto">
              <a:xfrm>
                <a:off x="8204317" y="211566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Gill Sans" charset="0"/>
                  <a:sym typeface="Gill Sans" charset="0"/>
                </a:endParaRPr>
              </a:p>
            </p:txBody>
          </p:sp>
          <p:sp>
            <p:nvSpPr>
              <p:cNvPr id="47" name="AutoShape 82"/>
              <p:cNvSpPr/>
              <p:nvPr/>
            </p:nvSpPr>
            <p:spPr bwMode="auto">
              <a:xfrm>
                <a:off x="8247973" y="249269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Gill Sans" charset="0"/>
                  <a:sym typeface="Gill Sans" charset="0"/>
                </a:endParaRPr>
              </a:p>
            </p:txBody>
          </p:sp>
        </p:grpSp>
      </p:grpSp>
      <p:sp>
        <p:nvSpPr>
          <p:cNvPr id="56" name="TextBox 55"/>
          <p:cNvSpPr txBox="1"/>
          <p:nvPr/>
        </p:nvSpPr>
        <p:spPr>
          <a:xfrm>
            <a:off x="8916007" y="3168204"/>
            <a:ext cx="902811" cy="307777"/>
          </a:xfrm>
          <a:prstGeom prst="rect">
            <a:avLst/>
          </a:prstGeom>
          <a:noFill/>
        </p:spPr>
        <p:txBody>
          <a:bodyPr wrap="none" rtlCol="0" anchor="ctr">
            <a:spAutoFit/>
          </a:bodyPr>
          <a:lstStyle/>
          <a:p>
            <a:pPr algn="ctr"/>
            <a:r>
              <a:rPr lang="zh-CN" altLang="en-US" sz="1400" b="1" dirty="0">
                <a:solidFill>
                  <a:schemeClr val="bg1"/>
                </a:solidFill>
                <a:latin typeface="Montserrat" panose="00000500000000000000" pitchFamily="50" charset="0"/>
                <a:ea typeface="Roboto Light" panose="02000000000000000000" pitchFamily="2" charset="0"/>
                <a:cs typeface="Arial" panose="020B0604020202020204"/>
              </a:rPr>
              <a:t>文字内容</a:t>
            </a:r>
            <a:endParaRPr lang="id-ID" altLang="zh-CN" sz="1400" b="1" dirty="0">
              <a:solidFill>
                <a:schemeClr val="bg1"/>
              </a:solidFill>
              <a:latin typeface="Montserrat" panose="00000500000000000000" pitchFamily="50" charset="0"/>
              <a:ea typeface="Roboto Light" panose="02000000000000000000" pitchFamily="2" charset="0"/>
              <a:cs typeface="Arial" panose="020B0604020202020204"/>
            </a:endParaRPr>
          </a:p>
        </p:txBody>
      </p:sp>
      <p:sp>
        <p:nvSpPr>
          <p:cNvPr id="57" name="Rectangle 56"/>
          <p:cNvSpPr/>
          <p:nvPr/>
        </p:nvSpPr>
        <p:spPr>
          <a:xfrm>
            <a:off x="8596063" y="3508679"/>
            <a:ext cx="1542700" cy="1015663"/>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p:txBody>
      </p:sp>
      <p:grpSp>
        <p:nvGrpSpPr>
          <p:cNvPr id="37" name="Group 36"/>
          <p:cNvGrpSpPr/>
          <p:nvPr/>
        </p:nvGrpSpPr>
        <p:grpSpPr>
          <a:xfrm>
            <a:off x="10661477" y="2176429"/>
            <a:ext cx="656301" cy="656301"/>
            <a:chOff x="10661477" y="2176429"/>
            <a:chExt cx="656301" cy="656301"/>
          </a:xfrm>
        </p:grpSpPr>
        <p:sp>
          <p:nvSpPr>
            <p:cNvPr id="74" name="Oval 73"/>
            <p:cNvSpPr/>
            <p:nvPr/>
          </p:nvSpPr>
          <p:spPr>
            <a:xfrm flipH="1">
              <a:off x="10661477" y="2176429"/>
              <a:ext cx="656301" cy="656301"/>
            </a:xfrm>
            <a:prstGeom prst="ellipse">
              <a:avLst/>
            </a:prstGeom>
            <a:solidFill>
              <a:schemeClr val="accent4"/>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44" name="AutoShape 59"/>
            <p:cNvSpPr/>
            <p:nvPr/>
          </p:nvSpPr>
          <p:spPr bwMode="auto">
            <a:xfrm>
              <a:off x="10836821" y="2357105"/>
              <a:ext cx="295452" cy="294948"/>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rgbClr val="FFFFFF"/>
            </a:solid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Gill Sans" charset="0"/>
                <a:sym typeface="Gill Sans" charset="0"/>
              </a:endParaRPr>
            </a:p>
          </p:txBody>
        </p:sp>
      </p:grpSp>
      <p:sp>
        <p:nvSpPr>
          <p:cNvPr id="58" name="TextBox 57"/>
          <p:cNvSpPr txBox="1"/>
          <p:nvPr/>
        </p:nvSpPr>
        <p:spPr>
          <a:xfrm>
            <a:off x="10533142" y="3168204"/>
            <a:ext cx="902811" cy="307777"/>
          </a:xfrm>
          <a:prstGeom prst="rect">
            <a:avLst/>
          </a:prstGeom>
          <a:noFill/>
        </p:spPr>
        <p:txBody>
          <a:bodyPr wrap="none" rtlCol="0" anchor="ctr">
            <a:spAutoFit/>
          </a:bodyPr>
          <a:lstStyle/>
          <a:p>
            <a:pPr algn="ctr"/>
            <a:r>
              <a:rPr lang="zh-CN" altLang="en-US" sz="1400" b="1" dirty="0">
                <a:solidFill>
                  <a:schemeClr val="bg1"/>
                </a:solidFill>
                <a:latin typeface="Montserrat" panose="00000500000000000000" pitchFamily="50" charset="0"/>
                <a:ea typeface="Roboto Light" panose="02000000000000000000" pitchFamily="2" charset="0"/>
                <a:cs typeface="Arial" panose="020B0604020202020204"/>
              </a:rPr>
              <a:t>文字内容</a:t>
            </a:r>
            <a:endParaRPr lang="id-ID" altLang="zh-CN" sz="1400" b="1" dirty="0">
              <a:solidFill>
                <a:schemeClr val="bg1"/>
              </a:solidFill>
              <a:latin typeface="Montserrat" panose="00000500000000000000" pitchFamily="50" charset="0"/>
              <a:ea typeface="Roboto Light" panose="02000000000000000000" pitchFamily="2" charset="0"/>
              <a:cs typeface="Arial" panose="020B0604020202020204"/>
            </a:endParaRPr>
          </a:p>
        </p:txBody>
      </p:sp>
      <p:sp>
        <p:nvSpPr>
          <p:cNvPr id="59" name="Rectangle 58"/>
          <p:cNvSpPr/>
          <p:nvPr/>
        </p:nvSpPr>
        <p:spPr>
          <a:xfrm>
            <a:off x="10213197" y="3508679"/>
            <a:ext cx="1542700" cy="1015663"/>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p:txBody>
      </p:sp>
      <p:cxnSp>
        <p:nvCxnSpPr>
          <p:cNvPr id="66" name="Straight Connector 65"/>
          <p:cNvCxnSpPr/>
          <p:nvPr/>
        </p:nvCxnSpPr>
        <p:spPr>
          <a:xfrm>
            <a:off x="6934227" y="3033059"/>
            <a:ext cx="0" cy="1716742"/>
          </a:xfrm>
          <a:prstGeom prst="line">
            <a:avLst/>
          </a:prstGeom>
          <a:ln>
            <a:solidFill>
              <a:schemeClr val="bg1">
                <a:lumMod val="65000"/>
              </a:schemeClr>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8555345" y="3033059"/>
            <a:ext cx="0" cy="1716742"/>
          </a:xfrm>
          <a:prstGeom prst="line">
            <a:avLst/>
          </a:prstGeom>
          <a:ln>
            <a:solidFill>
              <a:schemeClr val="bg1">
                <a:lumMod val="65000"/>
              </a:schemeClr>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10176463" y="3033059"/>
            <a:ext cx="0" cy="1716742"/>
          </a:xfrm>
          <a:prstGeom prst="line">
            <a:avLst/>
          </a:prstGeom>
          <a:ln>
            <a:solidFill>
              <a:schemeClr val="bg1">
                <a:lumMod val="65000"/>
              </a:schemeClr>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368952" y="5075423"/>
            <a:ext cx="6292646" cy="830997"/>
          </a:xfrm>
          <a:prstGeom prst="rect">
            <a:avLst/>
          </a:prstGeom>
        </p:spPr>
        <p:txBody>
          <a:bodyPr wrap="square">
            <a:spAutoFit/>
          </a:bodyPr>
          <a:lstStyle/>
          <a:p>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a:p>
            <a:r>
              <a:rPr lang="zh-CN" altLang="en-US" sz="1200" dirty="0">
                <a:solidFill>
                  <a:srgbClr val="FFFFFF"/>
                </a:solidFill>
              </a:rPr>
              <a:t>文字内容文字内容文字内容文字文字内容文字内容</a:t>
            </a:r>
            <a:endParaRPr lang="en-US" altLang="zh-CN" sz="1200" dirty="0">
              <a:solidFill>
                <a:srgbClr val="FFFFFF"/>
              </a:solidFill>
            </a:endParaRPr>
          </a:p>
          <a:p>
            <a:r>
              <a:rPr lang="zh-CN" altLang="en-US" sz="1200" dirty="0">
                <a:solidFill>
                  <a:srgbClr val="FFFFFF"/>
                </a:solidFill>
              </a:rPr>
              <a:t>文字内容文字内容文字内容文字文字内容文字内容</a:t>
            </a:r>
            <a:endParaRPr lang="en-US" altLang="zh-CN" sz="1200" dirty="0">
              <a:solidFill>
                <a:srgbClr val="FFFFFF"/>
              </a:solidFill>
            </a:endParaRPr>
          </a:p>
          <a:p>
            <a:r>
              <a:rPr lang="zh-CN" altLang="en-US" sz="1200" dirty="0">
                <a:solidFill>
                  <a:srgbClr val="FFFFFF"/>
                </a:solidFill>
              </a:rPr>
              <a:t>文字内容文字内容</a:t>
            </a:r>
            <a:endParaRPr lang="en-US" altLang="zh-CN" sz="1200" dirty="0">
              <a:solidFill>
                <a:srgbClr val="FFFFFF"/>
              </a:solidFill>
            </a:endParaRPr>
          </a:p>
        </p:txBody>
      </p:sp>
      <p:sp>
        <p:nvSpPr>
          <p:cNvPr id="65"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69"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left)">
                                      <p:cBhvr>
                                        <p:cTn id="18" dur="500"/>
                                        <p:tgtEl>
                                          <p:spTgt spid="31"/>
                                        </p:tgtEl>
                                      </p:cBhvr>
                                    </p:animEffect>
                                  </p:childTnLst>
                                </p:cTn>
                              </p:par>
                            </p:childTnLst>
                          </p:cTn>
                        </p:par>
                        <p:par>
                          <p:cTn id="19" fill="hold">
                            <p:stCondLst>
                              <p:cond delay="2000"/>
                            </p:stCondLst>
                            <p:childTnLst>
                              <p:par>
                                <p:cTn id="20" presetID="22" presetClass="entr" presetSubtype="1" fill="hold" nodeType="after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wipe(up)">
                                      <p:cBhvr>
                                        <p:cTn id="22" dur="500"/>
                                        <p:tgtEl>
                                          <p:spTgt spid="66"/>
                                        </p:tgtEl>
                                      </p:cBhvr>
                                    </p:animEffect>
                                  </p:childTnLst>
                                </p:cTn>
                              </p:par>
                              <p:par>
                                <p:cTn id="23" presetID="22" presetClass="entr" presetSubtype="1"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up)">
                                      <p:cBhvr>
                                        <p:cTn id="25" dur="500"/>
                                        <p:tgtEl>
                                          <p:spTgt spid="67"/>
                                        </p:tgtEl>
                                      </p:cBhvr>
                                    </p:animEffect>
                                  </p:childTnLst>
                                </p:cTn>
                              </p:par>
                              <p:par>
                                <p:cTn id="26" presetID="22" presetClass="entr" presetSubtype="1" fill="hold"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up)">
                                      <p:cBhvr>
                                        <p:cTn id="28" dur="500"/>
                                        <p:tgtEl>
                                          <p:spTgt spid="68"/>
                                        </p:tgtEl>
                                      </p:cBhvr>
                                    </p:animEffect>
                                  </p:childTnLst>
                                </p:cTn>
                              </p:par>
                            </p:childTnLst>
                          </p:cTn>
                        </p:par>
                        <p:par>
                          <p:cTn id="29" fill="hold">
                            <p:stCondLst>
                              <p:cond delay="2500"/>
                            </p:stCondLst>
                            <p:childTnLst>
                              <p:par>
                                <p:cTn id="30" presetID="53" presetClass="entr" presetSubtype="16" fill="hold" nodeType="after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p:cTn id="32" dur="500" fill="hold"/>
                                        <p:tgtEl>
                                          <p:spTgt spid="32"/>
                                        </p:tgtEl>
                                        <p:attrNameLst>
                                          <p:attrName>ppt_w</p:attrName>
                                        </p:attrNameLst>
                                      </p:cBhvr>
                                      <p:tavLst>
                                        <p:tav tm="0">
                                          <p:val>
                                            <p:fltVal val="0"/>
                                          </p:val>
                                        </p:tav>
                                        <p:tav tm="100000">
                                          <p:val>
                                            <p:strVal val="#ppt_w"/>
                                          </p:val>
                                        </p:tav>
                                      </p:tavLst>
                                    </p:anim>
                                    <p:anim calcmode="lin" valueType="num">
                                      <p:cBhvr>
                                        <p:cTn id="33" dur="500" fill="hold"/>
                                        <p:tgtEl>
                                          <p:spTgt spid="32"/>
                                        </p:tgtEl>
                                        <p:attrNameLst>
                                          <p:attrName>ppt_h</p:attrName>
                                        </p:attrNameLst>
                                      </p:cBhvr>
                                      <p:tavLst>
                                        <p:tav tm="0">
                                          <p:val>
                                            <p:fltVal val="0"/>
                                          </p:val>
                                        </p:tav>
                                        <p:tav tm="100000">
                                          <p:val>
                                            <p:strVal val="#ppt_h"/>
                                          </p:val>
                                        </p:tav>
                                      </p:tavLst>
                                    </p:anim>
                                    <p:animEffect transition="in" filter="fade">
                                      <p:cBhvr>
                                        <p:cTn id="34" dur="500"/>
                                        <p:tgtEl>
                                          <p:spTgt spid="32"/>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childTnLst>
                          </p:cTn>
                        </p:par>
                        <p:par>
                          <p:cTn id="39" fill="hold">
                            <p:stCondLst>
                              <p:cond delay="3500"/>
                            </p:stCondLst>
                            <p:childTnLst>
                              <p:par>
                                <p:cTn id="40" presetID="10" presetClass="entr" presetSubtype="0" fill="hold" grpId="0" nodeType="after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childTnLst>
                          </p:cTn>
                        </p:par>
                        <p:par>
                          <p:cTn id="43" fill="hold">
                            <p:stCondLst>
                              <p:cond delay="4000"/>
                            </p:stCondLst>
                            <p:childTnLst>
                              <p:par>
                                <p:cTn id="44" presetID="53" presetClass="entr" presetSubtype="16" fill="hold" nodeType="after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00"/>
                                        <p:tgtEl>
                                          <p:spTgt spid="52"/>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500"/>
                                        <p:tgtEl>
                                          <p:spTgt spid="53"/>
                                        </p:tgtEl>
                                      </p:cBhvr>
                                    </p:animEffect>
                                  </p:childTnLst>
                                </p:cTn>
                              </p:par>
                            </p:childTnLst>
                          </p:cTn>
                        </p:par>
                        <p:par>
                          <p:cTn id="57" fill="hold">
                            <p:stCondLst>
                              <p:cond delay="5500"/>
                            </p:stCondLst>
                            <p:childTnLst>
                              <p:par>
                                <p:cTn id="58" presetID="53" presetClass="entr" presetSubtype="16" fill="hold" nodeType="after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500" fill="hold"/>
                                        <p:tgtEl>
                                          <p:spTgt spid="35"/>
                                        </p:tgtEl>
                                        <p:attrNameLst>
                                          <p:attrName>ppt_w</p:attrName>
                                        </p:attrNameLst>
                                      </p:cBhvr>
                                      <p:tavLst>
                                        <p:tav tm="0">
                                          <p:val>
                                            <p:fltVal val="0"/>
                                          </p:val>
                                        </p:tav>
                                        <p:tav tm="100000">
                                          <p:val>
                                            <p:strVal val="#ppt_w"/>
                                          </p:val>
                                        </p:tav>
                                      </p:tavLst>
                                    </p:anim>
                                    <p:anim calcmode="lin" valueType="num">
                                      <p:cBhvr>
                                        <p:cTn id="61" dur="500" fill="hold"/>
                                        <p:tgtEl>
                                          <p:spTgt spid="35"/>
                                        </p:tgtEl>
                                        <p:attrNameLst>
                                          <p:attrName>ppt_h</p:attrName>
                                        </p:attrNameLst>
                                      </p:cBhvr>
                                      <p:tavLst>
                                        <p:tav tm="0">
                                          <p:val>
                                            <p:fltVal val="0"/>
                                          </p:val>
                                        </p:tav>
                                        <p:tav tm="100000">
                                          <p:val>
                                            <p:strVal val="#ppt_h"/>
                                          </p:val>
                                        </p:tav>
                                      </p:tavLst>
                                    </p:anim>
                                    <p:animEffect transition="in" filter="fade">
                                      <p:cBhvr>
                                        <p:cTn id="62" dur="500"/>
                                        <p:tgtEl>
                                          <p:spTgt spid="35"/>
                                        </p:tgtEl>
                                      </p:cBhvr>
                                    </p:animEffect>
                                  </p:childTnLst>
                                </p:cTn>
                              </p:par>
                            </p:childTnLst>
                          </p:cTn>
                        </p:par>
                        <p:par>
                          <p:cTn id="63" fill="hold">
                            <p:stCondLst>
                              <p:cond delay="6000"/>
                            </p:stCondLst>
                            <p:childTnLst>
                              <p:par>
                                <p:cTn id="64" presetID="10" presetClass="entr" presetSubtype="0" fill="hold" grpId="0" nodeType="after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fade">
                                      <p:cBhvr>
                                        <p:cTn id="66" dur="500"/>
                                        <p:tgtEl>
                                          <p:spTgt spid="56"/>
                                        </p:tgtEl>
                                      </p:cBhvr>
                                    </p:animEffect>
                                  </p:childTnLst>
                                </p:cTn>
                              </p:par>
                            </p:childTnLst>
                          </p:cTn>
                        </p:par>
                        <p:par>
                          <p:cTn id="67" fill="hold">
                            <p:stCondLst>
                              <p:cond delay="6500"/>
                            </p:stCondLst>
                            <p:childTnLst>
                              <p:par>
                                <p:cTn id="68" presetID="10" presetClass="entr" presetSubtype="0" fill="hold" grpId="0" nodeType="after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500"/>
                                        <p:tgtEl>
                                          <p:spTgt spid="57"/>
                                        </p:tgtEl>
                                      </p:cBhvr>
                                    </p:animEffect>
                                  </p:childTnLst>
                                </p:cTn>
                              </p:par>
                            </p:childTnLst>
                          </p:cTn>
                        </p:par>
                        <p:par>
                          <p:cTn id="71" fill="hold">
                            <p:stCondLst>
                              <p:cond delay="7000"/>
                            </p:stCondLst>
                            <p:childTnLst>
                              <p:par>
                                <p:cTn id="72" presetID="53" presetClass="entr" presetSubtype="16" fill="hold" nodeType="afterEffect">
                                  <p:stCondLst>
                                    <p:cond delay="0"/>
                                  </p:stCondLst>
                                  <p:childTnLst>
                                    <p:set>
                                      <p:cBhvr>
                                        <p:cTn id="73" dur="1" fill="hold">
                                          <p:stCondLst>
                                            <p:cond delay="0"/>
                                          </p:stCondLst>
                                        </p:cTn>
                                        <p:tgtEl>
                                          <p:spTgt spid="37"/>
                                        </p:tgtEl>
                                        <p:attrNameLst>
                                          <p:attrName>style.visibility</p:attrName>
                                        </p:attrNameLst>
                                      </p:cBhvr>
                                      <p:to>
                                        <p:strVal val="visible"/>
                                      </p:to>
                                    </p:set>
                                    <p:anim calcmode="lin" valueType="num">
                                      <p:cBhvr>
                                        <p:cTn id="74" dur="500" fill="hold"/>
                                        <p:tgtEl>
                                          <p:spTgt spid="37"/>
                                        </p:tgtEl>
                                        <p:attrNameLst>
                                          <p:attrName>ppt_w</p:attrName>
                                        </p:attrNameLst>
                                      </p:cBhvr>
                                      <p:tavLst>
                                        <p:tav tm="0">
                                          <p:val>
                                            <p:fltVal val="0"/>
                                          </p:val>
                                        </p:tav>
                                        <p:tav tm="100000">
                                          <p:val>
                                            <p:strVal val="#ppt_w"/>
                                          </p:val>
                                        </p:tav>
                                      </p:tavLst>
                                    </p:anim>
                                    <p:anim calcmode="lin" valueType="num">
                                      <p:cBhvr>
                                        <p:cTn id="75" dur="500" fill="hold"/>
                                        <p:tgtEl>
                                          <p:spTgt spid="37"/>
                                        </p:tgtEl>
                                        <p:attrNameLst>
                                          <p:attrName>ppt_h</p:attrName>
                                        </p:attrNameLst>
                                      </p:cBhvr>
                                      <p:tavLst>
                                        <p:tav tm="0">
                                          <p:val>
                                            <p:fltVal val="0"/>
                                          </p:val>
                                        </p:tav>
                                        <p:tav tm="100000">
                                          <p:val>
                                            <p:strVal val="#ppt_h"/>
                                          </p:val>
                                        </p:tav>
                                      </p:tavLst>
                                    </p:anim>
                                    <p:animEffect transition="in" filter="fade">
                                      <p:cBhvr>
                                        <p:cTn id="76" dur="500"/>
                                        <p:tgtEl>
                                          <p:spTgt spid="37"/>
                                        </p:tgtEl>
                                      </p:cBhvr>
                                    </p:animEffect>
                                  </p:childTnLst>
                                </p:cTn>
                              </p:par>
                            </p:childTnLst>
                          </p:cTn>
                        </p:par>
                        <p:par>
                          <p:cTn id="77" fill="hold">
                            <p:stCondLst>
                              <p:cond delay="7500"/>
                            </p:stCondLst>
                            <p:childTnLst>
                              <p:par>
                                <p:cTn id="78" presetID="10" presetClass="entr" presetSubtype="0" fill="hold" grpId="0" nodeType="afterEffect">
                                  <p:stCondLst>
                                    <p:cond delay="0"/>
                                  </p:stCondLst>
                                  <p:childTnLst>
                                    <p:set>
                                      <p:cBhvr>
                                        <p:cTn id="79" dur="1" fill="hold">
                                          <p:stCondLst>
                                            <p:cond delay="0"/>
                                          </p:stCondLst>
                                        </p:cTn>
                                        <p:tgtEl>
                                          <p:spTgt spid="58"/>
                                        </p:tgtEl>
                                        <p:attrNameLst>
                                          <p:attrName>style.visibility</p:attrName>
                                        </p:attrNameLst>
                                      </p:cBhvr>
                                      <p:to>
                                        <p:strVal val="visible"/>
                                      </p:to>
                                    </p:set>
                                    <p:animEffect transition="in" filter="fade">
                                      <p:cBhvr>
                                        <p:cTn id="80" dur="500"/>
                                        <p:tgtEl>
                                          <p:spTgt spid="58"/>
                                        </p:tgtEl>
                                      </p:cBhvr>
                                    </p:animEffect>
                                  </p:childTnLst>
                                </p:cTn>
                              </p:par>
                            </p:childTnLst>
                          </p:cTn>
                        </p:par>
                        <p:par>
                          <p:cTn id="81" fill="hold">
                            <p:stCondLst>
                              <p:cond delay="8000"/>
                            </p:stCondLst>
                            <p:childTnLst>
                              <p:par>
                                <p:cTn id="82" presetID="10" presetClass="entr" presetSubtype="0" fill="hold" grpId="0" nodeType="afterEffect">
                                  <p:stCondLst>
                                    <p:cond delay="0"/>
                                  </p:stCondLst>
                                  <p:childTnLst>
                                    <p:set>
                                      <p:cBhvr>
                                        <p:cTn id="83" dur="1" fill="hold">
                                          <p:stCondLst>
                                            <p:cond delay="0"/>
                                          </p:stCondLst>
                                        </p:cTn>
                                        <p:tgtEl>
                                          <p:spTgt spid="59"/>
                                        </p:tgtEl>
                                        <p:attrNameLst>
                                          <p:attrName>style.visibility</p:attrName>
                                        </p:attrNameLst>
                                      </p:cBhvr>
                                      <p:to>
                                        <p:strVal val="visible"/>
                                      </p:to>
                                    </p:set>
                                    <p:animEffect transition="in" filter="fade">
                                      <p:cBhvr>
                                        <p:cTn id="84" dur="500"/>
                                        <p:tgtEl>
                                          <p:spTgt spid="59"/>
                                        </p:tgtEl>
                                      </p:cBhvr>
                                    </p:animEffect>
                                  </p:childTnLst>
                                </p:cTn>
                              </p:par>
                            </p:childTnLst>
                          </p:cTn>
                        </p:par>
                        <p:par>
                          <p:cTn id="85" fill="hold">
                            <p:stCondLst>
                              <p:cond delay="8500"/>
                            </p:stCondLst>
                            <p:childTnLst>
                              <p:par>
                                <p:cTn id="86" presetID="10" presetClass="entr" presetSubtype="0" fill="hold" grpId="0" nodeType="after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fade">
                                      <p:cBhvr>
                                        <p:cTn id="88"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1" grpId="0"/>
      <p:bldP spid="52" grpId="0"/>
      <p:bldP spid="53" grpId="0"/>
      <p:bldP spid="56" grpId="0"/>
      <p:bldP spid="57" grpId="0"/>
      <p:bldP spid="58" grpId="0"/>
      <p:bldP spid="59" grpId="0"/>
      <p:bldP spid="8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3695278" y="757376"/>
            <a:ext cx="4801444" cy="937975"/>
            <a:chOff x="3905389" y="1453574"/>
            <a:chExt cx="4801444" cy="937975"/>
          </a:xfrm>
        </p:grpSpPr>
        <p:grpSp>
          <p:nvGrpSpPr>
            <p:cNvPr id="11" name="Group 8"/>
            <p:cNvGrpSpPr/>
            <p:nvPr/>
          </p:nvGrpSpPr>
          <p:grpSpPr>
            <a:xfrm>
              <a:off x="3905389" y="2038350"/>
              <a:ext cx="4801444" cy="63500"/>
              <a:chOff x="5631864" y="3187700"/>
              <a:chExt cx="5909016" cy="63500"/>
            </a:xfrm>
          </p:grpSpPr>
          <p:sp>
            <p:nvSpPr>
              <p:cNvPr id="12" name="Rectangle 11"/>
              <p:cNvSpPr/>
              <p:nvPr/>
            </p:nvSpPr>
            <p:spPr>
              <a:xfrm>
                <a:off x="5631864" y="3187700"/>
                <a:ext cx="984836"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a:off x="6616700" y="3187700"/>
                <a:ext cx="984836" cy="6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a:off x="7601536" y="3187700"/>
                <a:ext cx="984836" cy="6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p:cNvSpPr/>
              <p:nvPr/>
            </p:nvSpPr>
            <p:spPr>
              <a:xfrm>
                <a:off x="8586372" y="3187700"/>
                <a:ext cx="984836" cy="6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p:cNvSpPr/>
              <p:nvPr/>
            </p:nvSpPr>
            <p:spPr>
              <a:xfrm>
                <a:off x="9571208" y="3187700"/>
                <a:ext cx="984836" cy="6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a:off x="10556044" y="3187700"/>
                <a:ext cx="984836" cy="6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18" name="TextBox 17"/>
            <p:cNvSpPr txBox="1"/>
            <p:nvPr/>
          </p:nvSpPr>
          <p:spPr>
            <a:xfrm>
              <a:off x="5131752" y="1453574"/>
              <a:ext cx="2348720" cy="523220"/>
            </a:xfrm>
            <a:prstGeom prst="rect">
              <a:avLst/>
            </a:prstGeom>
            <a:noFill/>
          </p:spPr>
          <p:txBody>
            <a:bodyPr wrap="none" rtlCol="0">
              <a:spAutoFit/>
            </a:bodyPr>
            <a:lstStyle/>
            <a:p>
              <a:pPr algn="ctr"/>
              <a:r>
                <a:rPr lang="zh-CN" altLang="en-US" sz="2800" b="1" i="0" dirty="0" smtClean="0">
                  <a:solidFill>
                    <a:schemeClr val="accent3">
                      <a:lumMod val="75000"/>
                    </a:schemeClr>
                  </a:solidFill>
                  <a:latin typeface="Montserrat" panose="00000500000000000000" pitchFamily="50" charset="0"/>
                  <a:cs typeface="Raleway"/>
                </a:rPr>
                <a:t>文字标题内容</a:t>
              </a:r>
              <a:endParaRPr lang="en-US" sz="2800" b="1" i="0" dirty="0">
                <a:solidFill>
                  <a:schemeClr val="accent3">
                    <a:lumMod val="75000"/>
                  </a:schemeClr>
                </a:solidFill>
                <a:latin typeface="Montserrat" panose="00000500000000000000" pitchFamily="50" charset="0"/>
                <a:cs typeface="Raleway"/>
              </a:endParaRPr>
            </a:p>
          </p:txBody>
        </p:sp>
        <p:sp>
          <p:nvSpPr>
            <p:cNvPr id="19" name="Rectangle 18"/>
            <p:cNvSpPr/>
            <p:nvPr/>
          </p:nvSpPr>
          <p:spPr>
            <a:xfrm>
              <a:off x="4020111" y="2114550"/>
              <a:ext cx="4572000" cy="276999"/>
            </a:xfrm>
            <a:prstGeom prst="rect">
              <a:avLst/>
            </a:prstGeom>
          </p:spPr>
          <p:txBody>
            <a:bodyPr anchor="ctr">
              <a:spAutoFit/>
            </a:bodyPr>
            <a:lstStyle/>
            <a:p>
              <a:pPr algn="ctr"/>
              <a:r>
                <a:rPr lang="zh-CN" altLang="en-US" sz="1200" dirty="0" smtClean="0"/>
                <a:t>文字</a:t>
              </a:r>
              <a:endParaRPr lang="en-US" sz="1200" dirty="0"/>
            </a:p>
          </p:txBody>
        </p:sp>
      </p:grpSp>
      <p:sp>
        <p:nvSpPr>
          <p:cNvPr id="24" name="Rectangle 23"/>
          <p:cNvSpPr/>
          <p:nvPr/>
        </p:nvSpPr>
        <p:spPr>
          <a:xfrm>
            <a:off x="1713881" y="5424120"/>
            <a:ext cx="8764240" cy="830997"/>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文字内容文字文字内容文字内容文字内容文字内容文字内容文字文字内容文字</a:t>
            </a:r>
            <a:r>
              <a:rPr lang="zh-CN" altLang="en-US" sz="1200" dirty="0" smtClean="0">
                <a:solidFill>
                  <a:srgbClr val="FFFFFF"/>
                </a:solidFill>
              </a:rPr>
              <a:t>内容</a:t>
            </a:r>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a:p>
            <a:pPr algn="ctr"/>
            <a:r>
              <a:rPr lang="zh-CN" altLang="en-US" sz="1200" dirty="0">
                <a:solidFill>
                  <a:srgbClr val="FFFFFF"/>
                </a:solidFill>
              </a:rPr>
              <a:t>文字内容文字文字内容文字内容文字内容文字内容文字内容文字文字内容文字内容</a:t>
            </a:r>
            <a:endParaRPr lang="en-US" altLang="zh-CN" sz="1200" dirty="0">
              <a:solidFill>
                <a:srgbClr val="FFFFFF"/>
              </a:solidFill>
            </a:endParaRPr>
          </a:p>
          <a:p>
            <a:pPr algn="ctr"/>
            <a:endParaRPr lang="en-US" altLang="zh-CN" sz="1200" dirty="0">
              <a:solidFill>
                <a:srgbClr val="FFFFFF"/>
              </a:solidFill>
            </a:endParaRPr>
          </a:p>
        </p:txBody>
      </p:sp>
      <p:sp>
        <p:nvSpPr>
          <p:cNvPr id="26" name="Rectangle 25"/>
          <p:cNvSpPr/>
          <p:nvPr/>
        </p:nvSpPr>
        <p:spPr>
          <a:xfrm>
            <a:off x="1426634" y="4901368"/>
            <a:ext cx="885616" cy="1467068"/>
          </a:xfrm>
          <a:prstGeom prst="rect">
            <a:avLst/>
          </a:prstGeom>
        </p:spPr>
        <p:txBody>
          <a:bodyPr wrap="square">
            <a:spAutoFit/>
          </a:bodyPr>
          <a:lstStyle/>
          <a:p>
            <a:pPr lvl="0" algn="ctr">
              <a:lnSpc>
                <a:spcPct val="114000"/>
              </a:lnSpc>
              <a:spcBef>
                <a:spcPts val="3700"/>
              </a:spcBef>
              <a:defRPr/>
            </a:pPr>
            <a:r>
              <a:rPr lang="id-ID" sz="8000" dirty="0">
                <a:solidFill>
                  <a:schemeClr val="accent2"/>
                </a:solidFill>
                <a:latin typeface="Raleway"/>
                <a:cs typeface="Raleway"/>
              </a:rPr>
              <a:t>“</a:t>
            </a:r>
            <a:endParaRPr lang="id-ID" sz="8000" dirty="0">
              <a:solidFill>
                <a:schemeClr val="accent2"/>
              </a:solidFill>
              <a:latin typeface="Raleway"/>
              <a:cs typeface="Raleway"/>
            </a:endParaRPr>
          </a:p>
        </p:txBody>
      </p:sp>
      <p:sp>
        <p:nvSpPr>
          <p:cNvPr id="27" name="Rectangle 26"/>
          <p:cNvSpPr/>
          <p:nvPr/>
        </p:nvSpPr>
        <p:spPr>
          <a:xfrm flipV="1">
            <a:off x="9238832" y="4987948"/>
            <a:ext cx="885616" cy="1467068"/>
          </a:xfrm>
          <a:prstGeom prst="rect">
            <a:avLst/>
          </a:prstGeom>
        </p:spPr>
        <p:txBody>
          <a:bodyPr wrap="square">
            <a:spAutoFit/>
          </a:bodyPr>
          <a:lstStyle/>
          <a:p>
            <a:pPr lvl="0" algn="ctr">
              <a:lnSpc>
                <a:spcPct val="114000"/>
              </a:lnSpc>
              <a:spcBef>
                <a:spcPts val="3700"/>
              </a:spcBef>
              <a:defRPr/>
            </a:pPr>
            <a:r>
              <a:rPr lang="id-ID" sz="8000" dirty="0">
                <a:solidFill>
                  <a:schemeClr val="accent2"/>
                </a:solidFill>
                <a:latin typeface="Raleway"/>
                <a:cs typeface="Raleway"/>
              </a:rPr>
              <a:t>“</a:t>
            </a:r>
            <a:endParaRPr lang="id-ID" sz="8000" dirty="0">
              <a:solidFill>
                <a:schemeClr val="accent2"/>
              </a:solidFill>
              <a:latin typeface="Raleway"/>
              <a:cs typeface="Raleway"/>
            </a:endParaRPr>
          </a:p>
        </p:txBody>
      </p:sp>
      <p:sp>
        <p:nvSpPr>
          <p:cNvPr id="5" name="Freeform 804"/>
          <p:cNvSpPr>
            <a:spLocks noChangeAspect="1" noEditPoints="1"/>
          </p:cNvSpPr>
          <p:nvPr/>
        </p:nvSpPr>
        <p:spPr bwMode="auto">
          <a:xfrm>
            <a:off x="2045831" y="3448046"/>
            <a:ext cx="1356948" cy="1433997"/>
          </a:xfrm>
          <a:custGeom>
            <a:avLst/>
            <a:gdLst>
              <a:gd name="T0" fmla="*/ 692 w 1268"/>
              <a:gd name="T1" fmla="*/ 1311 h 1340"/>
              <a:gd name="T2" fmla="*/ 708 w 1268"/>
              <a:gd name="T3" fmla="*/ 1317 h 1340"/>
              <a:gd name="T4" fmla="*/ 550 w 1268"/>
              <a:gd name="T5" fmla="*/ 1309 h 1340"/>
              <a:gd name="T6" fmla="*/ 570 w 1268"/>
              <a:gd name="T7" fmla="*/ 1324 h 1340"/>
              <a:gd name="T8" fmla="*/ 564 w 1268"/>
              <a:gd name="T9" fmla="*/ 1303 h 1340"/>
              <a:gd name="T10" fmla="*/ 514 w 1268"/>
              <a:gd name="T11" fmla="*/ 1274 h 1340"/>
              <a:gd name="T12" fmla="*/ 529 w 1268"/>
              <a:gd name="T13" fmla="*/ 1268 h 1340"/>
              <a:gd name="T14" fmla="*/ 746 w 1268"/>
              <a:gd name="T15" fmla="*/ 1259 h 1340"/>
              <a:gd name="T16" fmla="*/ 744 w 1268"/>
              <a:gd name="T17" fmla="*/ 1282 h 1340"/>
              <a:gd name="T18" fmla="*/ 758 w 1268"/>
              <a:gd name="T19" fmla="*/ 1259 h 1340"/>
              <a:gd name="T20" fmla="*/ 477 w 1268"/>
              <a:gd name="T21" fmla="*/ 1226 h 1340"/>
              <a:gd name="T22" fmla="*/ 490 w 1268"/>
              <a:gd name="T23" fmla="*/ 1218 h 1340"/>
              <a:gd name="T24" fmla="*/ 781 w 1268"/>
              <a:gd name="T25" fmla="*/ 1212 h 1340"/>
              <a:gd name="T26" fmla="*/ 787 w 1268"/>
              <a:gd name="T27" fmla="*/ 1231 h 1340"/>
              <a:gd name="T28" fmla="*/ 789 w 1268"/>
              <a:gd name="T29" fmla="*/ 1206 h 1340"/>
              <a:gd name="T30" fmla="*/ 808 w 1268"/>
              <a:gd name="T31" fmla="*/ 1177 h 1340"/>
              <a:gd name="T32" fmla="*/ 828 w 1268"/>
              <a:gd name="T33" fmla="*/ 1163 h 1340"/>
              <a:gd name="T34" fmla="*/ 442 w 1268"/>
              <a:gd name="T35" fmla="*/ 1171 h 1340"/>
              <a:gd name="T36" fmla="*/ 457 w 1268"/>
              <a:gd name="T37" fmla="*/ 1167 h 1340"/>
              <a:gd name="T38" fmla="*/ 409 w 1268"/>
              <a:gd name="T39" fmla="*/ 1105 h 1340"/>
              <a:gd name="T40" fmla="*/ 424 w 1268"/>
              <a:gd name="T41" fmla="*/ 1127 h 1340"/>
              <a:gd name="T42" fmla="*/ 424 w 1268"/>
              <a:gd name="T43" fmla="*/ 1101 h 1340"/>
              <a:gd name="T44" fmla="*/ 839 w 1268"/>
              <a:gd name="T45" fmla="*/ 1111 h 1340"/>
              <a:gd name="T46" fmla="*/ 853 w 1268"/>
              <a:gd name="T47" fmla="*/ 1117 h 1340"/>
              <a:gd name="T48" fmla="*/ 867 w 1268"/>
              <a:gd name="T49" fmla="*/ 1043 h 1340"/>
              <a:gd name="T50" fmla="*/ 861 w 1268"/>
              <a:gd name="T51" fmla="*/ 1063 h 1340"/>
              <a:gd name="T52" fmla="*/ 878 w 1268"/>
              <a:gd name="T53" fmla="*/ 1053 h 1340"/>
              <a:gd name="T54" fmla="*/ 388 w 1268"/>
              <a:gd name="T55" fmla="*/ 1049 h 1340"/>
              <a:gd name="T56" fmla="*/ 401 w 1268"/>
              <a:gd name="T57" fmla="*/ 1068 h 1340"/>
              <a:gd name="T58" fmla="*/ 401 w 1268"/>
              <a:gd name="T59" fmla="*/ 1043 h 1340"/>
              <a:gd name="T60" fmla="*/ 880 w 1268"/>
              <a:gd name="T61" fmla="*/ 987 h 1340"/>
              <a:gd name="T62" fmla="*/ 880 w 1268"/>
              <a:gd name="T63" fmla="*/ 1004 h 1340"/>
              <a:gd name="T64" fmla="*/ 894 w 1268"/>
              <a:gd name="T65" fmla="*/ 993 h 1340"/>
              <a:gd name="T66" fmla="*/ 378 w 1268"/>
              <a:gd name="T67" fmla="*/ 975 h 1340"/>
              <a:gd name="T68" fmla="*/ 372 w 1268"/>
              <a:gd name="T69" fmla="*/ 995 h 1340"/>
              <a:gd name="T70" fmla="*/ 389 w 1268"/>
              <a:gd name="T71" fmla="*/ 997 h 1340"/>
              <a:gd name="T72" fmla="*/ 388 w 1268"/>
              <a:gd name="T73" fmla="*/ 985 h 1340"/>
              <a:gd name="T74" fmla="*/ 733 w 1268"/>
              <a:gd name="T75" fmla="*/ 1026 h 1340"/>
              <a:gd name="T76" fmla="*/ 645 w 1268"/>
              <a:gd name="T77" fmla="*/ 1055 h 1340"/>
              <a:gd name="T78" fmla="*/ 533 w 1268"/>
              <a:gd name="T79" fmla="*/ 1028 h 1340"/>
              <a:gd name="T80" fmla="*/ 609 w 1268"/>
              <a:gd name="T81" fmla="*/ 985 h 1340"/>
              <a:gd name="T82" fmla="*/ 702 w 1268"/>
              <a:gd name="T83" fmla="*/ 952 h 1340"/>
              <a:gd name="T84" fmla="*/ 541 w 1268"/>
              <a:gd name="T85" fmla="*/ 1169 h 1340"/>
              <a:gd name="T86" fmla="*/ 818 w 1268"/>
              <a:gd name="T87" fmla="*/ 944 h 1340"/>
              <a:gd name="T88" fmla="*/ 483 w 1268"/>
              <a:gd name="T89" fmla="*/ 202 h 1340"/>
              <a:gd name="T90" fmla="*/ 419 w 1268"/>
              <a:gd name="T91" fmla="*/ 587 h 1340"/>
              <a:gd name="T92" fmla="*/ 360 w 1268"/>
              <a:gd name="T93" fmla="*/ 458 h 1340"/>
              <a:gd name="T94" fmla="*/ 376 w 1268"/>
              <a:gd name="T95" fmla="*/ 642 h 1340"/>
              <a:gd name="T96" fmla="*/ 818 w 1268"/>
              <a:gd name="T97" fmla="*/ 756 h 1340"/>
              <a:gd name="T98" fmla="*/ 948 w 1268"/>
              <a:gd name="T99" fmla="*/ 415 h 1340"/>
              <a:gd name="T100" fmla="*/ 867 w 1268"/>
              <a:gd name="T101" fmla="*/ 591 h 1340"/>
              <a:gd name="T102" fmla="*/ 847 w 1268"/>
              <a:gd name="T103" fmla="*/ 287 h 1340"/>
              <a:gd name="T104" fmla="*/ 779 w 1268"/>
              <a:gd name="T105" fmla="*/ 240 h 1340"/>
              <a:gd name="T106" fmla="*/ 552 w 1268"/>
              <a:gd name="T107" fmla="*/ 209 h 1340"/>
              <a:gd name="T108" fmla="*/ 942 w 1268"/>
              <a:gd name="T109" fmla="*/ 202 h 1340"/>
              <a:gd name="T110" fmla="*/ 919 w 1268"/>
              <a:gd name="T111" fmla="*/ 671 h 1340"/>
              <a:gd name="T112" fmla="*/ 898 w 1268"/>
              <a:gd name="T113" fmla="*/ 940 h 1340"/>
              <a:gd name="T114" fmla="*/ 1268 w 1268"/>
              <a:gd name="T115" fmla="*/ 1214 h 1340"/>
              <a:gd name="T116" fmla="*/ 137 w 1268"/>
              <a:gd name="T117" fmla="*/ 1024 h 1340"/>
              <a:gd name="T118" fmla="*/ 455 w 1268"/>
              <a:gd name="T119" fmla="*/ 816 h 1340"/>
              <a:gd name="T120" fmla="*/ 261 w 1268"/>
              <a:gd name="T121" fmla="*/ 458 h 1340"/>
              <a:gd name="T122" fmla="*/ 420 w 1268"/>
              <a:gd name="T123" fmla="*/ 66 h 1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68" h="1340">
                <a:moveTo>
                  <a:pt x="709" y="1299"/>
                </a:moveTo>
                <a:lnTo>
                  <a:pt x="706" y="1299"/>
                </a:lnTo>
                <a:lnTo>
                  <a:pt x="704" y="1301"/>
                </a:lnTo>
                <a:lnTo>
                  <a:pt x="704" y="1301"/>
                </a:lnTo>
                <a:lnTo>
                  <a:pt x="702" y="1303"/>
                </a:lnTo>
                <a:lnTo>
                  <a:pt x="702" y="1303"/>
                </a:lnTo>
                <a:lnTo>
                  <a:pt x="700" y="1303"/>
                </a:lnTo>
                <a:lnTo>
                  <a:pt x="700" y="1305"/>
                </a:lnTo>
                <a:lnTo>
                  <a:pt x="698" y="1307"/>
                </a:lnTo>
                <a:lnTo>
                  <a:pt x="696" y="1307"/>
                </a:lnTo>
                <a:lnTo>
                  <a:pt x="696" y="1309"/>
                </a:lnTo>
                <a:lnTo>
                  <a:pt x="694" y="1309"/>
                </a:lnTo>
                <a:lnTo>
                  <a:pt x="692" y="1311"/>
                </a:lnTo>
                <a:lnTo>
                  <a:pt x="692" y="1311"/>
                </a:lnTo>
                <a:lnTo>
                  <a:pt x="690" y="1313"/>
                </a:lnTo>
                <a:lnTo>
                  <a:pt x="688" y="1317"/>
                </a:lnTo>
                <a:lnTo>
                  <a:pt x="690" y="1321"/>
                </a:lnTo>
                <a:lnTo>
                  <a:pt x="692" y="1324"/>
                </a:lnTo>
                <a:lnTo>
                  <a:pt x="696" y="1324"/>
                </a:lnTo>
                <a:lnTo>
                  <a:pt x="700" y="1324"/>
                </a:lnTo>
                <a:lnTo>
                  <a:pt x="702" y="1324"/>
                </a:lnTo>
                <a:lnTo>
                  <a:pt x="702" y="1323"/>
                </a:lnTo>
                <a:lnTo>
                  <a:pt x="702" y="1323"/>
                </a:lnTo>
                <a:lnTo>
                  <a:pt x="704" y="1323"/>
                </a:lnTo>
                <a:lnTo>
                  <a:pt x="704" y="1321"/>
                </a:lnTo>
                <a:lnTo>
                  <a:pt x="706" y="1321"/>
                </a:lnTo>
                <a:lnTo>
                  <a:pt x="708" y="1319"/>
                </a:lnTo>
                <a:lnTo>
                  <a:pt x="708" y="1317"/>
                </a:lnTo>
                <a:lnTo>
                  <a:pt x="709" y="1317"/>
                </a:lnTo>
                <a:lnTo>
                  <a:pt x="711" y="1315"/>
                </a:lnTo>
                <a:lnTo>
                  <a:pt x="713" y="1315"/>
                </a:lnTo>
                <a:lnTo>
                  <a:pt x="713" y="1313"/>
                </a:lnTo>
                <a:lnTo>
                  <a:pt x="715" y="1311"/>
                </a:lnTo>
                <a:lnTo>
                  <a:pt x="715" y="1307"/>
                </a:lnTo>
                <a:lnTo>
                  <a:pt x="715" y="1303"/>
                </a:lnTo>
                <a:lnTo>
                  <a:pt x="713" y="1301"/>
                </a:lnTo>
                <a:lnTo>
                  <a:pt x="709" y="1299"/>
                </a:lnTo>
                <a:close/>
                <a:moveTo>
                  <a:pt x="560" y="1299"/>
                </a:moveTo>
                <a:lnTo>
                  <a:pt x="556" y="1299"/>
                </a:lnTo>
                <a:lnTo>
                  <a:pt x="552" y="1303"/>
                </a:lnTo>
                <a:lnTo>
                  <a:pt x="550" y="1305"/>
                </a:lnTo>
                <a:lnTo>
                  <a:pt x="550" y="1309"/>
                </a:lnTo>
                <a:lnTo>
                  <a:pt x="552" y="1313"/>
                </a:lnTo>
                <a:lnTo>
                  <a:pt x="554" y="1313"/>
                </a:lnTo>
                <a:lnTo>
                  <a:pt x="554" y="1315"/>
                </a:lnTo>
                <a:lnTo>
                  <a:pt x="556" y="1315"/>
                </a:lnTo>
                <a:lnTo>
                  <a:pt x="556" y="1317"/>
                </a:lnTo>
                <a:lnTo>
                  <a:pt x="558" y="1317"/>
                </a:lnTo>
                <a:lnTo>
                  <a:pt x="560" y="1319"/>
                </a:lnTo>
                <a:lnTo>
                  <a:pt x="560" y="1321"/>
                </a:lnTo>
                <a:lnTo>
                  <a:pt x="562" y="1321"/>
                </a:lnTo>
                <a:lnTo>
                  <a:pt x="564" y="1323"/>
                </a:lnTo>
                <a:lnTo>
                  <a:pt x="564" y="1323"/>
                </a:lnTo>
                <a:lnTo>
                  <a:pt x="566" y="1323"/>
                </a:lnTo>
                <a:lnTo>
                  <a:pt x="566" y="1324"/>
                </a:lnTo>
                <a:lnTo>
                  <a:pt x="570" y="1324"/>
                </a:lnTo>
                <a:lnTo>
                  <a:pt x="574" y="1324"/>
                </a:lnTo>
                <a:lnTo>
                  <a:pt x="576" y="1323"/>
                </a:lnTo>
                <a:lnTo>
                  <a:pt x="578" y="1319"/>
                </a:lnTo>
                <a:lnTo>
                  <a:pt x="578" y="1317"/>
                </a:lnTo>
                <a:lnTo>
                  <a:pt x="578" y="1313"/>
                </a:lnTo>
                <a:lnTo>
                  <a:pt x="576" y="1311"/>
                </a:lnTo>
                <a:lnTo>
                  <a:pt x="574" y="1311"/>
                </a:lnTo>
                <a:lnTo>
                  <a:pt x="574" y="1309"/>
                </a:lnTo>
                <a:lnTo>
                  <a:pt x="572" y="1309"/>
                </a:lnTo>
                <a:lnTo>
                  <a:pt x="570" y="1307"/>
                </a:lnTo>
                <a:lnTo>
                  <a:pt x="568" y="1307"/>
                </a:lnTo>
                <a:lnTo>
                  <a:pt x="568" y="1305"/>
                </a:lnTo>
                <a:lnTo>
                  <a:pt x="566" y="1303"/>
                </a:lnTo>
                <a:lnTo>
                  <a:pt x="564" y="1303"/>
                </a:lnTo>
                <a:lnTo>
                  <a:pt x="564" y="1303"/>
                </a:lnTo>
                <a:lnTo>
                  <a:pt x="564" y="1301"/>
                </a:lnTo>
                <a:lnTo>
                  <a:pt x="564" y="1301"/>
                </a:lnTo>
                <a:lnTo>
                  <a:pt x="560" y="1299"/>
                </a:lnTo>
                <a:close/>
                <a:moveTo>
                  <a:pt x="514" y="1257"/>
                </a:moveTo>
                <a:lnTo>
                  <a:pt x="512" y="1257"/>
                </a:lnTo>
                <a:lnTo>
                  <a:pt x="508" y="1260"/>
                </a:lnTo>
                <a:lnTo>
                  <a:pt x="508" y="1262"/>
                </a:lnTo>
                <a:lnTo>
                  <a:pt x="508" y="1266"/>
                </a:lnTo>
                <a:lnTo>
                  <a:pt x="510" y="1268"/>
                </a:lnTo>
                <a:lnTo>
                  <a:pt x="510" y="1270"/>
                </a:lnTo>
                <a:lnTo>
                  <a:pt x="512" y="1272"/>
                </a:lnTo>
                <a:lnTo>
                  <a:pt x="514" y="1272"/>
                </a:lnTo>
                <a:lnTo>
                  <a:pt x="514" y="1274"/>
                </a:lnTo>
                <a:lnTo>
                  <a:pt x="516" y="1276"/>
                </a:lnTo>
                <a:lnTo>
                  <a:pt x="517" y="1278"/>
                </a:lnTo>
                <a:lnTo>
                  <a:pt x="517" y="1278"/>
                </a:lnTo>
                <a:lnTo>
                  <a:pt x="519" y="1280"/>
                </a:lnTo>
                <a:lnTo>
                  <a:pt x="519" y="1280"/>
                </a:lnTo>
                <a:lnTo>
                  <a:pt x="519" y="1282"/>
                </a:lnTo>
                <a:lnTo>
                  <a:pt x="523" y="1284"/>
                </a:lnTo>
                <a:lnTo>
                  <a:pt x="527" y="1284"/>
                </a:lnTo>
                <a:lnTo>
                  <a:pt x="531" y="1282"/>
                </a:lnTo>
                <a:lnTo>
                  <a:pt x="533" y="1278"/>
                </a:lnTo>
                <a:lnTo>
                  <a:pt x="533" y="1274"/>
                </a:lnTo>
                <a:lnTo>
                  <a:pt x="531" y="1270"/>
                </a:lnTo>
                <a:lnTo>
                  <a:pt x="531" y="1270"/>
                </a:lnTo>
                <a:lnTo>
                  <a:pt x="529" y="1268"/>
                </a:lnTo>
                <a:lnTo>
                  <a:pt x="529" y="1268"/>
                </a:lnTo>
                <a:lnTo>
                  <a:pt x="527" y="1266"/>
                </a:lnTo>
                <a:lnTo>
                  <a:pt x="525" y="1264"/>
                </a:lnTo>
                <a:lnTo>
                  <a:pt x="523" y="1262"/>
                </a:lnTo>
                <a:lnTo>
                  <a:pt x="523" y="1260"/>
                </a:lnTo>
                <a:lnTo>
                  <a:pt x="521" y="1259"/>
                </a:lnTo>
                <a:lnTo>
                  <a:pt x="521" y="1259"/>
                </a:lnTo>
                <a:lnTo>
                  <a:pt x="519" y="1259"/>
                </a:lnTo>
                <a:lnTo>
                  <a:pt x="517" y="1257"/>
                </a:lnTo>
                <a:lnTo>
                  <a:pt x="514" y="1257"/>
                </a:lnTo>
                <a:close/>
                <a:moveTo>
                  <a:pt x="750" y="1257"/>
                </a:moveTo>
                <a:lnTo>
                  <a:pt x="748" y="1257"/>
                </a:lnTo>
                <a:lnTo>
                  <a:pt x="746" y="1259"/>
                </a:lnTo>
                <a:lnTo>
                  <a:pt x="746" y="1259"/>
                </a:lnTo>
                <a:lnTo>
                  <a:pt x="744" y="1259"/>
                </a:lnTo>
                <a:lnTo>
                  <a:pt x="744" y="1260"/>
                </a:lnTo>
                <a:lnTo>
                  <a:pt x="742" y="1262"/>
                </a:lnTo>
                <a:lnTo>
                  <a:pt x="742" y="1264"/>
                </a:lnTo>
                <a:lnTo>
                  <a:pt x="740" y="1264"/>
                </a:lnTo>
                <a:lnTo>
                  <a:pt x="739" y="1266"/>
                </a:lnTo>
                <a:lnTo>
                  <a:pt x="739" y="1268"/>
                </a:lnTo>
                <a:lnTo>
                  <a:pt x="737" y="1268"/>
                </a:lnTo>
                <a:lnTo>
                  <a:pt x="737" y="1270"/>
                </a:lnTo>
                <a:lnTo>
                  <a:pt x="735" y="1274"/>
                </a:lnTo>
                <a:lnTo>
                  <a:pt x="735" y="1278"/>
                </a:lnTo>
                <a:lnTo>
                  <a:pt x="737" y="1282"/>
                </a:lnTo>
                <a:lnTo>
                  <a:pt x="740" y="1284"/>
                </a:lnTo>
                <a:lnTo>
                  <a:pt x="744" y="1282"/>
                </a:lnTo>
                <a:lnTo>
                  <a:pt x="746" y="1282"/>
                </a:lnTo>
                <a:lnTo>
                  <a:pt x="746" y="1280"/>
                </a:lnTo>
                <a:lnTo>
                  <a:pt x="748" y="1280"/>
                </a:lnTo>
                <a:lnTo>
                  <a:pt x="748" y="1278"/>
                </a:lnTo>
                <a:lnTo>
                  <a:pt x="750" y="1278"/>
                </a:lnTo>
                <a:lnTo>
                  <a:pt x="752" y="1276"/>
                </a:lnTo>
                <a:lnTo>
                  <a:pt x="752" y="1274"/>
                </a:lnTo>
                <a:lnTo>
                  <a:pt x="754" y="1272"/>
                </a:lnTo>
                <a:lnTo>
                  <a:pt x="756" y="1272"/>
                </a:lnTo>
                <a:lnTo>
                  <a:pt x="756" y="1270"/>
                </a:lnTo>
                <a:lnTo>
                  <a:pt x="758" y="1268"/>
                </a:lnTo>
                <a:lnTo>
                  <a:pt x="760" y="1264"/>
                </a:lnTo>
                <a:lnTo>
                  <a:pt x="760" y="1262"/>
                </a:lnTo>
                <a:lnTo>
                  <a:pt x="758" y="1259"/>
                </a:lnTo>
                <a:lnTo>
                  <a:pt x="754" y="1257"/>
                </a:lnTo>
                <a:lnTo>
                  <a:pt x="750" y="1257"/>
                </a:lnTo>
                <a:close/>
                <a:moveTo>
                  <a:pt x="479" y="1206"/>
                </a:moveTo>
                <a:lnTo>
                  <a:pt x="475" y="1206"/>
                </a:lnTo>
                <a:lnTo>
                  <a:pt x="473" y="1208"/>
                </a:lnTo>
                <a:lnTo>
                  <a:pt x="471" y="1212"/>
                </a:lnTo>
                <a:lnTo>
                  <a:pt x="471" y="1216"/>
                </a:lnTo>
                <a:lnTo>
                  <a:pt x="471" y="1218"/>
                </a:lnTo>
                <a:lnTo>
                  <a:pt x="471" y="1218"/>
                </a:lnTo>
                <a:lnTo>
                  <a:pt x="473" y="1220"/>
                </a:lnTo>
                <a:lnTo>
                  <a:pt x="473" y="1222"/>
                </a:lnTo>
                <a:lnTo>
                  <a:pt x="475" y="1224"/>
                </a:lnTo>
                <a:lnTo>
                  <a:pt x="475" y="1224"/>
                </a:lnTo>
                <a:lnTo>
                  <a:pt x="477" y="1226"/>
                </a:lnTo>
                <a:lnTo>
                  <a:pt x="477" y="1227"/>
                </a:lnTo>
                <a:lnTo>
                  <a:pt x="479" y="1229"/>
                </a:lnTo>
                <a:lnTo>
                  <a:pt x="481" y="1231"/>
                </a:lnTo>
                <a:lnTo>
                  <a:pt x="481" y="1231"/>
                </a:lnTo>
                <a:lnTo>
                  <a:pt x="483" y="1233"/>
                </a:lnTo>
                <a:lnTo>
                  <a:pt x="486" y="1235"/>
                </a:lnTo>
                <a:lnTo>
                  <a:pt x="490" y="1233"/>
                </a:lnTo>
                <a:lnTo>
                  <a:pt x="492" y="1231"/>
                </a:lnTo>
                <a:lnTo>
                  <a:pt x="494" y="1227"/>
                </a:lnTo>
                <a:lnTo>
                  <a:pt x="492" y="1224"/>
                </a:lnTo>
                <a:lnTo>
                  <a:pt x="492" y="1222"/>
                </a:lnTo>
                <a:lnTo>
                  <a:pt x="492" y="1222"/>
                </a:lnTo>
                <a:lnTo>
                  <a:pt x="490" y="1220"/>
                </a:lnTo>
                <a:lnTo>
                  <a:pt x="490" y="1218"/>
                </a:lnTo>
                <a:lnTo>
                  <a:pt x="488" y="1216"/>
                </a:lnTo>
                <a:lnTo>
                  <a:pt x="488" y="1216"/>
                </a:lnTo>
                <a:lnTo>
                  <a:pt x="486" y="1214"/>
                </a:lnTo>
                <a:lnTo>
                  <a:pt x="486" y="1212"/>
                </a:lnTo>
                <a:lnTo>
                  <a:pt x="484" y="1210"/>
                </a:lnTo>
                <a:lnTo>
                  <a:pt x="484" y="1210"/>
                </a:lnTo>
                <a:lnTo>
                  <a:pt x="483" y="1208"/>
                </a:lnTo>
                <a:lnTo>
                  <a:pt x="479" y="1206"/>
                </a:lnTo>
                <a:close/>
                <a:moveTo>
                  <a:pt x="789" y="1206"/>
                </a:moveTo>
                <a:lnTo>
                  <a:pt x="785" y="1208"/>
                </a:lnTo>
                <a:lnTo>
                  <a:pt x="783" y="1208"/>
                </a:lnTo>
                <a:lnTo>
                  <a:pt x="783" y="1210"/>
                </a:lnTo>
                <a:lnTo>
                  <a:pt x="783" y="1210"/>
                </a:lnTo>
                <a:lnTo>
                  <a:pt x="781" y="1212"/>
                </a:lnTo>
                <a:lnTo>
                  <a:pt x="779" y="1214"/>
                </a:lnTo>
                <a:lnTo>
                  <a:pt x="779" y="1216"/>
                </a:lnTo>
                <a:lnTo>
                  <a:pt x="777" y="1216"/>
                </a:lnTo>
                <a:lnTo>
                  <a:pt x="777" y="1218"/>
                </a:lnTo>
                <a:lnTo>
                  <a:pt x="775" y="1220"/>
                </a:lnTo>
                <a:lnTo>
                  <a:pt x="775" y="1222"/>
                </a:lnTo>
                <a:lnTo>
                  <a:pt x="773" y="1222"/>
                </a:lnTo>
                <a:lnTo>
                  <a:pt x="773" y="1226"/>
                </a:lnTo>
                <a:lnTo>
                  <a:pt x="773" y="1229"/>
                </a:lnTo>
                <a:lnTo>
                  <a:pt x="775" y="1233"/>
                </a:lnTo>
                <a:lnTo>
                  <a:pt x="779" y="1235"/>
                </a:lnTo>
                <a:lnTo>
                  <a:pt x="785" y="1233"/>
                </a:lnTo>
                <a:lnTo>
                  <a:pt x="785" y="1233"/>
                </a:lnTo>
                <a:lnTo>
                  <a:pt x="787" y="1231"/>
                </a:lnTo>
                <a:lnTo>
                  <a:pt x="787" y="1231"/>
                </a:lnTo>
                <a:lnTo>
                  <a:pt x="787" y="1229"/>
                </a:lnTo>
                <a:lnTo>
                  <a:pt x="789" y="1227"/>
                </a:lnTo>
                <a:lnTo>
                  <a:pt x="791" y="1226"/>
                </a:lnTo>
                <a:lnTo>
                  <a:pt x="791" y="1224"/>
                </a:lnTo>
                <a:lnTo>
                  <a:pt x="793" y="1224"/>
                </a:lnTo>
                <a:lnTo>
                  <a:pt x="793" y="1222"/>
                </a:lnTo>
                <a:lnTo>
                  <a:pt x="795" y="1220"/>
                </a:lnTo>
                <a:lnTo>
                  <a:pt x="795" y="1218"/>
                </a:lnTo>
                <a:lnTo>
                  <a:pt x="797" y="1214"/>
                </a:lnTo>
                <a:lnTo>
                  <a:pt x="797" y="1212"/>
                </a:lnTo>
                <a:lnTo>
                  <a:pt x="795" y="1208"/>
                </a:lnTo>
                <a:lnTo>
                  <a:pt x="791" y="1206"/>
                </a:lnTo>
                <a:lnTo>
                  <a:pt x="789" y="1206"/>
                </a:lnTo>
                <a:close/>
                <a:moveTo>
                  <a:pt x="822" y="1152"/>
                </a:moveTo>
                <a:lnTo>
                  <a:pt x="818" y="1154"/>
                </a:lnTo>
                <a:lnTo>
                  <a:pt x="816" y="1156"/>
                </a:lnTo>
                <a:lnTo>
                  <a:pt x="814" y="1158"/>
                </a:lnTo>
                <a:lnTo>
                  <a:pt x="814" y="1160"/>
                </a:lnTo>
                <a:lnTo>
                  <a:pt x="812" y="1162"/>
                </a:lnTo>
                <a:lnTo>
                  <a:pt x="812" y="1162"/>
                </a:lnTo>
                <a:lnTo>
                  <a:pt x="810" y="1163"/>
                </a:lnTo>
                <a:lnTo>
                  <a:pt x="810" y="1165"/>
                </a:lnTo>
                <a:lnTo>
                  <a:pt x="808" y="1167"/>
                </a:lnTo>
                <a:lnTo>
                  <a:pt x="808" y="1169"/>
                </a:lnTo>
                <a:lnTo>
                  <a:pt x="808" y="1169"/>
                </a:lnTo>
                <a:lnTo>
                  <a:pt x="806" y="1173"/>
                </a:lnTo>
                <a:lnTo>
                  <a:pt x="808" y="1177"/>
                </a:lnTo>
                <a:lnTo>
                  <a:pt x="810" y="1181"/>
                </a:lnTo>
                <a:lnTo>
                  <a:pt x="814" y="1183"/>
                </a:lnTo>
                <a:lnTo>
                  <a:pt x="818" y="1181"/>
                </a:lnTo>
                <a:lnTo>
                  <a:pt x="818" y="1181"/>
                </a:lnTo>
                <a:lnTo>
                  <a:pt x="820" y="1179"/>
                </a:lnTo>
                <a:lnTo>
                  <a:pt x="822" y="1177"/>
                </a:lnTo>
                <a:lnTo>
                  <a:pt x="822" y="1175"/>
                </a:lnTo>
                <a:lnTo>
                  <a:pt x="824" y="1173"/>
                </a:lnTo>
                <a:lnTo>
                  <a:pt x="824" y="1173"/>
                </a:lnTo>
                <a:lnTo>
                  <a:pt x="826" y="1171"/>
                </a:lnTo>
                <a:lnTo>
                  <a:pt x="826" y="1169"/>
                </a:lnTo>
                <a:lnTo>
                  <a:pt x="826" y="1167"/>
                </a:lnTo>
                <a:lnTo>
                  <a:pt x="828" y="1165"/>
                </a:lnTo>
                <a:lnTo>
                  <a:pt x="828" y="1163"/>
                </a:lnTo>
                <a:lnTo>
                  <a:pt x="830" y="1160"/>
                </a:lnTo>
                <a:lnTo>
                  <a:pt x="828" y="1156"/>
                </a:lnTo>
                <a:lnTo>
                  <a:pt x="824" y="1154"/>
                </a:lnTo>
                <a:lnTo>
                  <a:pt x="822" y="1152"/>
                </a:lnTo>
                <a:close/>
                <a:moveTo>
                  <a:pt x="446" y="1152"/>
                </a:moveTo>
                <a:lnTo>
                  <a:pt x="442" y="1154"/>
                </a:lnTo>
                <a:lnTo>
                  <a:pt x="438" y="1156"/>
                </a:lnTo>
                <a:lnTo>
                  <a:pt x="438" y="1160"/>
                </a:lnTo>
                <a:lnTo>
                  <a:pt x="438" y="1163"/>
                </a:lnTo>
                <a:lnTo>
                  <a:pt x="438" y="1163"/>
                </a:lnTo>
                <a:lnTo>
                  <a:pt x="440" y="1165"/>
                </a:lnTo>
                <a:lnTo>
                  <a:pt x="440" y="1167"/>
                </a:lnTo>
                <a:lnTo>
                  <a:pt x="442" y="1169"/>
                </a:lnTo>
                <a:lnTo>
                  <a:pt x="442" y="1171"/>
                </a:lnTo>
                <a:lnTo>
                  <a:pt x="444" y="1173"/>
                </a:lnTo>
                <a:lnTo>
                  <a:pt x="444" y="1173"/>
                </a:lnTo>
                <a:lnTo>
                  <a:pt x="444" y="1175"/>
                </a:lnTo>
                <a:lnTo>
                  <a:pt x="446" y="1177"/>
                </a:lnTo>
                <a:lnTo>
                  <a:pt x="446" y="1179"/>
                </a:lnTo>
                <a:lnTo>
                  <a:pt x="450" y="1181"/>
                </a:lnTo>
                <a:lnTo>
                  <a:pt x="452" y="1183"/>
                </a:lnTo>
                <a:lnTo>
                  <a:pt x="455" y="1181"/>
                </a:lnTo>
                <a:lnTo>
                  <a:pt x="459" y="1179"/>
                </a:lnTo>
                <a:lnTo>
                  <a:pt x="459" y="1175"/>
                </a:lnTo>
                <a:lnTo>
                  <a:pt x="459" y="1171"/>
                </a:lnTo>
                <a:lnTo>
                  <a:pt x="459" y="1169"/>
                </a:lnTo>
                <a:lnTo>
                  <a:pt x="459" y="1169"/>
                </a:lnTo>
                <a:lnTo>
                  <a:pt x="457" y="1167"/>
                </a:lnTo>
                <a:lnTo>
                  <a:pt x="457" y="1165"/>
                </a:lnTo>
                <a:lnTo>
                  <a:pt x="455" y="1163"/>
                </a:lnTo>
                <a:lnTo>
                  <a:pt x="455" y="1162"/>
                </a:lnTo>
                <a:lnTo>
                  <a:pt x="453" y="1162"/>
                </a:lnTo>
                <a:lnTo>
                  <a:pt x="453" y="1160"/>
                </a:lnTo>
                <a:lnTo>
                  <a:pt x="452" y="1158"/>
                </a:lnTo>
                <a:lnTo>
                  <a:pt x="452" y="1156"/>
                </a:lnTo>
                <a:lnTo>
                  <a:pt x="450" y="1154"/>
                </a:lnTo>
                <a:lnTo>
                  <a:pt x="446" y="1152"/>
                </a:lnTo>
                <a:close/>
                <a:moveTo>
                  <a:pt x="417" y="1096"/>
                </a:moveTo>
                <a:lnTo>
                  <a:pt x="413" y="1098"/>
                </a:lnTo>
                <a:lnTo>
                  <a:pt x="411" y="1099"/>
                </a:lnTo>
                <a:lnTo>
                  <a:pt x="409" y="1101"/>
                </a:lnTo>
                <a:lnTo>
                  <a:pt x="409" y="1105"/>
                </a:lnTo>
                <a:lnTo>
                  <a:pt x="411" y="1107"/>
                </a:lnTo>
                <a:lnTo>
                  <a:pt x="411" y="1107"/>
                </a:lnTo>
                <a:lnTo>
                  <a:pt x="411" y="1109"/>
                </a:lnTo>
                <a:lnTo>
                  <a:pt x="411" y="1111"/>
                </a:lnTo>
                <a:lnTo>
                  <a:pt x="413" y="1113"/>
                </a:lnTo>
                <a:lnTo>
                  <a:pt x="413" y="1115"/>
                </a:lnTo>
                <a:lnTo>
                  <a:pt x="415" y="1117"/>
                </a:lnTo>
                <a:lnTo>
                  <a:pt x="415" y="1117"/>
                </a:lnTo>
                <a:lnTo>
                  <a:pt x="415" y="1119"/>
                </a:lnTo>
                <a:lnTo>
                  <a:pt x="417" y="1121"/>
                </a:lnTo>
                <a:lnTo>
                  <a:pt x="417" y="1123"/>
                </a:lnTo>
                <a:lnTo>
                  <a:pt x="419" y="1125"/>
                </a:lnTo>
                <a:lnTo>
                  <a:pt x="420" y="1125"/>
                </a:lnTo>
                <a:lnTo>
                  <a:pt x="424" y="1127"/>
                </a:lnTo>
                <a:lnTo>
                  <a:pt x="428" y="1125"/>
                </a:lnTo>
                <a:lnTo>
                  <a:pt x="430" y="1123"/>
                </a:lnTo>
                <a:lnTo>
                  <a:pt x="430" y="1119"/>
                </a:lnTo>
                <a:lnTo>
                  <a:pt x="430" y="1115"/>
                </a:lnTo>
                <a:lnTo>
                  <a:pt x="430" y="1113"/>
                </a:lnTo>
                <a:lnTo>
                  <a:pt x="428" y="1113"/>
                </a:lnTo>
                <a:lnTo>
                  <a:pt x="428" y="1111"/>
                </a:lnTo>
                <a:lnTo>
                  <a:pt x="428" y="1109"/>
                </a:lnTo>
                <a:lnTo>
                  <a:pt x="426" y="1107"/>
                </a:lnTo>
                <a:lnTo>
                  <a:pt x="426" y="1105"/>
                </a:lnTo>
                <a:lnTo>
                  <a:pt x="424" y="1105"/>
                </a:lnTo>
                <a:lnTo>
                  <a:pt x="424" y="1103"/>
                </a:lnTo>
                <a:lnTo>
                  <a:pt x="424" y="1101"/>
                </a:lnTo>
                <a:lnTo>
                  <a:pt x="424" y="1101"/>
                </a:lnTo>
                <a:lnTo>
                  <a:pt x="422" y="1098"/>
                </a:lnTo>
                <a:lnTo>
                  <a:pt x="420" y="1098"/>
                </a:lnTo>
                <a:lnTo>
                  <a:pt x="417" y="1096"/>
                </a:lnTo>
                <a:close/>
                <a:moveTo>
                  <a:pt x="851" y="1096"/>
                </a:moveTo>
                <a:lnTo>
                  <a:pt x="847" y="1098"/>
                </a:lnTo>
                <a:lnTo>
                  <a:pt x="845" y="1099"/>
                </a:lnTo>
                <a:lnTo>
                  <a:pt x="843" y="1101"/>
                </a:lnTo>
                <a:lnTo>
                  <a:pt x="843" y="1101"/>
                </a:lnTo>
                <a:lnTo>
                  <a:pt x="841" y="1103"/>
                </a:lnTo>
                <a:lnTo>
                  <a:pt x="841" y="1105"/>
                </a:lnTo>
                <a:lnTo>
                  <a:pt x="841" y="1105"/>
                </a:lnTo>
                <a:lnTo>
                  <a:pt x="839" y="1107"/>
                </a:lnTo>
                <a:lnTo>
                  <a:pt x="839" y="1109"/>
                </a:lnTo>
                <a:lnTo>
                  <a:pt x="839" y="1111"/>
                </a:lnTo>
                <a:lnTo>
                  <a:pt x="837" y="1113"/>
                </a:lnTo>
                <a:lnTo>
                  <a:pt x="837" y="1113"/>
                </a:lnTo>
                <a:lnTo>
                  <a:pt x="837" y="1115"/>
                </a:lnTo>
                <a:lnTo>
                  <a:pt x="836" y="1119"/>
                </a:lnTo>
                <a:lnTo>
                  <a:pt x="837" y="1123"/>
                </a:lnTo>
                <a:lnTo>
                  <a:pt x="839" y="1125"/>
                </a:lnTo>
                <a:lnTo>
                  <a:pt x="843" y="1127"/>
                </a:lnTo>
                <a:lnTo>
                  <a:pt x="847" y="1125"/>
                </a:lnTo>
                <a:lnTo>
                  <a:pt x="849" y="1125"/>
                </a:lnTo>
                <a:lnTo>
                  <a:pt x="851" y="1123"/>
                </a:lnTo>
                <a:lnTo>
                  <a:pt x="851" y="1121"/>
                </a:lnTo>
                <a:lnTo>
                  <a:pt x="851" y="1119"/>
                </a:lnTo>
                <a:lnTo>
                  <a:pt x="853" y="1117"/>
                </a:lnTo>
                <a:lnTo>
                  <a:pt x="853" y="1117"/>
                </a:lnTo>
                <a:lnTo>
                  <a:pt x="853" y="1115"/>
                </a:lnTo>
                <a:lnTo>
                  <a:pt x="855" y="1113"/>
                </a:lnTo>
                <a:lnTo>
                  <a:pt x="855" y="1111"/>
                </a:lnTo>
                <a:lnTo>
                  <a:pt x="855" y="1109"/>
                </a:lnTo>
                <a:lnTo>
                  <a:pt x="857" y="1107"/>
                </a:lnTo>
                <a:lnTo>
                  <a:pt x="857" y="1107"/>
                </a:lnTo>
                <a:lnTo>
                  <a:pt x="857" y="1103"/>
                </a:lnTo>
                <a:lnTo>
                  <a:pt x="857" y="1099"/>
                </a:lnTo>
                <a:lnTo>
                  <a:pt x="853" y="1098"/>
                </a:lnTo>
                <a:lnTo>
                  <a:pt x="851" y="1096"/>
                </a:lnTo>
                <a:close/>
                <a:moveTo>
                  <a:pt x="874" y="1037"/>
                </a:moveTo>
                <a:lnTo>
                  <a:pt x="870" y="1037"/>
                </a:lnTo>
                <a:lnTo>
                  <a:pt x="868" y="1039"/>
                </a:lnTo>
                <a:lnTo>
                  <a:pt x="867" y="1043"/>
                </a:lnTo>
                <a:lnTo>
                  <a:pt x="867" y="1043"/>
                </a:lnTo>
                <a:lnTo>
                  <a:pt x="865" y="1045"/>
                </a:lnTo>
                <a:lnTo>
                  <a:pt x="865" y="1045"/>
                </a:lnTo>
                <a:lnTo>
                  <a:pt x="865" y="1047"/>
                </a:lnTo>
                <a:lnTo>
                  <a:pt x="865" y="1049"/>
                </a:lnTo>
                <a:lnTo>
                  <a:pt x="863" y="1051"/>
                </a:lnTo>
                <a:lnTo>
                  <a:pt x="863" y="1051"/>
                </a:lnTo>
                <a:lnTo>
                  <a:pt x="863" y="1053"/>
                </a:lnTo>
                <a:lnTo>
                  <a:pt x="863" y="1055"/>
                </a:lnTo>
                <a:lnTo>
                  <a:pt x="861" y="1057"/>
                </a:lnTo>
                <a:lnTo>
                  <a:pt x="861" y="1057"/>
                </a:lnTo>
                <a:lnTo>
                  <a:pt x="861" y="1057"/>
                </a:lnTo>
                <a:lnTo>
                  <a:pt x="861" y="1061"/>
                </a:lnTo>
                <a:lnTo>
                  <a:pt x="861" y="1063"/>
                </a:lnTo>
                <a:lnTo>
                  <a:pt x="863" y="1067"/>
                </a:lnTo>
                <a:lnTo>
                  <a:pt x="865" y="1068"/>
                </a:lnTo>
                <a:lnTo>
                  <a:pt x="868" y="1068"/>
                </a:lnTo>
                <a:lnTo>
                  <a:pt x="870" y="1068"/>
                </a:lnTo>
                <a:lnTo>
                  <a:pt x="872" y="1067"/>
                </a:lnTo>
                <a:lnTo>
                  <a:pt x="874" y="1063"/>
                </a:lnTo>
                <a:lnTo>
                  <a:pt x="874" y="1063"/>
                </a:lnTo>
                <a:lnTo>
                  <a:pt x="876" y="1061"/>
                </a:lnTo>
                <a:lnTo>
                  <a:pt x="876" y="1061"/>
                </a:lnTo>
                <a:lnTo>
                  <a:pt x="876" y="1059"/>
                </a:lnTo>
                <a:lnTo>
                  <a:pt x="876" y="1057"/>
                </a:lnTo>
                <a:lnTo>
                  <a:pt x="878" y="1055"/>
                </a:lnTo>
                <a:lnTo>
                  <a:pt x="878" y="1055"/>
                </a:lnTo>
                <a:lnTo>
                  <a:pt x="878" y="1053"/>
                </a:lnTo>
                <a:lnTo>
                  <a:pt x="878" y="1051"/>
                </a:lnTo>
                <a:lnTo>
                  <a:pt x="880" y="1051"/>
                </a:lnTo>
                <a:lnTo>
                  <a:pt x="880" y="1049"/>
                </a:lnTo>
                <a:lnTo>
                  <a:pt x="880" y="1047"/>
                </a:lnTo>
                <a:lnTo>
                  <a:pt x="880" y="1043"/>
                </a:lnTo>
                <a:lnTo>
                  <a:pt x="878" y="1039"/>
                </a:lnTo>
                <a:lnTo>
                  <a:pt x="874" y="1037"/>
                </a:lnTo>
                <a:close/>
                <a:moveTo>
                  <a:pt x="393" y="1037"/>
                </a:moveTo>
                <a:lnTo>
                  <a:pt x="389" y="1037"/>
                </a:lnTo>
                <a:lnTo>
                  <a:pt x="388" y="1041"/>
                </a:lnTo>
                <a:lnTo>
                  <a:pt x="386" y="1043"/>
                </a:lnTo>
                <a:lnTo>
                  <a:pt x="386" y="1047"/>
                </a:lnTo>
                <a:lnTo>
                  <a:pt x="386" y="1047"/>
                </a:lnTo>
                <a:lnTo>
                  <a:pt x="388" y="1049"/>
                </a:lnTo>
                <a:lnTo>
                  <a:pt x="388" y="1051"/>
                </a:lnTo>
                <a:lnTo>
                  <a:pt x="388" y="1051"/>
                </a:lnTo>
                <a:lnTo>
                  <a:pt x="388" y="1053"/>
                </a:lnTo>
                <a:lnTo>
                  <a:pt x="389" y="1055"/>
                </a:lnTo>
                <a:lnTo>
                  <a:pt x="389" y="1055"/>
                </a:lnTo>
                <a:lnTo>
                  <a:pt x="389" y="1057"/>
                </a:lnTo>
                <a:lnTo>
                  <a:pt x="389" y="1059"/>
                </a:lnTo>
                <a:lnTo>
                  <a:pt x="391" y="1061"/>
                </a:lnTo>
                <a:lnTo>
                  <a:pt x="391" y="1061"/>
                </a:lnTo>
                <a:lnTo>
                  <a:pt x="391" y="1063"/>
                </a:lnTo>
                <a:lnTo>
                  <a:pt x="391" y="1063"/>
                </a:lnTo>
                <a:lnTo>
                  <a:pt x="393" y="1067"/>
                </a:lnTo>
                <a:lnTo>
                  <a:pt x="395" y="1068"/>
                </a:lnTo>
                <a:lnTo>
                  <a:pt x="401" y="1068"/>
                </a:lnTo>
                <a:lnTo>
                  <a:pt x="403" y="1067"/>
                </a:lnTo>
                <a:lnTo>
                  <a:pt x="405" y="1065"/>
                </a:lnTo>
                <a:lnTo>
                  <a:pt x="407" y="1061"/>
                </a:lnTo>
                <a:lnTo>
                  <a:pt x="405" y="1057"/>
                </a:lnTo>
                <a:lnTo>
                  <a:pt x="405" y="1057"/>
                </a:lnTo>
                <a:lnTo>
                  <a:pt x="405" y="1057"/>
                </a:lnTo>
                <a:lnTo>
                  <a:pt x="405" y="1055"/>
                </a:lnTo>
                <a:lnTo>
                  <a:pt x="405" y="1053"/>
                </a:lnTo>
                <a:lnTo>
                  <a:pt x="403" y="1051"/>
                </a:lnTo>
                <a:lnTo>
                  <a:pt x="403" y="1049"/>
                </a:lnTo>
                <a:lnTo>
                  <a:pt x="403" y="1047"/>
                </a:lnTo>
                <a:lnTo>
                  <a:pt x="401" y="1045"/>
                </a:lnTo>
                <a:lnTo>
                  <a:pt x="401" y="1045"/>
                </a:lnTo>
                <a:lnTo>
                  <a:pt x="401" y="1043"/>
                </a:lnTo>
                <a:lnTo>
                  <a:pt x="401" y="1043"/>
                </a:lnTo>
                <a:lnTo>
                  <a:pt x="399" y="1039"/>
                </a:lnTo>
                <a:lnTo>
                  <a:pt x="395" y="1037"/>
                </a:lnTo>
                <a:lnTo>
                  <a:pt x="393" y="1037"/>
                </a:lnTo>
                <a:close/>
                <a:moveTo>
                  <a:pt x="886" y="975"/>
                </a:moveTo>
                <a:lnTo>
                  <a:pt x="884" y="977"/>
                </a:lnTo>
                <a:lnTo>
                  <a:pt x="882" y="979"/>
                </a:lnTo>
                <a:lnTo>
                  <a:pt x="880" y="981"/>
                </a:lnTo>
                <a:lnTo>
                  <a:pt x="880" y="983"/>
                </a:lnTo>
                <a:lnTo>
                  <a:pt x="880" y="983"/>
                </a:lnTo>
                <a:lnTo>
                  <a:pt x="880" y="985"/>
                </a:lnTo>
                <a:lnTo>
                  <a:pt x="880" y="985"/>
                </a:lnTo>
                <a:lnTo>
                  <a:pt x="880" y="987"/>
                </a:lnTo>
                <a:lnTo>
                  <a:pt x="880" y="987"/>
                </a:lnTo>
                <a:lnTo>
                  <a:pt x="880" y="989"/>
                </a:lnTo>
                <a:lnTo>
                  <a:pt x="880" y="989"/>
                </a:lnTo>
                <a:lnTo>
                  <a:pt x="880" y="989"/>
                </a:lnTo>
                <a:lnTo>
                  <a:pt x="880" y="991"/>
                </a:lnTo>
                <a:lnTo>
                  <a:pt x="880" y="991"/>
                </a:lnTo>
                <a:lnTo>
                  <a:pt x="878" y="993"/>
                </a:lnTo>
                <a:lnTo>
                  <a:pt x="878" y="993"/>
                </a:lnTo>
                <a:lnTo>
                  <a:pt x="878" y="995"/>
                </a:lnTo>
                <a:lnTo>
                  <a:pt x="878" y="995"/>
                </a:lnTo>
                <a:lnTo>
                  <a:pt x="878" y="997"/>
                </a:lnTo>
                <a:lnTo>
                  <a:pt x="878" y="997"/>
                </a:lnTo>
                <a:lnTo>
                  <a:pt x="878" y="999"/>
                </a:lnTo>
                <a:lnTo>
                  <a:pt x="878" y="1003"/>
                </a:lnTo>
                <a:lnTo>
                  <a:pt x="880" y="1004"/>
                </a:lnTo>
                <a:lnTo>
                  <a:pt x="884" y="1006"/>
                </a:lnTo>
                <a:lnTo>
                  <a:pt x="886" y="1006"/>
                </a:lnTo>
                <a:lnTo>
                  <a:pt x="890" y="1006"/>
                </a:lnTo>
                <a:lnTo>
                  <a:pt x="892" y="1003"/>
                </a:lnTo>
                <a:lnTo>
                  <a:pt x="894" y="1001"/>
                </a:lnTo>
                <a:lnTo>
                  <a:pt x="894" y="1001"/>
                </a:lnTo>
                <a:lnTo>
                  <a:pt x="894" y="999"/>
                </a:lnTo>
                <a:lnTo>
                  <a:pt x="894" y="999"/>
                </a:lnTo>
                <a:lnTo>
                  <a:pt x="894" y="997"/>
                </a:lnTo>
                <a:lnTo>
                  <a:pt x="894" y="997"/>
                </a:lnTo>
                <a:lnTo>
                  <a:pt x="894" y="995"/>
                </a:lnTo>
                <a:lnTo>
                  <a:pt x="894" y="995"/>
                </a:lnTo>
                <a:lnTo>
                  <a:pt x="894" y="993"/>
                </a:lnTo>
                <a:lnTo>
                  <a:pt x="894" y="993"/>
                </a:lnTo>
                <a:lnTo>
                  <a:pt x="894" y="991"/>
                </a:lnTo>
                <a:lnTo>
                  <a:pt x="894" y="991"/>
                </a:lnTo>
                <a:lnTo>
                  <a:pt x="896" y="989"/>
                </a:lnTo>
                <a:lnTo>
                  <a:pt x="896" y="989"/>
                </a:lnTo>
                <a:lnTo>
                  <a:pt x="896" y="987"/>
                </a:lnTo>
                <a:lnTo>
                  <a:pt x="896" y="987"/>
                </a:lnTo>
                <a:lnTo>
                  <a:pt x="896" y="985"/>
                </a:lnTo>
                <a:lnTo>
                  <a:pt x="896" y="985"/>
                </a:lnTo>
                <a:lnTo>
                  <a:pt x="894" y="981"/>
                </a:lnTo>
                <a:lnTo>
                  <a:pt x="892" y="977"/>
                </a:lnTo>
                <a:lnTo>
                  <a:pt x="890" y="975"/>
                </a:lnTo>
                <a:lnTo>
                  <a:pt x="886" y="975"/>
                </a:lnTo>
                <a:close/>
                <a:moveTo>
                  <a:pt x="380" y="975"/>
                </a:moveTo>
                <a:lnTo>
                  <a:pt x="378" y="975"/>
                </a:lnTo>
                <a:lnTo>
                  <a:pt x="374" y="977"/>
                </a:lnTo>
                <a:lnTo>
                  <a:pt x="372" y="981"/>
                </a:lnTo>
                <a:lnTo>
                  <a:pt x="372" y="985"/>
                </a:lnTo>
                <a:lnTo>
                  <a:pt x="372" y="985"/>
                </a:lnTo>
                <a:lnTo>
                  <a:pt x="372" y="987"/>
                </a:lnTo>
                <a:lnTo>
                  <a:pt x="372" y="987"/>
                </a:lnTo>
                <a:lnTo>
                  <a:pt x="372" y="989"/>
                </a:lnTo>
                <a:lnTo>
                  <a:pt x="372" y="989"/>
                </a:lnTo>
                <a:lnTo>
                  <a:pt x="372" y="991"/>
                </a:lnTo>
                <a:lnTo>
                  <a:pt x="372" y="991"/>
                </a:lnTo>
                <a:lnTo>
                  <a:pt x="372" y="993"/>
                </a:lnTo>
                <a:lnTo>
                  <a:pt x="372" y="993"/>
                </a:lnTo>
                <a:lnTo>
                  <a:pt x="372" y="995"/>
                </a:lnTo>
                <a:lnTo>
                  <a:pt x="372" y="995"/>
                </a:lnTo>
                <a:lnTo>
                  <a:pt x="374" y="997"/>
                </a:lnTo>
                <a:lnTo>
                  <a:pt x="374" y="997"/>
                </a:lnTo>
                <a:lnTo>
                  <a:pt x="374" y="999"/>
                </a:lnTo>
                <a:lnTo>
                  <a:pt x="374" y="999"/>
                </a:lnTo>
                <a:lnTo>
                  <a:pt x="374" y="1001"/>
                </a:lnTo>
                <a:lnTo>
                  <a:pt x="374" y="1001"/>
                </a:lnTo>
                <a:lnTo>
                  <a:pt x="376" y="1004"/>
                </a:lnTo>
                <a:lnTo>
                  <a:pt x="378" y="1006"/>
                </a:lnTo>
                <a:lnTo>
                  <a:pt x="380" y="1006"/>
                </a:lnTo>
                <a:lnTo>
                  <a:pt x="384" y="1006"/>
                </a:lnTo>
                <a:lnTo>
                  <a:pt x="388" y="1004"/>
                </a:lnTo>
                <a:lnTo>
                  <a:pt x="389" y="1001"/>
                </a:lnTo>
                <a:lnTo>
                  <a:pt x="389" y="999"/>
                </a:lnTo>
                <a:lnTo>
                  <a:pt x="389" y="997"/>
                </a:lnTo>
                <a:lnTo>
                  <a:pt x="388" y="997"/>
                </a:lnTo>
                <a:lnTo>
                  <a:pt x="388" y="995"/>
                </a:lnTo>
                <a:lnTo>
                  <a:pt x="388" y="995"/>
                </a:lnTo>
                <a:lnTo>
                  <a:pt x="388" y="993"/>
                </a:lnTo>
                <a:lnTo>
                  <a:pt x="388" y="993"/>
                </a:lnTo>
                <a:lnTo>
                  <a:pt x="388" y="991"/>
                </a:lnTo>
                <a:lnTo>
                  <a:pt x="388" y="991"/>
                </a:lnTo>
                <a:lnTo>
                  <a:pt x="388" y="989"/>
                </a:lnTo>
                <a:lnTo>
                  <a:pt x="388" y="989"/>
                </a:lnTo>
                <a:lnTo>
                  <a:pt x="388" y="989"/>
                </a:lnTo>
                <a:lnTo>
                  <a:pt x="388" y="987"/>
                </a:lnTo>
                <a:lnTo>
                  <a:pt x="388" y="987"/>
                </a:lnTo>
                <a:lnTo>
                  <a:pt x="388" y="985"/>
                </a:lnTo>
                <a:lnTo>
                  <a:pt x="388" y="985"/>
                </a:lnTo>
                <a:lnTo>
                  <a:pt x="388" y="983"/>
                </a:lnTo>
                <a:lnTo>
                  <a:pt x="386" y="983"/>
                </a:lnTo>
                <a:lnTo>
                  <a:pt x="386" y="979"/>
                </a:lnTo>
                <a:lnTo>
                  <a:pt x="384" y="977"/>
                </a:lnTo>
                <a:lnTo>
                  <a:pt x="380" y="975"/>
                </a:lnTo>
                <a:close/>
                <a:moveTo>
                  <a:pt x="725" y="944"/>
                </a:moveTo>
                <a:lnTo>
                  <a:pt x="731" y="944"/>
                </a:lnTo>
                <a:lnTo>
                  <a:pt x="739" y="952"/>
                </a:lnTo>
                <a:lnTo>
                  <a:pt x="740" y="964"/>
                </a:lnTo>
                <a:lnTo>
                  <a:pt x="739" y="977"/>
                </a:lnTo>
                <a:lnTo>
                  <a:pt x="735" y="991"/>
                </a:lnTo>
                <a:lnTo>
                  <a:pt x="733" y="1004"/>
                </a:lnTo>
                <a:lnTo>
                  <a:pt x="731" y="1016"/>
                </a:lnTo>
                <a:lnTo>
                  <a:pt x="733" y="1026"/>
                </a:lnTo>
                <a:lnTo>
                  <a:pt x="737" y="1037"/>
                </a:lnTo>
                <a:lnTo>
                  <a:pt x="740" y="1051"/>
                </a:lnTo>
                <a:lnTo>
                  <a:pt x="744" y="1065"/>
                </a:lnTo>
                <a:lnTo>
                  <a:pt x="744" y="1078"/>
                </a:lnTo>
                <a:lnTo>
                  <a:pt x="742" y="1088"/>
                </a:lnTo>
                <a:lnTo>
                  <a:pt x="733" y="1094"/>
                </a:lnTo>
                <a:lnTo>
                  <a:pt x="725" y="1094"/>
                </a:lnTo>
                <a:lnTo>
                  <a:pt x="719" y="1092"/>
                </a:lnTo>
                <a:lnTo>
                  <a:pt x="711" y="1088"/>
                </a:lnTo>
                <a:lnTo>
                  <a:pt x="702" y="1084"/>
                </a:lnTo>
                <a:lnTo>
                  <a:pt x="684" y="1070"/>
                </a:lnTo>
                <a:lnTo>
                  <a:pt x="667" y="1055"/>
                </a:lnTo>
                <a:lnTo>
                  <a:pt x="655" y="1043"/>
                </a:lnTo>
                <a:lnTo>
                  <a:pt x="645" y="1055"/>
                </a:lnTo>
                <a:lnTo>
                  <a:pt x="634" y="1059"/>
                </a:lnTo>
                <a:lnTo>
                  <a:pt x="620" y="1055"/>
                </a:lnTo>
                <a:lnTo>
                  <a:pt x="611" y="1043"/>
                </a:lnTo>
                <a:lnTo>
                  <a:pt x="597" y="1057"/>
                </a:lnTo>
                <a:lnTo>
                  <a:pt x="581" y="1070"/>
                </a:lnTo>
                <a:lnTo>
                  <a:pt x="564" y="1082"/>
                </a:lnTo>
                <a:lnTo>
                  <a:pt x="550" y="1090"/>
                </a:lnTo>
                <a:lnTo>
                  <a:pt x="537" y="1094"/>
                </a:lnTo>
                <a:lnTo>
                  <a:pt x="527" y="1090"/>
                </a:lnTo>
                <a:lnTo>
                  <a:pt x="521" y="1080"/>
                </a:lnTo>
                <a:lnTo>
                  <a:pt x="521" y="1067"/>
                </a:lnTo>
                <a:lnTo>
                  <a:pt x="523" y="1053"/>
                </a:lnTo>
                <a:lnTo>
                  <a:pt x="529" y="1039"/>
                </a:lnTo>
                <a:lnTo>
                  <a:pt x="533" y="1028"/>
                </a:lnTo>
                <a:lnTo>
                  <a:pt x="535" y="1016"/>
                </a:lnTo>
                <a:lnTo>
                  <a:pt x="533" y="1004"/>
                </a:lnTo>
                <a:lnTo>
                  <a:pt x="531" y="991"/>
                </a:lnTo>
                <a:lnTo>
                  <a:pt x="527" y="977"/>
                </a:lnTo>
                <a:lnTo>
                  <a:pt x="525" y="964"/>
                </a:lnTo>
                <a:lnTo>
                  <a:pt x="527" y="952"/>
                </a:lnTo>
                <a:lnTo>
                  <a:pt x="535" y="944"/>
                </a:lnTo>
                <a:lnTo>
                  <a:pt x="541" y="944"/>
                </a:lnTo>
                <a:lnTo>
                  <a:pt x="548" y="944"/>
                </a:lnTo>
                <a:lnTo>
                  <a:pt x="556" y="948"/>
                </a:lnTo>
                <a:lnTo>
                  <a:pt x="564" y="954"/>
                </a:lnTo>
                <a:lnTo>
                  <a:pt x="587" y="973"/>
                </a:lnTo>
                <a:lnTo>
                  <a:pt x="607" y="991"/>
                </a:lnTo>
                <a:lnTo>
                  <a:pt x="609" y="985"/>
                </a:lnTo>
                <a:lnTo>
                  <a:pt x="612" y="979"/>
                </a:lnTo>
                <a:lnTo>
                  <a:pt x="616" y="975"/>
                </a:lnTo>
                <a:lnTo>
                  <a:pt x="622" y="971"/>
                </a:lnTo>
                <a:lnTo>
                  <a:pt x="626" y="968"/>
                </a:lnTo>
                <a:lnTo>
                  <a:pt x="634" y="968"/>
                </a:lnTo>
                <a:lnTo>
                  <a:pt x="640" y="968"/>
                </a:lnTo>
                <a:lnTo>
                  <a:pt x="645" y="971"/>
                </a:lnTo>
                <a:lnTo>
                  <a:pt x="649" y="975"/>
                </a:lnTo>
                <a:lnTo>
                  <a:pt x="653" y="979"/>
                </a:lnTo>
                <a:lnTo>
                  <a:pt x="657" y="985"/>
                </a:lnTo>
                <a:lnTo>
                  <a:pt x="659" y="991"/>
                </a:lnTo>
                <a:lnTo>
                  <a:pt x="671" y="981"/>
                </a:lnTo>
                <a:lnTo>
                  <a:pt x="686" y="966"/>
                </a:lnTo>
                <a:lnTo>
                  <a:pt x="702" y="952"/>
                </a:lnTo>
                <a:lnTo>
                  <a:pt x="709" y="948"/>
                </a:lnTo>
                <a:lnTo>
                  <a:pt x="717" y="944"/>
                </a:lnTo>
                <a:lnTo>
                  <a:pt x="725" y="944"/>
                </a:lnTo>
                <a:close/>
                <a:moveTo>
                  <a:pt x="494" y="843"/>
                </a:moveTo>
                <a:lnTo>
                  <a:pt x="483" y="880"/>
                </a:lnTo>
                <a:lnTo>
                  <a:pt x="467" y="911"/>
                </a:lnTo>
                <a:lnTo>
                  <a:pt x="450" y="939"/>
                </a:lnTo>
                <a:lnTo>
                  <a:pt x="442" y="946"/>
                </a:lnTo>
                <a:lnTo>
                  <a:pt x="446" y="960"/>
                </a:lnTo>
                <a:lnTo>
                  <a:pt x="450" y="973"/>
                </a:lnTo>
                <a:lnTo>
                  <a:pt x="463" y="1016"/>
                </a:lnTo>
                <a:lnTo>
                  <a:pt x="483" y="1061"/>
                </a:lnTo>
                <a:lnTo>
                  <a:pt x="519" y="1134"/>
                </a:lnTo>
                <a:lnTo>
                  <a:pt x="541" y="1169"/>
                </a:lnTo>
                <a:lnTo>
                  <a:pt x="564" y="1200"/>
                </a:lnTo>
                <a:lnTo>
                  <a:pt x="587" y="1227"/>
                </a:lnTo>
                <a:lnTo>
                  <a:pt x="611" y="1251"/>
                </a:lnTo>
                <a:lnTo>
                  <a:pt x="634" y="1266"/>
                </a:lnTo>
                <a:lnTo>
                  <a:pt x="669" y="1237"/>
                </a:lnTo>
                <a:lnTo>
                  <a:pt x="702" y="1198"/>
                </a:lnTo>
                <a:lnTo>
                  <a:pt x="725" y="1167"/>
                </a:lnTo>
                <a:lnTo>
                  <a:pt x="746" y="1132"/>
                </a:lnTo>
                <a:lnTo>
                  <a:pt x="785" y="1063"/>
                </a:lnTo>
                <a:lnTo>
                  <a:pt x="804" y="1016"/>
                </a:lnTo>
                <a:lnTo>
                  <a:pt x="818" y="975"/>
                </a:lnTo>
                <a:lnTo>
                  <a:pt x="822" y="962"/>
                </a:lnTo>
                <a:lnTo>
                  <a:pt x="824" y="950"/>
                </a:lnTo>
                <a:lnTo>
                  <a:pt x="818" y="944"/>
                </a:lnTo>
                <a:lnTo>
                  <a:pt x="799" y="917"/>
                </a:lnTo>
                <a:lnTo>
                  <a:pt x="785" y="886"/>
                </a:lnTo>
                <a:lnTo>
                  <a:pt x="772" y="843"/>
                </a:lnTo>
                <a:lnTo>
                  <a:pt x="746" y="857"/>
                </a:lnTo>
                <a:lnTo>
                  <a:pt x="702" y="873"/>
                </a:lnTo>
                <a:lnTo>
                  <a:pt x="669" y="878"/>
                </a:lnTo>
                <a:lnTo>
                  <a:pt x="634" y="880"/>
                </a:lnTo>
                <a:lnTo>
                  <a:pt x="599" y="878"/>
                </a:lnTo>
                <a:lnTo>
                  <a:pt x="564" y="873"/>
                </a:lnTo>
                <a:lnTo>
                  <a:pt x="519" y="857"/>
                </a:lnTo>
                <a:lnTo>
                  <a:pt x="508" y="851"/>
                </a:lnTo>
                <a:lnTo>
                  <a:pt x="494" y="843"/>
                </a:lnTo>
                <a:close/>
                <a:moveTo>
                  <a:pt x="500" y="200"/>
                </a:moveTo>
                <a:lnTo>
                  <a:pt x="483" y="202"/>
                </a:lnTo>
                <a:lnTo>
                  <a:pt x="465" y="207"/>
                </a:lnTo>
                <a:lnTo>
                  <a:pt x="450" y="217"/>
                </a:lnTo>
                <a:lnTo>
                  <a:pt x="434" y="231"/>
                </a:lnTo>
                <a:lnTo>
                  <a:pt x="420" y="248"/>
                </a:lnTo>
                <a:lnTo>
                  <a:pt x="411" y="264"/>
                </a:lnTo>
                <a:lnTo>
                  <a:pt x="395" y="297"/>
                </a:lnTo>
                <a:lnTo>
                  <a:pt x="384" y="351"/>
                </a:lnTo>
                <a:lnTo>
                  <a:pt x="382" y="403"/>
                </a:lnTo>
                <a:lnTo>
                  <a:pt x="386" y="458"/>
                </a:lnTo>
                <a:lnTo>
                  <a:pt x="395" y="508"/>
                </a:lnTo>
                <a:lnTo>
                  <a:pt x="407" y="545"/>
                </a:lnTo>
                <a:lnTo>
                  <a:pt x="417" y="576"/>
                </a:lnTo>
                <a:lnTo>
                  <a:pt x="419" y="584"/>
                </a:lnTo>
                <a:lnTo>
                  <a:pt x="419" y="587"/>
                </a:lnTo>
                <a:lnTo>
                  <a:pt x="419" y="591"/>
                </a:lnTo>
                <a:lnTo>
                  <a:pt x="415" y="593"/>
                </a:lnTo>
                <a:lnTo>
                  <a:pt x="411" y="593"/>
                </a:lnTo>
                <a:lnTo>
                  <a:pt x="407" y="593"/>
                </a:lnTo>
                <a:lnTo>
                  <a:pt x="401" y="591"/>
                </a:lnTo>
                <a:lnTo>
                  <a:pt x="395" y="587"/>
                </a:lnTo>
                <a:lnTo>
                  <a:pt x="389" y="582"/>
                </a:lnTo>
                <a:lnTo>
                  <a:pt x="386" y="576"/>
                </a:lnTo>
                <a:lnTo>
                  <a:pt x="380" y="566"/>
                </a:lnTo>
                <a:lnTo>
                  <a:pt x="378" y="556"/>
                </a:lnTo>
                <a:lnTo>
                  <a:pt x="376" y="543"/>
                </a:lnTo>
                <a:lnTo>
                  <a:pt x="374" y="512"/>
                </a:lnTo>
                <a:lnTo>
                  <a:pt x="368" y="483"/>
                </a:lnTo>
                <a:lnTo>
                  <a:pt x="360" y="458"/>
                </a:lnTo>
                <a:lnTo>
                  <a:pt x="351" y="438"/>
                </a:lnTo>
                <a:lnTo>
                  <a:pt x="341" y="425"/>
                </a:lnTo>
                <a:lnTo>
                  <a:pt x="329" y="417"/>
                </a:lnTo>
                <a:lnTo>
                  <a:pt x="320" y="415"/>
                </a:lnTo>
                <a:lnTo>
                  <a:pt x="310" y="423"/>
                </a:lnTo>
                <a:lnTo>
                  <a:pt x="302" y="438"/>
                </a:lnTo>
                <a:lnTo>
                  <a:pt x="298" y="461"/>
                </a:lnTo>
                <a:lnTo>
                  <a:pt x="296" y="496"/>
                </a:lnTo>
                <a:lnTo>
                  <a:pt x="298" y="529"/>
                </a:lnTo>
                <a:lnTo>
                  <a:pt x="306" y="562"/>
                </a:lnTo>
                <a:lnTo>
                  <a:pt x="318" y="591"/>
                </a:lnTo>
                <a:lnTo>
                  <a:pt x="333" y="615"/>
                </a:lnTo>
                <a:lnTo>
                  <a:pt x="353" y="632"/>
                </a:lnTo>
                <a:lnTo>
                  <a:pt x="376" y="642"/>
                </a:lnTo>
                <a:lnTo>
                  <a:pt x="380" y="651"/>
                </a:lnTo>
                <a:lnTo>
                  <a:pt x="395" y="684"/>
                </a:lnTo>
                <a:lnTo>
                  <a:pt x="420" y="721"/>
                </a:lnTo>
                <a:lnTo>
                  <a:pt x="450" y="756"/>
                </a:lnTo>
                <a:lnTo>
                  <a:pt x="483" y="787"/>
                </a:lnTo>
                <a:lnTo>
                  <a:pt x="519" y="812"/>
                </a:lnTo>
                <a:lnTo>
                  <a:pt x="564" y="830"/>
                </a:lnTo>
                <a:lnTo>
                  <a:pt x="597" y="838"/>
                </a:lnTo>
                <a:lnTo>
                  <a:pt x="634" y="840"/>
                </a:lnTo>
                <a:lnTo>
                  <a:pt x="669" y="838"/>
                </a:lnTo>
                <a:lnTo>
                  <a:pt x="702" y="830"/>
                </a:lnTo>
                <a:lnTo>
                  <a:pt x="746" y="812"/>
                </a:lnTo>
                <a:lnTo>
                  <a:pt x="785" y="787"/>
                </a:lnTo>
                <a:lnTo>
                  <a:pt x="818" y="756"/>
                </a:lnTo>
                <a:lnTo>
                  <a:pt x="847" y="721"/>
                </a:lnTo>
                <a:lnTo>
                  <a:pt x="870" y="684"/>
                </a:lnTo>
                <a:lnTo>
                  <a:pt x="886" y="651"/>
                </a:lnTo>
                <a:lnTo>
                  <a:pt x="892" y="642"/>
                </a:lnTo>
                <a:lnTo>
                  <a:pt x="915" y="632"/>
                </a:lnTo>
                <a:lnTo>
                  <a:pt x="934" y="615"/>
                </a:lnTo>
                <a:lnTo>
                  <a:pt x="950" y="589"/>
                </a:lnTo>
                <a:lnTo>
                  <a:pt x="962" y="560"/>
                </a:lnTo>
                <a:lnTo>
                  <a:pt x="969" y="529"/>
                </a:lnTo>
                <a:lnTo>
                  <a:pt x="971" y="496"/>
                </a:lnTo>
                <a:lnTo>
                  <a:pt x="969" y="461"/>
                </a:lnTo>
                <a:lnTo>
                  <a:pt x="964" y="436"/>
                </a:lnTo>
                <a:lnTo>
                  <a:pt x="956" y="423"/>
                </a:lnTo>
                <a:lnTo>
                  <a:pt x="948" y="415"/>
                </a:lnTo>
                <a:lnTo>
                  <a:pt x="936" y="417"/>
                </a:lnTo>
                <a:lnTo>
                  <a:pt x="927" y="425"/>
                </a:lnTo>
                <a:lnTo>
                  <a:pt x="917" y="440"/>
                </a:lnTo>
                <a:lnTo>
                  <a:pt x="907" y="459"/>
                </a:lnTo>
                <a:lnTo>
                  <a:pt x="900" y="485"/>
                </a:lnTo>
                <a:lnTo>
                  <a:pt x="894" y="512"/>
                </a:lnTo>
                <a:lnTo>
                  <a:pt x="892" y="543"/>
                </a:lnTo>
                <a:lnTo>
                  <a:pt x="892" y="553"/>
                </a:lnTo>
                <a:lnTo>
                  <a:pt x="890" y="562"/>
                </a:lnTo>
                <a:lnTo>
                  <a:pt x="886" y="568"/>
                </a:lnTo>
                <a:lnTo>
                  <a:pt x="882" y="578"/>
                </a:lnTo>
                <a:lnTo>
                  <a:pt x="876" y="584"/>
                </a:lnTo>
                <a:lnTo>
                  <a:pt x="870" y="589"/>
                </a:lnTo>
                <a:lnTo>
                  <a:pt x="867" y="591"/>
                </a:lnTo>
                <a:lnTo>
                  <a:pt x="861" y="593"/>
                </a:lnTo>
                <a:lnTo>
                  <a:pt x="857" y="595"/>
                </a:lnTo>
                <a:lnTo>
                  <a:pt x="853" y="593"/>
                </a:lnTo>
                <a:lnTo>
                  <a:pt x="851" y="591"/>
                </a:lnTo>
                <a:lnTo>
                  <a:pt x="849" y="587"/>
                </a:lnTo>
                <a:lnTo>
                  <a:pt x="849" y="584"/>
                </a:lnTo>
                <a:lnTo>
                  <a:pt x="851" y="576"/>
                </a:lnTo>
                <a:lnTo>
                  <a:pt x="863" y="541"/>
                </a:lnTo>
                <a:lnTo>
                  <a:pt x="870" y="508"/>
                </a:lnTo>
                <a:lnTo>
                  <a:pt x="880" y="452"/>
                </a:lnTo>
                <a:lnTo>
                  <a:pt x="880" y="397"/>
                </a:lnTo>
                <a:lnTo>
                  <a:pt x="870" y="347"/>
                </a:lnTo>
                <a:lnTo>
                  <a:pt x="861" y="316"/>
                </a:lnTo>
                <a:lnTo>
                  <a:pt x="847" y="287"/>
                </a:lnTo>
                <a:lnTo>
                  <a:pt x="818" y="238"/>
                </a:lnTo>
                <a:lnTo>
                  <a:pt x="808" y="223"/>
                </a:lnTo>
                <a:lnTo>
                  <a:pt x="803" y="215"/>
                </a:lnTo>
                <a:lnTo>
                  <a:pt x="785" y="223"/>
                </a:lnTo>
                <a:lnTo>
                  <a:pt x="746" y="231"/>
                </a:lnTo>
                <a:lnTo>
                  <a:pt x="702" y="229"/>
                </a:lnTo>
                <a:lnTo>
                  <a:pt x="657" y="217"/>
                </a:lnTo>
                <a:lnTo>
                  <a:pt x="657" y="217"/>
                </a:lnTo>
                <a:lnTo>
                  <a:pt x="678" y="240"/>
                </a:lnTo>
                <a:lnTo>
                  <a:pt x="702" y="258"/>
                </a:lnTo>
                <a:lnTo>
                  <a:pt x="723" y="262"/>
                </a:lnTo>
                <a:lnTo>
                  <a:pt x="746" y="258"/>
                </a:lnTo>
                <a:lnTo>
                  <a:pt x="762" y="252"/>
                </a:lnTo>
                <a:lnTo>
                  <a:pt x="779" y="240"/>
                </a:lnTo>
                <a:lnTo>
                  <a:pt x="779" y="254"/>
                </a:lnTo>
                <a:lnTo>
                  <a:pt x="773" y="267"/>
                </a:lnTo>
                <a:lnTo>
                  <a:pt x="762" y="283"/>
                </a:lnTo>
                <a:lnTo>
                  <a:pt x="746" y="297"/>
                </a:lnTo>
                <a:lnTo>
                  <a:pt x="727" y="308"/>
                </a:lnTo>
                <a:lnTo>
                  <a:pt x="702" y="314"/>
                </a:lnTo>
                <a:lnTo>
                  <a:pt x="678" y="316"/>
                </a:lnTo>
                <a:lnTo>
                  <a:pt x="651" y="308"/>
                </a:lnTo>
                <a:lnTo>
                  <a:pt x="624" y="293"/>
                </a:lnTo>
                <a:lnTo>
                  <a:pt x="597" y="267"/>
                </a:lnTo>
                <a:lnTo>
                  <a:pt x="580" y="246"/>
                </a:lnTo>
                <a:lnTo>
                  <a:pt x="564" y="227"/>
                </a:lnTo>
                <a:lnTo>
                  <a:pt x="558" y="217"/>
                </a:lnTo>
                <a:lnTo>
                  <a:pt x="552" y="209"/>
                </a:lnTo>
                <a:lnTo>
                  <a:pt x="519" y="202"/>
                </a:lnTo>
                <a:lnTo>
                  <a:pt x="500" y="200"/>
                </a:lnTo>
                <a:close/>
                <a:moveTo>
                  <a:pt x="659" y="0"/>
                </a:moveTo>
                <a:lnTo>
                  <a:pt x="702" y="2"/>
                </a:lnTo>
                <a:lnTo>
                  <a:pt x="746" y="10"/>
                </a:lnTo>
                <a:lnTo>
                  <a:pt x="785" y="25"/>
                </a:lnTo>
                <a:lnTo>
                  <a:pt x="818" y="44"/>
                </a:lnTo>
                <a:lnTo>
                  <a:pt x="834" y="54"/>
                </a:lnTo>
                <a:lnTo>
                  <a:pt x="847" y="66"/>
                </a:lnTo>
                <a:lnTo>
                  <a:pt x="859" y="77"/>
                </a:lnTo>
                <a:lnTo>
                  <a:pt x="870" y="89"/>
                </a:lnTo>
                <a:lnTo>
                  <a:pt x="886" y="108"/>
                </a:lnTo>
                <a:lnTo>
                  <a:pt x="917" y="153"/>
                </a:lnTo>
                <a:lnTo>
                  <a:pt x="942" y="202"/>
                </a:lnTo>
                <a:lnTo>
                  <a:pt x="960" y="250"/>
                </a:lnTo>
                <a:lnTo>
                  <a:pt x="969" y="299"/>
                </a:lnTo>
                <a:lnTo>
                  <a:pt x="975" y="339"/>
                </a:lnTo>
                <a:lnTo>
                  <a:pt x="973" y="376"/>
                </a:lnTo>
                <a:lnTo>
                  <a:pt x="989" y="401"/>
                </a:lnTo>
                <a:lnTo>
                  <a:pt x="998" y="428"/>
                </a:lnTo>
                <a:lnTo>
                  <a:pt x="1006" y="458"/>
                </a:lnTo>
                <a:lnTo>
                  <a:pt x="1008" y="504"/>
                </a:lnTo>
                <a:lnTo>
                  <a:pt x="1004" y="551"/>
                </a:lnTo>
                <a:lnTo>
                  <a:pt x="995" y="582"/>
                </a:lnTo>
                <a:lnTo>
                  <a:pt x="983" y="609"/>
                </a:lnTo>
                <a:lnTo>
                  <a:pt x="969" y="634"/>
                </a:lnTo>
                <a:lnTo>
                  <a:pt x="946" y="657"/>
                </a:lnTo>
                <a:lnTo>
                  <a:pt x="919" y="671"/>
                </a:lnTo>
                <a:lnTo>
                  <a:pt x="886" y="731"/>
                </a:lnTo>
                <a:lnTo>
                  <a:pt x="870" y="754"/>
                </a:lnTo>
                <a:lnTo>
                  <a:pt x="859" y="768"/>
                </a:lnTo>
                <a:lnTo>
                  <a:pt x="847" y="783"/>
                </a:lnTo>
                <a:lnTo>
                  <a:pt x="834" y="797"/>
                </a:lnTo>
                <a:lnTo>
                  <a:pt x="818" y="811"/>
                </a:lnTo>
                <a:lnTo>
                  <a:pt x="812" y="816"/>
                </a:lnTo>
                <a:lnTo>
                  <a:pt x="818" y="847"/>
                </a:lnTo>
                <a:lnTo>
                  <a:pt x="830" y="876"/>
                </a:lnTo>
                <a:lnTo>
                  <a:pt x="847" y="902"/>
                </a:lnTo>
                <a:lnTo>
                  <a:pt x="857" y="913"/>
                </a:lnTo>
                <a:lnTo>
                  <a:pt x="870" y="923"/>
                </a:lnTo>
                <a:lnTo>
                  <a:pt x="886" y="935"/>
                </a:lnTo>
                <a:lnTo>
                  <a:pt x="898" y="940"/>
                </a:lnTo>
                <a:lnTo>
                  <a:pt x="907" y="944"/>
                </a:lnTo>
                <a:lnTo>
                  <a:pt x="944" y="958"/>
                </a:lnTo>
                <a:lnTo>
                  <a:pt x="981" y="971"/>
                </a:lnTo>
                <a:lnTo>
                  <a:pt x="1020" y="983"/>
                </a:lnTo>
                <a:lnTo>
                  <a:pt x="1057" y="997"/>
                </a:lnTo>
                <a:lnTo>
                  <a:pt x="1093" y="1010"/>
                </a:lnTo>
                <a:lnTo>
                  <a:pt x="1130" y="1024"/>
                </a:lnTo>
                <a:lnTo>
                  <a:pt x="1163" y="1041"/>
                </a:lnTo>
                <a:lnTo>
                  <a:pt x="1192" y="1061"/>
                </a:lnTo>
                <a:lnTo>
                  <a:pt x="1218" y="1082"/>
                </a:lnTo>
                <a:lnTo>
                  <a:pt x="1239" y="1107"/>
                </a:lnTo>
                <a:lnTo>
                  <a:pt x="1254" y="1138"/>
                </a:lnTo>
                <a:lnTo>
                  <a:pt x="1264" y="1173"/>
                </a:lnTo>
                <a:lnTo>
                  <a:pt x="1268" y="1214"/>
                </a:lnTo>
                <a:lnTo>
                  <a:pt x="1262" y="1257"/>
                </a:lnTo>
                <a:lnTo>
                  <a:pt x="1247" y="1299"/>
                </a:lnTo>
                <a:lnTo>
                  <a:pt x="1225" y="1340"/>
                </a:lnTo>
                <a:lnTo>
                  <a:pt x="42" y="1340"/>
                </a:lnTo>
                <a:lnTo>
                  <a:pt x="21" y="1299"/>
                </a:lnTo>
                <a:lnTo>
                  <a:pt x="5" y="1257"/>
                </a:lnTo>
                <a:lnTo>
                  <a:pt x="0" y="1214"/>
                </a:lnTo>
                <a:lnTo>
                  <a:pt x="2" y="1173"/>
                </a:lnTo>
                <a:lnTo>
                  <a:pt x="11" y="1138"/>
                </a:lnTo>
                <a:lnTo>
                  <a:pt x="27" y="1107"/>
                </a:lnTo>
                <a:lnTo>
                  <a:pt x="48" y="1082"/>
                </a:lnTo>
                <a:lnTo>
                  <a:pt x="75" y="1061"/>
                </a:lnTo>
                <a:lnTo>
                  <a:pt x="104" y="1041"/>
                </a:lnTo>
                <a:lnTo>
                  <a:pt x="137" y="1024"/>
                </a:lnTo>
                <a:lnTo>
                  <a:pt x="172" y="1010"/>
                </a:lnTo>
                <a:lnTo>
                  <a:pt x="209" y="997"/>
                </a:lnTo>
                <a:lnTo>
                  <a:pt x="248" y="983"/>
                </a:lnTo>
                <a:lnTo>
                  <a:pt x="285" y="971"/>
                </a:lnTo>
                <a:lnTo>
                  <a:pt x="324" y="958"/>
                </a:lnTo>
                <a:lnTo>
                  <a:pt x="358" y="944"/>
                </a:lnTo>
                <a:lnTo>
                  <a:pt x="370" y="940"/>
                </a:lnTo>
                <a:lnTo>
                  <a:pt x="380" y="935"/>
                </a:lnTo>
                <a:lnTo>
                  <a:pt x="395" y="923"/>
                </a:lnTo>
                <a:lnTo>
                  <a:pt x="409" y="913"/>
                </a:lnTo>
                <a:lnTo>
                  <a:pt x="420" y="902"/>
                </a:lnTo>
                <a:lnTo>
                  <a:pt x="438" y="876"/>
                </a:lnTo>
                <a:lnTo>
                  <a:pt x="450" y="847"/>
                </a:lnTo>
                <a:lnTo>
                  <a:pt x="455" y="816"/>
                </a:lnTo>
                <a:lnTo>
                  <a:pt x="450" y="811"/>
                </a:lnTo>
                <a:lnTo>
                  <a:pt x="434" y="797"/>
                </a:lnTo>
                <a:lnTo>
                  <a:pt x="420" y="783"/>
                </a:lnTo>
                <a:lnTo>
                  <a:pt x="407" y="768"/>
                </a:lnTo>
                <a:lnTo>
                  <a:pt x="395" y="754"/>
                </a:lnTo>
                <a:lnTo>
                  <a:pt x="380" y="731"/>
                </a:lnTo>
                <a:lnTo>
                  <a:pt x="349" y="671"/>
                </a:lnTo>
                <a:lnTo>
                  <a:pt x="322" y="657"/>
                </a:lnTo>
                <a:lnTo>
                  <a:pt x="298" y="634"/>
                </a:lnTo>
                <a:lnTo>
                  <a:pt x="283" y="609"/>
                </a:lnTo>
                <a:lnTo>
                  <a:pt x="271" y="582"/>
                </a:lnTo>
                <a:lnTo>
                  <a:pt x="263" y="551"/>
                </a:lnTo>
                <a:lnTo>
                  <a:pt x="258" y="504"/>
                </a:lnTo>
                <a:lnTo>
                  <a:pt x="261" y="458"/>
                </a:lnTo>
                <a:lnTo>
                  <a:pt x="267" y="428"/>
                </a:lnTo>
                <a:lnTo>
                  <a:pt x="277" y="403"/>
                </a:lnTo>
                <a:lnTo>
                  <a:pt x="292" y="378"/>
                </a:lnTo>
                <a:lnTo>
                  <a:pt x="289" y="351"/>
                </a:lnTo>
                <a:lnTo>
                  <a:pt x="287" y="318"/>
                </a:lnTo>
                <a:lnTo>
                  <a:pt x="291" y="279"/>
                </a:lnTo>
                <a:lnTo>
                  <a:pt x="296" y="238"/>
                </a:lnTo>
                <a:lnTo>
                  <a:pt x="310" y="198"/>
                </a:lnTo>
                <a:lnTo>
                  <a:pt x="327" y="159"/>
                </a:lnTo>
                <a:lnTo>
                  <a:pt x="351" y="124"/>
                </a:lnTo>
                <a:lnTo>
                  <a:pt x="380" y="93"/>
                </a:lnTo>
                <a:lnTo>
                  <a:pt x="395" y="79"/>
                </a:lnTo>
                <a:lnTo>
                  <a:pt x="407" y="74"/>
                </a:lnTo>
                <a:lnTo>
                  <a:pt x="420" y="66"/>
                </a:lnTo>
                <a:lnTo>
                  <a:pt x="434" y="60"/>
                </a:lnTo>
                <a:lnTo>
                  <a:pt x="450" y="56"/>
                </a:lnTo>
                <a:lnTo>
                  <a:pt x="483" y="48"/>
                </a:lnTo>
                <a:lnTo>
                  <a:pt x="500" y="46"/>
                </a:lnTo>
                <a:lnTo>
                  <a:pt x="519" y="37"/>
                </a:lnTo>
                <a:lnTo>
                  <a:pt x="564" y="19"/>
                </a:lnTo>
                <a:lnTo>
                  <a:pt x="614" y="8"/>
                </a:lnTo>
                <a:lnTo>
                  <a:pt x="659" y="0"/>
                </a:lnTo>
                <a:close/>
              </a:path>
            </a:pathLst>
          </a:custGeom>
          <a:solidFill>
            <a:schemeClr val="accent1"/>
          </a:solidFill>
          <a:ln w="0">
            <a:noFill/>
            <a:prstDash val="solid"/>
            <a:round/>
          </a:ln>
        </p:spPr>
        <p:txBody>
          <a:bodyPr vert="horz" wrap="square" lIns="91440" tIns="45720" rIns="91440" bIns="45720" numCol="1" anchor="t" anchorCtr="0" compatLnSpc="1"/>
          <a:lstStyle/>
          <a:p>
            <a:endParaRPr lang="es-SV"/>
          </a:p>
        </p:txBody>
      </p:sp>
      <p:sp>
        <p:nvSpPr>
          <p:cNvPr id="6" name="Freeform 981"/>
          <p:cNvSpPr>
            <a:spLocks noChangeAspect="1" noEditPoints="1"/>
          </p:cNvSpPr>
          <p:nvPr/>
        </p:nvSpPr>
        <p:spPr bwMode="auto">
          <a:xfrm>
            <a:off x="3440633" y="3113786"/>
            <a:ext cx="1571372" cy="1768257"/>
          </a:xfrm>
          <a:custGeom>
            <a:avLst/>
            <a:gdLst>
              <a:gd name="T0" fmla="*/ 564 w 2538"/>
              <a:gd name="T1" fmla="*/ 2393 h 2856"/>
              <a:gd name="T2" fmla="*/ 994 w 2538"/>
              <a:gd name="T3" fmla="*/ 2514 h 2856"/>
              <a:gd name="T4" fmla="*/ 1542 w 2538"/>
              <a:gd name="T5" fmla="*/ 2522 h 2856"/>
              <a:gd name="T6" fmla="*/ 1981 w 2538"/>
              <a:gd name="T7" fmla="*/ 2382 h 2856"/>
              <a:gd name="T8" fmla="*/ 1828 w 2538"/>
              <a:gd name="T9" fmla="*/ 2167 h 2856"/>
              <a:gd name="T10" fmla="*/ 1582 w 2538"/>
              <a:gd name="T11" fmla="*/ 1973 h 2856"/>
              <a:gd name="T12" fmla="*/ 1267 w 2538"/>
              <a:gd name="T13" fmla="*/ 1946 h 2856"/>
              <a:gd name="T14" fmla="*/ 962 w 2538"/>
              <a:gd name="T15" fmla="*/ 1914 h 2856"/>
              <a:gd name="T16" fmla="*/ 802 w 2538"/>
              <a:gd name="T17" fmla="*/ 2136 h 2856"/>
              <a:gd name="T18" fmla="*/ 1820 w 2538"/>
              <a:gd name="T19" fmla="*/ 998 h 2856"/>
              <a:gd name="T20" fmla="*/ 1926 w 2538"/>
              <a:gd name="T21" fmla="*/ 1117 h 2856"/>
              <a:gd name="T22" fmla="*/ 1832 w 2538"/>
              <a:gd name="T23" fmla="*/ 1299 h 2856"/>
              <a:gd name="T24" fmla="*/ 1801 w 2538"/>
              <a:gd name="T25" fmla="*/ 1363 h 2856"/>
              <a:gd name="T26" fmla="*/ 1849 w 2538"/>
              <a:gd name="T27" fmla="*/ 1376 h 2856"/>
              <a:gd name="T28" fmla="*/ 1943 w 2538"/>
              <a:gd name="T29" fmla="*/ 1184 h 2856"/>
              <a:gd name="T30" fmla="*/ 1904 w 2538"/>
              <a:gd name="T31" fmla="*/ 992 h 2856"/>
              <a:gd name="T32" fmla="*/ 852 w 2538"/>
              <a:gd name="T33" fmla="*/ 653 h 2856"/>
              <a:gd name="T34" fmla="*/ 778 w 2538"/>
              <a:gd name="T35" fmla="*/ 1012 h 2856"/>
              <a:gd name="T36" fmla="*/ 778 w 2538"/>
              <a:gd name="T37" fmla="*/ 1109 h 2856"/>
              <a:gd name="T38" fmla="*/ 770 w 2538"/>
              <a:gd name="T39" fmla="*/ 1117 h 2856"/>
              <a:gd name="T40" fmla="*/ 745 w 2538"/>
              <a:gd name="T41" fmla="*/ 1063 h 2856"/>
              <a:gd name="T42" fmla="*/ 649 w 2538"/>
              <a:gd name="T43" fmla="*/ 985 h 2856"/>
              <a:gd name="T44" fmla="*/ 595 w 2538"/>
              <a:gd name="T45" fmla="*/ 1203 h 2856"/>
              <a:gd name="T46" fmla="*/ 710 w 2538"/>
              <a:gd name="T47" fmla="*/ 1440 h 2856"/>
              <a:gd name="T48" fmla="*/ 994 w 2538"/>
              <a:gd name="T49" fmla="*/ 1768 h 2856"/>
              <a:gd name="T50" fmla="*/ 1430 w 2538"/>
              <a:gd name="T51" fmla="*/ 1825 h 2856"/>
              <a:gd name="T52" fmla="*/ 1749 w 2538"/>
              <a:gd name="T53" fmla="*/ 1530 h 2856"/>
              <a:gd name="T54" fmla="*/ 1622 w 2538"/>
              <a:gd name="T55" fmla="*/ 1357 h 2856"/>
              <a:gd name="T56" fmla="*/ 1728 w 2538"/>
              <a:gd name="T57" fmla="*/ 1182 h 2856"/>
              <a:gd name="T58" fmla="*/ 1530 w 2538"/>
              <a:gd name="T59" fmla="*/ 1129 h 2856"/>
              <a:gd name="T60" fmla="*/ 1473 w 2538"/>
              <a:gd name="T61" fmla="*/ 1021 h 2856"/>
              <a:gd name="T62" fmla="*/ 1463 w 2538"/>
              <a:gd name="T63" fmla="*/ 908 h 2856"/>
              <a:gd name="T64" fmla="*/ 1127 w 2538"/>
              <a:gd name="T65" fmla="*/ 856 h 2856"/>
              <a:gd name="T66" fmla="*/ 756 w 2538"/>
              <a:gd name="T67" fmla="*/ 136 h 2856"/>
              <a:gd name="T68" fmla="*/ 1042 w 2538"/>
              <a:gd name="T69" fmla="*/ 77 h 2856"/>
              <a:gd name="T70" fmla="*/ 1367 w 2538"/>
              <a:gd name="T71" fmla="*/ 0 h 2856"/>
              <a:gd name="T72" fmla="*/ 1780 w 2538"/>
              <a:gd name="T73" fmla="*/ 140 h 2856"/>
              <a:gd name="T74" fmla="*/ 1956 w 2538"/>
              <a:gd name="T75" fmla="*/ 438 h 2856"/>
              <a:gd name="T76" fmla="*/ 2050 w 2538"/>
              <a:gd name="T77" fmla="*/ 658 h 2856"/>
              <a:gd name="T78" fmla="*/ 2300 w 2538"/>
              <a:gd name="T79" fmla="*/ 823 h 2856"/>
              <a:gd name="T80" fmla="*/ 2348 w 2538"/>
              <a:gd name="T81" fmla="*/ 1148 h 2856"/>
              <a:gd name="T82" fmla="*/ 2177 w 2538"/>
              <a:gd name="T83" fmla="*/ 1393 h 2856"/>
              <a:gd name="T84" fmla="*/ 2338 w 2538"/>
              <a:gd name="T85" fmla="*/ 1537 h 2856"/>
              <a:gd name="T86" fmla="*/ 2346 w 2538"/>
              <a:gd name="T87" fmla="*/ 1716 h 2856"/>
              <a:gd name="T88" fmla="*/ 2169 w 2538"/>
              <a:gd name="T89" fmla="*/ 1848 h 2856"/>
              <a:gd name="T90" fmla="*/ 2194 w 2538"/>
              <a:gd name="T91" fmla="*/ 2008 h 2856"/>
              <a:gd name="T92" fmla="*/ 2290 w 2538"/>
              <a:gd name="T93" fmla="*/ 2182 h 2856"/>
              <a:gd name="T94" fmla="*/ 2505 w 2538"/>
              <a:gd name="T95" fmla="*/ 2434 h 2856"/>
              <a:gd name="T96" fmla="*/ 2450 w 2538"/>
              <a:gd name="T97" fmla="*/ 2852 h 2856"/>
              <a:gd name="T98" fmla="*/ 0 w 2538"/>
              <a:gd name="T99" fmla="*/ 2603 h 2856"/>
              <a:gd name="T100" fmla="*/ 190 w 2538"/>
              <a:gd name="T101" fmla="*/ 2265 h 2856"/>
              <a:gd name="T102" fmla="*/ 261 w 2538"/>
              <a:gd name="T103" fmla="*/ 2094 h 2856"/>
              <a:gd name="T104" fmla="*/ 399 w 2538"/>
              <a:gd name="T105" fmla="*/ 1944 h 2856"/>
              <a:gd name="T106" fmla="*/ 225 w 2538"/>
              <a:gd name="T107" fmla="*/ 1781 h 2856"/>
              <a:gd name="T108" fmla="*/ 173 w 2538"/>
              <a:gd name="T109" fmla="*/ 1534 h 2856"/>
              <a:gd name="T110" fmla="*/ 347 w 2538"/>
              <a:gd name="T111" fmla="*/ 1328 h 2856"/>
              <a:gd name="T112" fmla="*/ 248 w 2538"/>
              <a:gd name="T113" fmla="*/ 1113 h 2856"/>
              <a:gd name="T114" fmla="*/ 257 w 2538"/>
              <a:gd name="T115" fmla="*/ 808 h 2856"/>
              <a:gd name="T116" fmla="*/ 488 w 2538"/>
              <a:gd name="T117" fmla="*/ 674 h 2856"/>
              <a:gd name="T118" fmla="*/ 555 w 2538"/>
              <a:gd name="T119" fmla="*/ 499 h 2856"/>
              <a:gd name="T120" fmla="*/ 699 w 2538"/>
              <a:gd name="T121" fmla="*/ 188 h 2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38" h="2856">
                <a:moveTo>
                  <a:pt x="453" y="2244"/>
                </a:moveTo>
                <a:lnTo>
                  <a:pt x="455" y="2286"/>
                </a:lnTo>
                <a:lnTo>
                  <a:pt x="474" y="2328"/>
                </a:lnTo>
                <a:lnTo>
                  <a:pt x="511" y="2361"/>
                </a:lnTo>
                <a:lnTo>
                  <a:pt x="564" y="2393"/>
                </a:lnTo>
                <a:lnTo>
                  <a:pt x="628" y="2426"/>
                </a:lnTo>
                <a:lnTo>
                  <a:pt x="706" y="2453"/>
                </a:lnTo>
                <a:lnTo>
                  <a:pt x="797" y="2478"/>
                </a:lnTo>
                <a:lnTo>
                  <a:pt x="891" y="2497"/>
                </a:lnTo>
                <a:lnTo>
                  <a:pt x="994" y="2514"/>
                </a:lnTo>
                <a:lnTo>
                  <a:pt x="1100" y="2524"/>
                </a:lnTo>
                <a:lnTo>
                  <a:pt x="1213" y="2534"/>
                </a:lnTo>
                <a:lnTo>
                  <a:pt x="1323" y="2534"/>
                </a:lnTo>
                <a:lnTo>
                  <a:pt x="1434" y="2530"/>
                </a:lnTo>
                <a:lnTo>
                  <a:pt x="1542" y="2522"/>
                </a:lnTo>
                <a:lnTo>
                  <a:pt x="1643" y="2505"/>
                </a:lnTo>
                <a:lnTo>
                  <a:pt x="1741" y="2486"/>
                </a:lnTo>
                <a:lnTo>
                  <a:pt x="1833" y="2457"/>
                </a:lnTo>
                <a:lnTo>
                  <a:pt x="1912" y="2422"/>
                </a:lnTo>
                <a:lnTo>
                  <a:pt x="1981" y="2382"/>
                </a:lnTo>
                <a:lnTo>
                  <a:pt x="2033" y="2336"/>
                </a:lnTo>
                <a:lnTo>
                  <a:pt x="2068" y="2292"/>
                </a:lnTo>
                <a:lnTo>
                  <a:pt x="2091" y="2246"/>
                </a:lnTo>
                <a:lnTo>
                  <a:pt x="1922" y="2196"/>
                </a:lnTo>
                <a:lnTo>
                  <a:pt x="1828" y="2167"/>
                </a:lnTo>
                <a:lnTo>
                  <a:pt x="1736" y="2136"/>
                </a:lnTo>
                <a:lnTo>
                  <a:pt x="1674" y="2106"/>
                </a:lnTo>
                <a:lnTo>
                  <a:pt x="1628" y="2069"/>
                </a:lnTo>
                <a:lnTo>
                  <a:pt x="1601" y="2021"/>
                </a:lnTo>
                <a:lnTo>
                  <a:pt x="1582" y="1973"/>
                </a:lnTo>
                <a:lnTo>
                  <a:pt x="1572" y="1916"/>
                </a:lnTo>
                <a:lnTo>
                  <a:pt x="1572" y="1854"/>
                </a:lnTo>
                <a:lnTo>
                  <a:pt x="1480" y="1906"/>
                </a:lnTo>
                <a:lnTo>
                  <a:pt x="1378" y="1937"/>
                </a:lnTo>
                <a:lnTo>
                  <a:pt x="1267" y="1946"/>
                </a:lnTo>
                <a:lnTo>
                  <a:pt x="1183" y="1939"/>
                </a:lnTo>
                <a:lnTo>
                  <a:pt x="1104" y="1923"/>
                </a:lnTo>
                <a:lnTo>
                  <a:pt x="1031" y="1892"/>
                </a:lnTo>
                <a:lnTo>
                  <a:pt x="964" y="1856"/>
                </a:lnTo>
                <a:lnTo>
                  <a:pt x="962" y="1914"/>
                </a:lnTo>
                <a:lnTo>
                  <a:pt x="954" y="1969"/>
                </a:lnTo>
                <a:lnTo>
                  <a:pt x="937" y="2025"/>
                </a:lnTo>
                <a:lnTo>
                  <a:pt x="906" y="2067"/>
                </a:lnTo>
                <a:lnTo>
                  <a:pt x="860" y="2104"/>
                </a:lnTo>
                <a:lnTo>
                  <a:pt x="802" y="2136"/>
                </a:lnTo>
                <a:lnTo>
                  <a:pt x="683" y="2173"/>
                </a:lnTo>
                <a:lnTo>
                  <a:pt x="564" y="2209"/>
                </a:lnTo>
                <a:lnTo>
                  <a:pt x="453" y="2244"/>
                </a:lnTo>
                <a:close/>
                <a:moveTo>
                  <a:pt x="1837" y="971"/>
                </a:moveTo>
                <a:lnTo>
                  <a:pt x="1820" y="998"/>
                </a:lnTo>
                <a:lnTo>
                  <a:pt x="1826" y="998"/>
                </a:lnTo>
                <a:lnTo>
                  <a:pt x="1872" y="1029"/>
                </a:lnTo>
                <a:lnTo>
                  <a:pt x="1904" y="1056"/>
                </a:lnTo>
                <a:lnTo>
                  <a:pt x="1920" y="1086"/>
                </a:lnTo>
                <a:lnTo>
                  <a:pt x="1926" y="1117"/>
                </a:lnTo>
                <a:lnTo>
                  <a:pt x="1920" y="1154"/>
                </a:lnTo>
                <a:lnTo>
                  <a:pt x="1906" y="1188"/>
                </a:lnTo>
                <a:lnTo>
                  <a:pt x="1887" y="1219"/>
                </a:lnTo>
                <a:lnTo>
                  <a:pt x="1860" y="1261"/>
                </a:lnTo>
                <a:lnTo>
                  <a:pt x="1832" y="1299"/>
                </a:lnTo>
                <a:lnTo>
                  <a:pt x="1810" y="1326"/>
                </a:lnTo>
                <a:lnTo>
                  <a:pt x="1805" y="1340"/>
                </a:lnTo>
                <a:lnTo>
                  <a:pt x="1797" y="1349"/>
                </a:lnTo>
                <a:lnTo>
                  <a:pt x="1797" y="1355"/>
                </a:lnTo>
                <a:lnTo>
                  <a:pt x="1801" y="1363"/>
                </a:lnTo>
                <a:lnTo>
                  <a:pt x="1805" y="1369"/>
                </a:lnTo>
                <a:lnTo>
                  <a:pt x="1814" y="1372"/>
                </a:lnTo>
                <a:lnTo>
                  <a:pt x="1826" y="1372"/>
                </a:lnTo>
                <a:lnTo>
                  <a:pt x="1847" y="1372"/>
                </a:lnTo>
                <a:lnTo>
                  <a:pt x="1849" y="1376"/>
                </a:lnTo>
                <a:lnTo>
                  <a:pt x="1870" y="1370"/>
                </a:lnTo>
                <a:lnTo>
                  <a:pt x="1891" y="1374"/>
                </a:lnTo>
                <a:lnTo>
                  <a:pt x="1914" y="1326"/>
                </a:lnTo>
                <a:lnTo>
                  <a:pt x="1931" y="1273"/>
                </a:lnTo>
                <a:lnTo>
                  <a:pt x="1943" y="1184"/>
                </a:lnTo>
                <a:lnTo>
                  <a:pt x="1935" y="1094"/>
                </a:lnTo>
                <a:lnTo>
                  <a:pt x="1933" y="1071"/>
                </a:lnTo>
                <a:lnTo>
                  <a:pt x="1926" y="1044"/>
                </a:lnTo>
                <a:lnTo>
                  <a:pt x="1914" y="1017"/>
                </a:lnTo>
                <a:lnTo>
                  <a:pt x="1904" y="992"/>
                </a:lnTo>
                <a:lnTo>
                  <a:pt x="1889" y="967"/>
                </a:lnTo>
                <a:lnTo>
                  <a:pt x="1872" y="958"/>
                </a:lnTo>
                <a:lnTo>
                  <a:pt x="1855" y="956"/>
                </a:lnTo>
                <a:lnTo>
                  <a:pt x="1837" y="971"/>
                </a:lnTo>
                <a:close/>
                <a:moveTo>
                  <a:pt x="852" y="653"/>
                </a:moveTo>
                <a:lnTo>
                  <a:pt x="845" y="668"/>
                </a:lnTo>
                <a:lnTo>
                  <a:pt x="820" y="735"/>
                </a:lnTo>
                <a:lnTo>
                  <a:pt x="799" y="800"/>
                </a:lnTo>
                <a:lnTo>
                  <a:pt x="778" y="908"/>
                </a:lnTo>
                <a:lnTo>
                  <a:pt x="778" y="1012"/>
                </a:lnTo>
                <a:lnTo>
                  <a:pt x="778" y="1040"/>
                </a:lnTo>
                <a:lnTo>
                  <a:pt x="778" y="1067"/>
                </a:lnTo>
                <a:lnTo>
                  <a:pt x="779" y="1086"/>
                </a:lnTo>
                <a:lnTo>
                  <a:pt x="779" y="1100"/>
                </a:lnTo>
                <a:lnTo>
                  <a:pt x="778" y="1109"/>
                </a:lnTo>
                <a:lnTo>
                  <a:pt x="776" y="1117"/>
                </a:lnTo>
                <a:lnTo>
                  <a:pt x="776" y="1123"/>
                </a:lnTo>
                <a:lnTo>
                  <a:pt x="776" y="1123"/>
                </a:lnTo>
                <a:lnTo>
                  <a:pt x="772" y="1119"/>
                </a:lnTo>
                <a:lnTo>
                  <a:pt x="770" y="1117"/>
                </a:lnTo>
                <a:lnTo>
                  <a:pt x="764" y="1109"/>
                </a:lnTo>
                <a:lnTo>
                  <a:pt x="762" y="1100"/>
                </a:lnTo>
                <a:lnTo>
                  <a:pt x="758" y="1088"/>
                </a:lnTo>
                <a:lnTo>
                  <a:pt x="751" y="1077"/>
                </a:lnTo>
                <a:lnTo>
                  <a:pt x="745" y="1063"/>
                </a:lnTo>
                <a:lnTo>
                  <a:pt x="737" y="1046"/>
                </a:lnTo>
                <a:lnTo>
                  <a:pt x="714" y="1008"/>
                </a:lnTo>
                <a:lnTo>
                  <a:pt x="693" y="987"/>
                </a:lnTo>
                <a:lnTo>
                  <a:pt x="672" y="977"/>
                </a:lnTo>
                <a:lnTo>
                  <a:pt x="649" y="985"/>
                </a:lnTo>
                <a:lnTo>
                  <a:pt x="630" y="1006"/>
                </a:lnTo>
                <a:lnTo>
                  <a:pt x="612" y="1040"/>
                </a:lnTo>
                <a:lnTo>
                  <a:pt x="601" y="1083"/>
                </a:lnTo>
                <a:lnTo>
                  <a:pt x="593" y="1140"/>
                </a:lnTo>
                <a:lnTo>
                  <a:pt x="595" y="1203"/>
                </a:lnTo>
                <a:lnTo>
                  <a:pt x="603" y="1261"/>
                </a:lnTo>
                <a:lnTo>
                  <a:pt x="616" y="1319"/>
                </a:lnTo>
                <a:lnTo>
                  <a:pt x="645" y="1369"/>
                </a:lnTo>
                <a:lnTo>
                  <a:pt x="672" y="1411"/>
                </a:lnTo>
                <a:lnTo>
                  <a:pt x="710" y="1440"/>
                </a:lnTo>
                <a:lnTo>
                  <a:pt x="753" y="1455"/>
                </a:lnTo>
                <a:lnTo>
                  <a:pt x="801" y="1551"/>
                </a:lnTo>
                <a:lnTo>
                  <a:pt x="854" y="1635"/>
                </a:lnTo>
                <a:lnTo>
                  <a:pt x="920" y="1710"/>
                </a:lnTo>
                <a:lnTo>
                  <a:pt x="994" y="1768"/>
                </a:lnTo>
                <a:lnTo>
                  <a:pt x="1079" y="1816"/>
                </a:lnTo>
                <a:lnTo>
                  <a:pt x="1165" y="1845"/>
                </a:lnTo>
                <a:lnTo>
                  <a:pt x="1269" y="1854"/>
                </a:lnTo>
                <a:lnTo>
                  <a:pt x="1353" y="1848"/>
                </a:lnTo>
                <a:lnTo>
                  <a:pt x="1430" y="1825"/>
                </a:lnTo>
                <a:lnTo>
                  <a:pt x="1499" y="1795"/>
                </a:lnTo>
                <a:lnTo>
                  <a:pt x="1565" y="1752"/>
                </a:lnTo>
                <a:lnTo>
                  <a:pt x="1638" y="1689"/>
                </a:lnTo>
                <a:lnTo>
                  <a:pt x="1697" y="1614"/>
                </a:lnTo>
                <a:lnTo>
                  <a:pt x="1749" y="1530"/>
                </a:lnTo>
                <a:lnTo>
                  <a:pt x="1684" y="1512"/>
                </a:lnTo>
                <a:lnTo>
                  <a:pt x="1641" y="1482"/>
                </a:lnTo>
                <a:lnTo>
                  <a:pt x="1615" y="1443"/>
                </a:lnTo>
                <a:lnTo>
                  <a:pt x="1611" y="1403"/>
                </a:lnTo>
                <a:lnTo>
                  <a:pt x="1622" y="1357"/>
                </a:lnTo>
                <a:lnTo>
                  <a:pt x="1647" y="1317"/>
                </a:lnTo>
                <a:lnTo>
                  <a:pt x="1693" y="1263"/>
                </a:lnTo>
                <a:lnTo>
                  <a:pt x="1728" y="1225"/>
                </a:lnTo>
                <a:lnTo>
                  <a:pt x="1732" y="1200"/>
                </a:lnTo>
                <a:lnTo>
                  <a:pt x="1728" y="1182"/>
                </a:lnTo>
                <a:lnTo>
                  <a:pt x="1707" y="1167"/>
                </a:lnTo>
                <a:lnTo>
                  <a:pt x="1668" y="1152"/>
                </a:lnTo>
                <a:lnTo>
                  <a:pt x="1630" y="1148"/>
                </a:lnTo>
                <a:lnTo>
                  <a:pt x="1582" y="1136"/>
                </a:lnTo>
                <a:lnTo>
                  <a:pt x="1530" y="1129"/>
                </a:lnTo>
                <a:lnTo>
                  <a:pt x="1496" y="1109"/>
                </a:lnTo>
                <a:lnTo>
                  <a:pt x="1476" y="1092"/>
                </a:lnTo>
                <a:lnTo>
                  <a:pt x="1469" y="1069"/>
                </a:lnTo>
                <a:lnTo>
                  <a:pt x="1467" y="1044"/>
                </a:lnTo>
                <a:lnTo>
                  <a:pt x="1473" y="1021"/>
                </a:lnTo>
                <a:lnTo>
                  <a:pt x="1478" y="996"/>
                </a:lnTo>
                <a:lnTo>
                  <a:pt x="1482" y="967"/>
                </a:lnTo>
                <a:lnTo>
                  <a:pt x="1482" y="946"/>
                </a:lnTo>
                <a:lnTo>
                  <a:pt x="1478" y="927"/>
                </a:lnTo>
                <a:lnTo>
                  <a:pt x="1463" y="908"/>
                </a:lnTo>
                <a:lnTo>
                  <a:pt x="1430" y="894"/>
                </a:lnTo>
                <a:lnTo>
                  <a:pt x="1386" y="887"/>
                </a:lnTo>
                <a:lnTo>
                  <a:pt x="1325" y="885"/>
                </a:lnTo>
                <a:lnTo>
                  <a:pt x="1221" y="879"/>
                </a:lnTo>
                <a:lnTo>
                  <a:pt x="1127" y="856"/>
                </a:lnTo>
                <a:lnTo>
                  <a:pt x="1039" y="816"/>
                </a:lnTo>
                <a:lnTo>
                  <a:pt x="968" y="770"/>
                </a:lnTo>
                <a:lnTo>
                  <a:pt x="902" y="712"/>
                </a:lnTo>
                <a:lnTo>
                  <a:pt x="852" y="653"/>
                </a:lnTo>
                <a:close/>
                <a:moveTo>
                  <a:pt x="756" y="136"/>
                </a:moveTo>
                <a:lnTo>
                  <a:pt x="820" y="96"/>
                </a:lnTo>
                <a:lnTo>
                  <a:pt x="887" y="69"/>
                </a:lnTo>
                <a:lnTo>
                  <a:pt x="950" y="56"/>
                </a:lnTo>
                <a:lnTo>
                  <a:pt x="998" y="61"/>
                </a:lnTo>
                <a:lnTo>
                  <a:pt x="1042" y="77"/>
                </a:lnTo>
                <a:lnTo>
                  <a:pt x="1083" y="109"/>
                </a:lnTo>
                <a:lnTo>
                  <a:pt x="1142" y="58"/>
                </a:lnTo>
                <a:lnTo>
                  <a:pt x="1208" y="23"/>
                </a:lnTo>
                <a:lnTo>
                  <a:pt x="1286" y="6"/>
                </a:lnTo>
                <a:lnTo>
                  <a:pt x="1367" y="0"/>
                </a:lnTo>
                <a:lnTo>
                  <a:pt x="1455" y="10"/>
                </a:lnTo>
                <a:lnTo>
                  <a:pt x="1545" y="25"/>
                </a:lnTo>
                <a:lnTo>
                  <a:pt x="1630" y="58"/>
                </a:lnTo>
                <a:lnTo>
                  <a:pt x="1709" y="94"/>
                </a:lnTo>
                <a:lnTo>
                  <a:pt x="1780" y="140"/>
                </a:lnTo>
                <a:lnTo>
                  <a:pt x="1839" y="186"/>
                </a:lnTo>
                <a:lnTo>
                  <a:pt x="1887" y="244"/>
                </a:lnTo>
                <a:lnTo>
                  <a:pt x="1918" y="298"/>
                </a:lnTo>
                <a:lnTo>
                  <a:pt x="1937" y="372"/>
                </a:lnTo>
                <a:lnTo>
                  <a:pt x="1956" y="438"/>
                </a:lnTo>
                <a:lnTo>
                  <a:pt x="1968" y="497"/>
                </a:lnTo>
                <a:lnTo>
                  <a:pt x="1981" y="545"/>
                </a:lnTo>
                <a:lnTo>
                  <a:pt x="2000" y="591"/>
                </a:lnTo>
                <a:lnTo>
                  <a:pt x="2018" y="626"/>
                </a:lnTo>
                <a:lnTo>
                  <a:pt x="2050" y="658"/>
                </a:lnTo>
                <a:lnTo>
                  <a:pt x="2095" y="685"/>
                </a:lnTo>
                <a:lnTo>
                  <a:pt x="2152" y="706"/>
                </a:lnTo>
                <a:lnTo>
                  <a:pt x="2210" y="731"/>
                </a:lnTo>
                <a:lnTo>
                  <a:pt x="2258" y="772"/>
                </a:lnTo>
                <a:lnTo>
                  <a:pt x="2300" y="823"/>
                </a:lnTo>
                <a:lnTo>
                  <a:pt x="2331" y="881"/>
                </a:lnTo>
                <a:lnTo>
                  <a:pt x="2352" y="950"/>
                </a:lnTo>
                <a:lnTo>
                  <a:pt x="2361" y="1017"/>
                </a:lnTo>
                <a:lnTo>
                  <a:pt x="2359" y="1083"/>
                </a:lnTo>
                <a:lnTo>
                  <a:pt x="2348" y="1148"/>
                </a:lnTo>
                <a:lnTo>
                  <a:pt x="2325" y="1205"/>
                </a:lnTo>
                <a:lnTo>
                  <a:pt x="2287" y="1257"/>
                </a:lnTo>
                <a:lnTo>
                  <a:pt x="2233" y="1315"/>
                </a:lnTo>
                <a:lnTo>
                  <a:pt x="2194" y="1353"/>
                </a:lnTo>
                <a:lnTo>
                  <a:pt x="2177" y="1393"/>
                </a:lnTo>
                <a:lnTo>
                  <a:pt x="2175" y="1420"/>
                </a:lnTo>
                <a:lnTo>
                  <a:pt x="2192" y="1449"/>
                </a:lnTo>
                <a:lnTo>
                  <a:pt x="2229" y="1478"/>
                </a:lnTo>
                <a:lnTo>
                  <a:pt x="2287" y="1505"/>
                </a:lnTo>
                <a:lnTo>
                  <a:pt x="2338" y="1537"/>
                </a:lnTo>
                <a:lnTo>
                  <a:pt x="2373" y="1574"/>
                </a:lnTo>
                <a:lnTo>
                  <a:pt x="2386" y="1610"/>
                </a:lnTo>
                <a:lnTo>
                  <a:pt x="2390" y="1645"/>
                </a:lnTo>
                <a:lnTo>
                  <a:pt x="2375" y="1683"/>
                </a:lnTo>
                <a:lnTo>
                  <a:pt x="2346" y="1716"/>
                </a:lnTo>
                <a:lnTo>
                  <a:pt x="2311" y="1745"/>
                </a:lnTo>
                <a:lnTo>
                  <a:pt x="2281" y="1764"/>
                </a:lnTo>
                <a:lnTo>
                  <a:pt x="2239" y="1787"/>
                </a:lnTo>
                <a:lnTo>
                  <a:pt x="2204" y="1816"/>
                </a:lnTo>
                <a:lnTo>
                  <a:pt x="2169" y="1848"/>
                </a:lnTo>
                <a:lnTo>
                  <a:pt x="2148" y="1885"/>
                </a:lnTo>
                <a:lnTo>
                  <a:pt x="2141" y="1916"/>
                </a:lnTo>
                <a:lnTo>
                  <a:pt x="2143" y="1950"/>
                </a:lnTo>
                <a:lnTo>
                  <a:pt x="2160" y="1979"/>
                </a:lnTo>
                <a:lnTo>
                  <a:pt x="2194" y="2008"/>
                </a:lnTo>
                <a:lnTo>
                  <a:pt x="2235" y="2035"/>
                </a:lnTo>
                <a:lnTo>
                  <a:pt x="2265" y="2065"/>
                </a:lnTo>
                <a:lnTo>
                  <a:pt x="2283" y="2100"/>
                </a:lnTo>
                <a:lnTo>
                  <a:pt x="2294" y="2140"/>
                </a:lnTo>
                <a:lnTo>
                  <a:pt x="2290" y="2182"/>
                </a:lnTo>
                <a:lnTo>
                  <a:pt x="2271" y="2228"/>
                </a:lnTo>
                <a:lnTo>
                  <a:pt x="2348" y="2267"/>
                </a:lnTo>
                <a:lnTo>
                  <a:pt x="2409" y="2313"/>
                </a:lnTo>
                <a:lnTo>
                  <a:pt x="2463" y="2368"/>
                </a:lnTo>
                <a:lnTo>
                  <a:pt x="2505" y="2434"/>
                </a:lnTo>
                <a:lnTo>
                  <a:pt x="2528" y="2511"/>
                </a:lnTo>
                <a:lnTo>
                  <a:pt x="2538" y="2601"/>
                </a:lnTo>
                <a:lnTo>
                  <a:pt x="2523" y="2683"/>
                </a:lnTo>
                <a:lnTo>
                  <a:pt x="2498" y="2768"/>
                </a:lnTo>
                <a:lnTo>
                  <a:pt x="2450" y="2852"/>
                </a:lnTo>
                <a:lnTo>
                  <a:pt x="2452" y="2856"/>
                </a:lnTo>
                <a:lnTo>
                  <a:pt x="86" y="2852"/>
                </a:lnTo>
                <a:lnTo>
                  <a:pt x="38" y="2770"/>
                </a:lnTo>
                <a:lnTo>
                  <a:pt x="13" y="2689"/>
                </a:lnTo>
                <a:lnTo>
                  <a:pt x="0" y="2603"/>
                </a:lnTo>
                <a:lnTo>
                  <a:pt x="10" y="2511"/>
                </a:lnTo>
                <a:lnTo>
                  <a:pt x="33" y="2434"/>
                </a:lnTo>
                <a:lnTo>
                  <a:pt x="71" y="2367"/>
                </a:lnTo>
                <a:lnTo>
                  <a:pt x="127" y="2311"/>
                </a:lnTo>
                <a:lnTo>
                  <a:pt x="190" y="2265"/>
                </a:lnTo>
                <a:lnTo>
                  <a:pt x="265" y="2226"/>
                </a:lnTo>
                <a:lnTo>
                  <a:pt x="246" y="2190"/>
                </a:lnTo>
                <a:lnTo>
                  <a:pt x="238" y="2157"/>
                </a:lnTo>
                <a:lnTo>
                  <a:pt x="248" y="2125"/>
                </a:lnTo>
                <a:lnTo>
                  <a:pt x="261" y="2094"/>
                </a:lnTo>
                <a:lnTo>
                  <a:pt x="290" y="2065"/>
                </a:lnTo>
                <a:lnTo>
                  <a:pt x="326" y="2040"/>
                </a:lnTo>
                <a:lnTo>
                  <a:pt x="369" y="2011"/>
                </a:lnTo>
                <a:lnTo>
                  <a:pt x="394" y="1979"/>
                </a:lnTo>
                <a:lnTo>
                  <a:pt x="399" y="1944"/>
                </a:lnTo>
                <a:lnTo>
                  <a:pt x="388" y="1906"/>
                </a:lnTo>
                <a:lnTo>
                  <a:pt x="365" y="1871"/>
                </a:lnTo>
                <a:lnTo>
                  <a:pt x="324" y="1839"/>
                </a:lnTo>
                <a:lnTo>
                  <a:pt x="271" y="1810"/>
                </a:lnTo>
                <a:lnTo>
                  <a:pt x="225" y="1781"/>
                </a:lnTo>
                <a:lnTo>
                  <a:pt x="190" y="1737"/>
                </a:lnTo>
                <a:lnTo>
                  <a:pt x="161" y="1691"/>
                </a:lnTo>
                <a:lnTo>
                  <a:pt x="150" y="1641"/>
                </a:lnTo>
                <a:lnTo>
                  <a:pt x="157" y="1587"/>
                </a:lnTo>
                <a:lnTo>
                  <a:pt x="173" y="1534"/>
                </a:lnTo>
                <a:lnTo>
                  <a:pt x="204" y="1484"/>
                </a:lnTo>
                <a:lnTo>
                  <a:pt x="251" y="1440"/>
                </a:lnTo>
                <a:lnTo>
                  <a:pt x="299" y="1399"/>
                </a:lnTo>
                <a:lnTo>
                  <a:pt x="330" y="1363"/>
                </a:lnTo>
                <a:lnTo>
                  <a:pt x="347" y="1328"/>
                </a:lnTo>
                <a:lnTo>
                  <a:pt x="347" y="1292"/>
                </a:lnTo>
                <a:lnTo>
                  <a:pt x="336" y="1253"/>
                </a:lnTo>
                <a:lnTo>
                  <a:pt x="315" y="1215"/>
                </a:lnTo>
                <a:lnTo>
                  <a:pt x="286" y="1167"/>
                </a:lnTo>
                <a:lnTo>
                  <a:pt x="248" y="1113"/>
                </a:lnTo>
                <a:lnTo>
                  <a:pt x="219" y="1058"/>
                </a:lnTo>
                <a:lnTo>
                  <a:pt x="205" y="992"/>
                </a:lnTo>
                <a:lnTo>
                  <a:pt x="209" y="927"/>
                </a:lnTo>
                <a:lnTo>
                  <a:pt x="230" y="866"/>
                </a:lnTo>
                <a:lnTo>
                  <a:pt x="257" y="808"/>
                </a:lnTo>
                <a:lnTo>
                  <a:pt x="298" y="760"/>
                </a:lnTo>
                <a:lnTo>
                  <a:pt x="349" y="724"/>
                </a:lnTo>
                <a:lnTo>
                  <a:pt x="407" y="702"/>
                </a:lnTo>
                <a:lnTo>
                  <a:pt x="455" y="691"/>
                </a:lnTo>
                <a:lnTo>
                  <a:pt x="488" y="674"/>
                </a:lnTo>
                <a:lnTo>
                  <a:pt x="515" y="653"/>
                </a:lnTo>
                <a:lnTo>
                  <a:pt x="528" y="626"/>
                </a:lnTo>
                <a:lnTo>
                  <a:pt x="539" y="591"/>
                </a:lnTo>
                <a:lnTo>
                  <a:pt x="547" y="549"/>
                </a:lnTo>
                <a:lnTo>
                  <a:pt x="555" y="499"/>
                </a:lnTo>
                <a:lnTo>
                  <a:pt x="568" y="445"/>
                </a:lnTo>
                <a:lnTo>
                  <a:pt x="582" y="382"/>
                </a:lnTo>
                <a:lnTo>
                  <a:pt x="612" y="315"/>
                </a:lnTo>
                <a:lnTo>
                  <a:pt x="649" y="250"/>
                </a:lnTo>
                <a:lnTo>
                  <a:pt x="699" y="188"/>
                </a:lnTo>
                <a:lnTo>
                  <a:pt x="756" y="136"/>
                </a:lnTo>
                <a:close/>
              </a:path>
            </a:pathLst>
          </a:custGeom>
          <a:solidFill>
            <a:schemeClr val="accent2"/>
          </a:solidFill>
          <a:ln w="9525">
            <a:noFill/>
            <a:round/>
          </a:ln>
        </p:spPr>
        <p:txBody>
          <a:bodyPr vert="horz" wrap="square" lIns="91440" tIns="45720" rIns="91440" bIns="45720" numCol="1" anchor="t" anchorCtr="0" compatLnSpc="1"/>
          <a:lstStyle/>
          <a:p>
            <a:endParaRPr lang="es-SV"/>
          </a:p>
        </p:txBody>
      </p:sp>
      <p:sp>
        <p:nvSpPr>
          <p:cNvPr id="7" name="Freeform 992"/>
          <p:cNvSpPr>
            <a:spLocks noChangeAspect="1" noEditPoints="1"/>
          </p:cNvSpPr>
          <p:nvPr/>
        </p:nvSpPr>
        <p:spPr bwMode="auto">
          <a:xfrm>
            <a:off x="5070443" y="2790619"/>
            <a:ext cx="2013553" cy="2091424"/>
          </a:xfrm>
          <a:custGeom>
            <a:avLst/>
            <a:gdLst>
              <a:gd name="T0" fmla="*/ 703 w 2534"/>
              <a:gd name="T1" fmla="*/ 889 h 2632"/>
              <a:gd name="T2" fmla="*/ 662 w 2534"/>
              <a:gd name="T3" fmla="*/ 780 h 2632"/>
              <a:gd name="T4" fmla="*/ 595 w 2534"/>
              <a:gd name="T5" fmla="*/ 902 h 2632"/>
              <a:gd name="T6" fmla="*/ 662 w 2534"/>
              <a:gd name="T7" fmla="*/ 1177 h 2632"/>
              <a:gd name="T8" fmla="*/ 1872 w 2534"/>
              <a:gd name="T9" fmla="*/ 1177 h 2632"/>
              <a:gd name="T10" fmla="*/ 1933 w 2534"/>
              <a:gd name="T11" fmla="*/ 854 h 2632"/>
              <a:gd name="T12" fmla="*/ 1843 w 2534"/>
              <a:gd name="T13" fmla="*/ 851 h 2632"/>
              <a:gd name="T14" fmla="*/ 1791 w 2534"/>
              <a:gd name="T15" fmla="*/ 1229 h 2632"/>
              <a:gd name="T16" fmla="*/ 1628 w 2534"/>
              <a:gd name="T17" fmla="*/ 1386 h 2632"/>
              <a:gd name="T18" fmla="*/ 1747 w 2534"/>
              <a:gd name="T19" fmla="*/ 908 h 2632"/>
              <a:gd name="T20" fmla="*/ 1755 w 2534"/>
              <a:gd name="T21" fmla="*/ 722 h 2632"/>
              <a:gd name="T22" fmla="*/ 1494 w 2534"/>
              <a:gd name="T23" fmla="*/ 384 h 2632"/>
              <a:gd name="T24" fmla="*/ 1039 w 2534"/>
              <a:gd name="T25" fmla="*/ 528 h 2632"/>
              <a:gd name="T26" fmla="*/ 806 w 2534"/>
              <a:gd name="T27" fmla="*/ 595 h 2632"/>
              <a:gd name="T28" fmla="*/ 772 w 2534"/>
              <a:gd name="T29" fmla="*/ 720 h 2632"/>
              <a:gd name="T30" fmla="*/ 780 w 2534"/>
              <a:gd name="T31" fmla="*/ 949 h 2632"/>
              <a:gd name="T32" fmla="*/ 920 w 2534"/>
              <a:gd name="T33" fmla="*/ 1421 h 2632"/>
              <a:gd name="T34" fmla="*/ 1083 w 2534"/>
              <a:gd name="T35" fmla="*/ 1559 h 2632"/>
              <a:gd name="T36" fmla="*/ 1202 w 2534"/>
              <a:gd name="T37" fmla="*/ 1553 h 2632"/>
              <a:gd name="T38" fmla="*/ 1304 w 2534"/>
              <a:gd name="T39" fmla="*/ 1517 h 2632"/>
              <a:gd name="T40" fmla="*/ 1405 w 2534"/>
              <a:gd name="T41" fmla="*/ 1578 h 2632"/>
              <a:gd name="T42" fmla="*/ 672 w 2534"/>
              <a:gd name="T43" fmla="*/ 2304 h 2632"/>
              <a:gd name="T44" fmla="*/ 778 w 2534"/>
              <a:gd name="T45" fmla="*/ 2400 h 2632"/>
              <a:gd name="T46" fmla="*/ 1380 w 2534"/>
              <a:gd name="T47" fmla="*/ 2573 h 2632"/>
              <a:gd name="T48" fmla="*/ 1620 w 2534"/>
              <a:gd name="T49" fmla="*/ 1983 h 2632"/>
              <a:gd name="T50" fmla="*/ 1549 w 2534"/>
              <a:gd name="T51" fmla="*/ 1672 h 2632"/>
              <a:gd name="T52" fmla="*/ 1221 w 2534"/>
              <a:gd name="T53" fmla="*/ 1797 h 2632"/>
              <a:gd name="T54" fmla="*/ 981 w 2534"/>
              <a:gd name="T55" fmla="*/ 1672 h 2632"/>
              <a:gd name="T56" fmla="*/ 933 w 2534"/>
              <a:gd name="T57" fmla="*/ 2051 h 2632"/>
              <a:gd name="T58" fmla="*/ 1154 w 2534"/>
              <a:gd name="T59" fmla="*/ 2573 h 2632"/>
              <a:gd name="T60" fmla="*/ 1185 w 2534"/>
              <a:gd name="T61" fmla="*/ 2375 h 2632"/>
              <a:gd name="T62" fmla="*/ 1158 w 2534"/>
              <a:gd name="T63" fmla="*/ 2202 h 2632"/>
              <a:gd name="T64" fmla="*/ 1077 w 2534"/>
              <a:gd name="T65" fmla="*/ 2189 h 2632"/>
              <a:gd name="T66" fmla="*/ 1083 w 2534"/>
              <a:gd name="T67" fmla="*/ 2166 h 2632"/>
              <a:gd name="T68" fmla="*/ 1482 w 2534"/>
              <a:gd name="T69" fmla="*/ 2214 h 2632"/>
              <a:gd name="T70" fmla="*/ 1386 w 2534"/>
              <a:gd name="T71" fmla="*/ 2174 h 2632"/>
              <a:gd name="T72" fmla="*/ 1344 w 2534"/>
              <a:gd name="T73" fmla="*/ 2316 h 2632"/>
              <a:gd name="T74" fmla="*/ 1356 w 2534"/>
              <a:gd name="T75" fmla="*/ 2490 h 2632"/>
              <a:gd name="T76" fmla="*/ 1329 w 2534"/>
              <a:gd name="T77" fmla="*/ 2632 h 2632"/>
              <a:gd name="T78" fmla="*/ 1329 w 2534"/>
              <a:gd name="T79" fmla="*/ 2632 h 2632"/>
              <a:gd name="T80" fmla="*/ 1787 w 2534"/>
              <a:gd name="T81" fmla="*/ 1901 h 2632"/>
              <a:gd name="T82" fmla="*/ 2452 w 2534"/>
              <a:gd name="T83" fmla="*/ 2629 h 2632"/>
              <a:gd name="T84" fmla="*/ 870 w 2534"/>
              <a:gd name="T85" fmla="*/ 2630 h 2632"/>
              <a:gd name="T86" fmla="*/ 4 w 2534"/>
              <a:gd name="T87" fmla="*/ 2300 h 2632"/>
              <a:gd name="T88" fmla="*/ 211 w 2534"/>
              <a:gd name="T89" fmla="*/ 2030 h 2632"/>
              <a:gd name="T90" fmla="*/ 574 w 2534"/>
              <a:gd name="T91" fmla="*/ 1893 h 2632"/>
              <a:gd name="T92" fmla="*/ 889 w 2534"/>
              <a:gd name="T93" fmla="*/ 1678 h 2632"/>
              <a:gd name="T94" fmla="*/ 806 w 2534"/>
              <a:gd name="T95" fmla="*/ 1475 h 2632"/>
              <a:gd name="T96" fmla="*/ 566 w 2534"/>
              <a:gd name="T97" fmla="*/ 1167 h 2632"/>
              <a:gd name="T98" fmla="*/ 530 w 2534"/>
              <a:gd name="T99" fmla="*/ 833 h 2632"/>
              <a:gd name="T100" fmla="*/ 605 w 2534"/>
              <a:gd name="T101" fmla="*/ 636 h 2632"/>
              <a:gd name="T102" fmla="*/ 751 w 2534"/>
              <a:gd name="T103" fmla="*/ 238 h 2632"/>
              <a:gd name="T104" fmla="*/ 1215 w 2534"/>
              <a:gd name="T105" fmla="*/ 4 h 2632"/>
              <a:gd name="T106" fmla="*/ 1720 w 2534"/>
              <a:gd name="T107" fmla="*/ 163 h 2632"/>
              <a:gd name="T108" fmla="*/ 1933 w 2534"/>
              <a:gd name="T109" fmla="*/ 687 h 2632"/>
              <a:gd name="T110" fmla="*/ 2008 w 2534"/>
              <a:gd name="T111" fmla="*/ 1052 h 2632"/>
              <a:gd name="T112" fmla="*/ 1837 w 2534"/>
              <a:gd name="T113" fmla="*/ 1290 h 2632"/>
              <a:gd name="T114" fmla="*/ 1626 w 2534"/>
              <a:gd name="T115" fmla="*/ 1580 h 2632"/>
              <a:gd name="T116" fmla="*/ 1816 w 2534"/>
              <a:gd name="T117" fmla="*/ 1837 h 2632"/>
              <a:gd name="T118" fmla="*/ 2373 w 2534"/>
              <a:gd name="T119" fmla="*/ 2062 h 2632"/>
              <a:gd name="T120" fmla="*/ 2534 w 2534"/>
              <a:gd name="T121" fmla="*/ 2377 h 2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34" h="2632">
                <a:moveTo>
                  <a:pt x="726" y="1227"/>
                </a:moveTo>
                <a:lnTo>
                  <a:pt x="710" y="1127"/>
                </a:lnTo>
                <a:lnTo>
                  <a:pt x="703" y="1023"/>
                </a:lnTo>
                <a:lnTo>
                  <a:pt x="701" y="904"/>
                </a:lnTo>
                <a:lnTo>
                  <a:pt x="703" y="889"/>
                </a:lnTo>
                <a:lnTo>
                  <a:pt x="701" y="874"/>
                </a:lnTo>
                <a:lnTo>
                  <a:pt x="699" y="828"/>
                </a:lnTo>
                <a:lnTo>
                  <a:pt x="687" y="799"/>
                </a:lnTo>
                <a:lnTo>
                  <a:pt x="676" y="781"/>
                </a:lnTo>
                <a:lnTo>
                  <a:pt x="662" y="780"/>
                </a:lnTo>
                <a:lnTo>
                  <a:pt x="645" y="787"/>
                </a:lnTo>
                <a:lnTo>
                  <a:pt x="628" y="805"/>
                </a:lnTo>
                <a:lnTo>
                  <a:pt x="614" y="835"/>
                </a:lnTo>
                <a:lnTo>
                  <a:pt x="597" y="868"/>
                </a:lnTo>
                <a:lnTo>
                  <a:pt x="595" y="902"/>
                </a:lnTo>
                <a:lnTo>
                  <a:pt x="593" y="941"/>
                </a:lnTo>
                <a:lnTo>
                  <a:pt x="597" y="1012"/>
                </a:lnTo>
                <a:lnTo>
                  <a:pt x="611" y="1077"/>
                </a:lnTo>
                <a:lnTo>
                  <a:pt x="632" y="1131"/>
                </a:lnTo>
                <a:lnTo>
                  <a:pt x="662" y="1177"/>
                </a:lnTo>
                <a:lnTo>
                  <a:pt x="703" y="1210"/>
                </a:lnTo>
                <a:lnTo>
                  <a:pt x="726" y="1227"/>
                </a:lnTo>
                <a:close/>
                <a:moveTo>
                  <a:pt x="1791" y="1229"/>
                </a:moveTo>
                <a:lnTo>
                  <a:pt x="1832" y="1208"/>
                </a:lnTo>
                <a:lnTo>
                  <a:pt x="1872" y="1177"/>
                </a:lnTo>
                <a:lnTo>
                  <a:pt x="1899" y="1133"/>
                </a:lnTo>
                <a:lnTo>
                  <a:pt x="1926" y="1064"/>
                </a:lnTo>
                <a:lnTo>
                  <a:pt x="1941" y="987"/>
                </a:lnTo>
                <a:lnTo>
                  <a:pt x="1941" y="906"/>
                </a:lnTo>
                <a:lnTo>
                  <a:pt x="1933" y="854"/>
                </a:lnTo>
                <a:lnTo>
                  <a:pt x="1918" y="816"/>
                </a:lnTo>
                <a:lnTo>
                  <a:pt x="1897" y="795"/>
                </a:lnTo>
                <a:lnTo>
                  <a:pt x="1874" y="791"/>
                </a:lnTo>
                <a:lnTo>
                  <a:pt x="1859" y="810"/>
                </a:lnTo>
                <a:lnTo>
                  <a:pt x="1843" y="851"/>
                </a:lnTo>
                <a:lnTo>
                  <a:pt x="1841" y="914"/>
                </a:lnTo>
                <a:lnTo>
                  <a:pt x="1841" y="947"/>
                </a:lnTo>
                <a:lnTo>
                  <a:pt x="1837" y="981"/>
                </a:lnTo>
                <a:lnTo>
                  <a:pt x="1822" y="1110"/>
                </a:lnTo>
                <a:lnTo>
                  <a:pt x="1791" y="1229"/>
                </a:lnTo>
                <a:close/>
                <a:moveTo>
                  <a:pt x="1405" y="1578"/>
                </a:moveTo>
                <a:lnTo>
                  <a:pt x="1452" y="1559"/>
                </a:lnTo>
                <a:lnTo>
                  <a:pt x="1517" y="1511"/>
                </a:lnTo>
                <a:lnTo>
                  <a:pt x="1569" y="1465"/>
                </a:lnTo>
                <a:lnTo>
                  <a:pt x="1628" y="1386"/>
                </a:lnTo>
                <a:lnTo>
                  <a:pt x="1670" y="1294"/>
                </a:lnTo>
                <a:lnTo>
                  <a:pt x="1703" y="1198"/>
                </a:lnTo>
                <a:lnTo>
                  <a:pt x="1726" y="1098"/>
                </a:lnTo>
                <a:lnTo>
                  <a:pt x="1739" y="1000"/>
                </a:lnTo>
                <a:lnTo>
                  <a:pt x="1747" y="908"/>
                </a:lnTo>
                <a:lnTo>
                  <a:pt x="1753" y="831"/>
                </a:lnTo>
                <a:lnTo>
                  <a:pt x="1753" y="768"/>
                </a:lnTo>
                <a:lnTo>
                  <a:pt x="1757" y="757"/>
                </a:lnTo>
                <a:lnTo>
                  <a:pt x="1755" y="743"/>
                </a:lnTo>
                <a:lnTo>
                  <a:pt x="1755" y="722"/>
                </a:lnTo>
                <a:lnTo>
                  <a:pt x="1734" y="655"/>
                </a:lnTo>
                <a:lnTo>
                  <a:pt x="1703" y="588"/>
                </a:lnTo>
                <a:lnTo>
                  <a:pt x="1657" y="528"/>
                </a:lnTo>
                <a:lnTo>
                  <a:pt x="1584" y="449"/>
                </a:lnTo>
                <a:lnTo>
                  <a:pt x="1494" y="384"/>
                </a:lnTo>
                <a:lnTo>
                  <a:pt x="1409" y="444"/>
                </a:lnTo>
                <a:lnTo>
                  <a:pt x="1317" y="480"/>
                </a:lnTo>
                <a:lnTo>
                  <a:pt x="1221" y="505"/>
                </a:lnTo>
                <a:lnTo>
                  <a:pt x="1127" y="518"/>
                </a:lnTo>
                <a:lnTo>
                  <a:pt x="1039" y="528"/>
                </a:lnTo>
                <a:lnTo>
                  <a:pt x="977" y="532"/>
                </a:lnTo>
                <a:lnTo>
                  <a:pt x="927" y="540"/>
                </a:lnTo>
                <a:lnTo>
                  <a:pt x="876" y="553"/>
                </a:lnTo>
                <a:lnTo>
                  <a:pt x="839" y="572"/>
                </a:lnTo>
                <a:lnTo>
                  <a:pt x="806" y="595"/>
                </a:lnTo>
                <a:lnTo>
                  <a:pt x="781" y="632"/>
                </a:lnTo>
                <a:lnTo>
                  <a:pt x="772" y="672"/>
                </a:lnTo>
                <a:lnTo>
                  <a:pt x="774" y="680"/>
                </a:lnTo>
                <a:lnTo>
                  <a:pt x="772" y="707"/>
                </a:lnTo>
                <a:lnTo>
                  <a:pt x="772" y="720"/>
                </a:lnTo>
                <a:lnTo>
                  <a:pt x="772" y="720"/>
                </a:lnTo>
                <a:lnTo>
                  <a:pt x="770" y="745"/>
                </a:lnTo>
                <a:lnTo>
                  <a:pt x="772" y="795"/>
                </a:lnTo>
                <a:lnTo>
                  <a:pt x="776" y="864"/>
                </a:lnTo>
                <a:lnTo>
                  <a:pt x="780" y="949"/>
                </a:lnTo>
                <a:lnTo>
                  <a:pt x="791" y="1041"/>
                </a:lnTo>
                <a:lnTo>
                  <a:pt x="806" y="1137"/>
                </a:lnTo>
                <a:lnTo>
                  <a:pt x="833" y="1238"/>
                </a:lnTo>
                <a:lnTo>
                  <a:pt x="870" y="1331"/>
                </a:lnTo>
                <a:lnTo>
                  <a:pt x="920" y="1421"/>
                </a:lnTo>
                <a:lnTo>
                  <a:pt x="937" y="1442"/>
                </a:lnTo>
                <a:lnTo>
                  <a:pt x="958" y="1463"/>
                </a:lnTo>
                <a:lnTo>
                  <a:pt x="993" y="1500"/>
                </a:lnTo>
                <a:lnTo>
                  <a:pt x="1035" y="1532"/>
                </a:lnTo>
                <a:lnTo>
                  <a:pt x="1083" y="1559"/>
                </a:lnTo>
                <a:lnTo>
                  <a:pt x="1135" y="1580"/>
                </a:lnTo>
                <a:lnTo>
                  <a:pt x="1152" y="1586"/>
                </a:lnTo>
                <a:lnTo>
                  <a:pt x="1169" y="1588"/>
                </a:lnTo>
                <a:lnTo>
                  <a:pt x="1187" y="1576"/>
                </a:lnTo>
                <a:lnTo>
                  <a:pt x="1202" y="1553"/>
                </a:lnTo>
                <a:lnTo>
                  <a:pt x="1215" y="1526"/>
                </a:lnTo>
                <a:lnTo>
                  <a:pt x="1236" y="1503"/>
                </a:lnTo>
                <a:lnTo>
                  <a:pt x="1261" y="1498"/>
                </a:lnTo>
                <a:lnTo>
                  <a:pt x="1286" y="1501"/>
                </a:lnTo>
                <a:lnTo>
                  <a:pt x="1304" y="1517"/>
                </a:lnTo>
                <a:lnTo>
                  <a:pt x="1319" y="1542"/>
                </a:lnTo>
                <a:lnTo>
                  <a:pt x="1331" y="1559"/>
                </a:lnTo>
                <a:lnTo>
                  <a:pt x="1344" y="1580"/>
                </a:lnTo>
                <a:lnTo>
                  <a:pt x="1357" y="1588"/>
                </a:lnTo>
                <a:lnTo>
                  <a:pt x="1405" y="1578"/>
                </a:lnTo>
                <a:close/>
                <a:moveTo>
                  <a:pt x="860" y="2630"/>
                </a:moveTo>
                <a:lnTo>
                  <a:pt x="860" y="2609"/>
                </a:lnTo>
                <a:lnTo>
                  <a:pt x="912" y="2381"/>
                </a:lnTo>
                <a:lnTo>
                  <a:pt x="749" y="2329"/>
                </a:lnTo>
                <a:lnTo>
                  <a:pt x="672" y="2304"/>
                </a:lnTo>
                <a:lnTo>
                  <a:pt x="689" y="2181"/>
                </a:lnTo>
                <a:lnTo>
                  <a:pt x="732" y="1924"/>
                </a:lnTo>
                <a:lnTo>
                  <a:pt x="670" y="2135"/>
                </a:lnTo>
                <a:lnTo>
                  <a:pt x="611" y="2341"/>
                </a:lnTo>
                <a:lnTo>
                  <a:pt x="778" y="2400"/>
                </a:lnTo>
                <a:lnTo>
                  <a:pt x="854" y="2425"/>
                </a:lnTo>
                <a:lnTo>
                  <a:pt x="856" y="2598"/>
                </a:lnTo>
                <a:lnTo>
                  <a:pt x="860" y="2630"/>
                </a:lnTo>
                <a:close/>
                <a:moveTo>
                  <a:pt x="1375" y="2582"/>
                </a:moveTo>
                <a:lnTo>
                  <a:pt x="1380" y="2573"/>
                </a:lnTo>
                <a:lnTo>
                  <a:pt x="1430" y="2508"/>
                </a:lnTo>
                <a:lnTo>
                  <a:pt x="1473" y="2427"/>
                </a:lnTo>
                <a:lnTo>
                  <a:pt x="1532" y="2287"/>
                </a:lnTo>
                <a:lnTo>
                  <a:pt x="1584" y="2133"/>
                </a:lnTo>
                <a:lnTo>
                  <a:pt x="1620" y="1983"/>
                </a:lnTo>
                <a:lnTo>
                  <a:pt x="1634" y="1914"/>
                </a:lnTo>
                <a:lnTo>
                  <a:pt x="1651" y="1849"/>
                </a:lnTo>
                <a:lnTo>
                  <a:pt x="1609" y="1795"/>
                </a:lnTo>
                <a:lnTo>
                  <a:pt x="1576" y="1738"/>
                </a:lnTo>
                <a:lnTo>
                  <a:pt x="1549" y="1672"/>
                </a:lnTo>
                <a:lnTo>
                  <a:pt x="1511" y="1709"/>
                </a:lnTo>
                <a:lnTo>
                  <a:pt x="1442" y="1759"/>
                </a:lnTo>
                <a:lnTo>
                  <a:pt x="1367" y="1789"/>
                </a:lnTo>
                <a:lnTo>
                  <a:pt x="1294" y="1801"/>
                </a:lnTo>
                <a:lnTo>
                  <a:pt x="1221" y="1797"/>
                </a:lnTo>
                <a:lnTo>
                  <a:pt x="1158" y="1784"/>
                </a:lnTo>
                <a:lnTo>
                  <a:pt x="1098" y="1763"/>
                </a:lnTo>
                <a:lnTo>
                  <a:pt x="1044" y="1732"/>
                </a:lnTo>
                <a:lnTo>
                  <a:pt x="1012" y="1705"/>
                </a:lnTo>
                <a:lnTo>
                  <a:pt x="981" y="1672"/>
                </a:lnTo>
                <a:lnTo>
                  <a:pt x="960" y="1730"/>
                </a:lnTo>
                <a:lnTo>
                  <a:pt x="931" y="1782"/>
                </a:lnTo>
                <a:lnTo>
                  <a:pt x="885" y="1843"/>
                </a:lnTo>
                <a:lnTo>
                  <a:pt x="906" y="1943"/>
                </a:lnTo>
                <a:lnTo>
                  <a:pt x="933" y="2051"/>
                </a:lnTo>
                <a:lnTo>
                  <a:pt x="964" y="2164"/>
                </a:lnTo>
                <a:lnTo>
                  <a:pt x="1004" y="2277"/>
                </a:lnTo>
                <a:lnTo>
                  <a:pt x="1046" y="2385"/>
                </a:lnTo>
                <a:lnTo>
                  <a:pt x="1092" y="2483"/>
                </a:lnTo>
                <a:lnTo>
                  <a:pt x="1154" y="2573"/>
                </a:lnTo>
                <a:lnTo>
                  <a:pt x="1160" y="2513"/>
                </a:lnTo>
                <a:lnTo>
                  <a:pt x="1175" y="2471"/>
                </a:lnTo>
                <a:lnTo>
                  <a:pt x="1192" y="2435"/>
                </a:lnTo>
                <a:lnTo>
                  <a:pt x="1200" y="2412"/>
                </a:lnTo>
                <a:lnTo>
                  <a:pt x="1185" y="2375"/>
                </a:lnTo>
                <a:lnTo>
                  <a:pt x="1179" y="2331"/>
                </a:lnTo>
                <a:lnTo>
                  <a:pt x="1188" y="2291"/>
                </a:lnTo>
                <a:lnTo>
                  <a:pt x="1204" y="2264"/>
                </a:lnTo>
                <a:lnTo>
                  <a:pt x="1179" y="2235"/>
                </a:lnTo>
                <a:lnTo>
                  <a:pt x="1158" y="2202"/>
                </a:lnTo>
                <a:lnTo>
                  <a:pt x="1131" y="2158"/>
                </a:lnTo>
                <a:lnTo>
                  <a:pt x="1119" y="2164"/>
                </a:lnTo>
                <a:lnTo>
                  <a:pt x="1104" y="2170"/>
                </a:lnTo>
                <a:lnTo>
                  <a:pt x="1091" y="2179"/>
                </a:lnTo>
                <a:lnTo>
                  <a:pt x="1077" y="2189"/>
                </a:lnTo>
                <a:lnTo>
                  <a:pt x="1066" y="2204"/>
                </a:lnTo>
                <a:lnTo>
                  <a:pt x="1052" y="2220"/>
                </a:lnTo>
                <a:lnTo>
                  <a:pt x="1052" y="2223"/>
                </a:lnTo>
                <a:lnTo>
                  <a:pt x="1048" y="2223"/>
                </a:lnTo>
                <a:lnTo>
                  <a:pt x="1083" y="2166"/>
                </a:lnTo>
                <a:lnTo>
                  <a:pt x="1162" y="2026"/>
                </a:lnTo>
                <a:lnTo>
                  <a:pt x="1250" y="1868"/>
                </a:lnTo>
                <a:lnTo>
                  <a:pt x="1258" y="1851"/>
                </a:lnTo>
                <a:lnTo>
                  <a:pt x="1486" y="2214"/>
                </a:lnTo>
                <a:lnTo>
                  <a:pt x="1482" y="2214"/>
                </a:lnTo>
                <a:lnTo>
                  <a:pt x="1476" y="2212"/>
                </a:lnTo>
                <a:lnTo>
                  <a:pt x="1452" y="2174"/>
                </a:lnTo>
                <a:lnTo>
                  <a:pt x="1423" y="2154"/>
                </a:lnTo>
                <a:lnTo>
                  <a:pt x="1396" y="2152"/>
                </a:lnTo>
                <a:lnTo>
                  <a:pt x="1386" y="2174"/>
                </a:lnTo>
                <a:lnTo>
                  <a:pt x="1379" y="2193"/>
                </a:lnTo>
                <a:lnTo>
                  <a:pt x="1348" y="2233"/>
                </a:lnTo>
                <a:lnTo>
                  <a:pt x="1325" y="2266"/>
                </a:lnTo>
                <a:lnTo>
                  <a:pt x="1336" y="2285"/>
                </a:lnTo>
                <a:lnTo>
                  <a:pt x="1344" y="2316"/>
                </a:lnTo>
                <a:lnTo>
                  <a:pt x="1344" y="2348"/>
                </a:lnTo>
                <a:lnTo>
                  <a:pt x="1340" y="2383"/>
                </a:lnTo>
                <a:lnTo>
                  <a:pt x="1329" y="2414"/>
                </a:lnTo>
                <a:lnTo>
                  <a:pt x="1344" y="2448"/>
                </a:lnTo>
                <a:lnTo>
                  <a:pt x="1356" y="2490"/>
                </a:lnTo>
                <a:lnTo>
                  <a:pt x="1369" y="2544"/>
                </a:lnTo>
                <a:lnTo>
                  <a:pt x="1373" y="2563"/>
                </a:lnTo>
                <a:lnTo>
                  <a:pt x="1375" y="2582"/>
                </a:lnTo>
                <a:close/>
                <a:moveTo>
                  <a:pt x="1329" y="2632"/>
                </a:moveTo>
                <a:lnTo>
                  <a:pt x="1329" y="2632"/>
                </a:lnTo>
                <a:lnTo>
                  <a:pt x="1269" y="2629"/>
                </a:lnTo>
                <a:lnTo>
                  <a:pt x="1208" y="2630"/>
                </a:lnTo>
                <a:lnTo>
                  <a:pt x="1208" y="2630"/>
                </a:lnTo>
                <a:lnTo>
                  <a:pt x="1269" y="2629"/>
                </a:lnTo>
                <a:lnTo>
                  <a:pt x="1329" y="2632"/>
                </a:lnTo>
                <a:close/>
                <a:moveTo>
                  <a:pt x="1678" y="2629"/>
                </a:moveTo>
                <a:lnTo>
                  <a:pt x="1684" y="2423"/>
                </a:lnTo>
                <a:lnTo>
                  <a:pt x="1784" y="2390"/>
                </a:lnTo>
                <a:lnTo>
                  <a:pt x="1928" y="2342"/>
                </a:lnTo>
                <a:lnTo>
                  <a:pt x="1787" y="1901"/>
                </a:lnTo>
                <a:lnTo>
                  <a:pt x="1864" y="2302"/>
                </a:lnTo>
                <a:lnTo>
                  <a:pt x="1763" y="2337"/>
                </a:lnTo>
                <a:lnTo>
                  <a:pt x="1628" y="2379"/>
                </a:lnTo>
                <a:lnTo>
                  <a:pt x="1678" y="2629"/>
                </a:lnTo>
                <a:close/>
                <a:moveTo>
                  <a:pt x="2452" y="2629"/>
                </a:moveTo>
                <a:lnTo>
                  <a:pt x="1880" y="2632"/>
                </a:lnTo>
                <a:lnTo>
                  <a:pt x="1553" y="2630"/>
                </a:lnTo>
                <a:lnTo>
                  <a:pt x="1404" y="2630"/>
                </a:lnTo>
                <a:lnTo>
                  <a:pt x="1269" y="2629"/>
                </a:lnTo>
                <a:lnTo>
                  <a:pt x="870" y="2630"/>
                </a:lnTo>
                <a:lnTo>
                  <a:pt x="86" y="2630"/>
                </a:lnTo>
                <a:lnTo>
                  <a:pt x="40" y="2548"/>
                </a:lnTo>
                <a:lnTo>
                  <a:pt x="12" y="2465"/>
                </a:lnTo>
                <a:lnTo>
                  <a:pt x="0" y="2381"/>
                </a:lnTo>
                <a:lnTo>
                  <a:pt x="4" y="2300"/>
                </a:lnTo>
                <a:lnTo>
                  <a:pt x="25" y="2225"/>
                </a:lnTo>
                <a:lnTo>
                  <a:pt x="58" y="2166"/>
                </a:lnTo>
                <a:lnTo>
                  <a:pt x="98" y="2116"/>
                </a:lnTo>
                <a:lnTo>
                  <a:pt x="152" y="2070"/>
                </a:lnTo>
                <a:lnTo>
                  <a:pt x="211" y="2030"/>
                </a:lnTo>
                <a:lnTo>
                  <a:pt x="278" y="1999"/>
                </a:lnTo>
                <a:lnTo>
                  <a:pt x="349" y="1970"/>
                </a:lnTo>
                <a:lnTo>
                  <a:pt x="420" y="1941"/>
                </a:lnTo>
                <a:lnTo>
                  <a:pt x="501" y="1918"/>
                </a:lnTo>
                <a:lnTo>
                  <a:pt x="574" y="1893"/>
                </a:lnTo>
                <a:lnTo>
                  <a:pt x="718" y="1839"/>
                </a:lnTo>
                <a:lnTo>
                  <a:pt x="781" y="1807"/>
                </a:lnTo>
                <a:lnTo>
                  <a:pt x="829" y="1770"/>
                </a:lnTo>
                <a:lnTo>
                  <a:pt x="862" y="1728"/>
                </a:lnTo>
                <a:lnTo>
                  <a:pt x="889" y="1678"/>
                </a:lnTo>
                <a:lnTo>
                  <a:pt x="900" y="1638"/>
                </a:lnTo>
                <a:lnTo>
                  <a:pt x="908" y="1592"/>
                </a:lnTo>
                <a:lnTo>
                  <a:pt x="899" y="1580"/>
                </a:lnTo>
                <a:lnTo>
                  <a:pt x="881" y="1557"/>
                </a:lnTo>
                <a:lnTo>
                  <a:pt x="806" y="1475"/>
                </a:lnTo>
                <a:lnTo>
                  <a:pt x="747" y="1388"/>
                </a:lnTo>
                <a:lnTo>
                  <a:pt x="695" y="1292"/>
                </a:lnTo>
                <a:lnTo>
                  <a:pt x="643" y="1263"/>
                </a:lnTo>
                <a:lnTo>
                  <a:pt x="595" y="1221"/>
                </a:lnTo>
                <a:lnTo>
                  <a:pt x="566" y="1167"/>
                </a:lnTo>
                <a:lnTo>
                  <a:pt x="545" y="1114"/>
                </a:lnTo>
                <a:lnTo>
                  <a:pt x="526" y="1054"/>
                </a:lnTo>
                <a:lnTo>
                  <a:pt x="516" y="960"/>
                </a:lnTo>
                <a:lnTo>
                  <a:pt x="522" y="870"/>
                </a:lnTo>
                <a:lnTo>
                  <a:pt x="530" y="833"/>
                </a:lnTo>
                <a:lnTo>
                  <a:pt x="538" y="801"/>
                </a:lnTo>
                <a:lnTo>
                  <a:pt x="563" y="741"/>
                </a:lnTo>
                <a:lnTo>
                  <a:pt x="601" y="687"/>
                </a:lnTo>
                <a:lnTo>
                  <a:pt x="605" y="657"/>
                </a:lnTo>
                <a:lnTo>
                  <a:pt x="605" y="636"/>
                </a:lnTo>
                <a:lnTo>
                  <a:pt x="614" y="547"/>
                </a:lnTo>
                <a:lnTo>
                  <a:pt x="634" y="468"/>
                </a:lnTo>
                <a:lnTo>
                  <a:pt x="660" y="396"/>
                </a:lnTo>
                <a:lnTo>
                  <a:pt x="699" y="313"/>
                </a:lnTo>
                <a:lnTo>
                  <a:pt x="751" y="238"/>
                </a:lnTo>
                <a:lnTo>
                  <a:pt x="810" y="177"/>
                </a:lnTo>
                <a:lnTo>
                  <a:pt x="876" y="121"/>
                </a:lnTo>
                <a:lnTo>
                  <a:pt x="981" y="63"/>
                </a:lnTo>
                <a:lnTo>
                  <a:pt x="1098" y="19"/>
                </a:lnTo>
                <a:lnTo>
                  <a:pt x="1215" y="4"/>
                </a:lnTo>
                <a:lnTo>
                  <a:pt x="1338" y="0"/>
                </a:lnTo>
                <a:lnTo>
                  <a:pt x="1453" y="19"/>
                </a:lnTo>
                <a:lnTo>
                  <a:pt x="1551" y="56"/>
                </a:lnTo>
                <a:lnTo>
                  <a:pt x="1642" y="104"/>
                </a:lnTo>
                <a:lnTo>
                  <a:pt x="1720" y="163"/>
                </a:lnTo>
                <a:lnTo>
                  <a:pt x="1793" y="244"/>
                </a:lnTo>
                <a:lnTo>
                  <a:pt x="1847" y="334"/>
                </a:lnTo>
                <a:lnTo>
                  <a:pt x="1889" y="442"/>
                </a:lnTo>
                <a:lnTo>
                  <a:pt x="1912" y="563"/>
                </a:lnTo>
                <a:lnTo>
                  <a:pt x="1933" y="687"/>
                </a:lnTo>
                <a:lnTo>
                  <a:pt x="1970" y="737"/>
                </a:lnTo>
                <a:lnTo>
                  <a:pt x="1995" y="799"/>
                </a:lnTo>
                <a:lnTo>
                  <a:pt x="2014" y="864"/>
                </a:lnTo>
                <a:lnTo>
                  <a:pt x="2016" y="960"/>
                </a:lnTo>
                <a:lnTo>
                  <a:pt x="2008" y="1052"/>
                </a:lnTo>
                <a:lnTo>
                  <a:pt x="1981" y="1142"/>
                </a:lnTo>
                <a:lnTo>
                  <a:pt x="1937" y="1217"/>
                </a:lnTo>
                <a:lnTo>
                  <a:pt x="1933" y="1219"/>
                </a:lnTo>
                <a:lnTo>
                  <a:pt x="1893" y="1263"/>
                </a:lnTo>
                <a:lnTo>
                  <a:pt x="1837" y="1290"/>
                </a:lnTo>
                <a:lnTo>
                  <a:pt x="1780" y="1402"/>
                </a:lnTo>
                <a:lnTo>
                  <a:pt x="1711" y="1496"/>
                </a:lnTo>
                <a:lnTo>
                  <a:pt x="1628" y="1578"/>
                </a:lnTo>
                <a:lnTo>
                  <a:pt x="1628" y="1578"/>
                </a:lnTo>
                <a:lnTo>
                  <a:pt x="1626" y="1580"/>
                </a:lnTo>
                <a:lnTo>
                  <a:pt x="1636" y="1647"/>
                </a:lnTo>
                <a:lnTo>
                  <a:pt x="1659" y="1703"/>
                </a:lnTo>
                <a:lnTo>
                  <a:pt x="1697" y="1755"/>
                </a:lnTo>
                <a:lnTo>
                  <a:pt x="1749" y="1803"/>
                </a:lnTo>
                <a:lnTo>
                  <a:pt x="1816" y="1837"/>
                </a:lnTo>
                <a:lnTo>
                  <a:pt x="1958" y="1891"/>
                </a:lnTo>
                <a:lnTo>
                  <a:pt x="2104" y="1935"/>
                </a:lnTo>
                <a:lnTo>
                  <a:pt x="2243" y="1991"/>
                </a:lnTo>
                <a:lnTo>
                  <a:pt x="2314" y="2024"/>
                </a:lnTo>
                <a:lnTo>
                  <a:pt x="2373" y="2062"/>
                </a:lnTo>
                <a:lnTo>
                  <a:pt x="2431" y="2106"/>
                </a:lnTo>
                <a:lnTo>
                  <a:pt x="2477" y="2158"/>
                </a:lnTo>
                <a:lnTo>
                  <a:pt x="2509" y="2222"/>
                </a:lnTo>
                <a:lnTo>
                  <a:pt x="2531" y="2293"/>
                </a:lnTo>
                <a:lnTo>
                  <a:pt x="2534" y="2377"/>
                </a:lnTo>
                <a:lnTo>
                  <a:pt x="2527" y="2444"/>
                </a:lnTo>
                <a:lnTo>
                  <a:pt x="2509" y="2515"/>
                </a:lnTo>
                <a:lnTo>
                  <a:pt x="2479" y="2581"/>
                </a:lnTo>
                <a:lnTo>
                  <a:pt x="2452" y="2629"/>
                </a:lnTo>
                <a:close/>
              </a:path>
            </a:pathLst>
          </a:custGeom>
          <a:solidFill>
            <a:schemeClr val="accent3"/>
          </a:solidFill>
          <a:ln>
            <a:noFill/>
          </a:ln>
        </p:spPr>
        <p:txBody>
          <a:bodyPr vert="horz" wrap="square" lIns="91440" tIns="45720" rIns="91440" bIns="45720" numCol="1" anchor="t" anchorCtr="0" compatLnSpc="1"/>
          <a:lstStyle/>
          <a:p>
            <a:endParaRPr lang="es-SV"/>
          </a:p>
        </p:txBody>
      </p:sp>
      <p:sp>
        <p:nvSpPr>
          <p:cNvPr id="8" name="Freeform 993"/>
          <p:cNvSpPr>
            <a:spLocks noChangeAspect="1" noEditPoints="1"/>
          </p:cNvSpPr>
          <p:nvPr/>
        </p:nvSpPr>
        <p:spPr bwMode="auto">
          <a:xfrm>
            <a:off x="7142816" y="3191797"/>
            <a:ext cx="1568895" cy="1690246"/>
          </a:xfrm>
          <a:custGeom>
            <a:avLst/>
            <a:gdLst>
              <a:gd name="T0" fmla="*/ 730 w 2535"/>
              <a:gd name="T1" fmla="*/ 1323 h 2730"/>
              <a:gd name="T2" fmla="*/ 851 w 2535"/>
              <a:gd name="T3" fmla="*/ 1507 h 2730"/>
              <a:gd name="T4" fmla="*/ 1045 w 2535"/>
              <a:gd name="T5" fmla="*/ 1674 h 2730"/>
              <a:gd name="T6" fmla="*/ 1237 w 2535"/>
              <a:gd name="T7" fmla="*/ 1726 h 2730"/>
              <a:gd name="T8" fmla="*/ 1467 w 2535"/>
              <a:gd name="T9" fmla="*/ 1686 h 2730"/>
              <a:gd name="T10" fmla="*/ 1692 w 2535"/>
              <a:gd name="T11" fmla="*/ 1496 h 2730"/>
              <a:gd name="T12" fmla="*/ 1822 w 2535"/>
              <a:gd name="T13" fmla="*/ 1313 h 2730"/>
              <a:gd name="T14" fmla="*/ 1763 w 2535"/>
              <a:gd name="T15" fmla="*/ 1104 h 2730"/>
              <a:gd name="T16" fmla="*/ 1653 w 2535"/>
              <a:gd name="T17" fmla="*/ 766 h 2730"/>
              <a:gd name="T18" fmla="*/ 1435 w 2535"/>
              <a:gd name="T19" fmla="*/ 995 h 2730"/>
              <a:gd name="T20" fmla="*/ 1175 w 2535"/>
              <a:gd name="T21" fmla="*/ 1171 h 2730"/>
              <a:gd name="T22" fmla="*/ 937 w 2535"/>
              <a:gd name="T23" fmla="*/ 1254 h 2730"/>
              <a:gd name="T24" fmla="*/ 1106 w 2535"/>
              <a:gd name="T25" fmla="*/ 1029 h 2730"/>
              <a:gd name="T26" fmla="*/ 1317 w 2535"/>
              <a:gd name="T27" fmla="*/ 783 h 2730"/>
              <a:gd name="T28" fmla="*/ 1417 w 2535"/>
              <a:gd name="T29" fmla="*/ 632 h 2730"/>
              <a:gd name="T30" fmla="*/ 1060 w 2535"/>
              <a:gd name="T31" fmla="*/ 966 h 2730"/>
              <a:gd name="T32" fmla="*/ 824 w 2535"/>
              <a:gd name="T33" fmla="*/ 1200 h 2730"/>
              <a:gd name="T34" fmla="*/ 325 w 2535"/>
              <a:gd name="T35" fmla="*/ 2170 h 2730"/>
              <a:gd name="T36" fmla="*/ 619 w 2535"/>
              <a:gd name="T37" fmla="*/ 2410 h 2730"/>
              <a:gd name="T38" fmla="*/ 1051 w 2535"/>
              <a:gd name="T39" fmla="*/ 2558 h 2730"/>
              <a:gd name="T40" fmla="*/ 1511 w 2535"/>
              <a:gd name="T41" fmla="*/ 2544 h 2730"/>
              <a:gd name="T42" fmla="*/ 1959 w 2535"/>
              <a:gd name="T43" fmla="*/ 2383 h 2730"/>
              <a:gd name="T44" fmla="*/ 2133 w 2535"/>
              <a:gd name="T45" fmla="*/ 2141 h 2730"/>
              <a:gd name="T46" fmla="*/ 1824 w 2535"/>
              <a:gd name="T47" fmla="*/ 2043 h 2730"/>
              <a:gd name="T48" fmla="*/ 1653 w 2535"/>
              <a:gd name="T49" fmla="*/ 1953 h 2730"/>
              <a:gd name="T50" fmla="*/ 1544 w 2535"/>
              <a:gd name="T51" fmla="*/ 1736 h 2730"/>
              <a:gd name="T52" fmla="*/ 1268 w 2535"/>
              <a:gd name="T53" fmla="*/ 1807 h 2730"/>
              <a:gd name="T54" fmla="*/ 1043 w 2535"/>
              <a:gd name="T55" fmla="*/ 1763 h 2730"/>
              <a:gd name="T56" fmla="*/ 924 w 2535"/>
              <a:gd name="T57" fmla="*/ 1887 h 2730"/>
              <a:gd name="T58" fmla="*/ 782 w 2535"/>
              <a:gd name="T59" fmla="*/ 2006 h 2730"/>
              <a:gd name="T60" fmla="*/ 421 w 2535"/>
              <a:gd name="T61" fmla="*/ 2129 h 2730"/>
              <a:gd name="T62" fmla="*/ 39 w 2535"/>
              <a:gd name="T63" fmla="*/ 2644 h 2730"/>
              <a:gd name="T64" fmla="*/ 0 w 2535"/>
              <a:gd name="T65" fmla="*/ 2431 h 2730"/>
              <a:gd name="T66" fmla="*/ 81 w 2535"/>
              <a:gd name="T67" fmla="*/ 2231 h 2730"/>
              <a:gd name="T68" fmla="*/ 258 w 2535"/>
              <a:gd name="T69" fmla="*/ 2104 h 2730"/>
              <a:gd name="T70" fmla="*/ 486 w 2535"/>
              <a:gd name="T71" fmla="*/ 2018 h 2730"/>
              <a:gd name="T72" fmla="*/ 718 w 2535"/>
              <a:gd name="T73" fmla="*/ 1937 h 2730"/>
              <a:gd name="T74" fmla="*/ 864 w 2535"/>
              <a:gd name="T75" fmla="*/ 1824 h 2730"/>
              <a:gd name="T76" fmla="*/ 828 w 2535"/>
              <a:gd name="T77" fmla="*/ 1778 h 2730"/>
              <a:gd name="T78" fmla="*/ 615 w 2535"/>
              <a:gd name="T79" fmla="*/ 1645 h 2730"/>
              <a:gd name="T80" fmla="*/ 488 w 2535"/>
              <a:gd name="T81" fmla="*/ 1356 h 2730"/>
              <a:gd name="T82" fmla="*/ 440 w 2535"/>
              <a:gd name="T83" fmla="*/ 972 h 2730"/>
              <a:gd name="T84" fmla="*/ 507 w 2535"/>
              <a:gd name="T85" fmla="*/ 549 h 2730"/>
              <a:gd name="T86" fmla="*/ 692 w 2535"/>
              <a:gd name="T87" fmla="*/ 253 h 2730"/>
              <a:gd name="T88" fmla="*/ 943 w 2535"/>
              <a:gd name="T89" fmla="*/ 67 h 2730"/>
              <a:gd name="T90" fmla="*/ 1220 w 2535"/>
              <a:gd name="T91" fmla="*/ 0 h 2730"/>
              <a:gd name="T92" fmla="*/ 1473 w 2535"/>
              <a:gd name="T93" fmla="*/ 38 h 2730"/>
              <a:gd name="T94" fmla="*/ 1707 w 2535"/>
              <a:gd name="T95" fmla="*/ 136 h 2730"/>
              <a:gd name="T96" fmla="*/ 1932 w 2535"/>
              <a:gd name="T97" fmla="*/ 252 h 2730"/>
              <a:gd name="T98" fmla="*/ 2066 w 2535"/>
              <a:gd name="T99" fmla="*/ 470 h 2730"/>
              <a:gd name="T100" fmla="*/ 2120 w 2535"/>
              <a:gd name="T101" fmla="*/ 760 h 2730"/>
              <a:gd name="T102" fmla="*/ 2078 w 2535"/>
              <a:gd name="T103" fmla="*/ 1210 h 2730"/>
              <a:gd name="T104" fmla="*/ 1949 w 2535"/>
              <a:gd name="T105" fmla="*/ 1582 h 2730"/>
              <a:gd name="T106" fmla="*/ 1765 w 2535"/>
              <a:gd name="T107" fmla="*/ 1849 h 2730"/>
              <a:gd name="T108" fmla="*/ 1659 w 2535"/>
              <a:gd name="T109" fmla="*/ 1801 h 2730"/>
              <a:gd name="T110" fmla="*/ 1815 w 2535"/>
              <a:gd name="T111" fmla="*/ 1935 h 2730"/>
              <a:gd name="T112" fmla="*/ 2059 w 2535"/>
              <a:gd name="T113" fmla="*/ 2022 h 2730"/>
              <a:gd name="T114" fmla="*/ 2291 w 2535"/>
              <a:gd name="T115" fmla="*/ 2110 h 2730"/>
              <a:gd name="T116" fmla="*/ 2468 w 2535"/>
              <a:gd name="T117" fmla="*/ 2250 h 2730"/>
              <a:gd name="T118" fmla="*/ 2535 w 2535"/>
              <a:gd name="T119" fmla="*/ 2475 h 2730"/>
              <a:gd name="T120" fmla="*/ 2448 w 2535"/>
              <a:gd name="T121" fmla="*/ 2728 h 2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35" h="2730">
                <a:moveTo>
                  <a:pt x="690" y="1298"/>
                </a:moveTo>
                <a:lnTo>
                  <a:pt x="707" y="1313"/>
                </a:lnTo>
                <a:lnTo>
                  <a:pt x="730" y="1323"/>
                </a:lnTo>
                <a:lnTo>
                  <a:pt x="751" y="1329"/>
                </a:lnTo>
                <a:lnTo>
                  <a:pt x="799" y="1421"/>
                </a:lnTo>
                <a:lnTo>
                  <a:pt x="851" y="1507"/>
                </a:lnTo>
                <a:lnTo>
                  <a:pt x="909" y="1573"/>
                </a:lnTo>
                <a:lnTo>
                  <a:pt x="974" y="1630"/>
                </a:lnTo>
                <a:lnTo>
                  <a:pt x="1045" y="1674"/>
                </a:lnTo>
                <a:lnTo>
                  <a:pt x="1122" y="1705"/>
                </a:lnTo>
                <a:lnTo>
                  <a:pt x="1208" y="1722"/>
                </a:lnTo>
                <a:lnTo>
                  <a:pt x="1237" y="1726"/>
                </a:lnTo>
                <a:lnTo>
                  <a:pt x="1266" y="1726"/>
                </a:lnTo>
                <a:lnTo>
                  <a:pt x="1371" y="1717"/>
                </a:lnTo>
                <a:lnTo>
                  <a:pt x="1467" y="1686"/>
                </a:lnTo>
                <a:lnTo>
                  <a:pt x="1550" y="1638"/>
                </a:lnTo>
                <a:lnTo>
                  <a:pt x="1623" y="1571"/>
                </a:lnTo>
                <a:lnTo>
                  <a:pt x="1692" y="1496"/>
                </a:lnTo>
                <a:lnTo>
                  <a:pt x="1748" y="1405"/>
                </a:lnTo>
                <a:lnTo>
                  <a:pt x="1782" y="1329"/>
                </a:lnTo>
                <a:lnTo>
                  <a:pt x="1822" y="1313"/>
                </a:lnTo>
                <a:lnTo>
                  <a:pt x="1861" y="1286"/>
                </a:lnTo>
                <a:lnTo>
                  <a:pt x="1807" y="1202"/>
                </a:lnTo>
                <a:lnTo>
                  <a:pt x="1763" y="1104"/>
                </a:lnTo>
                <a:lnTo>
                  <a:pt x="1723" y="995"/>
                </a:lnTo>
                <a:lnTo>
                  <a:pt x="1684" y="879"/>
                </a:lnTo>
                <a:lnTo>
                  <a:pt x="1653" y="766"/>
                </a:lnTo>
                <a:lnTo>
                  <a:pt x="1588" y="847"/>
                </a:lnTo>
                <a:lnTo>
                  <a:pt x="1515" y="920"/>
                </a:lnTo>
                <a:lnTo>
                  <a:pt x="1435" y="995"/>
                </a:lnTo>
                <a:lnTo>
                  <a:pt x="1350" y="1060"/>
                </a:lnTo>
                <a:lnTo>
                  <a:pt x="1264" y="1119"/>
                </a:lnTo>
                <a:lnTo>
                  <a:pt x="1175" y="1171"/>
                </a:lnTo>
                <a:lnTo>
                  <a:pt x="1093" y="1212"/>
                </a:lnTo>
                <a:lnTo>
                  <a:pt x="1012" y="1242"/>
                </a:lnTo>
                <a:lnTo>
                  <a:pt x="937" y="1254"/>
                </a:lnTo>
                <a:lnTo>
                  <a:pt x="870" y="1254"/>
                </a:lnTo>
                <a:lnTo>
                  <a:pt x="1003" y="1135"/>
                </a:lnTo>
                <a:lnTo>
                  <a:pt x="1106" y="1029"/>
                </a:lnTo>
                <a:lnTo>
                  <a:pt x="1195" y="935"/>
                </a:lnTo>
                <a:lnTo>
                  <a:pt x="1266" y="854"/>
                </a:lnTo>
                <a:lnTo>
                  <a:pt x="1317" y="783"/>
                </a:lnTo>
                <a:lnTo>
                  <a:pt x="1358" y="724"/>
                </a:lnTo>
                <a:lnTo>
                  <a:pt x="1392" y="672"/>
                </a:lnTo>
                <a:lnTo>
                  <a:pt x="1417" y="632"/>
                </a:lnTo>
                <a:lnTo>
                  <a:pt x="1279" y="757"/>
                </a:lnTo>
                <a:lnTo>
                  <a:pt x="1164" y="866"/>
                </a:lnTo>
                <a:lnTo>
                  <a:pt x="1060" y="966"/>
                </a:lnTo>
                <a:lnTo>
                  <a:pt x="972" y="1054"/>
                </a:lnTo>
                <a:lnTo>
                  <a:pt x="893" y="1133"/>
                </a:lnTo>
                <a:lnTo>
                  <a:pt x="824" y="1200"/>
                </a:lnTo>
                <a:lnTo>
                  <a:pt x="757" y="1254"/>
                </a:lnTo>
                <a:lnTo>
                  <a:pt x="690" y="1298"/>
                </a:lnTo>
                <a:close/>
                <a:moveTo>
                  <a:pt x="325" y="2170"/>
                </a:moveTo>
                <a:lnTo>
                  <a:pt x="365" y="2216"/>
                </a:lnTo>
                <a:lnTo>
                  <a:pt x="484" y="2321"/>
                </a:lnTo>
                <a:lnTo>
                  <a:pt x="619" y="2410"/>
                </a:lnTo>
                <a:lnTo>
                  <a:pt x="761" y="2479"/>
                </a:lnTo>
                <a:lnTo>
                  <a:pt x="903" y="2525"/>
                </a:lnTo>
                <a:lnTo>
                  <a:pt x="1051" y="2558"/>
                </a:lnTo>
                <a:lnTo>
                  <a:pt x="1202" y="2569"/>
                </a:lnTo>
                <a:lnTo>
                  <a:pt x="1358" y="2567"/>
                </a:lnTo>
                <a:lnTo>
                  <a:pt x="1511" y="2544"/>
                </a:lnTo>
                <a:lnTo>
                  <a:pt x="1665" y="2510"/>
                </a:lnTo>
                <a:lnTo>
                  <a:pt x="1813" y="2454"/>
                </a:lnTo>
                <a:lnTo>
                  <a:pt x="1959" y="2383"/>
                </a:lnTo>
                <a:lnTo>
                  <a:pt x="2101" y="2291"/>
                </a:lnTo>
                <a:lnTo>
                  <a:pt x="2229" y="2181"/>
                </a:lnTo>
                <a:lnTo>
                  <a:pt x="2133" y="2141"/>
                </a:lnTo>
                <a:lnTo>
                  <a:pt x="2028" y="2108"/>
                </a:lnTo>
                <a:lnTo>
                  <a:pt x="1924" y="2074"/>
                </a:lnTo>
                <a:lnTo>
                  <a:pt x="1824" y="2043"/>
                </a:lnTo>
                <a:lnTo>
                  <a:pt x="1738" y="2008"/>
                </a:lnTo>
                <a:lnTo>
                  <a:pt x="1692" y="1985"/>
                </a:lnTo>
                <a:lnTo>
                  <a:pt x="1653" y="1953"/>
                </a:lnTo>
                <a:lnTo>
                  <a:pt x="1604" y="1893"/>
                </a:lnTo>
                <a:lnTo>
                  <a:pt x="1571" y="1820"/>
                </a:lnTo>
                <a:lnTo>
                  <a:pt x="1544" y="1736"/>
                </a:lnTo>
                <a:lnTo>
                  <a:pt x="1460" y="1776"/>
                </a:lnTo>
                <a:lnTo>
                  <a:pt x="1365" y="1799"/>
                </a:lnTo>
                <a:lnTo>
                  <a:pt x="1268" y="1807"/>
                </a:lnTo>
                <a:lnTo>
                  <a:pt x="1183" y="1803"/>
                </a:lnTo>
                <a:lnTo>
                  <a:pt x="1101" y="1786"/>
                </a:lnTo>
                <a:lnTo>
                  <a:pt x="1043" y="1763"/>
                </a:lnTo>
                <a:lnTo>
                  <a:pt x="989" y="1732"/>
                </a:lnTo>
                <a:lnTo>
                  <a:pt x="960" y="1816"/>
                </a:lnTo>
                <a:lnTo>
                  <a:pt x="924" y="1887"/>
                </a:lnTo>
                <a:lnTo>
                  <a:pt x="884" y="1937"/>
                </a:lnTo>
                <a:lnTo>
                  <a:pt x="836" y="1980"/>
                </a:lnTo>
                <a:lnTo>
                  <a:pt x="782" y="2006"/>
                </a:lnTo>
                <a:lnTo>
                  <a:pt x="636" y="2058"/>
                </a:lnTo>
                <a:lnTo>
                  <a:pt x="528" y="2093"/>
                </a:lnTo>
                <a:lnTo>
                  <a:pt x="421" y="2129"/>
                </a:lnTo>
                <a:lnTo>
                  <a:pt x="325" y="2170"/>
                </a:lnTo>
                <a:close/>
                <a:moveTo>
                  <a:pt x="85" y="2728"/>
                </a:moveTo>
                <a:lnTo>
                  <a:pt x="39" y="2644"/>
                </a:lnTo>
                <a:lnTo>
                  <a:pt x="12" y="2559"/>
                </a:lnTo>
                <a:lnTo>
                  <a:pt x="0" y="2475"/>
                </a:lnTo>
                <a:lnTo>
                  <a:pt x="0" y="2431"/>
                </a:lnTo>
                <a:lnTo>
                  <a:pt x="14" y="2356"/>
                </a:lnTo>
                <a:lnTo>
                  <a:pt x="41" y="2285"/>
                </a:lnTo>
                <a:lnTo>
                  <a:pt x="81" y="2231"/>
                </a:lnTo>
                <a:lnTo>
                  <a:pt x="131" y="2177"/>
                </a:lnTo>
                <a:lnTo>
                  <a:pt x="192" y="2137"/>
                </a:lnTo>
                <a:lnTo>
                  <a:pt x="258" y="2104"/>
                </a:lnTo>
                <a:lnTo>
                  <a:pt x="329" y="2072"/>
                </a:lnTo>
                <a:lnTo>
                  <a:pt x="407" y="2043"/>
                </a:lnTo>
                <a:lnTo>
                  <a:pt x="486" y="2018"/>
                </a:lnTo>
                <a:lnTo>
                  <a:pt x="565" y="1991"/>
                </a:lnTo>
                <a:lnTo>
                  <a:pt x="644" y="1962"/>
                </a:lnTo>
                <a:lnTo>
                  <a:pt x="718" y="1937"/>
                </a:lnTo>
                <a:lnTo>
                  <a:pt x="782" y="1905"/>
                </a:lnTo>
                <a:lnTo>
                  <a:pt x="828" y="1868"/>
                </a:lnTo>
                <a:lnTo>
                  <a:pt x="864" y="1824"/>
                </a:lnTo>
                <a:lnTo>
                  <a:pt x="885" y="1778"/>
                </a:lnTo>
                <a:lnTo>
                  <a:pt x="905" y="1724"/>
                </a:lnTo>
                <a:lnTo>
                  <a:pt x="828" y="1778"/>
                </a:lnTo>
                <a:lnTo>
                  <a:pt x="757" y="1843"/>
                </a:lnTo>
                <a:lnTo>
                  <a:pt x="682" y="1743"/>
                </a:lnTo>
                <a:lnTo>
                  <a:pt x="615" y="1645"/>
                </a:lnTo>
                <a:lnTo>
                  <a:pt x="565" y="1553"/>
                </a:lnTo>
                <a:lnTo>
                  <a:pt x="523" y="1457"/>
                </a:lnTo>
                <a:lnTo>
                  <a:pt x="488" y="1356"/>
                </a:lnTo>
                <a:lnTo>
                  <a:pt x="463" y="1240"/>
                </a:lnTo>
                <a:lnTo>
                  <a:pt x="448" y="1116"/>
                </a:lnTo>
                <a:lnTo>
                  <a:pt x="440" y="972"/>
                </a:lnTo>
                <a:lnTo>
                  <a:pt x="446" y="818"/>
                </a:lnTo>
                <a:lnTo>
                  <a:pt x="469" y="680"/>
                </a:lnTo>
                <a:lnTo>
                  <a:pt x="507" y="549"/>
                </a:lnTo>
                <a:lnTo>
                  <a:pt x="557" y="438"/>
                </a:lnTo>
                <a:lnTo>
                  <a:pt x="619" y="340"/>
                </a:lnTo>
                <a:lnTo>
                  <a:pt x="692" y="253"/>
                </a:lnTo>
                <a:lnTo>
                  <a:pt x="768" y="179"/>
                </a:lnTo>
                <a:lnTo>
                  <a:pt x="853" y="117"/>
                </a:lnTo>
                <a:lnTo>
                  <a:pt x="943" y="67"/>
                </a:lnTo>
                <a:lnTo>
                  <a:pt x="1033" y="33"/>
                </a:lnTo>
                <a:lnTo>
                  <a:pt x="1124" y="10"/>
                </a:lnTo>
                <a:lnTo>
                  <a:pt x="1220" y="0"/>
                </a:lnTo>
                <a:lnTo>
                  <a:pt x="1308" y="2"/>
                </a:lnTo>
                <a:lnTo>
                  <a:pt x="1392" y="15"/>
                </a:lnTo>
                <a:lnTo>
                  <a:pt x="1473" y="38"/>
                </a:lnTo>
                <a:lnTo>
                  <a:pt x="1546" y="77"/>
                </a:lnTo>
                <a:lnTo>
                  <a:pt x="1609" y="127"/>
                </a:lnTo>
                <a:lnTo>
                  <a:pt x="1707" y="136"/>
                </a:lnTo>
                <a:lnTo>
                  <a:pt x="1792" y="159"/>
                </a:lnTo>
                <a:lnTo>
                  <a:pt x="1869" y="200"/>
                </a:lnTo>
                <a:lnTo>
                  <a:pt x="1932" y="252"/>
                </a:lnTo>
                <a:lnTo>
                  <a:pt x="1988" y="315"/>
                </a:lnTo>
                <a:lnTo>
                  <a:pt x="2030" y="388"/>
                </a:lnTo>
                <a:lnTo>
                  <a:pt x="2066" y="470"/>
                </a:lnTo>
                <a:lnTo>
                  <a:pt x="2091" y="563"/>
                </a:lnTo>
                <a:lnTo>
                  <a:pt x="2110" y="660"/>
                </a:lnTo>
                <a:lnTo>
                  <a:pt x="2120" y="760"/>
                </a:lnTo>
                <a:lnTo>
                  <a:pt x="2118" y="910"/>
                </a:lnTo>
                <a:lnTo>
                  <a:pt x="2103" y="1062"/>
                </a:lnTo>
                <a:lnTo>
                  <a:pt x="2078" y="1210"/>
                </a:lnTo>
                <a:lnTo>
                  <a:pt x="2041" y="1342"/>
                </a:lnTo>
                <a:lnTo>
                  <a:pt x="1999" y="1467"/>
                </a:lnTo>
                <a:lnTo>
                  <a:pt x="1949" y="1582"/>
                </a:lnTo>
                <a:lnTo>
                  <a:pt x="1893" y="1688"/>
                </a:lnTo>
                <a:lnTo>
                  <a:pt x="1830" y="1778"/>
                </a:lnTo>
                <a:lnTo>
                  <a:pt x="1765" y="1849"/>
                </a:lnTo>
                <a:lnTo>
                  <a:pt x="1700" y="1793"/>
                </a:lnTo>
                <a:lnTo>
                  <a:pt x="1638" y="1741"/>
                </a:lnTo>
                <a:lnTo>
                  <a:pt x="1659" y="1801"/>
                </a:lnTo>
                <a:lnTo>
                  <a:pt x="1696" y="1853"/>
                </a:lnTo>
                <a:lnTo>
                  <a:pt x="1749" y="1897"/>
                </a:lnTo>
                <a:lnTo>
                  <a:pt x="1815" y="1935"/>
                </a:lnTo>
                <a:lnTo>
                  <a:pt x="1895" y="1964"/>
                </a:lnTo>
                <a:lnTo>
                  <a:pt x="1976" y="1995"/>
                </a:lnTo>
                <a:lnTo>
                  <a:pt x="2059" y="2022"/>
                </a:lnTo>
                <a:lnTo>
                  <a:pt x="2137" y="2049"/>
                </a:lnTo>
                <a:lnTo>
                  <a:pt x="2218" y="2078"/>
                </a:lnTo>
                <a:lnTo>
                  <a:pt x="2291" y="2110"/>
                </a:lnTo>
                <a:lnTo>
                  <a:pt x="2360" y="2150"/>
                </a:lnTo>
                <a:lnTo>
                  <a:pt x="2423" y="2195"/>
                </a:lnTo>
                <a:lnTo>
                  <a:pt x="2468" y="2250"/>
                </a:lnTo>
                <a:lnTo>
                  <a:pt x="2504" y="2312"/>
                </a:lnTo>
                <a:lnTo>
                  <a:pt x="2531" y="2387"/>
                </a:lnTo>
                <a:lnTo>
                  <a:pt x="2535" y="2475"/>
                </a:lnTo>
                <a:lnTo>
                  <a:pt x="2523" y="2559"/>
                </a:lnTo>
                <a:lnTo>
                  <a:pt x="2493" y="2644"/>
                </a:lnTo>
                <a:lnTo>
                  <a:pt x="2448" y="2728"/>
                </a:lnTo>
                <a:lnTo>
                  <a:pt x="333" y="2730"/>
                </a:lnTo>
                <a:lnTo>
                  <a:pt x="85" y="2728"/>
                </a:lnTo>
                <a:close/>
              </a:path>
            </a:pathLst>
          </a:custGeom>
          <a:solidFill>
            <a:schemeClr val="accent4"/>
          </a:solidFill>
          <a:ln>
            <a:noFill/>
          </a:ln>
        </p:spPr>
        <p:txBody>
          <a:bodyPr vert="horz" wrap="square" lIns="91440" tIns="45720" rIns="91440" bIns="45720" numCol="1" anchor="t" anchorCtr="0" compatLnSpc="1"/>
          <a:lstStyle/>
          <a:p>
            <a:endParaRPr lang="es-SV"/>
          </a:p>
        </p:txBody>
      </p:sp>
      <p:sp>
        <p:nvSpPr>
          <p:cNvPr id="9" name="Freeform 994"/>
          <p:cNvSpPr>
            <a:spLocks noChangeAspect="1" noEditPoints="1"/>
          </p:cNvSpPr>
          <p:nvPr/>
        </p:nvSpPr>
        <p:spPr bwMode="auto">
          <a:xfrm>
            <a:off x="8789221" y="3440554"/>
            <a:ext cx="1356948" cy="1441489"/>
          </a:xfrm>
          <a:custGeom>
            <a:avLst/>
            <a:gdLst>
              <a:gd name="T0" fmla="*/ 668 w 2536"/>
              <a:gd name="T1" fmla="*/ 793 h 2694"/>
              <a:gd name="T2" fmla="*/ 585 w 2536"/>
              <a:gd name="T3" fmla="*/ 999 h 2694"/>
              <a:gd name="T4" fmla="*/ 689 w 2536"/>
              <a:gd name="T5" fmla="*/ 1265 h 2694"/>
              <a:gd name="T6" fmla="*/ 731 w 2536"/>
              <a:gd name="T7" fmla="*/ 926 h 2694"/>
              <a:gd name="T8" fmla="*/ 1271 w 2536"/>
              <a:gd name="T9" fmla="*/ 2515 h 2694"/>
              <a:gd name="T10" fmla="*/ 1236 w 2536"/>
              <a:gd name="T11" fmla="*/ 2552 h 2694"/>
              <a:gd name="T12" fmla="*/ 1271 w 2536"/>
              <a:gd name="T13" fmla="*/ 2594 h 2694"/>
              <a:gd name="T14" fmla="*/ 1307 w 2536"/>
              <a:gd name="T15" fmla="*/ 2554 h 2694"/>
              <a:gd name="T16" fmla="*/ 1286 w 2536"/>
              <a:gd name="T17" fmla="*/ 2412 h 2694"/>
              <a:gd name="T18" fmla="*/ 1234 w 2536"/>
              <a:gd name="T19" fmla="*/ 2439 h 2694"/>
              <a:gd name="T20" fmla="*/ 1259 w 2536"/>
              <a:gd name="T21" fmla="*/ 2487 h 2694"/>
              <a:gd name="T22" fmla="*/ 1305 w 2536"/>
              <a:gd name="T23" fmla="*/ 2464 h 2694"/>
              <a:gd name="T24" fmla="*/ 1455 w 2536"/>
              <a:gd name="T25" fmla="*/ 1381 h 2694"/>
              <a:gd name="T26" fmla="*/ 1159 w 2536"/>
              <a:gd name="T27" fmla="*/ 1344 h 2694"/>
              <a:gd name="T28" fmla="*/ 1008 w 2536"/>
              <a:gd name="T29" fmla="*/ 1463 h 2694"/>
              <a:gd name="T30" fmla="*/ 1159 w 2536"/>
              <a:gd name="T31" fmla="*/ 1642 h 2694"/>
              <a:gd name="T32" fmla="*/ 1284 w 2536"/>
              <a:gd name="T33" fmla="*/ 1607 h 2694"/>
              <a:gd name="T34" fmla="*/ 1424 w 2536"/>
              <a:gd name="T35" fmla="*/ 1617 h 2694"/>
              <a:gd name="T36" fmla="*/ 1511 w 2536"/>
              <a:gd name="T37" fmla="*/ 1455 h 2694"/>
              <a:gd name="T38" fmla="*/ 1591 w 2536"/>
              <a:gd name="T39" fmla="*/ 1809 h 2694"/>
              <a:gd name="T40" fmla="*/ 1280 w 2536"/>
              <a:gd name="T41" fmla="*/ 1859 h 2694"/>
              <a:gd name="T42" fmla="*/ 1048 w 2536"/>
              <a:gd name="T43" fmla="*/ 1791 h 2694"/>
              <a:gd name="T44" fmla="*/ 839 w 2536"/>
              <a:gd name="T45" fmla="*/ 1945 h 2694"/>
              <a:gd name="T46" fmla="*/ 1021 w 2536"/>
              <a:gd name="T47" fmla="*/ 2243 h 2694"/>
              <a:gd name="T48" fmla="*/ 1447 w 2536"/>
              <a:gd name="T49" fmla="*/ 2281 h 2694"/>
              <a:gd name="T50" fmla="*/ 1755 w 2536"/>
              <a:gd name="T51" fmla="*/ 814 h 2694"/>
              <a:gd name="T52" fmla="*/ 1376 w 2536"/>
              <a:gd name="T53" fmla="*/ 672 h 2694"/>
              <a:gd name="T54" fmla="*/ 1058 w 2536"/>
              <a:gd name="T55" fmla="*/ 488 h 2694"/>
              <a:gd name="T56" fmla="*/ 827 w 2536"/>
              <a:gd name="T57" fmla="*/ 518 h 2694"/>
              <a:gd name="T58" fmla="*/ 770 w 2536"/>
              <a:gd name="T59" fmla="*/ 810 h 2694"/>
              <a:gd name="T60" fmla="*/ 804 w 2536"/>
              <a:gd name="T61" fmla="*/ 1166 h 2694"/>
              <a:gd name="T62" fmla="*/ 919 w 2536"/>
              <a:gd name="T63" fmla="*/ 1331 h 2694"/>
              <a:gd name="T64" fmla="*/ 1108 w 2536"/>
              <a:gd name="T65" fmla="*/ 1240 h 2694"/>
              <a:gd name="T66" fmla="*/ 1468 w 2536"/>
              <a:gd name="T67" fmla="*/ 1258 h 2694"/>
              <a:gd name="T68" fmla="*/ 1601 w 2536"/>
              <a:gd name="T69" fmla="*/ 1329 h 2694"/>
              <a:gd name="T70" fmla="*/ 1732 w 2536"/>
              <a:gd name="T71" fmla="*/ 1087 h 2694"/>
              <a:gd name="T72" fmla="*/ 1935 w 2536"/>
              <a:gd name="T73" fmla="*/ 943 h 2694"/>
              <a:gd name="T74" fmla="*/ 1841 w 2536"/>
              <a:gd name="T75" fmla="*/ 789 h 2694"/>
              <a:gd name="T76" fmla="*/ 1789 w 2536"/>
              <a:gd name="T77" fmla="*/ 1052 h 2694"/>
              <a:gd name="T78" fmla="*/ 1826 w 2536"/>
              <a:gd name="T79" fmla="*/ 1269 h 2694"/>
              <a:gd name="T80" fmla="*/ 1935 w 2536"/>
              <a:gd name="T81" fmla="*/ 943 h 2694"/>
              <a:gd name="T82" fmla="*/ 2450 w 2536"/>
              <a:gd name="T83" fmla="*/ 2686 h 2694"/>
              <a:gd name="T84" fmla="*/ 5 w 2536"/>
              <a:gd name="T85" fmla="*/ 2504 h 2694"/>
              <a:gd name="T86" fmla="*/ 61 w 2536"/>
              <a:gd name="T87" fmla="*/ 2216 h 2694"/>
              <a:gd name="T88" fmla="*/ 441 w 2536"/>
              <a:gd name="T89" fmla="*/ 1993 h 2694"/>
              <a:gd name="T90" fmla="*/ 829 w 2536"/>
              <a:gd name="T91" fmla="*/ 1824 h 2694"/>
              <a:gd name="T92" fmla="*/ 808 w 2536"/>
              <a:gd name="T93" fmla="*/ 1561 h 2694"/>
              <a:gd name="T94" fmla="*/ 591 w 2536"/>
              <a:gd name="T95" fmla="*/ 1277 h 2694"/>
              <a:gd name="T96" fmla="*/ 516 w 2536"/>
              <a:gd name="T97" fmla="*/ 927 h 2694"/>
              <a:gd name="T98" fmla="*/ 599 w 2536"/>
              <a:gd name="T99" fmla="*/ 536 h 2694"/>
              <a:gd name="T100" fmla="*/ 804 w 2536"/>
              <a:gd name="T101" fmla="*/ 150 h 2694"/>
              <a:gd name="T102" fmla="*/ 1267 w 2536"/>
              <a:gd name="T103" fmla="*/ 10 h 2694"/>
              <a:gd name="T104" fmla="*/ 1714 w 2536"/>
              <a:gd name="T105" fmla="*/ 146 h 2694"/>
              <a:gd name="T106" fmla="*/ 1945 w 2536"/>
              <a:gd name="T107" fmla="*/ 653 h 2694"/>
              <a:gd name="T108" fmla="*/ 2012 w 2536"/>
              <a:gd name="T109" fmla="*/ 1014 h 2694"/>
              <a:gd name="T110" fmla="*/ 1889 w 2536"/>
              <a:gd name="T111" fmla="*/ 1319 h 2694"/>
              <a:gd name="T112" fmla="*/ 1730 w 2536"/>
              <a:gd name="T113" fmla="*/ 1548 h 2694"/>
              <a:gd name="T114" fmla="*/ 1705 w 2536"/>
              <a:gd name="T115" fmla="*/ 1822 h 2694"/>
              <a:gd name="T116" fmla="*/ 2102 w 2536"/>
              <a:gd name="T117" fmla="*/ 1993 h 2694"/>
              <a:gd name="T118" fmla="*/ 2463 w 2536"/>
              <a:gd name="T119" fmla="*/ 2197 h 2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36" h="2694">
                <a:moveTo>
                  <a:pt x="731" y="926"/>
                </a:moveTo>
                <a:lnTo>
                  <a:pt x="722" y="879"/>
                </a:lnTo>
                <a:lnTo>
                  <a:pt x="706" y="831"/>
                </a:lnTo>
                <a:lnTo>
                  <a:pt x="689" y="803"/>
                </a:lnTo>
                <a:lnTo>
                  <a:pt x="668" y="793"/>
                </a:lnTo>
                <a:lnTo>
                  <a:pt x="645" y="805"/>
                </a:lnTo>
                <a:lnTo>
                  <a:pt x="624" y="833"/>
                </a:lnTo>
                <a:lnTo>
                  <a:pt x="606" y="874"/>
                </a:lnTo>
                <a:lnTo>
                  <a:pt x="593" y="935"/>
                </a:lnTo>
                <a:lnTo>
                  <a:pt x="585" y="999"/>
                </a:lnTo>
                <a:lnTo>
                  <a:pt x="591" y="1064"/>
                </a:lnTo>
                <a:lnTo>
                  <a:pt x="605" y="1125"/>
                </a:lnTo>
                <a:lnTo>
                  <a:pt x="626" y="1181"/>
                </a:lnTo>
                <a:lnTo>
                  <a:pt x="651" y="1229"/>
                </a:lnTo>
                <a:lnTo>
                  <a:pt x="689" y="1265"/>
                </a:lnTo>
                <a:lnTo>
                  <a:pt x="731" y="1288"/>
                </a:lnTo>
                <a:lnTo>
                  <a:pt x="733" y="1171"/>
                </a:lnTo>
                <a:lnTo>
                  <a:pt x="739" y="1070"/>
                </a:lnTo>
                <a:lnTo>
                  <a:pt x="737" y="975"/>
                </a:lnTo>
                <a:lnTo>
                  <a:pt x="731" y="926"/>
                </a:lnTo>
                <a:close/>
                <a:moveTo>
                  <a:pt x="1307" y="2550"/>
                </a:moveTo>
                <a:lnTo>
                  <a:pt x="1303" y="2535"/>
                </a:lnTo>
                <a:lnTo>
                  <a:pt x="1294" y="2523"/>
                </a:lnTo>
                <a:lnTo>
                  <a:pt x="1288" y="2515"/>
                </a:lnTo>
                <a:lnTo>
                  <a:pt x="1271" y="2515"/>
                </a:lnTo>
                <a:lnTo>
                  <a:pt x="1259" y="2517"/>
                </a:lnTo>
                <a:lnTo>
                  <a:pt x="1252" y="2521"/>
                </a:lnTo>
                <a:lnTo>
                  <a:pt x="1240" y="2531"/>
                </a:lnTo>
                <a:lnTo>
                  <a:pt x="1234" y="2540"/>
                </a:lnTo>
                <a:lnTo>
                  <a:pt x="1236" y="2552"/>
                </a:lnTo>
                <a:lnTo>
                  <a:pt x="1234" y="2560"/>
                </a:lnTo>
                <a:lnTo>
                  <a:pt x="1238" y="2573"/>
                </a:lnTo>
                <a:lnTo>
                  <a:pt x="1248" y="2581"/>
                </a:lnTo>
                <a:lnTo>
                  <a:pt x="1257" y="2592"/>
                </a:lnTo>
                <a:lnTo>
                  <a:pt x="1271" y="2594"/>
                </a:lnTo>
                <a:lnTo>
                  <a:pt x="1282" y="2592"/>
                </a:lnTo>
                <a:lnTo>
                  <a:pt x="1294" y="2586"/>
                </a:lnTo>
                <a:lnTo>
                  <a:pt x="1301" y="2577"/>
                </a:lnTo>
                <a:lnTo>
                  <a:pt x="1305" y="2565"/>
                </a:lnTo>
                <a:lnTo>
                  <a:pt x="1307" y="2554"/>
                </a:lnTo>
                <a:lnTo>
                  <a:pt x="1307" y="2550"/>
                </a:lnTo>
                <a:close/>
                <a:moveTo>
                  <a:pt x="1307" y="2442"/>
                </a:moveTo>
                <a:lnTo>
                  <a:pt x="1305" y="2433"/>
                </a:lnTo>
                <a:lnTo>
                  <a:pt x="1296" y="2421"/>
                </a:lnTo>
                <a:lnTo>
                  <a:pt x="1286" y="2412"/>
                </a:lnTo>
                <a:lnTo>
                  <a:pt x="1271" y="2410"/>
                </a:lnTo>
                <a:lnTo>
                  <a:pt x="1259" y="2412"/>
                </a:lnTo>
                <a:lnTo>
                  <a:pt x="1248" y="2417"/>
                </a:lnTo>
                <a:lnTo>
                  <a:pt x="1242" y="2425"/>
                </a:lnTo>
                <a:lnTo>
                  <a:pt x="1234" y="2439"/>
                </a:lnTo>
                <a:lnTo>
                  <a:pt x="1232" y="2450"/>
                </a:lnTo>
                <a:lnTo>
                  <a:pt x="1232" y="2454"/>
                </a:lnTo>
                <a:lnTo>
                  <a:pt x="1240" y="2469"/>
                </a:lnTo>
                <a:lnTo>
                  <a:pt x="1250" y="2479"/>
                </a:lnTo>
                <a:lnTo>
                  <a:pt x="1259" y="2487"/>
                </a:lnTo>
                <a:lnTo>
                  <a:pt x="1271" y="2488"/>
                </a:lnTo>
                <a:lnTo>
                  <a:pt x="1282" y="2487"/>
                </a:lnTo>
                <a:lnTo>
                  <a:pt x="1292" y="2481"/>
                </a:lnTo>
                <a:lnTo>
                  <a:pt x="1303" y="2471"/>
                </a:lnTo>
                <a:lnTo>
                  <a:pt x="1305" y="2464"/>
                </a:lnTo>
                <a:lnTo>
                  <a:pt x="1307" y="2446"/>
                </a:lnTo>
                <a:lnTo>
                  <a:pt x="1307" y="2442"/>
                </a:lnTo>
                <a:close/>
                <a:moveTo>
                  <a:pt x="1511" y="1455"/>
                </a:moveTo>
                <a:lnTo>
                  <a:pt x="1493" y="1415"/>
                </a:lnTo>
                <a:lnTo>
                  <a:pt x="1455" y="1381"/>
                </a:lnTo>
                <a:lnTo>
                  <a:pt x="1409" y="1358"/>
                </a:lnTo>
                <a:lnTo>
                  <a:pt x="1351" y="1340"/>
                </a:lnTo>
                <a:lnTo>
                  <a:pt x="1288" y="1333"/>
                </a:lnTo>
                <a:lnTo>
                  <a:pt x="1221" y="1335"/>
                </a:lnTo>
                <a:lnTo>
                  <a:pt x="1159" y="1344"/>
                </a:lnTo>
                <a:lnTo>
                  <a:pt x="1104" y="1361"/>
                </a:lnTo>
                <a:lnTo>
                  <a:pt x="1058" y="1386"/>
                </a:lnTo>
                <a:lnTo>
                  <a:pt x="1033" y="1406"/>
                </a:lnTo>
                <a:lnTo>
                  <a:pt x="1015" y="1432"/>
                </a:lnTo>
                <a:lnTo>
                  <a:pt x="1008" y="1463"/>
                </a:lnTo>
                <a:lnTo>
                  <a:pt x="1010" y="1496"/>
                </a:lnTo>
                <a:lnTo>
                  <a:pt x="1019" y="1528"/>
                </a:lnTo>
                <a:lnTo>
                  <a:pt x="1050" y="1575"/>
                </a:lnTo>
                <a:lnTo>
                  <a:pt x="1094" y="1613"/>
                </a:lnTo>
                <a:lnTo>
                  <a:pt x="1159" y="1642"/>
                </a:lnTo>
                <a:lnTo>
                  <a:pt x="1184" y="1642"/>
                </a:lnTo>
                <a:lnTo>
                  <a:pt x="1211" y="1630"/>
                </a:lnTo>
                <a:lnTo>
                  <a:pt x="1234" y="1609"/>
                </a:lnTo>
                <a:lnTo>
                  <a:pt x="1265" y="1601"/>
                </a:lnTo>
                <a:lnTo>
                  <a:pt x="1284" y="1607"/>
                </a:lnTo>
                <a:lnTo>
                  <a:pt x="1307" y="1619"/>
                </a:lnTo>
                <a:lnTo>
                  <a:pt x="1330" y="1636"/>
                </a:lnTo>
                <a:lnTo>
                  <a:pt x="1351" y="1646"/>
                </a:lnTo>
                <a:lnTo>
                  <a:pt x="1372" y="1642"/>
                </a:lnTo>
                <a:lnTo>
                  <a:pt x="1424" y="1617"/>
                </a:lnTo>
                <a:lnTo>
                  <a:pt x="1465" y="1588"/>
                </a:lnTo>
                <a:lnTo>
                  <a:pt x="1490" y="1553"/>
                </a:lnTo>
                <a:lnTo>
                  <a:pt x="1507" y="1513"/>
                </a:lnTo>
                <a:lnTo>
                  <a:pt x="1515" y="1475"/>
                </a:lnTo>
                <a:lnTo>
                  <a:pt x="1511" y="1455"/>
                </a:lnTo>
                <a:close/>
                <a:moveTo>
                  <a:pt x="1756" y="1968"/>
                </a:moveTo>
                <a:lnTo>
                  <a:pt x="1743" y="1962"/>
                </a:lnTo>
                <a:lnTo>
                  <a:pt x="1680" y="1924"/>
                </a:lnTo>
                <a:lnTo>
                  <a:pt x="1628" y="1872"/>
                </a:lnTo>
                <a:lnTo>
                  <a:pt x="1591" y="1809"/>
                </a:lnTo>
                <a:lnTo>
                  <a:pt x="1561" y="1734"/>
                </a:lnTo>
                <a:lnTo>
                  <a:pt x="1486" y="1788"/>
                </a:lnTo>
                <a:lnTo>
                  <a:pt x="1413" y="1828"/>
                </a:lnTo>
                <a:lnTo>
                  <a:pt x="1346" y="1847"/>
                </a:lnTo>
                <a:lnTo>
                  <a:pt x="1280" y="1859"/>
                </a:lnTo>
                <a:lnTo>
                  <a:pt x="1265" y="1859"/>
                </a:lnTo>
                <a:lnTo>
                  <a:pt x="1250" y="1861"/>
                </a:lnTo>
                <a:lnTo>
                  <a:pt x="1190" y="1849"/>
                </a:lnTo>
                <a:lnTo>
                  <a:pt x="1121" y="1828"/>
                </a:lnTo>
                <a:lnTo>
                  <a:pt x="1048" y="1791"/>
                </a:lnTo>
                <a:lnTo>
                  <a:pt x="977" y="1740"/>
                </a:lnTo>
                <a:lnTo>
                  <a:pt x="950" y="1803"/>
                </a:lnTo>
                <a:lnTo>
                  <a:pt x="921" y="1857"/>
                </a:lnTo>
                <a:lnTo>
                  <a:pt x="883" y="1909"/>
                </a:lnTo>
                <a:lnTo>
                  <a:pt x="839" y="1945"/>
                </a:lnTo>
                <a:lnTo>
                  <a:pt x="785" y="1974"/>
                </a:lnTo>
                <a:lnTo>
                  <a:pt x="831" y="2037"/>
                </a:lnTo>
                <a:lnTo>
                  <a:pt x="873" y="2093"/>
                </a:lnTo>
                <a:lnTo>
                  <a:pt x="948" y="2176"/>
                </a:lnTo>
                <a:lnTo>
                  <a:pt x="1021" y="2243"/>
                </a:lnTo>
                <a:lnTo>
                  <a:pt x="1096" y="2298"/>
                </a:lnTo>
                <a:lnTo>
                  <a:pt x="1177" y="2341"/>
                </a:lnTo>
                <a:lnTo>
                  <a:pt x="1269" y="2371"/>
                </a:lnTo>
                <a:lnTo>
                  <a:pt x="1365" y="2329"/>
                </a:lnTo>
                <a:lnTo>
                  <a:pt x="1447" y="2281"/>
                </a:lnTo>
                <a:lnTo>
                  <a:pt x="1524" y="2222"/>
                </a:lnTo>
                <a:lnTo>
                  <a:pt x="1599" y="2151"/>
                </a:lnTo>
                <a:lnTo>
                  <a:pt x="1674" y="2066"/>
                </a:lnTo>
                <a:lnTo>
                  <a:pt x="1756" y="1968"/>
                </a:lnTo>
                <a:close/>
                <a:moveTo>
                  <a:pt x="1755" y="814"/>
                </a:moveTo>
                <a:lnTo>
                  <a:pt x="1662" y="805"/>
                </a:lnTo>
                <a:lnTo>
                  <a:pt x="1580" y="782"/>
                </a:lnTo>
                <a:lnTo>
                  <a:pt x="1505" y="749"/>
                </a:lnTo>
                <a:lnTo>
                  <a:pt x="1438" y="714"/>
                </a:lnTo>
                <a:lnTo>
                  <a:pt x="1376" y="672"/>
                </a:lnTo>
                <a:lnTo>
                  <a:pt x="1311" y="626"/>
                </a:lnTo>
                <a:lnTo>
                  <a:pt x="1250" y="584"/>
                </a:lnTo>
                <a:lnTo>
                  <a:pt x="1184" y="547"/>
                </a:lnTo>
                <a:lnTo>
                  <a:pt x="1117" y="511"/>
                </a:lnTo>
                <a:lnTo>
                  <a:pt x="1058" y="488"/>
                </a:lnTo>
                <a:lnTo>
                  <a:pt x="996" y="474"/>
                </a:lnTo>
                <a:lnTo>
                  <a:pt x="940" y="467"/>
                </a:lnTo>
                <a:lnTo>
                  <a:pt x="894" y="474"/>
                </a:lnTo>
                <a:lnTo>
                  <a:pt x="856" y="492"/>
                </a:lnTo>
                <a:lnTo>
                  <a:pt x="827" y="518"/>
                </a:lnTo>
                <a:lnTo>
                  <a:pt x="797" y="578"/>
                </a:lnTo>
                <a:lnTo>
                  <a:pt x="779" y="647"/>
                </a:lnTo>
                <a:lnTo>
                  <a:pt x="768" y="724"/>
                </a:lnTo>
                <a:lnTo>
                  <a:pt x="770" y="739"/>
                </a:lnTo>
                <a:lnTo>
                  <a:pt x="770" y="810"/>
                </a:lnTo>
                <a:lnTo>
                  <a:pt x="770" y="889"/>
                </a:lnTo>
                <a:lnTo>
                  <a:pt x="773" y="970"/>
                </a:lnTo>
                <a:lnTo>
                  <a:pt x="781" y="1039"/>
                </a:lnTo>
                <a:lnTo>
                  <a:pt x="791" y="1104"/>
                </a:lnTo>
                <a:lnTo>
                  <a:pt x="804" y="1166"/>
                </a:lnTo>
                <a:lnTo>
                  <a:pt x="820" y="1221"/>
                </a:lnTo>
                <a:lnTo>
                  <a:pt x="839" y="1271"/>
                </a:lnTo>
                <a:lnTo>
                  <a:pt x="862" y="1302"/>
                </a:lnTo>
                <a:lnTo>
                  <a:pt x="891" y="1327"/>
                </a:lnTo>
                <a:lnTo>
                  <a:pt x="919" y="1331"/>
                </a:lnTo>
                <a:lnTo>
                  <a:pt x="956" y="1315"/>
                </a:lnTo>
                <a:lnTo>
                  <a:pt x="967" y="1306"/>
                </a:lnTo>
                <a:lnTo>
                  <a:pt x="1006" y="1281"/>
                </a:lnTo>
                <a:lnTo>
                  <a:pt x="1052" y="1258"/>
                </a:lnTo>
                <a:lnTo>
                  <a:pt x="1108" y="1240"/>
                </a:lnTo>
                <a:lnTo>
                  <a:pt x="1179" y="1235"/>
                </a:lnTo>
                <a:lnTo>
                  <a:pt x="1257" y="1242"/>
                </a:lnTo>
                <a:lnTo>
                  <a:pt x="1340" y="1235"/>
                </a:lnTo>
                <a:lnTo>
                  <a:pt x="1407" y="1240"/>
                </a:lnTo>
                <a:lnTo>
                  <a:pt x="1468" y="1258"/>
                </a:lnTo>
                <a:lnTo>
                  <a:pt x="1515" y="1279"/>
                </a:lnTo>
                <a:lnTo>
                  <a:pt x="1555" y="1302"/>
                </a:lnTo>
                <a:lnTo>
                  <a:pt x="1559" y="1310"/>
                </a:lnTo>
                <a:lnTo>
                  <a:pt x="1564" y="1313"/>
                </a:lnTo>
                <a:lnTo>
                  <a:pt x="1601" y="1329"/>
                </a:lnTo>
                <a:lnTo>
                  <a:pt x="1634" y="1319"/>
                </a:lnTo>
                <a:lnTo>
                  <a:pt x="1662" y="1294"/>
                </a:lnTo>
                <a:lnTo>
                  <a:pt x="1693" y="1239"/>
                </a:lnTo>
                <a:lnTo>
                  <a:pt x="1714" y="1169"/>
                </a:lnTo>
                <a:lnTo>
                  <a:pt x="1732" y="1087"/>
                </a:lnTo>
                <a:lnTo>
                  <a:pt x="1747" y="1000"/>
                </a:lnTo>
                <a:lnTo>
                  <a:pt x="1755" y="908"/>
                </a:lnTo>
                <a:lnTo>
                  <a:pt x="1755" y="822"/>
                </a:lnTo>
                <a:lnTo>
                  <a:pt x="1755" y="814"/>
                </a:lnTo>
                <a:close/>
                <a:moveTo>
                  <a:pt x="1935" y="943"/>
                </a:moveTo>
                <a:lnTo>
                  <a:pt x="1920" y="872"/>
                </a:lnTo>
                <a:lnTo>
                  <a:pt x="1902" y="831"/>
                </a:lnTo>
                <a:lnTo>
                  <a:pt x="1885" y="801"/>
                </a:lnTo>
                <a:lnTo>
                  <a:pt x="1864" y="785"/>
                </a:lnTo>
                <a:lnTo>
                  <a:pt x="1841" y="789"/>
                </a:lnTo>
                <a:lnTo>
                  <a:pt x="1824" y="810"/>
                </a:lnTo>
                <a:lnTo>
                  <a:pt x="1812" y="849"/>
                </a:lnTo>
                <a:lnTo>
                  <a:pt x="1799" y="897"/>
                </a:lnTo>
                <a:lnTo>
                  <a:pt x="1793" y="970"/>
                </a:lnTo>
                <a:lnTo>
                  <a:pt x="1789" y="1052"/>
                </a:lnTo>
                <a:lnTo>
                  <a:pt x="1791" y="1154"/>
                </a:lnTo>
                <a:lnTo>
                  <a:pt x="1797" y="1273"/>
                </a:lnTo>
                <a:lnTo>
                  <a:pt x="1799" y="1283"/>
                </a:lnTo>
                <a:lnTo>
                  <a:pt x="1814" y="1275"/>
                </a:lnTo>
                <a:lnTo>
                  <a:pt x="1826" y="1269"/>
                </a:lnTo>
                <a:lnTo>
                  <a:pt x="1874" y="1227"/>
                </a:lnTo>
                <a:lnTo>
                  <a:pt x="1906" y="1167"/>
                </a:lnTo>
                <a:lnTo>
                  <a:pt x="1925" y="1098"/>
                </a:lnTo>
                <a:lnTo>
                  <a:pt x="1939" y="1022"/>
                </a:lnTo>
                <a:lnTo>
                  <a:pt x="1935" y="943"/>
                </a:lnTo>
                <a:close/>
                <a:moveTo>
                  <a:pt x="2530" y="2364"/>
                </a:moveTo>
                <a:lnTo>
                  <a:pt x="2536" y="2431"/>
                </a:lnTo>
                <a:lnTo>
                  <a:pt x="2524" y="2513"/>
                </a:lnTo>
                <a:lnTo>
                  <a:pt x="2496" y="2600"/>
                </a:lnTo>
                <a:lnTo>
                  <a:pt x="2450" y="2686"/>
                </a:lnTo>
                <a:lnTo>
                  <a:pt x="359" y="2694"/>
                </a:lnTo>
                <a:lnTo>
                  <a:pt x="86" y="2690"/>
                </a:lnTo>
                <a:lnTo>
                  <a:pt x="53" y="2632"/>
                </a:lnTo>
                <a:lnTo>
                  <a:pt x="27" y="2565"/>
                </a:lnTo>
                <a:lnTo>
                  <a:pt x="5" y="2504"/>
                </a:lnTo>
                <a:lnTo>
                  <a:pt x="0" y="2440"/>
                </a:lnTo>
                <a:lnTo>
                  <a:pt x="2" y="2375"/>
                </a:lnTo>
                <a:lnTo>
                  <a:pt x="13" y="2318"/>
                </a:lnTo>
                <a:lnTo>
                  <a:pt x="34" y="2262"/>
                </a:lnTo>
                <a:lnTo>
                  <a:pt x="61" y="2216"/>
                </a:lnTo>
                <a:lnTo>
                  <a:pt x="119" y="2156"/>
                </a:lnTo>
                <a:lnTo>
                  <a:pt x="186" y="2106"/>
                </a:lnTo>
                <a:lnTo>
                  <a:pt x="265" y="2064"/>
                </a:lnTo>
                <a:lnTo>
                  <a:pt x="353" y="2026"/>
                </a:lnTo>
                <a:lnTo>
                  <a:pt x="441" y="1993"/>
                </a:lnTo>
                <a:lnTo>
                  <a:pt x="535" y="1964"/>
                </a:lnTo>
                <a:lnTo>
                  <a:pt x="628" y="1930"/>
                </a:lnTo>
                <a:lnTo>
                  <a:pt x="714" y="1897"/>
                </a:lnTo>
                <a:lnTo>
                  <a:pt x="779" y="1864"/>
                </a:lnTo>
                <a:lnTo>
                  <a:pt x="829" y="1824"/>
                </a:lnTo>
                <a:lnTo>
                  <a:pt x="860" y="1782"/>
                </a:lnTo>
                <a:lnTo>
                  <a:pt x="889" y="1728"/>
                </a:lnTo>
                <a:lnTo>
                  <a:pt x="900" y="1676"/>
                </a:lnTo>
                <a:lnTo>
                  <a:pt x="852" y="1621"/>
                </a:lnTo>
                <a:lnTo>
                  <a:pt x="808" y="1561"/>
                </a:lnTo>
                <a:lnTo>
                  <a:pt x="770" y="1488"/>
                </a:lnTo>
                <a:lnTo>
                  <a:pt x="735" y="1434"/>
                </a:lnTo>
                <a:lnTo>
                  <a:pt x="695" y="1352"/>
                </a:lnTo>
                <a:lnTo>
                  <a:pt x="639" y="1323"/>
                </a:lnTo>
                <a:lnTo>
                  <a:pt x="591" y="1277"/>
                </a:lnTo>
                <a:lnTo>
                  <a:pt x="562" y="1231"/>
                </a:lnTo>
                <a:lnTo>
                  <a:pt x="537" y="1171"/>
                </a:lnTo>
                <a:lnTo>
                  <a:pt x="520" y="1112"/>
                </a:lnTo>
                <a:lnTo>
                  <a:pt x="509" y="1010"/>
                </a:lnTo>
                <a:lnTo>
                  <a:pt x="516" y="927"/>
                </a:lnTo>
                <a:lnTo>
                  <a:pt x="530" y="862"/>
                </a:lnTo>
                <a:lnTo>
                  <a:pt x="557" y="803"/>
                </a:lnTo>
                <a:lnTo>
                  <a:pt x="564" y="716"/>
                </a:lnTo>
                <a:lnTo>
                  <a:pt x="576" y="624"/>
                </a:lnTo>
                <a:lnTo>
                  <a:pt x="599" y="536"/>
                </a:lnTo>
                <a:lnTo>
                  <a:pt x="624" y="444"/>
                </a:lnTo>
                <a:lnTo>
                  <a:pt x="653" y="357"/>
                </a:lnTo>
                <a:lnTo>
                  <a:pt x="695" y="280"/>
                </a:lnTo>
                <a:lnTo>
                  <a:pt x="747" y="209"/>
                </a:lnTo>
                <a:lnTo>
                  <a:pt x="804" y="150"/>
                </a:lnTo>
                <a:lnTo>
                  <a:pt x="869" y="106"/>
                </a:lnTo>
                <a:lnTo>
                  <a:pt x="948" y="73"/>
                </a:lnTo>
                <a:lnTo>
                  <a:pt x="1036" y="60"/>
                </a:lnTo>
                <a:lnTo>
                  <a:pt x="1150" y="31"/>
                </a:lnTo>
                <a:lnTo>
                  <a:pt x="1267" y="10"/>
                </a:lnTo>
                <a:lnTo>
                  <a:pt x="1376" y="0"/>
                </a:lnTo>
                <a:lnTo>
                  <a:pt x="1476" y="14"/>
                </a:lnTo>
                <a:lnTo>
                  <a:pt x="1566" y="42"/>
                </a:lnTo>
                <a:lnTo>
                  <a:pt x="1643" y="85"/>
                </a:lnTo>
                <a:lnTo>
                  <a:pt x="1714" y="146"/>
                </a:lnTo>
                <a:lnTo>
                  <a:pt x="1780" y="223"/>
                </a:lnTo>
                <a:lnTo>
                  <a:pt x="1831" y="307"/>
                </a:lnTo>
                <a:lnTo>
                  <a:pt x="1879" y="409"/>
                </a:lnTo>
                <a:lnTo>
                  <a:pt x="1914" y="528"/>
                </a:lnTo>
                <a:lnTo>
                  <a:pt x="1945" y="653"/>
                </a:lnTo>
                <a:lnTo>
                  <a:pt x="1966" y="789"/>
                </a:lnTo>
                <a:lnTo>
                  <a:pt x="1968" y="797"/>
                </a:lnTo>
                <a:lnTo>
                  <a:pt x="1993" y="856"/>
                </a:lnTo>
                <a:lnTo>
                  <a:pt x="2006" y="920"/>
                </a:lnTo>
                <a:lnTo>
                  <a:pt x="2012" y="1014"/>
                </a:lnTo>
                <a:lnTo>
                  <a:pt x="2002" y="1106"/>
                </a:lnTo>
                <a:lnTo>
                  <a:pt x="1983" y="1183"/>
                </a:lnTo>
                <a:lnTo>
                  <a:pt x="1948" y="1250"/>
                </a:lnTo>
                <a:lnTo>
                  <a:pt x="1933" y="1269"/>
                </a:lnTo>
                <a:lnTo>
                  <a:pt x="1889" y="1319"/>
                </a:lnTo>
                <a:lnTo>
                  <a:pt x="1835" y="1348"/>
                </a:lnTo>
                <a:lnTo>
                  <a:pt x="1801" y="1411"/>
                </a:lnTo>
                <a:lnTo>
                  <a:pt x="1783" y="1446"/>
                </a:lnTo>
                <a:lnTo>
                  <a:pt x="1764" y="1475"/>
                </a:lnTo>
                <a:lnTo>
                  <a:pt x="1730" y="1548"/>
                </a:lnTo>
                <a:lnTo>
                  <a:pt x="1682" y="1613"/>
                </a:lnTo>
                <a:lnTo>
                  <a:pt x="1630" y="1674"/>
                </a:lnTo>
                <a:lnTo>
                  <a:pt x="1641" y="1730"/>
                </a:lnTo>
                <a:lnTo>
                  <a:pt x="1668" y="1776"/>
                </a:lnTo>
                <a:lnTo>
                  <a:pt x="1705" y="1822"/>
                </a:lnTo>
                <a:lnTo>
                  <a:pt x="1753" y="1861"/>
                </a:lnTo>
                <a:lnTo>
                  <a:pt x="1816" y="1895"/>
                </a:lnTo>
                <a:lnTo>
                  <a:pt x="1927" y="1934"/>
                </a:lnTo>
                <a:lnTo>
                  <a:pt x="2014" y="1962"/>
                </a:lnTo>
                <a:lnTo>
                  <a:pt x="2102" y="1993"/>
                </a:lnTo>
                <a:lnTo>
                  <a:pt x="2190" y="2024"/>
                </a:lnTo>
                <a:lnTo>
                  <a:pt x="2267" y="2055"/>
                </a:lnTo>
                <a:lnTo>
                  <a:pt x="2340" y="2093"/>
                </a:lnTo>
                <a:lnTo>
                  <a:pt x="2405" y="2141"/>
                </a:lnTo>
                <a:lnTo>
                  <a:pt x="2463" y="2197"/>
                </a:lnTo>
                <a:lnTo>
                  <a:pt x="2503" y="2262"/>
                </a:lnTo>
                <a:lnTo>
                  <a:pt x="2523" y="2312"/>
                </a:lnTo>
                <a:lnTo>
                  <a:pt x="2530" y="2364"/>
                </a:lnTo>
                <a:close/>
              </a:path>
            </a:pathLst>
          </a:custGeom>
          <a:solidFill>
            <a:schemeClr val="accent5"/>
          </a:solidFill>
          <a:ln>
            <a:noFill/>
          </a:ln>
        </p:spPr>
        <p:txBody>
          <a:bodyPr vert="horz" wrap="square" lIns="91440" tIns="45720" rIns="91440" bIns="45720" numCol="1" anchor="t" anchorCtr="0" compatLnSpc="1"/>
          <a:lstStyle/>
          <a:p>
            <a:endParaRPr lang="es-SV"/>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2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5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75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10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par>
                          <p:cTn id="44" fill="hold">
                            <p:stCondLst>
                              <p:cond delay="3000"/>
                            </p:stCondLst>
                            <p:childTnLst>
                              <p:par>
                                <p:cTn id="45" presetID="16" presetClass="entr" presetSubtype="37" fill="hold" grpId="0"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arn(outVertical)">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lock Arc 3"/>
          <p:cNvSpPr/>
          <p:nvPr/>
        </p:nvSpPr>
        <p:spPr>
          <a:xfrm>
            <a:off x="6786725" y="1960988"/>
            <a:ext cx="1997711" cy="1997712"/>
          </a:xfrm>
          <a:prstGeom prst="blockArc">
            <a:avLst>
              <a:gd name="adj1" fmla="val 10800000"/>
              <a:gd name="adj2" fmla="val 3"/>
              <a:gd name="adj3" fmla="val 152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Block Arc 4"/>
          <p:cNvSpPr/>
          <p:nvPr/>
        </p:nvSpPr>
        <p:spPr>
          <a:xfrm rot="10800000">
            <a:off x="5097190" y="1958391"/>
            <a:ext cx="1997711" cy="1997712"/>
          </a:xfrm>
          <a:prstGeom prst="blockArc">
            <a:avLst>
              <a:gd name="adj1" fmla="val 10800000"/>
              <a:gd name="adj2" fmla="val 3"/>
              <a:gd name="adj3" fmla="val 152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Block Arc 5"/>
          <p:cNvSpPr/>
          <p:nvPr/>
        </p:nvSpPr>
        <p:spPr>
          <a:xfrm>
            <a:off x="3410453" y="1976242"/>
            <a:ext cx="1997711" cy="1997712"/>
          </a:xfrm>
          <a:prstGeom prst="blockArc">
            <a:avLst>
              <a:gd name="adj1" fmla="val 10800000"/>
              <a:gd name="adj2" fmla="val 3"/>
              <a:gd name="adj3" fmla="val 152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Block Arc 6"/>
          <p:cNvSpPr/>
          <p:nvPr/>
        </p:nvSpPr>
        <p:spPr>
          <a:xfrm>
            <a:off x="1716367" y="1960988"/>
            <a:ext cx="1997711" cy="1997712"/>
          </a:xfrm>
          <a:prstGeom prst="blockArc">
            <a:avLst>
              <a:gd name="adj1" fmla="val 10800000"/>
              <a:gd name="adj2" fmla="val 3"/>
              <a:gd name="adj3" fmla="val 1529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Block Arc 7"/>
          <p:cNvSpPr/>
          <p:nvPr/>
        </p:nvSpPr>
        <p:spPr>
          <a:xfrm>
            <a:off x="5097190" y="1960988"/>
            <a:ext cx="1997711" cy="1997712"/>
          </a:xfrm>
          <a:prstGeom prst="blockArc">
            <a:avLst>
              <a:gd name="adj1" fmla="val 10800000"/>
              <a:gd name="adj2" fmla="val 3"/>
              <a:gd name="adj3" fmla="val 1529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Block Arc 8"/>
          <p:cNvSpPr/>
          <p:nvPr/>
        </p:nvSpPr>
        <p:spPr>
          <a:xfrm>
            <a:off x="8477924" y="1960988"/>
            <a:ext cx="1997711" cy="1997712"/>
          </a:xfrm>
          <a:prstGeom prst="blockArc">
            <a:avLst>
              <a:gd name="adj1" fmla="val 10800000"/>
              <a:gd name="adj2" fmla="val 3"/>
              <a:gd name="adj3" fmla="val 1529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Freeform 9"/>
          <p:cNvSpPr/>
          <p:nvPr/>
        </p:nvSpPr>
        <p:spPr>
          <a:xfrm>
            <a:off x="2134756" y="2375154"/>
            <a:ext cx="1160932" cy="1160932"/>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1"/>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1"/>
              </a:solidFill>
              <a:latin typeface="FontAwesome" pitchFamily="2" charset="0"/>
            </a:endParaRPr>
          </a:p>
        </p:txBody>
      </p:sp>
      <p:sp>
        <p:nvSpPr>
          <p:cNvPr id="11" name="Freeform 10"/>
          <p:cNvSpPr/>
          <p:nvPr/>
        </p:nvSpPr>
        <p:spPr>
          <a:xfrm>
            <a:off x="3832466" y="2375154"/>
            <a:ext cx="1160932" cy="1160932"/>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2"/>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2"/>
              </a:solidFill>
              <a:latin typeface="FontAwesome" pitchFamily="2" charset="0"/>
            </a:endParaRPr>
          </a:p>
        </p:txBody>
      </p:sp>
      <p:sp>
        <p:nvSpPr>
          <p:cNvPr id="12" name="Freeform 11"/>
          <p:cNvSpPr/>
          <p:nvPr/>
        </p:nvSpPr>
        <p:spPr>
          <a:xfrm>
            <a:off x="5513883" y="2375154"/>
            <a:ext cx="1160932" cy="1160932"/>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3"/>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3"/>
              </a:solidFill>
              <a:latin typeface="FontAwesome" pitchFamily="2" charset="0"/>
            </a:endParaRPr>
          </a:p>
        </p:txBody>
      </p:sp>
      <p:sp>
        <p:nvSpPr>
          <p:cNvPr id="13" name="Freeform 12"/>
          <p:cNvSpPr/>
          <p:nvPr/>
        </p:nvSpPr>
        <p:spPr>
          <a:xfrm>
            <a:off x="7219707" y="2375154"/>
            <a:ext cx="1160932" cy="1160932"/>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4"/>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4"/>
              </a:solidFill>
              <a:latin typeface="FontAwesome" pitchFamily="2" charset="0"/>
            </a:endParaRPr>
          </a:p>
        </p:txBody>
      </p:sp>
      <p:sp>
        <p:nvSpPr>
          <p:cNvPr id="14" name="Freeform 13"/>
          <p:cNvSpPr/>
          <p:nvPr/>
        </p:nvSpPr>
        <p:spPr>
          <a:xfrm>
            <a:off x="8901124" y="2375154"/>
            <a:ext cx="1160932" cy="1160932"/>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5"/>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5"/>
              </a:solidFill>
              <a:latin typeface="FontAwesome" pitchFamily="2" charset="0"/>
            </a:endParaRPr>
          </a:p>
        </p:txBody>
      </p:sp>
      <p:sp>
        <p:nvSpPr>
          <p:cNvPr id="15" name="Block Arc 14"/>
          <p:cNvSpPr/>
          <p:nvPr/>
        </p:nvSpPr>
        <p:spPr>
          <a:xfrm rot="10800000">
            <a:off x="1716367" y="1958390"/>
            <a:ext cx="1997711" cy="1997712"/>
          </a:xfrm>
          <a:prstGeom prst="blockArc">
            <a:avLst>
              <a:gd name="adj1" fmla="val 10800000"/>
              <a:gd name="adj2" fmla="val 3"/>
              <a:gd name="adj3" fmla="val 152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Block Arc 15"/>
          <p:cNvSpPr/>
          <p:nvPr/>
        </p:nvSpPr>
        <p:spPr>
          <a:xfrm rot="10800000">
            <a:off x="3405901" y="1958391"/>
            <a:ext cx="1997711" cy="1997712"/>
          </a:xfrm>
          <a:prstGeom prst="blockArc">
            <a:avLst>
              <a:gd name="adj1" fmla="val 10800000"/>
              <a:gd name="adj2" fmla="val 3"/>
              <a:gd name="adj3" fmla="val 1529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Block Arc 16"/>
          <p:cNvSpPr/>
          <p:nvPr/>
        </p:nvSpPr>
        <p:spPr>
          <a:xfrm rot="10800000">
            <a:off x="8477924" y="1958391"/>
            <a:ext cx="1997711" cy="1997712"/>
          </a:xfrm>
          <a:prstGeom prst="blockArc">
            <a:avLst>
              <a:gd name="adj1" fmla="val 10800000"/>
              <a:gd name="adj2" fmla="val 3"/>
              <a:gd name="adj3" fmla="val 152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Block Arc 17"/>
          <p:cNvSpPr/>
          <p:nvPr/>
        </p:nvSpPr>
        <p:spPr>
          <a:xfrm rot="10800000">
            <a:off x="6786725" y="1958391"/>
            <a:ext cx="1997711" cy="1997712"/>
          </a:xfrm>
          <a:prstGeom prst="blockArc">
            <a:avLst>
              <a:gd name="adj1" fmla="val 10800000"/>
              <a:gd name="adj2" fmla="val 3"/>
              <a:gd name="adj3" fmla="val 1529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20" name="Group 17"/>
          <p:cNvGrpSpPr>
            <a:grpSpLocks noChangeAspect="1"/>
          </p:cNvGrpSpPr>
          <p:nvPr/>
        </p:nvGrpSpPr>
        <p:grpSpPr bwMode="auto">
          <a:xfrm>
            <a:off x="9268845" y="2740412"/>
            <a:ext cx="425490" cy="451520"/>
            <a:chOff x="-2335" y="2292"/>
            <a:chExt cx="425" cy="451"/>
          </a:xfrm>
          <a:solidFill>
            <a:schemeClr val="accent5"/>
          </a:solidFill>
        </p:grpSpPr>
        <p:sp>
          <p:nvSpPr>
            <p:cNvPr id="21" name="Freeform 19"/>
            <p:cNvSpPr>
              <a:spLocks noEditPoints="1"/>
            </p:cNvSpPr>
            <p:nvPr/>
          </p:nvSpPr>
          <p:spPr bwMode="auto">
            <a:xfrm>
              <a:off x="-2335" y="2292"/>
              <a:ext cx="425" cy="451"/>
            </a:xfrm>
            <a:custGeom>
              <a:avLst/>
              <a:gdLst>
                <a:gd name="T0" fmla="*/ 1320 w 3401"/>
                <a:gd name="T1" fmla="*/ 842 h 3604"/>
                <a:gd name="T2" fmla="*/ 1152 w 3401"/>
                <a:gd name="T3" fmla="*/ 1102 h 3604"/>
                <a:gd name="T4" fmla="*/ 888 w 3401"/>
                <a:gd name="T5" fmla="*/ 1312 h 3604"/>
                <a:gd name="T6" fmla="*/ 554 w 3401"/>
                <a:gd name="T7" fmla="*/ 1526 h 3604"/>
                <a:gd name="T8" fmla="*/ 424 w 3401"/>
                <a:gd name="T9" fmla="*/ 1896 h 3604"/>
                <a:gd name="T10" fmla="*/ 539 w 3401"/>
                <a:gd name="T11" fmla="*/ 3134 h 3604"/>
                <a:gd name="T12" fmla="*/ 889 w 3401"/>
                <a:gd name="T13" fmla="*/ 3364 h 3604"/>
                <a:gd name="T14" fmla="*/ 2629 w 3401"/>
                <a:gd name="T15" fmla="*/ 3324 h 3604"/>
                <a:gd name="T16" fmla="*/ 2924 w 3401"/>
                <a:gd name="T17" fmla="*/ 3030 h 3604"/>
                <a:gd name="T18" fmla="*/ 2965 w 3401"/>
                <a:gd name="T19" fmla="*/ 1774 h 3604"/>
                <a:gd name="T20" fmla="*/ 2749 w 3401"/>
                <a:gd name="T21" fmla="*/ 1429 h 3604"/>
                <a:gd name="T22" fmla="*/ 2511 w 3401"/>
                <a:gd name="T23" fmla="*/ 1314 h 3604"/>
                <a:gd name="T24" fmla="*/ 2327 w 3401"/>
                <a:gd name="T25" fmla="*/ 1183 h 3604"/>
                <a:gd name="T26" fmla="*/ 2106 w 3401"/>
                <a:gd name="T27" fmla="*/ 884 h 3604"/>
                <a:gd name="T28" fmla="*/ 1955 w 3401"/>
                <a:gd name="T29" fmla="*/ 754 h 3604"/>
                <a:gd name="T30" fmla="*/ 542 w 3401"/>
                <a:gd name="T31" fmla="*/ 244 h 3604"/>
                <a:gd name="T32" fmla="*/ 319 w 3401"/>
                <a:gd name="T33" fmla="*/ 370 h 3604"/>
                <a:gd name="T34" fmla="*/ 229 w 3401"/>
                <a:gd name="T35" fmla="*/ 687 h 3604"/>
                <a:gd name="T36" fmla="*/ 311 w 3401"/>
                <a:gd name="T37" fmla="*/ 993 h 3604"/>
                <a:gd name="T38" fmla="*/ 620 w 3401"/>
                <a:gd name="T39" fmla="*/ 1108 h 3604"/>
                <a:gd name="T40" fmla="*/ 816 w 3401"/>
                <a:gd name="T41" fmla="*/ 1101 h 3604"/>
                <a:gd name="T42" fmla="*/ 938 w 3401"/>
                <a:gd name="T43" fmla="*/ 1020 h 3604"/>
                <a:gd name="T44" fmla="*/ 1088 w 3401"/>
                <a:gd name="T45" fmla="*/ 779 h 3604"/>
                <a:gd name="T46" fmla="*/ 1272 w 3401"/>
                <a:gd name="T47" fmla="*/ 582 h 3604"/>
                <a:gd name="T48" fmla="*/ 1974 w 3401"/>
                <a:gd name="T49" fmla="*/ 528 h 3604"/>
                <a:gd name="T50" fmla="*/ 2218 w 3401"/>
                <a:gd name="T51" fmla="*/ 655 h 3604"/>
                <a:gd name="T52" fmla="*/ 2370 w 3401"/>
                <a:gd name="T53" fmla="*/ 875 h 3604"/>
                <a:gd name="T54" fmla="*/ 2529 w 3401"/>
                <a:gd name="T55" fmla="*/ 1083 h 3604"/>
                <a:gd name="T56" fmla="*/ 2632 w 3401"/>
                <a:gd name="T57" fmla="*/ 1107 h 3604"/>
                <a:gd name="T58" fmla="*/ 2869 w 3401"/>
                <a:gd name="T59" fmla="*/ 1098 h 3604"/>
                <a:gd name="T60" fmla="*/ 3116 w 3401"/>
                <a:gd name="T61" fmla="*/ 962 h 3604"/>
                <a:gd name="T62" fmla="*/ 3169 w 3401"/>
                <a:gd name="T63" fmla="*/ 629 h 3604"/>
                <a:gd name="T64" fmla="*/ 3065 w 3401"/>
                <a:gd name="T65" fmla="*/ 348 h 3604"/>
                <a:gd name="T66" fmla="*/ 2835 w 3401"/>
                <a:gd name="T67" fmla="*/ 239 h 3604"/>
                <a:gd name="T68" fmla="*/ 2650 w 3401"/>
                <a:gd name="T69" fmla="*/ 0 h 3604"/>
                <a:gd name="T70" fmla="*/ 2987 w 3401"/>
                <a:gd name="T71" fmla="*/ 43 h 3604"/>
                <a:gd name="T72" fmla="*/ 3280 w 3401"/>
                <a:gd name="T73" fmla="*/ 256 h 3604"/>
                <a:gd name="T74" fmla="*/ 3399 w 3401"/>
                <a:gd name="T75" fmla="*/ 673 h 3604"/>
                <a:gd name="T76" fmla="*/ 3336 w 3401"/>
                <a:gd name="T77" fmla="*/ 1039 h 3604"/>
                <a:gd name="T78" fmla="*/ 3166 w 3401"/>
                <a:gd name="T79" fmla="*/ 1223 h 3604"/>
                <a:gd name="T80" fmla="*/ 3042 w 3401"/>
                <a:gd name="T81" fmla="*/ 1407 h 3604"/>
                <a:gd name="T82" fmla="*/ 3201 w 3401"/>
                <a:gd name="T83" fmla="*/ 1828 h 3604"/>
                <a:gd name="T84" fmla="*/ 3125 w 3401"/>
                <a:gd name="T85" fmla="*/ 3135 h 3604"/>
                <a:gd name="T86" fmla="*/ 2798 w 3401"/>
                <a:gd name="T87" fmla="*/ 3492 h 3604"/>
                <a:gd name="T88" fmla="*/ 1017 w 3401"/>
                <a:gd name="T89" fmla="*/ 3604 h 3604"/>
                <a:gd name="T90" fmla="*/ 544 w 3401"/>
                <a:gd name="T91" fmla="*/ 3454 h 3604"/>
                <a:gd name="T92" fmla="*/ 248 w 3401"/>
                <a:gd name="T93" fmla="*/ 3070 h 3604"/>
                <a:gd name="T94" fmla="*/ 208 w 3401"/>
                <a:gd name="T95" fmla="*/ 1762 h 3604"/>
                <a:gd name="T96" fmla="*/ 399 w 3401"/>
                <a:gd name="T97" fmla="*/ 1357 h 3604"/>
                <a:gd name="T98" fmla="*/ 209 w 3401"/>
                <a:gd name="T99" fmla="*/ 1204 h 3604"/>
                <a:gd name="T100" fmla="*/ 47 w 3401"/>
                <a:gd name="T101" fmla="*/ 999 h 3604"/>
                <a:gd name="T102" fmla="*/ 8 w 3401"/>
                <a:gd name="T103" fmla="*/ 600 h 3604"/>
                <a:gd name="T104" fmla="*/ 154 w 3401"/>
                <a:gd name="T105" fmla="*/ 213 h 3604"/>
                <a:gd name="T106" fmla="*/ 464 w 3401"/>
                <a:gd name="T107" fmla="*/ 29 h 3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1" h="3604">
                  <a:moveTo>
                    <a:pt x="1473" y="752"/>
                  </a:moveTo>
                  <a:lnTo>
                    <a:pt x="1443" y="754"/>
                  </a:lnTo>
                  <a:lnTo>
                    <a:pt x="1416" y="763"/>
                  </a:lnTo>
                  <a:lnTo>
                    <a:pt x="1390" y="775"/>
                  </a:lnTo>
                  <a:lnTo>
                    <a:pt x="1366" y="793"/>
                  </a:lnTo>
                  <a:lnTo>
                    <a:pt x="1343" y="816"/>
                  </a:lnTo>
                  <a:lnTo>
                    <a:pt x="1320" y="842"/>
                  </a:lnTo>
                  <a:lnTo>
                    <a:pt x="1298" y="873"/>
                  </a:lnTo>
                  <a:lnTo>
                    <a:pt x="1275" y="908"/>
                  </a:lnTo>
                  <a:lnTo>
                    <a:pt x="1252" y="946"/>
                  </a:lnTo>
                  <a:lnTo>
                    <a:pt x="1227" y="989"/>
                  </a:lnTo>
                  <a:lnTo>
                    <a:pt x="1204" y="1028"/>
                  </a:lnTo>
                  <a:lnTo>
                    <a:pt x="1178" y="1066"/>
                  </a:lnTo>
                  <a:lnTo>
                    <a:pt x="1152" y="1102"/>
                  </a:lnTo>
                  <a:lnTo>
                    <a:pt x="1123" y="1139"/>
                  </a:lnTo>
                  <a:lnTo>
                    <a:pt x="1093" y="1172"/>
                  </a:lnTo>
                  <a:lnTo>
                    <a:pt x="1060" y="1204"/>
                  </a:lnTo>
                  <a:lnTo>
                    <a:pt x="1022" y="1234"/>
                  </a:lnTo>
                  <a:lnTo>
                    <a:pt x="982" y="1263"/>
                  </a:lnTo>
                  <a:lnTo>
                    <a:pt x="936" y="1288"/>
                  </a:lnTo>
                  <a:lnTo>
                    <a:pt x="888" y="1312"/>
                  </a:lnTo>
                  <a:lnTo>
                    <a:pt x="833" y="1333"/>
                  </a:lnTo>
                  <a:lnTo>
                    <a:pt x="779" y="1354"/>
                  </a:lnTo>
                  <a:lnTo>
                    <a:pt x="727" y="1380"/>
                  </a:lnTo>
                  <a:lnTo>
                    <a:pt x="678" y="1411"/>
                  </a:lnTo>
                  <a:lnTo>
                    <a:pt x="633" y="1446"/>
                  </a:lnTo>
                  <a:lnTo>
                    <a:pt x="591" y="1485"/>
                  </a:lnTo>
                  <a:lnTo>
                    <a:pt x="554" y="1526"/>
                  </a:lnTo>
                  <a:lnTo>
                    <a:pt x="521" y="1572"/>
                  </a:lnTo>
                  <a:lnTo>
                    <a:pt x="492" y="1621"/>
                  </a:lnTo>
                  <a:lnTo>
                    <a:pt x="468" y="1671"/>
                  </a:lnTo>
                  <a:lnTo>
                    <a:pt x="449" y="1725"/>
                  </a:lnTo>
                  <a:lnTo>
                    <a:pt x="435" y="1780"/>
                  </a:lnTo>
                  <a:lnTo>
                    <a:pt x="426" y="1837"/>
                  </a:lnTo>
                  <a:lnTo>
                    <a:pt x="424" y="1896"/>
                  </a:lnTo>
                  <a:lnTo>
                    <a:pt x="424" y="2785"/>
                  </a:lnTo>
                  <a:lnTo>
                    <a:pt x="428" y="2850"/>
                  </a:lnTo>
                  <a:lnTo>
                    <a:pt x="437" y="2912"/>
                  </a:lnTo>
                  <a:lnTo>
                    <a:pt x="454" y="2971"/>
                  </a:lnTo>
                  <a:lnTo>
                    <a:pt x="477" y="3030"/>
                  </a:lnTo>
                  <a:lnTo>
                    <a:pt x="504" y="3083"/>
                  </a:lnTo>
                  <a:lnTo>
                    <a:pt x="539" y="3134"/>
                  </a:lnTo>
                  <a:lnTo>
                    <a:pt x="577" y="3181"/>
                  </a:lnTo>
                  <a:lnTo>
                    <a:pt x="620" y="3224"/>
                  </a:lnTo>
                  <a:lnTo>
                    <a:pt x="667" y="3262"/>
                  </a:lnTo>
                  <a:lnTo>
                    <a:pt x="718" y="3297"/>
                  </a:lnTo>
                  <a:lnTo>
                    <a:pt x="772" y="3324"/>
                  </a:lnTo>
                  <a:lnTo>
                    <a:pt x="830" y="3347"/>
                  </a:lnTo>
                  <a:lnTo>
                    <a:pt x="889" y="3364"/>
                  </a:lnTo>
                  <a:lnTo>
                    <a:pt x="952" y="3373"/>
                  </a:lnTo>
                  <a:lnTo>
                    <a:pt x="1017" y="3377"/>
                  </a:lnTo>
                  <a:lnTo>
                    <a:pt x="2384" y="3377"/>
                  </a:lnTo>
                  <a:lnTo>
                    <a:pt x="2449" y="3373"/>
                  </a:lnTo>
                  <a:lnTo>
                    <a:pt x="2512" y="3364"/>
                  </a:lnTo>
                  <a:lnTo>
                    <a:pt x="2571" y="3347"/>
                  </a:lnTo>
                  <a:lnTo>
                    <a:pt x="2629" y="3324"/>
                  </a:lnTo>
                  <a:lnTo>
                    <a:pt x="2683" y="3297"/>
                  </a:lnTo>
                  <a:lnTo>
                    <a:pt x="2734" y="3262"/>
                  </a:lnTo>
                  <a:lnTo>
                    <a:pt x="2781" y="3224"/>
                  </a:lnTo>
                  <a:lnTo>
                    <a:pt x="2824" y="3181"/>
                  </a:lnTo>
                  <a:lnTo>
                    <a:pt x="2862" y="3134"/>
                  </a:lnTo>
                  <a:lnTo>
                    <a:pt x="2896" y="3083"/>
                  </a:lnTo>
                  <a:lnTo>
                    <a:pt x="2924" y="3030"/>
                  </a:lnTo>
                  <a:lnTo>
                    <a:pt x="2947" y="2971"/>
                  </a:lnTo>
                  <a:lnTo>
                    <a:pt x="2963" y="2912"/>
                  </a:lnTo>
                  <a:lnTo>
                    <a:pt x="2973" y="2850"/>
                  </a:lnTo>
                  <a:lnTo>
                    <a:pt x="2977" y="2785"/>
                  </a:lnTo>
                  <a:lnTo>
                    <a:pt x="2977" y="1896"/>
                  </a:lnTo>
                  <a:lnTo>
                    <a:pt x="2974" y="1835"/>
                  </a:lnTo>
                  <a:lnTo>
                    <a:pt x="2965" y="1774"/>
                  </a:lnTo>
                  <a:lnTo>
                    <a:pt x="2949" y="1716"/>
                  </a:lnTo>
                  <a:lnTo>
                    <a:pt x="2928" y="1660"/>
                  </a:lnTo>
                  <a:lnTo>
                    <a:pt x="2902" y="1608"/>
                  </a:lnTo>
                  <a:lnTo>
                    <a:pt x="2871" y="1557"/>
                  </a:lnTo>
                  <a:lnTo>
                    <a:pt x="2835" y="1511"/>
                  </a:lnTo>
                  <a:lnTo>
                    <a:pt x="2794" y="1468"/>
                  </a:lnTo>
                  <a:lnTo>
                    <a:pt x="2749" y="1429"/>
                  </a:lnTo>
                  <a:lnTo>
                    <a:pt x="2701" y="1394"/>
                  </a:lnTo>
                  <a:lnTo>
                    <a:pt x="2648" y="1365"/>
                  </a:lnTo>
                  <a:lnTo>
                    <a:pt x="2592" y="1342"/>
                  </a:lnTo>
                  <a:lnTo>
                    <a:pt x="2534" y="1323"/>
                  </a:lnTo>
                  <a:lnTo>
                    <a:pt x="2530" y="1322"/>
                  </a:lnTo>
                  <a:lnTo>
                    <a:pt x="2523" y="1320"/>
                  </a:lnTo>
                  <a:lnTo>
                    <a:pt x="2511" y="1314"/>
                  </a:lnTo>
                  <a:lnTo>
                    <a:pt x="2494" y="1308"/>
                  </a:lnTo>
                  <a:lnTo>
                    <a:pt x="2474" y="1297"/>
                  </a:lnTo>
                  <a:lnTo>
                    <a:pt x="2451" y="1284"/>
                  </a:lnTo>
                  <a:lnTo>
                    <a:pt x="2424" y="1265"/>
                  </a:lnTo>
                  <a:lnTo>
                    <a:pt x="2394" y="1243"/>
                  </a:lnTo>
                  <a:lnTo>
                    <a:pt x="2362" y="1215"/>
                  </a:lnTo>
                  <a:lnTo>
                    <a:pt x="2327" y="1183"/>
                  </a:lnTo>
                  <a:lnTo>
                    <a:pt x="2291" y="1144"/>
                  </a:lnTo>
                  <a:lnTo>
                    <a:pt x="2253" y="1099"/>
                  </a:lnTo>
                  <a:lnTo>
                    <a:pt x="2214" y="1047"/>
                  </a:lnTo>
                  <a:lnTo>
                    <a:pt x="2174" y="989"/>
                  </a:lnTo>
                  <a:lnTo>
                    <a:pt x="2150" y="951"/>
                  </a:lnTo>
                  <a:lnTo>
                    <a:pt x="2128" y="916"/>
                  </a:lnTo>
                  <a:lnTo>
                    <a:pt x="2106" y="884"/>
                  </a:lnTo>
                  <a:lnTo>
                    <a:pt x="2085" y="854"/>
                  </a:lnTo>
                  <a:lnTo>
                    <a:pt x="2065" y="829"/>
                  </a:lnTo>
                  <a:lnTo>
                    <a:pt x="2046" y="806"/>
                  </a:lnTo>
                  <a:lnTo>
                    <a:pt x="2025" y="787"/>
                  </a:lnTo>
                  <a:lnTo>
                    <a:pt x="2003" y="772"/>
                  </a:lnTo>
                  <a:lnTo>
                    <a:pt x="1980" y="761"/>
                  </a:lnTo>
                  <a:lnTo>
                    <a:pt x="1955" y="754"/>
                  </a:lnTo>
                  <a:lnTo>
                    <a:pt x="1928" y="752"/>
                  </a:lnTo>
                  <a:lnTo>
                    <a:pt x="1473" y="752"/>
                  </a:lnTo>
                  <a:close/>
                  <a:moveTo>
                    <a:pt x="751" y="227"/>
                  </a:moveTo>
                  <a:lnTo>
                    <a:pt x="691" y="228"/>
                  </a:lnTo>
                  <a:lnTo>
                    <a:pt x="637" y="230"/>
                  </a:lnTo>
                  <a:lnTo>
                    <a:pt x="587" y="236"/>
                  </a:lnTo>
                  <a:lnTo>
                    <a:pt x="542" y="244"/>
                  </a:lnTo>
                  <a:lnTo>
                    <a:pt x="500" y="253"/>
                  </a:lnTo>
                  <a:lnTo>
                    <a:pt x="463" y="266"/>
                  </a:lnTo>
                  <a:lnTo>
                    <a:pt x="429" y="280"/>
                  </a:lnTo>
                  <a:lnTo>
                    <a:pt x="398" y="296"/>
                  </a:lnTo>
                  <a:lnTo>
                    <a:pt x="370" y="316"/>
                  </a:lnTo>
                  <a:lnTo>
                    <a:pt x="343" y="341"/>
                  </a:lnTo>
                  <a:lnTo>
                    <a:pt x="319" y="370"/>
                  </a:lnTo>
                  <a:lnTo>
                    <a:pt x="297" y="403"/>
                  </a:lnTo>
                  <a:lnTo>
                    <a:pt x="278" y="439"/>
                  </a:lnTo>
                  <a:lnTo>
                    <a:pt x="263" y="481"/>
                  </a:lnTo>
                  <a:lnTo>
                    <a:pt x="249" y="526"/>
                  </a:lnTo>
                  <a:lnTo>
                    <a:pt x="240" y="575"/>
                  </a:lnTo>
                  <a:lnTo>
                    <a:pt x="233" y="629"/>
                  </a:lnTo>
                  <a:lnTo>
                    <a:pt x="229" y="687"/>
                  </a:lnTo>
                  <a:lnTo>
                    <a:pt x="226" y="750"/>
                  </a:lnTo>
                  <a:lnTo>
                    <a:pt x="230" y="799"/>
                  </a:lnTo>
                  <a:lnTo>
                    <a:pt x="236" y="845"/>
                  </a:lnTo>
                  <a:lnTo>
                    <a:pt x="248" y="887"/>
                  </a:lnTo>
                  <a:lnTo>
                    <a:pt x="264" y="926"/>
                  </a:lnTo>
                  <a:lnTo>
                    <a:pt x="286" y="961"/>
                  </a:lnTo>
                  <a:lnTo>
                    <a:pt x="311" y="993"/>
                  </a:lnTo>
                  <a:lnTo>
                    <a:pt x="341" y="1020"/>
                  </a:lnTo>
                  <a:lnTo>
                    <a:pt x="376" y="1044"/>
                  </a:lnTo>
                  <a:lnTo>
                    <a:pt x="415" y="1064"/>
                  </a:lnTo>
                  <a:lnTo>
                    <a:pt x="459" y="1080"/>
                  </a:lnTo>
                  <a:lnTo>
                    <a:pt x="509" y="1094"/>
                  </a:lnTo>
                  <a:lnTo>
                    <a:pt x="562" y="1102"/>
                  </a:lnTo>
                  <a:lnTo>
                    <a:pt x="620" y="1108"/>
                  </a:lnTo>
                  <a:lnTo>
                    <a:pt x="683" y="1110"/>
                  </a:lnTo>
                  <a:lnTo>
                    <a:pt x="714" y="1110"/>
                  </a:lnTo>
                  <a:lnTo>
                    <a:pt x="744" y="1108"/>
                  </a:lnTo>
                  <a:lnTo>
                    <a:pt x="769" y="1107"/>
                  </a:lnTo>
                  <a:lnTo>
                    <a:pt x="790" y="1105"/>
                  </a:lnTo>
                  <a:lnTo>
                    <a:pt x="806" y="1102"/>
                  </a:lnTo>
                  <a:lnTo>
                    <a:pt x="816" y="1101"/>
                  </a:lnTo>
                  <a:lnTo>
                    <a:pt x="820" y="1100"/>
                  </a:lnTo>
                  <a:lnTo>
                    <a:pt x="823" y="1100"/>
                  </a:lnTo>
                  <a:lnTo>
                    <a:pt x="849" y="1094"/>
                  </a:lnTo>
                  <a:lnTo>
                    <a:pt x="872" y="1083"/>
                  </a:lnTo>
                  <a:lnTo>
                    <a:pt x="895" y="1066"/>
                  </a:lnTo>
                  <a:lnTo>
                    <a:pt x="917" y="1045"/>
                  </a:lnTo>
                  <a:lnTo>
                    <a:pt x="938" y="1020"/>
                  </a:lnTo>
                  <a:lnTo>
                    <a:pt x="960" y="990"/>
                  </a:lnTo>
                  <a:lnTo>
                    <a:pt x="983" y="956"/>
                  </a:lnTo>
                  <a:lnTo>
                    <a:pt x="1006" y="918"/>
                  </a:lnTo>
                  <a:lnTo>
                    <a:pt x="1031" y="875"/>
                  </a:lnTo>
                  <a:lnTo>
                    <a:pt x="1049" y="843"/>
                  </a:lnTo>
                  <a:lnTo>
                    <a:pt x="1068" y="811"/>
                  </a:lnTo>
                  <a:lnTo>
                    <a:pt x="1088" y="779"/>
                  </a:lnTo>
                  <a:lnTo>
                    <a:pt x="1110" y="747"/>
                  </a:lnTo>
                  <a:lnTo>
                    <a:pt x="1132" y="716"/>
                  </a:lnTo>
                  <a:lnTo>
                    <a:pt x="1156" y="685"/>
                  </a:lnTo>
                  <a:lnTo>
                    <a:pt x="1183" y="655"/>
                  </a:lnTo>
                  <a:lnTo>
                    <a:pt x="1210" y="629"/>
                  </a:lnTo>
                  <a:lnTo>
                    <a:pt x="1240" y="604"/>
                  </a:lnTo>
                  <a:lnTo>
                    <a:pt x="1272" y="582"/>
                  </a:lnTo>
                  <a:lnTo>
                    <a:pt x="1307" y="562"/>
                  </a:lnTo>
                  <a:lnTo>
                    <a:pt x="1343" y="547"/>
                  </a:lnTo>
                  <a:lnTo>
                    <a:pt x="1384" y="536"/>
                  </a:lnTo>
                  <a:lnTo>
                    <a:pt x="1427" y="528"/>
                  </a:lnTo>
                  <a:lnTo>
                    <a:pt x="1473" y="526"/>
                  </a:lnTo>
                  <a:lnTo>
                    <a:pt x="1928" y="526"/>
                  </a:lnTo>
                  <a:lnTo>
                    <a:pt x="1974" y="528"/>
                  </a:lnTo>
                  <a:lnTo>
                    <a:pt x="2017" y="536"/>
                  </a:lnTo>
                  <a:lnTo>
                    <a:pt x="2058" y="547"/>
                  </a:lnTo>
                  <a:lnTo>
                    <a:pt x="2094" y="562"/>
                  </a:lnTo>
                  <a:lnTo>
                    <a:pt x="2129" y="582"/>
                  </a:lnTo>
                  <a:lnTo>
                    <a:pt x="2161" y="604"/>
                  </a:lnTo>
                  <a:lnTo>
                    <a:pt x="2191" y="629"/>
                  </a:lnTo>
                  <a:lnTo>
                    <a:pt x="2218" y="655"/>
                  </a:lnTo>
                  <a:lnTo>
                    <a:pt x="2245" y="685"/>
                  </a:lnTo>
                  <a:lnTo>
                    <a:pt x="2269" y="716"/>
                  </a:lnTo>
                  <a:lnTo>
                    <a:pt x="2291" y="747"/>
                  </a:lnTo>
                  <a:lnTo>
                    <a:pt x="2313" y="779"/>
                  </a:lnTo>
                  <a:lnTo>
                    <a:pt x="2333" y="811"/>
                  </a:lnTo>
                  <a:lnTo>
                    <a:pt x="2352" y="843"/>
                  </a:lnTo>
                  <a:lnTo>
                    <a:pt x="2370" y="875"/>
                  </a:lnTo>
                  <a:lnTo>
                    <a:pt x="2395" y="918"/>
                  </a:lnTo>
                  <a:lnTo>
                    <a:pt x="2418" y="956"/>
                  </a:lnTo>
                  <a:lnTo>
                    <a:pt x="2441" y="990"/>
                  </a:lnTo>
                  <a:lnTo>
                    <a:pt x="2463" y="1020"/>
                  </a:lnTo>
                  <a:lnTo>
                    <a:pt x="2484" y="1045"/>
                  </a:lnTo>
                  <a:lnTo>
                    <a:pt x="2506" y="1066"/>
                  </a:lnTo>
                  <a:lnTo>
                    <a:pt x="2529" y="1083"/>
                  </a:lnTo>
                  <a:lnTo>
                    <a:pt x="2552" y="1094"/>
                  </a:lnTo>
                  <a:lnTo>
                    <a:pt x="2578" y="1100"/>
                  </a:lnTo>
                  <a:lnTo>
                    <a:pt x="2582" y="1100"/>
                  </a:lnTo>
                  <a:lnTo>
                    <a:pt x="2585" y="1101"/>
                  </a:lnTo>
                  <a:lnTo>
                    <a:pt x="2595" y="1102"/>
                  </a:lnTo>
                  <a:lnTo>
                    <a:pt x="2611" y="1105"/>
                  </a:lnTo>
                  <a:lnTo>
                    <a:pt x="2632" y="1107"/>
                  </a:lnTo>
                  <a:lnTo>
                    <a:pt x="2657" y="1108"/>
                  </a:lnTo>
                  <a:lnTo>
                    <a:pt x="2686" y="1110"/>
                  </a:lnTo>
                  <a:lnTo>
                    <a:pt x="2718" y="1110"/>
                  </a:lnTo>
                  <a:lnTo>
                    <a:pt x="2754" y="1110"/>
                  </a:lnTo>
                  <a:lnTo>
                    <a:pt x="2790" y="1108"/>
                  </a:lnTo>
                  <a:lnTo>
                    <a:pt x="2829" y="1103"/>
                  </a:lnTo>
                  <a:lnTo>
                    <a:pt x="2869" y="1098"/>
                  </a:lnTo>
                  <a:lnTo>
                    <a:pt x="2910" y="1089"/>
                  </a:lnTo>
                  <a:lnTo>
                    <a:pt x="2950" y="1077"/>
                  </a:lnTo>
                  <a:lnTo>
                    <a:pt x="2989" y="1062"/>
                  </a:lnTo>
                  <a:lnTo>
                    <a:pt x="3026" y="1043"/>
                  </a:lnTo>
                  <a:lnTo>
                    <a:pt x="3061" y="1020"/>
                  </a:lnTo>
                  <a:lnTo>
                    <a:pt x="3091" y="993"/>
                  </a:lnTo>
                  <a:lnTo>
                    <a:pt x="3116" y="962"/>
                  </a:lnTo>
                  <a:lnTo>
                    <a:pt x="3137" y="928"/>
                  </a:lnTo>
                  <a:lnTo>
                    <a:pt x="3154" y="889"/>
                  </a:lnTo>
                  <a:lnTo>
                    <a:pt x="3165" y="846"/>
                  </a:lnTo>
                  <a:lnTo>
                    <a:pt x="3172" y="800"/>
                  </a:lnTo>
                  <a:lnTo>
                    <a:pt x="3175" y="750"/>
                  </a:lnTo>
                  <a:lnTo>
                    <a:pt x="3172" y="687"/>
                  </a:lnTo>
                  <a:lnTo>
                    <a:pt x="3169" y="629"/>
                  </a:lnTo>
                  <a:lnTo>
                    <a:pt x="3161" y="575"/>
                  </a:lnTo>
                  <a:lnTo>
                    <a:pt x="3153" y="527"/>
                  </a:lnTo>
                  <a:lnTo>
                    <a:pt x="3140" y="483"/>
                  </a:lnTo>
                  <a:lnTo>
                    <a:pt x="3125" y="443"/>
                  </a:lnTo>
                  <a:lnTo>
                    <a:pt x="3107" y="407"/>
                  </a:lnTo>
                  <a:lnTo>
                    <a:pt x="3088" y="375"/>
                  </a:lnTo>
                  <a:lnTo>
                    <a:pt x="3065" y="348"/>
                  </a:lnTo>
                  <a:lnTo>
                    <a:pt x="3039" y="324"/>
                  </a:lnTo>
                  <a:lnTo>
                    <a:pt x="3012" y="302"/>
                  </a:lnTo>
                  <a:lnTo>
                    <a:pt x="2981" y="284"/>
                  </a:lnTo>
                  <a:lnTo>
                    <a:pt x="2948" y="269"/>
                  </a:lnTo>
                  <a:lnTo>
                    <a:pt x="2913" y="257"/>
                  </a:lnTo>
                  <a:lnTo>
                    <a:pt x="2876" y="247"/>
                  </a:lnTo>
                  <a:lnTo>
                    <a:pt x="2835" y="239"/>
                  </a:lnTo>
                  <a:lnTo>
                    <a:pt x="2792" y="234"/>
                  </a:lnTo>
                  <a:lnTo>
                    <a:pt x="2747" y="229"/>
                  </a:lnTo>
                  <a:lnTo>
                    <a:pt x="2700" y="227"/>
                  </a:lnTo>
                  <a:lnTo>
                    <a:pt x="2650" y="227"/>
                  </a:lnTo>
                  <a:lnTo>
                    <a:pt x="751" y="227"/>
                  </a:lnTo>
                  <a:close/>
                  <a:moveTo>
                    <a:pt x="751" y="0"/>
                  </a:moveTo>
                  <a:lnTo>
                    <a:pt x="2650" y="0"/>
                  </a:lnTo>
                  <a:lnTo>
                    <a:pt x="2695" y="1"/>
                  </a:lnTo>
                  <a:lnTo>
                    <a:pt x="2741" y="2"/>
                  </a:lnTo>
                  <a:lnTo>
                    <a:pt x="2790" y="5"/>
                  </a:lnTo>
                  <a:lnTo>
                    <a:pt x="2839" y="11"/>
                  </a:lnTo>
                  <a:lnTo>
                    <a:pt x="2888" y="18"/>
                  </a:lnTo>
                  <a:lnTo>
                    <a:pt x="2937" y="29"/>
                  </a:lnTo>
                  <a:lnTo>
                    <a:pt x="2987" y="43"/>
                  </a:lnTo>
                  <a:lnTo>
                    <a:pt x="3035" y="60"/>
                  </a:lnTo>
                  <a:lnTo>
                    <a:pt x="3082" y="81"/>
                  </a:lnTo>
                  <a:lnTo>
                    <a:pt x="3127" y="107"/>
                  </a:lnTo>
                  <a:lnTo>
                    <a:pt x="3171" y="138"/>
                  </a:lnTo>
                  <a:lnTo>
                    <a:pt x="3211" y="173"/>
                  </a:lnTo>
                  <a:lnTo>
                    <a:pt x="3247" y="213"/>
                  </a:lnTo>
                  <a:lnTo>
                    <a:pt x="3280" y="256"/>
                  </a:lnTo>
                  <a:lnTo>
                    <a:pt x="3309" y="303"/>
                  </a:lnTo>
                  <a:lnTo>
                    <a:pt x="3333" y="354"/>
                  </a:lnTo>
                  <a:lnTo>
                    <a:pt x="3354" y="409"/>
                  </a:lnTo>
                  <a:lnTo>
                    <a:pt x="3371" y="469"/>
                  </a:lnTo>
                  <a:lnTo>
                    <a:pt x="3385" y="532"/>
                  </a:lnTo>
                  <a:lnTo>
                    <a:pt x="3393" y="600"/>
                  </a:lnTo>
                  <a:lnTo>
                    <a:pt x="3399" y="673"/>
                  </a:lnTo>
                  <a:lnTo>
                    <a:pt x="3401" y="750"/>
                  </a:lnTo>
                  <a:lnTo>
                    <a:pt x="3399" y="808"/>
                  </a:lnTo>
                  <a:lnTo>
                    <a:pt x="3392" y="862"/>
                  </a:lnTo>
                  <a:lnTo>
                    <a:pt x="3383" y="911"/>
                  </a:lnTo>
                  <a:lnTo>
                    <a:pt x="3370" y="957"/>
                  </a:lnTo>
                  <a:lnTo>
                    <a:pt x="3354" y="999"/>
                  </a:lnTo>
                  <a:lnTo>
                    <a:pt x="3336" y="1039"/>
                  </a:lnTo>
                  <a:lnTo>
                    <a:pt x="3315" y="1074"/>
                  </a:lnTo>
                  <a:lnTo>
                    <a:pt x="3292" y="1106"/>
                  </a:lnTo>
                  <a:lnTo>
                    <a:pt x="3269" y="1134"/>
                  </a:lnTo>
                  <a:lnTo>
                    <a:pt x="3244" y="1161"/>
                  </a:lnTo>
                  <a:lnTo>
                    <a:pt x="3219" y="1185"/>
                  </a:lnTo>
                  <a:lnTo>
                    <a:pt x="3192" y="1204"/>
                  </a:lnTo>
                  <a:lnTo>
                    <a:pt x="3166" y="1223"/>
                  </a:lnTo>
                  <a:lnTo>
                    <a:pt x="3140" y="1240"/>
                  </a:lnTo>
                  <a:lnTo>
                    <a:pt x="3095" y="1263"/>
                  </a:lnTo>
                  <a:lnTo>
                    <a:pt x="3050" y="1281"/>
                  </a:lnTo>
                  <a:lnTo>
                    <a:pt x="3003" y="1298"/>
                  </a:lnTo>
                  <a:lnTo>
                    <a:pt x="2957" y="1310"/>
                  </a:lnTo>
                  <a:lnTo>
                    <a:pt x="3001" y="1357"/>
                  </a:lnTo>
                  <a:lnTo>
                    <a:pt x="3042" y="1407"/>
                  </a:lnTo>
                  <a:lnTo>
                    <a:pt x="3078" y="1460"/>
                  </a:lnTo>
                  <a:lnTo>
                    <a:pt x="3110" y="1516"/>
                  </a:lnTo>
                  <a:lnTo>
                    <a:pt x="3138" y="1575"/>
                  </a:lnTo>
                  <a:lnTo>
                    <a:pt x="3161" y="1635"/>
                  </a:lnTo>
                  <a:lnTo>
                    <a:pt x="3180" y="1698"/>
                  </a:lnTo>
                  <a:lnTo>
                    <a:pt x="3193" y="1762"/>
                  </a:lnTo>
                  <a:lnTo>
                    <a:pt x="3201" y="1828"/>
                  </a:lnTo>
                  <a:lnTo>
                    <a:pt x="3204" y="1896"/>
                  </a:lnTo>
                  <a:lnTo>
                    <a:pt x="3204" y="2785"/>
                  </a:lnTo>
                  <a:lnTo>
                    <a:pt x="3201" y="2859"/>
                  </a:lnTo>
                  <a:lnTo>
                    <a:pt x="3191" y="2932"/>
                  </a:lnTo>
                  <a:lnTo>
                    <a:pt x="3175" y="3002"/>
                  </a:lnTo>
                  <a:lnTo>
                    <a:pt x="3153" y="3070"/>
                  </a:lnTo>
                  <a:lnTo>
                    <a:pt x="3125" y="3135"/>
                  </a:lnTo>
                  <a:lnTo>
                    <a:pt x="3092" y="3198"/>
                  </a:lnTo>
                  <a:lnTo>
                    <a:pt x="3054" y="3257"/>
                  </a:lnTo>
                  <a:lnTo>
                    <a:pt x="3011" y="3312"/>
                  </a:lnTo>
                  <a:lnTo>
                    <a:pt x="2963" y="3364"/>
                  </a:lnTo>
                  <a:lnTo>
                    <a:pt x="2912" y="3411"/>
                  </a:lnTo>
                  <a:lnTo>
                    <a:pt x="2857" y="3454"/>
                  </a:lnTo>
                  <a:lnTo>
                    <a:pt x="2798" y="3492"/>
                  </a:lnTo>
                  <a:lnTo>
                    <a:pt x="2735" y="3525"/>
                  </a:lnTo>
                  <a:lnTo>
                    <a:pt x="2670" y="3552"/>
                  </a:lnTo>
                  <a:lnTo>
                    <a:pt x="2602" y="3574"/>
                  </a:lnTo>
                  <a:lnTo>
                    <a:pt x="2531" y="3591"/>
                  </a:lnTo>
                  <a:lnTo>
                    <a:pt x="2459" y="3601"/>
                  </a:lnTo>
                  <a:lnTo>
                    <a:pt x="2384" y="3604"/>
                  </a:lnTo>
                  <a:lnTo>
                    <a:pt x="1017" y="3604"/>
                  </a:lnTo>
                  <a:lnTo>
                    <a:pt x="942" y="3601"/>
                  </a:lnTo>
                  <a:lnTo>
                    <a:pt x="869" y="3591"/>
                  </a:lnTo>
                  <a:lnTo>
                    <a:pt x="799" y="3574"/>
                  </a:lnTo>
                  <a:lnTo>
                    <a:pt x="731" y="3552"/>
                  </a:lnTo>
                  <a:lnTo>
                    <a:pt x="666" y="3525"/>
                  </a:lnTo>
                  <a:lnTo>
                    <a:pt x="603" y="3492"/>
                  </a:lnTo>
                  <a:lnTo>
                    <a:pt x="544" y="3454"/>
                  </a:lnTo>
                  <a:lnTo>
                    <a:pt x="489" y="3411"/>
                  </a:lnTo>
                  <a:lnTo>
                    <a:pt x="437" y="3364"/>
                  </a:lnTo>
                  <a:lnTo>
                    <a:pt x="390" y="3312"/>
                  </a:lnTo>
                  <a:lnTo>
                    <a:pt x="347" y="3257"/>
                  </a:lnTo>
                  <a:lnTo>
                    <a:pt x="309" y="3198"/>
                  </a:lnTo>
                  <a:lnTo>
                    <a:pt x="276" y="3135"/>
                  </a:lnTo>
                  <a:lnTo>
                    <a:pt x="248" y="3070"/>
                  </a:lnTo>
                  <a:lnTo>
                    <a:pt x="226" y="3002"/>
                  </a:lnTo>
                  <a:lnTo>
                    <a:pt x="210" y="2932"/>
                  </a:lnTo>
                  <a:lnTo>
                    <a:pt x="200" y="2859"/>
                  </a:lnTo>
                  <a:lnTo>
                    <a:pt x="197" y="2785"/>
                  </a:lnTo>
                  <a:lnTo>
                    <a:pt x="197" y="1896"/>
                  </a:lnTo>
                  <a:lnTo>
                    <a:pt x="200" y="1828"/>
                  </a:lnTo>
                  <a:lnTo>
                    <a:pt x="208" y="1762"/>
                  </a:lnTo>
                  <a:lnTo>
                    <a:pt x="221" y="1698"/>
                  </a:lnTo>
                  <a:lnTo>
                    <a:pt x="240" y="1635"/>
                  </a:lnTo>
                  <a:lnTo>
                    <a:pt x="263" y="1575"/>
                  </a:lnTo>
                  <a:lnTo>
                    <a:pt x="290" y="1516"/>
                  </a:lnTo>
                  <a:lnTo>
                    <a:pt x="322" y="1460"/>
                  </a:lnTo>
                  <a:lnTo>
                    <a:pt x="358" y="1407"/>
                  </a:lnTo>
                  <a:lnTo>
                    <a:pt x="399" y="1357"/>
                  </a:lnTo>
                  <a:lnTo>
                    <a:pt x="444" y="1310"/>
                  </a:lnTo>
                  <a:lnTo>
                    <a:pt x="397" y="1298"/>
                  </a:lnTo>
                  <a:lnTo>
                    <a:pt x="351" y="1281"/>
                  </a:lnTo>
                  <a:lnTo>
                    <a:pt x="305" y="1263"/>
                  </a:lnTo>
                  <a:lnTo>
                    <a:pt x="260" y="1240"/>
                  </a:lnTo>
                  <a:lnTo>
                    <a:pt x="235" y="1223"/>
                  </a:lnTo>
                  <a:lnTo>
                    <a:pt x="209" y="1204"/>
                  </a:lnTo>
                  <a:lnTo>
                    <a:pt x="182" y="1185"/>
                  </a:lnTo>
                  <a:lnTo>
                    <a:pt x="157" y="1161"/>
                  </a:lnTo>
                  <a:lnTo>
                    <a:pt x="132" y="1134"/>
                  </a:lnTo>
                  <a:lnTo>
                    <a:pt x="109" y="1106"/>
                  </a:lnTo>
                  <a:lnTo>
                    <a:pt x="86" y="1074"/>
                  </a:lnTo>
                  <a:lnTo>
                    <a:pt x="65" y="1039"/>
                  </a:lnTo>
                  <a:lnTo>
                    <a:pt x="47" y="999"/>
                  </a:lnTo>
                  <a:lnTo>
                    <a:pt x="31" y="957"/>
                  </a:lnTo>
                  <a:lnTo>
                    <a:pt x="17" y="911"/>
                  </a:lnTo>
                  <a:lnTo>
                    <a:pt x="9" y="862"/>
                  </a:lnTo>
                  <a:lnTo>
                    <a:pt x="2" y="808"/>
                  </a:lnTo>
                  <a:lnTo>
                    <a:pt x="0" y="750"/>
                  </a:lnTo>
                  <a:lnTo>
                    <a:pt x="2" y="673"/>
                  </a:lnTo>
                  <a:lnTo>
                    <a:pt x="8" y="600"/>
                  </a:lnTo>
                  <a:lnTo>
                    <a:pt x="16" y="532"/>
                  </a:lnTo>
                  <a:lnTo>
                    <a:pt x="30" y="469"/>
                  </a:lnTo>
                  <a:lnTo>
                    <a:pt x="47" y="409"/>
                  </a:lnTo>
                  <a:lnTo>
                    <a:pt x="68" y="354"/>
                  </a:lnTo>
                  <a:lnTo>
                    <a:pt x="92" y="303"/>
                  </a:lnTo>
                  <a:lnTo>
                    <a:pt x="121" y="256"/>
                  </a:lnTo>
                  <a:lnTo>
                    <a:pt x="154" y="213"/>
                  </a:lnTo>
                  <a:lnTo>
                    <a:pt x="190" y="173"/>
                  </a:lnTo>
                  <a:lnTo>
                    <a:pt x="230" y="138"/>
                  </a:lnTo>
                  <a:lnTo>
                    <a:pt x="274" y="107"/>
                  </a:lnTo>
                  <a:lnTo>
                    <a:pt x="319" y="81"/>
                  </a:lnTo>
                  <a:lnTo>
                    <a:pt x="366" y="60"/>
                  </a:lnTo>
                  <a:lnTo>
                    <a:pt x="414" y="43"/>
                  </a:lnTo>
                  <a:lnTo>
                    <a:pt x="464" y="29"/>
                  </a:lnTo>
                  <a:lnTo>
                    <a:pt x="513" y="18"/>
                  </a:lnTo>
                  <a:lnTo>
                    <a:pt x="562" y="11"/>
                  </a:lnTo>
                  <a:lnTo>
                    <a:pt x="611" y="5"/>
                  </a:lnTo>
                  <a:lnTo>
                    <a:pt x="659" y="2"/>
                  </a:lnTo>
                  <a:lnTo>
                    <a:pt x="706" y="1"/>
                  </a:lnTo>
                  <a:lnTo>
                    <a:pt x="751" y="0"/>
                  </a:lnTo>
                  <a:close/>
                </a:path>
              </a:pathLst>
            </a:custGeom>
            <a:grpFill/>
            <a:ln w="0">
              <a:noFill/>
              <a:prstDash val="solid"/>
              <a:round/>
            </a:ln>
          </p:spPr>
          <p:txBody>
            <a:bodyPr vert="horz" wrap="square" lIns="91440" tIns="45720" rIns="91440" bIns="45720" numCol="1" anchor="t" anchorCtr="0" compatLnSpc="1"/>
            <a:lstStyle/>
            <a:p>
              <a:endParaRPr lang="es-ES"/>
            </a:p>
          </p:txBody>
        </p:sp>
        <p:sp>
          <p:nvSpPr>
            <p:cNvPr id="22" name="Freeform 20"/>
            <p:cNvSpPr>
              <a:spLocks noEditPoints="1"/>
            </p:cNvSpPr>
            <p:nvPr/>
          </p:nvSpPr>
          <p:spPr bwMode="auto">
            <a:xfrm>
              <a:off x="-2215" y="2493"/>
              <a:ext cx="185" cy="186"/>
            </a:xfrm>
            <a:custGeom>
              <a:avLst/>
              <a:gdLst>
                <a:gd name="T0" fmla="*/ 682 w 1484"/>
                <a:gd name="T1" fmla="*/ 229 h 1482"/>
                <a:gd name="T2" fmla="*/ 569 w 1484"/>
                <a:gd name="T3" fmla="*/ 256 h 1482"/>
                <a:gd name="T4" fmla="*/ 467 w 1484"/>
                <a:gd name="T5" fmla="*/ 306 h 1482"/>
                <a:gd name="T6" fmla="*/ 379 w 1484"/>
                <a:gd name="T7" fmla="*/ 376 h 1482"/>
                <a:gd name="T8" fmla="*/ 307 w 1484"/>
                <a:gd name="T9" fmla="*/ 465 h 1482"/>
                <a:gd name="T10" fmla="*/ 257 w 1484"/>
                <a:gd name="T11" fmla="*/ 568 h 1482"/>
                <a:gd name="T12" fmla="*/ 230 w 1484"/>
                <a:gd name="T13" fmla="*/ 681 h 1482"/>
                <a:gd name="T14" fmla="*/ 230 w 1484"/>
                <a:gd name="T15" fmla="*/ 800 h 1482"/>
                <a:gd name="T16" fmla="*/ 257 w 1484"/>
                <a:gd name="T17" fmla="*/ 915 h 1482"/>
                <a:gd name="T18" fmla="*/ 307 w 1484"/>
                <a:gd name="T19" fmla="*/ 1017 h 1482"/>
                <a:gd name="T20" fmla="*/ 379 w 1484"/>
                <a:gd name="T21" fmla="*/ 1105 h 1482"/>
                <a:gd name="T22" fmla="*/ 467 w 1484"/>
                <a:gd name="T23" fmla="*/ 1175 h 1482"/>
                <a:gd name="T24" fmla="*/ 569 w 1484"/>
                <a:gd name="T25" fmla="*/ 1225 h 1482"/>
                <a:gd name="T26" fmla="*/ 682 w 1484"/>
                <a:gd name="T27" fmla="*/ 1252 h 1482"/>
                <a:gd name="T28" fmla="*/ 803 w 1484"/>
                <a:gd name="T29" fmla="*/ 1252 h 1482"/>
                <a:gd name="T30" fmla="*/ 916 w 1484"/>
                <a:gd name="T31" fmla="*/ 1225 h 1482"/>
                <a:gd name="T32" fmla="*/ 1018 w 1484"/>
                <a:gd name="T33" fmla="*/ 1175 h 1482"/>
                <a:gd name="T34" fmla="*/ 1106 w 1484"/>
                <a:gd name="T35" fmla="*/ 1105 h 1482"/>
                <a:gd name="T36" fmla="*/ 1178 w 1484"/>
                <a:gd name="T37" fmla="*/ 1017 h 1482"/>
                <a:gd name="T38" fmla="*/ 1228 w 1484"/>
                <a:gd name="T39" fmla="*/ 915 h 1482"/>
                <a:gd name="T40" fmla="*/ 1255 w 1484"/>
                <a:gd name="T41" fmla="*/ 800 h 1482"/>
                <a:gd name="T42" fmla="*/ 1255 w 1484"/>
                <a:gd name="T43" fmla="*/ 681 h 1482"/>
                <a:gd name="T44" fmla="*/ 1228 w 1484"/>
                <a:gd name="T45" fmla="*/ 568 h 1482"/>
                <a:gd name="T46" fmla="*/ 1178 w 1484"/>
                <a:gd name="T47" fmla="*/ 465 h 1482"/>
                <a:gd name="T48" fmla="*/ 1106 w 1484"/>
                <a:gd name="T49" fmla="*/ 376 h 1482"/>
                <a:gd name="T50" fmla="*/ 1018 w 1484"/>
                <a:gd name="T51" fmla="*/ 306 h 1482"/>
                <a:gd name="T52" fmla="*/ 916 w 1484"/>
                <a:gd name="T53" fmla="*/ 256 h 1482"/>
                <a:gd name="T54" fmla="*/ 803 w 1484"/>
                <a:gd name="T55" fmla="*/ 229 h 1482"/>
                <a:gd name="T56" fmla="*/ 742 w 1484"/>
                <a:gd name="T57" fmla="*/ 0 h 1482"/>
                <a:gd name="T58" fmla="*/ 883 w 1484"/>
                <a:gd name="T59" fmla="*/ 13 h 1482"/>
                <a:gd name="T60" fmla="*/ 1015 w 1484"/>
                <a:gd name="T61" fmla="*/ 51 h 1482"/>
                <a:gd name="T62" fmla="*/ 1136 w 1484"/>
                <a:gd name="T63" fmla="*/ 112 h 1482"/>
                <a:gd name="T64" fmla="*/ 1243 w 1484"/>
                <a:gd name="T65" fmla="*/ 193 h 1482"/>
                <a:gd name="T66" fmla="*/ 1333 w 1484"/>
                <a:gd name="T67" fmla="*/ 292 h 1482"/>
                <a:gd name="T68" fmla="*/ 1404 w 1484"/>
                <a:gd name="T69" fmla="*/ 406 h 1482"/>
                <a:gd name="T70" fmla="*/ 1455 w 1484"/>
                <a:gd name="T71" fmla="*/ 532 h 1482"/>
                <a:gd name="T72" fmla="*/ 1481 w 1484"/>
                <a:gd name="T73" fmla="*/ 670 h 1482"/>
                <a:gd name="T74" fmla="*/ 1481 w 1484"/>
                <a:gd name="T75" fmla="*/ 812 h 1482"/>
                <a:gd name="T76" fmla="*/ 1455 w 1484"/>
                <a:gd name="T77" fmla="*/ 949 h 1482"/>
                <a:gd name="T78" fmla="*/ 1404 w 1484"/>
                <a:gd name="T79" fmla="*/ 1075 h 1482"/>
                <a:gd name="T80" fmla="*/ 1333 w 1484"/>
                <a:gd name="T81" fmla="*/ 1189 h 1482"/>
                <a:gd name="T82" fmla="*/ 1243 w 1484"/>
                <a:gd name="T83" fmla="*/ 1288 h 1482"/>
                <a:gd name="T84" fmla="*/ 1136 w 1484"/>
                <a:gd name="T85" fmla="*/ 1369 h 1482"/>
                <a:gd name="T86" fmla="*/ 1015 w 1484"/>
                <a:gd name="T87" fmla="*/ 1431 h 1482"/>
                <a:gd name="T88" fmla="*/ 883 w 1484"/>
                <a:gd name="T89" fmla="*/ 1469 h 1482"/>
                <a:gd name="T90" fmla="*/ 742 w 1484"/>
                <a:gd name="T91" fmla="*/ 1482 h 1482"/>
                <a:gd name="T92" fmla="*/ 602 w 1484"/>
                <a:gd name="T93" fmla="*/ 1469 h 1482"/>
                <a:gd name="T94" fmla="*/ 470 w 1484"/>
                <a:gd name="T95" fmla="*/ 1431 h 1482"/>
                <a:gd name="T96" fmla="*/ 349 w 1484"/>
                <a:gd name="T97" fmla="*/ 1369 h 1482"/>
                <a:gd name="T98" fmla="*/ 242 w 1484"/>
                <a:gd name="T99" fmla="*/ 1288 h 1482"/>
                <a:gd name="T100" fmla="*/ 152 w 1484"/>
                <a:gd name="T101" fmla="*/ 1189 h 1482"/>
                <a:gd name="T102" fmla="*/ 81 w 1484"/>
                <a:gd name="T103" fmla="*/ 1075 h 1482"/>
                <a:gd name="T104" fmla="*/ 30 w 1484"/>
                <a:gd name="T105" fmla="*/ 949 h 1482"/>
                <a:gd name="T106" fmla="*/ 4 w 1484"/>
                <a:gd name="T107" fmla="*/ 812 h 1482"/>
                <a:gd name="T108" fmla="*/ 4 w 1484"/>
                <a:gd name="T109" fmla="*/ 670 h 1482"/>
                <a:gd name="T110" fmla="*/ 30 w 1484"/>
                <a:gd name="T111" fmla="*/ 532 h 1482"/>
                <a:gd name="T112" fmla="*/ 81 w 1484"/>
                <a:gd name="T113" fmla="*/ 406 h 1482"/>
                <a:gd name="T114" fmla="*/ 152 w 1484"/>
                <a:gd name="T115" fmla="*/ 292 h 1482"/>
                <a:gd name="T116" fmla="*/ 242 w 1484"/>
                <a:gd name="T117" fmla="*/ 193 h 1482"/>
                <a:gd name="T118" fmla="*/ 349 w 1484"/>
                <a:gd name="T119" fmla="*/ 112 h 1482"/>
                <a:gd name="T120" fmla="*/ 470 w 1484"/>
                <a:gd name="T121" fmla="*/ 51 h 1482"/>
                <a:gd name="T122" fmla="*/ 602 w 1484"/>
                <a:gd name="T123" fmla="*/ 13 h 1482"/>
                <a:gd name="T124" fmla="*/ 742 w 1484"/>
                <a:gd name="T125" fmla="*/ 0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4" h="1482">
                  <a:moveTo>
                    <a:pt x="742" y="226"/>
                  </a:moveTo>
                  <a:lnTo>
                    <a:pt x="682" y="229"/>
                  </a:lnTo>
                  <a:lnTo>
                    <a:pt x="625" y="239"/>
                  </a:lnTo>
                  <a:lnTo>
                    <a:pt x="569" y="256"/>
                  </a:lnTo>
                  <a:lnTo>
                    <a:pt x="516" y="279"/>
                  </a:lnTo>
                  <a:lnTo>
                    <a:pt x="467" y="306"/>
                  </a:lnTo>
                  <a:lnTo>
                    <a:pt x="420" y="339"/>
                  </a:lnTo>
                  <a:lnTo>
                    <a:pt x="379" y="376"/>
                  </a:lnTo>
                  <a:lnTo>
                    <a:pt x="340" y="419"/>
                  </a:lnTo>
                  <a:lnTo>
                    <a:pt x="307" y="465"/>
                  </a:lnTo>
                  <a:lnTo>
                    <a:pt x="280" y="515"/>
                  </a:lnTo>
                  <a:lnTo>
                    <a:pt x="257" y="568"/>
                  </a:lnTo>
                  <a:lnTo>
                    <a:pt x="241" y="622"/>
                  </a:lnTo>
                  <a:lnTo>
                    <a:pt x="230" y="681"/>
                  </a:lnTo>
                  <a:lnTo>
                    <a:pt x="227" y="741"/>
                  </a:lnTo>
                  <a:lnTo>
                    <a:pt x="230" y="800"/>
                  </a:lnTo>
                  <a:lnTo>
                    <a:pt x="241" y="859"/>
                  </a:lnTo>
                  <a:lnTo>
                    <a:pt x="257" y="915"/>
                  </a:lnTo>
                  <a:lnTo>
                    <a:pt x="280" y="967"/>
                  </a:lnTo>
                  <a:lnTo>
                    <a:pt x="307" y="1017"/>
                  </a:lnTo>
                  <a:lnTo>
                    <a:pt x="340" y="1063"/>
                  </a:lnTo>
                  <a:lnTo>
                    <a:pt x="379" y="1105"/>
                  </a:lnTo>
                  <a:lnTo>
                    <a:pt x="420" y="1142"/>
                  </a:lnTo>
                  <a:lnTo>
                    <a:pt x="467" y="1175"/>
                  </a:lnTo>
                  <a:lnTo>
                    <a:pt x="516" y="1203"/>
                  </a:lnTo>
                  <a:lnTo>
                    <a:pt x="569" y="1225"/>
                  </a:lnTo>
                  <a:lnTo>
                    <a:pt x="625" y="1242"/>
                  </a:lnTo>
                  <a:lnTo>
                    <a:pt x="682" y="1252"/>
                  </a:lnTo>
                  <a:lnTo>
                    <a:pt x="742" y="1256"/>
                  </a:lnTo>
                  <a:lnTo>
                    <a:pt x="803" y="1252"/>
                  </a:lnTo>
                  <a:lnTo>
                    <a:pt x="860" y="1242"/>
                  </a:lnTo>
                  <a:lnTo>
                    <a:pt x="916" y="1225"/>
                  </a:lnTo>
                  <a:lnTo>
                    <a:pt x="969" y="1203"/>
                  </a:lnTo>
                  <a:lnTo>
                    <a:pt x="1018" y="1175"/>
                  </a:lnTo>
                  <a:lnTo>
                    <a:pt x="1065" y="1142"/>
                  </a:lnTo>
                  <a:lnTo>
                    <a:pt x="1106" y="1105"/>
                  </a:lnTo>
                  <a:lnTo>
                    <a:pt x="1145" y="1063"/>
                  </a:lnTo>
                  <a:lnTo>
                    <a:pt x="1178" y="1017"/>
                  </a:lnTo>
                  <a:lnTo>
                    <a:pt x="1205" y="967"/>
                  </a:lnTo>
                  <a:lnTo>
                    <a:pt x="1228" y="915"/>
                  </a:lnTo>
                  <a:lnTo>
                    <a:pt x="1244" y="859"/>
                  </a:lnTo>
                  <a:lnTo>
                    <a:pt x="1255" y="800"/>
                  </a:lnTo>
                  <a:lnTo>
                    <a:pt x="1258" y="741"/>
                  </a:lnTo>
                  <a:lnTo>
                    <a:pt x="1255" y="681"/>
                  </a:lnTo>
                  <a:lnTo>
                    <a:pt x="1244" y="622"/>
                  </a:lnTo>
                  <a:lnTo>
                    <a:pt x="1228" y="568"/>
                  </a:lnTo>
                  <a:lnTo>
                    <a:pt x="1205" y="515"/>
                  </a:lnTo>
                  <a:lnTo>
                    <a:pt x="1178" y="465"/>
                  </a:lnTo>
                  <a:lnTo>
                    <a:pt x="1145" y="419"/>
                  </a:lnTo>
                  <a:lnTo>
                    <a:pt x="1106" y="376"/>
                  </a:lnTo>
                  <a:lnTo>
                    <a:pt x="1065" y="339"/>
                  </a:lnTo>
                  <a:lnTo>
                    <a:pt x="1018" y="306"/>
                  </a:lnTo>
                  <a:lnTo>
                    <a:pt x="969" y="279"/>
                  </a:lnTo>
                  <a:lnTo>
                    <a:pt x="916" y="256"/>
                  </a:lnTo>
                  <a:lnTo>
                    <a:pt x="860" y="239"/>
                  </a:lnTo>
                  <a:lnTo>
                    <a:pt x="803" y="229"/>
                  </a:lnTo>
                  <a:lnTo>
                    <a:pt x="742" y="226"/>
                  </a:lnTo>
                  <a:close/>
                  <a:moveTo>
                    <a:pt x="742" y="0"/>
                  </a:moveTo>
                  <a:lnTo>
                    <a:pt x="814" y="3"/>
                  </a:lnTo>
                  <a:lnTo>
                    <a:pt x="883" y="13"/>
                  </a:lnTo>
                  <a:lnTo>
                    <a:pt x="950" y="29"/>
                  </a:lnTo>
                  <a:lnTo>
                    <a:pt x="1015" y="51"/>
                  </a:lnTo>
                  <a:lnTo>
                    <a:pt x="1078" y="79"/>
                  </a:lnTo>
                  <a:lnTo>
                    <a:pt x="1136" y="112"/>
                  </a:lnTo>
                  <a:lnTo>
                    <a:pt x="1191" y="150"/>
                  </a:lnTo>
                  <a:lnTo>
                    <a:pt x="1243" y="193"/>
                  </a:lnTo>
                  <a:lnTo>
                    <a:pt x="1290" y="241"/>
                  </a:lnTo>
                  <a:lnTo>
                    <a:pt x="1333" y="292"/>
                  </a:lnTo>
                  <a:lnTo>
                    <a:pt x="1371" y="348"/>
                  </a:lnTo>
                  <a:lnTo>
                    <a:pt x="1404" y="406"/>
                  </a:lnTo>
                  <a:lnTo>
                    <a:pt x="1433" y="468"/>
                  </a:lnTo>
                  <a:lnTo>
                    <a:pt x="1455" y="532"/>
                  </a:lnTo>
                  <a:lnTo>
                    <a:pt x="1471" y="601"/>
                  </a:lnTo>
                  <a:lnTo>
                    <a:pt x="1481" y="670"/>
                  </a:lnTo>
                  <a:lnTo>
                    <a:pt x="1484" y="741"/>
                  </a:lnTo>
                  <a:lnTo>
                    <a:pt x="1481" y="812"/>
                  </a:lnTo>
                  <a:lnTo>
                    <a:pt x="1471" y="882"/>
                  </a:lnTo>
                  <a:lnTo>
                    <a:pt x="1455" y="949"/>
                  </a:lnTo>
                  <a:lnTo>
                    <a:pt x="1433" y="1013"/>
                  </a:lnTo>
                  <a:lnTo>
                    <a:pt x="1404" y="1075"/>
                  </a:lnTo>
                  <a:lnTo>
                    <a:pt x="1371" y="1134"/>
                  </a:lnTo>
                  <a:lnTo>
                    <a:pt x="1333" y="1189"/>
                  </a:lnTo>
                  <a:lnTo>
                    <a:pt x="1290" y="1241"/>
                  </a:lnTo>
                  <a:lnTo>
                    <a:pt x="1243" y="1288"/>
                  </a:lnTo>
                  <a:lnTo>
                    <a:pt x="1191" y="1331"/>
                  </a:lnTo>
                  <a:lnTo>
                    <a:pt x="1136" y="1369"/>
                  </a:lnTo>
                  <a:lnTo>
                    <a:pt x="1078" y="1402"/>
                  </a:lnTo>
                  <a:lnTo>
                    <a:pt x="1015" y="1431"/>
                  </a:lnTo>
                  <a:lnTo>
                    <a:pt x="950" y="1453"/>
                  </a:lnTo>
                  <a:lnTo>
                    <a:pt x="883" y="1469"/>
                  </a:lnTo>
                  <a:lnTo>
                    <a:pt x="814" y="1479"/>
                  </a:lnTo>
                  <a:lnTo>
                    <a:pt x="742" y="1482"/>
                  </a:lnTo>
                  <a:lnTo>
                    <a:pt x="671" y="1479"/>
                  </a:lnTo>
                  <a:lnTo>
                    <a:pt x="602" y="1469"/>
                  </a:lnTo>
                  <a:lnTo>
                    <a:pt x="535" y="1453"/>
                  </a:lnTo>
                  <a:lnTo>
                    <a:pt x="470" y="1431"/>
                  </a:lnTo>
                  <a:lnTo>
                    <a:pt x="407" y="1402"/>
                  </a:lnTo>
                  <a:lnTo>
                    <a:pt x="349" y="1369"/>
                  </a:lnTo>
                  <a:lnTo>
                    <a:pt x="294" y="1331"/>
                  </a:lnTo>
                  <a:lnTo>
                    <a:pt x="242" y="1288"/>
                  </a:lnTo>
                  <a:lnTo>
                    <a:pt x="195" y="1241"/>
                  </a:lnTo>
                  <a:lnTo>
                    <a:pt x="152" y="1189"/>
                  </a:lnTo>
                  <a:lnTo>
                    <a:pt x="114" y="1134"/>
                  </a:lnTo>
                  <a:lnTo>
                    <a:pt x="81" y="1075"/>
                  </a:lnTo>
                  <a:lnTo>
                    <a:pt x="52" y="1013"/>
                  </a:lnTo>
                  <a:lnTo>
                    <a:pt x="30" y="949"/>
                  </a:lnTo>
                  <a:lnTo>
                    <a:pt x="14" y="882"/>
                  </a:lnTo>
                  <a:lnTo>
                    <a:pt x="4" y="812"/>
                  </a:lnTo>
                  <a:lnTo>
                    <a:pt x="0" y="741"/>
                  </a:lnTo>
                  <a:lnTo>
                    <a:pt x="4" y="670"/>
                  </a:lnTo>
                  <a:lnTo>
                    <a:pt x="14" y="601"/>
                  </a:lnTo>
                  <a:lnTo>
                    <a:pt x="30" y="532"/>
                  </a:lnTo>
                  <a:lnTo>
                    <a:pt x="52" y="468"/>
                  </a:lnTo>
                  <a:lnTo>
                    <a:pt x="81" y="406"/>
                  </a:lnTo>
                  <a:lnTo>
                    <a:pt x="114" y="348"/>
                  </a:lnTo>
                  <a:lnTo>
                    <a:pt x="152" y="292"/>
                  </a:lnTo>
                  <a:lnTo>
                    <a:pt x="195" y="241"/>
                  </a:lnTo>
                  <a:lnTo>
                    <a:pt x="242" y="193"/>
                  </a:lnTo>
                  <a:lnTo>
                    <a:pt x="294" y="150"/>
                  </a:lnTo>
                  <a:lnTo>
                    <a:pt x="349" y="112"/>
                  </a:lnTo>
                  <a:lnTo>
                    <a:pt x="407" y="79"/>
                  </a:lnTo>
                  <a:lnTo>
                    <a:pt x="470" y="51"/>
                  </a:lnTo>
                  <a:lnTo>
                    <a:pt x="535" y="29"/>
                  </a:lnTo>
                  <a:lnTo>
                    <a:pt x="602" y="13"/>
                  </a:lnTo>
                  <a:lnTo>
                    <a:pt x="671" y="3"/>
                  </a:lnTo>
                  <a:lnTo>
                    <a:pt x="742" y="0"/>
                  </a:lnTo>
                  <a:close/>
                </a:path>
              </a:pathLst>
            </a:custGeom>
            <a:grpFill/>
            <a:ln w="0">
              <a:noFill/>
              <a:prstDash val="solid"/>
              <a:round/>
            </a:ln>
          </p:spPr>
          <p:txBody>
            <a:bodyPr vert="horz" wrap="square" lIns="91440" tIns="45720" rIns="91440" bIns="45720" numCol="1" anchor="t" anchorCtr="0" compatLnSpc="1"/>
            <a:lstStyle/>
            <a:p>
              <a:endParaRPr lang="es-ES"/>
            </a:p>
          </p:txBody>
        </p:sp>
      </p:grpSp>
      <p:sp>
        <p:nvSpPr>
          <p:cNvPr id="23" name="Freeform 25"/>
          <p:cNvSpPr>
            <a:spLocks noChangeAspect="1"/>
          </p:cNvSpPr>
          <p:nvPr/>
        </p:nvSpPr>
        <p:spPr bwMode="auto">
          <a:xfrm>
            <a:off x="2501476" y="2742415"/>
            <a:ext cx="427494" cy="447516"/>
          </a:xfrm>
          <a:custGeom>
            <a:avLst/>
            <a:gdLst>
              <a:gd name="T0" fmla="*/ 2731 w 3418"/>
              <a:gd name="T1" fmla="*/ 17 h 3576"/>
              <a:gd name="T2" fmla="*/ 2953 w 3418"/>
              <a:gd name="T3" fmla="*/ 112 h 3576"/>
              <a:gd name="T4" fmla="*/ 3125 w 3418"/>
              <a:gd name="T5" fmla="*/ 282 h 3576"/>
              <a:gd name="T6" fmla="*/ 3221 w 3418"/>
              <a:gd name="T7" fmla="*/ 487 h 3576"/>
              <a:gd name="T8" fmla="*/ 3241 w 3418"/>
              <a:gd name="T9" fmla="*/ 716 h 3576"/>
              <a:gd name="T10" fmla="*/ 3183 w 3418"/>
              <a:gd name="T11" fmla="*/ 936 h 3576"/>
              <a:gd name="T12" fmla="*/ 3051 w 3418"/>
              <a:gd name="T13" fmla="*/ 1123 h 3576"/>
              <a:gd name="T14" fmla="*/ 1245 w 3418"/>
              <a:gd name="T15" fmla="*/ 2905 h 3576"/>
              <a:gd name="T16" fmla="*/ 1078 w 3418"/>
              <a:gd name="T17" fmla="*/ 2955 h 3576"/>
              <a:gd name="T18" fmla="*/ 906 w 3418"/>
              <a:gd name="T19" fmla="*/ 2924 h 3576"/>
              <a:gd name="T20" fmla="*/ 790 w 3418"/>
              <a:gd name="T21" fmla="*/ 2844 h 3576"/>
              <a:gd name="T22" fmla="*/ 703 w 3418"/>
              <a:gd name="T23" fmla="*/ 2705 h 3576"/>
              <a:gd name="T24" fmla="*/ 685 w 3418"/>
              <a:gd name="T25" fmla="*/ 2540 h 3576"/>
              <a:gd name="T26" fmla="*/ 739 w 3418"/>
              <a:gd name="T27" fmla="*/ 2385 h 3576"/>
              <a:gd name="T28" fmla="*/ 1695 w 3418"/>
              <a:gd name="T29" fmla="*/ 1421 h 3576"/>
              <a:gd name="T30" fmla="*/ 1771 w 3418"/>
              <a:gd name="T31" fmla="*/ 1413 h 3576"/>
              <a:gd name="T32" fmla="*/ 1826 w 3418"/>
              <a:gd name="T33" fmla="*/ 1468 h 3576"/>
              <a:gd name="T34" fmla="*/ 1818 w 3418"/>
              <a:gd name="T35" fmla="*/ 1542 h 3576"/>
              <a:gd name="T36" fmla="*/ 881 w 3418"/>
              <a:gd name="T37" fmla="*/ 2494 h 3576"/>
              <a:gd name="T38" fmla="*/ 862 w 3418"/>
              <a:gd name="T39" fmla="*/ 2613 h 3576"/>
              <a:gd name="T40" fmla="*/ 917 w 3418"/>
              <a:gd name="T41" fmla="*/ 2719 h 3576"/>
              <a:gd name="T42" fmla="*/ 998 w 3418"/>
              <a:gd name="T43" fmla="*/ 2770 h 3576"/>
              <a:gd name="T44" fmla="*/ 1116 w 3418"/>
              <a:gd name="T45" fmla="*/ 2770 h 3576"/>
              <a:gd name="T46" fmla="*/ 2925 w 3418"/>
              <a:gd name="T47" fmla="*/ 998 h 3576"/>
              <a:gd name="T48" fmla="*/ 3040 w 3418"/>
              <a:gd name="T49" fmla="*/ 817 h 3576"/>
              <a:gd name="T50" fmla="*/ 3064 w 3418"/>
              <a:gd name="T51" fmla="*/ 603 h 3576"/>
              <a:gd name="T52" fmla="*/ 2993 w 3418"/>
              <a:gd name="T53" fmla="*/ 403 h 3576"/>
              <a:gd name="T54" fmla="*/ 2844 w 3418"/>
              <a:gd name="T55" fmla="*/ 253 h 3576"/>
              <a:gd name="T56" fmla="*/ 2658 w 3418"/>
              <a:gd name="T57" fmla="*/ 183 h 3576"/>
              <a:gd name="T58" fmla="*/ 2462 w 3418"/>
              <a:gd name="T59" fmla="*/ 193 h 3576"/>
              <a:gd name="T60" fmla="*/ 2282 w 3418"/>
              <a:gd name="T61" fmla="*/ 283 h 3576"/>
              <a:gd name="T62" fmla="*/ 306 w 3418"/>
              <a:gd name="T63" fmla="*/ 2266 h 3576"/>
              <a:gd name="T64" fmla="*/ 201 w 3418"/>
              <a:gd name="T65" fmla="*/ 2493 h 3576"/>
              <a:gd name="T66" fmla="*/ 180 w 3418"/>
              <a:gd name="T67" fmla="*/ 2738 h 3576"/>
              <a:gd name="T68" fmla="*/ 243 w 3418"/>
              <a:gd name="T69" fmla="*/ 2978 h 3576"/>
              <a:gd name="T70" fmla="*/ 390 w 3418"/>
              <a:gd name="T71" fmla="*/ 3187 h 3576"/>
              <a:gd name="T72" fmla="*/ 600 w 3418"/>
              <a:gd name="T73" fmla="*/ 3333 h 3576"/>
              <a:gd name="T74" fmla="*/ 840 w 3418"/>
              <a:gd name="T75" fmla="*/ 3396 h 3576"/>
              <a:gd name="T76" fmla="*/ 1085 w 3418"/>
              <a:gd name="T77" fmla="*/ 3375 h 3576"/>
              <a:gd name="T78" fmla="*/ 1313 w 3418"/>
              <a:gd name="T79" fmla="*/ 3271 h 3576"/>
              <a:gd name="T80" fmla="*/ 3283 w 3418"/>
              <a:gd name="T81" fmla="*/ 1326 h 3576"/>
              <a:gd name="T82" fmla="*/ 3359 w 3418"/>
              <a:gd name="T83" fmla="*/ 1318 h 3576"/>
              <a:gd name="T84" fmla="*/ 3414 w 3418"/>
              <a:gd name="T85" fmla="*/ 1373 h 3576"/>
              <a:gd name="T86" fmla="*/ 3405 w 3418"/>
              <a:gd name="T87" fmla="*/ 1448 h 3576"/>
              <a:gd name="T88" fmla="*/ 1428 w 3418"/>
              <a:gd name="T89" fmla="*/ 3407 h 3576"/>
              <a:gd name="T90" fmla="*/ 1175 w 3418"/>
              <a:gd name="T91" fmla="*/ 3533 h 3576"/>
              <a:gd name="T92" fmla="*/ 902 w 3418"/>
              <a:gd name="T93" fmla="*/ 3576 h 3576"/>
              <a:gd name="T94" fmla="*/ 629 w 3418"/>
              <a:gd name="T95" fmla="*/ 3533 h 3576"/>
              <a:gd name="T96" fmla="*/ 375 w 3418"/>
              <a:gd name="T97" fmla="*/ 3407 h 3576"/>
              <a:gd name="T98" fmla="*/ 169 w 3418"/>
              <a:gd name="T99" fmla="*/ 3202 h 3576"/>
              <a:gd name="T100" fmla="*/ 43 w 3418"/>
              <a:gd name="T101" fmla="*/ 2950 h 3576"/>
              <a:gd name="T102" fmla="*/ 0 w 3418"/>
              <a:gd name="T103" fmla="*/ 2677 h 3576"/>
              <a:gd name="T104" fmla="*/ 24 w 3418"/>
              <a:gd name="T105" fmla="*/ 2471 h 3576"/>
              <a:gd name="T106" fmla="*/ 130 w 3418"/>
              <a:gd name="T107" fmla="*/ 2212 h 3576"/>
              <a:gd name="T108" fmla="*/ 2118 w 3418"/>
              <a:gd name="T109" fmla="*/ 193 h 3576"/>
              <a:gd name="T110" fmla="*/ 2322 w 3418"/>
              <a:gd name="T111" fmla="*/ 54 h 3576"/>
              <a:gd name="T112" fmla="*/ 2554 w 3418"/>
              <a:gd name="T113" fmla="*/ 0 h 3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18" h="3576">
                <a:moveTo>
                  <a:pt x="2554" y="0"/>
                </a:moveTo>
                <a:lnTo>
                  <a:pt x="2614" y="0"/>
                </a:lnTo>
                <a:lnTo>
                  <a:pt x="2673" y="6"/>
                </a:lnTo>
                <a:lnTo>
                  <a:pt x="2731" y="17"/>
                </a:lnTo>
                <a:lnTo>
                  <a:pt x="2790" y="32"/>
                </a:lnTo>
                <a:lnTo>
                  <a:pt x="2846" y="54"/>
                </a:lnTo>
                <a:lnTo>
                  <a:pt x="2900" y="81"/>
                </a:lnTo>
                <a:lnTo>
                  <a:pt x="2953" y="112"/>
                </a:lnTo>
                <a:lnTo>
                  <a:pt x="3002" y="150"/>
                </a:lnTo>
                <a:lnTo>
                  <a:pt x="3050" y="193"/>
                </a:lnTo>
                <a:lnTo>
                  <a:pt x="3089" y="235"/>
                </a:lnTo>
                <a:lnTo>
                  <a:pt x="3125" y="282"/>
                </a:lnTo>
                <a:lnTo>
                  <a:pt x="3155" y="330"/>
                </a:lnTo>
                <a:lnTo>
                  <a:pt x="3183" y="380"/>
                </a:lnTo>
                <a:lnTo>
                  <a:pt x="3204" y="433"/>
                </a:lnTo>
                <a:lnTo>
                  <a:pt x="3221" y="487"/>
                </a:lnTo>
                <a:lnTo>
                  <a:pt x="3233" y="543"/>
                </a:lnTo>
                <a:lnTo>
                  <a:pt x="3241" y="600"/>
                </a:lnTo>
                <a:lnTo>
                  <a:pt x="3243" y="658"/>
                </a:lnTo>
                <a:lnTo>
                  <a:pt x="3241" y="716"/>
                </a:lnTo>
                <a:lnTo>
                  <a:pt x="3233" y="774"/>
                </a:lnTo>
                <a:lnTo>
                  <a:pt x="3221" y="830"/>
                </a:lnTo>
                <a:lnTo>
                  <a:pt x="3205" y="883"/>
                </a:lnTo>
                <a:lnTo>
                  <a:pt x="3183" y="936"/>
                </a:lnTo>
                <a:lnTo>
                  <a:pt x="3156" y="987"/>
                </a:lnTo>
                <a:lnTo>
                  <a:pt x="3126" y="1035"/>
                </a:lnTo>
                <a:lnTo>
                  <a:pt x="3090" y="1080"/>
                </a:lnTo>
                <a:lnTo>
                  <a:pt x="3051" y="1123"/>
                </a:lnTo>
                <a:lnTo>
                  <a:pt x="1341" y="2828"/>
                </a:lnTo>
                <a:lnTo>
                  <a:pt x="1318" y="2849"/>
                </a:lnTo>
                <a:lnTo>
                  <a:pt x="1283" y="2880"/>
                </a:lnTo>
                <a:lnTo>
                  <a:pt x="1245" y="2905"/>
                </a:lnTo>
                <a:lnTo>
                  <a:pt x="1205" y="2925"/>
                </a:lnTo>
                <a:lnTo>
                  <a:pt x="1164" y="2940"/>
                </a:lnTo>
                <a:lnTo>
                  <a:pt x="1121" y="2950"/>
                </a:lnTo>
                <a:lnTo>
                  <a:pt x="1078" y="2955"/>
                </a:lnTo>
                <a:lnTo>
                  <a:pt x="1034" y="2955"/>
                </a:lnTo>
                <a:lnTo>
                  <a:pt x="991" y="2949"/>
                </a:lnTo>
                <a:lnTo>
                  <a:pt x="948" y="2939"/>
                </a:lnTo>
                <a:lnTo>
                  <a:pt x="906" y="2924"/>
                </a:lnTo>
                <a:lnTo>
                  <a:pt x="866" y="2903"/>
                </a:lnTo>
                <a:lnTo>
                  <a:pt x="829" y="2878"/>
                </a:lnTo>
                <a:lnTo>
                  <a:pt x="794" y="2847"/>
                </a:lnTo>
                <a:lnTo>
                  <a:pt x="790" y="2844"/>
                </a:lnTo>
                <a:lnTo>
                  <a:pt x="763" y="2813"/>
                </a:lnTo>
                <a:lnTo>
                  <a:pt x="739" y="2779"/>
                </a:lnTo>
                <a:lnTo>
                  <a:pt x="719" y="2743"/>
                </a:lnTo>
                <a:lnTo>
                  <a:pt x="703" y="2705"/>
                </a:lnTo>
                <a:lnTo>
                  <a:pt x="691" y="2665"/>
                </a:lnTo>
                <a:lnTo>
                  <a:pt x="685" y="2624"/>
                </a:lnTo>
                <a:lnTo>
                  <a:pt x="683" y="2582"/>
                </a:lnTo>
                <a:lnTo>
                  <a:pt x="685" y="2540"/>
                </a:lnTo>
                <a:lnTo>
                  <a:pt x="691" y="2499"/>
                </a:lnTo>
                <a:lnTo>
                  <a:pt x="703" y="2459"/>
                </a:lnTo>
                <a:lnTo>
                  <a:pt x="719" y="2421"/>
                </a:lnTo>
                <a:lnTo>
                  <a:pt x="739" y="2385"/>
                </a:lnTo>
                <a:lnTo>
                  <a:pt x="763" y="2352"/>
                </a:lnTo>
                <a:lnTo>
                  <a:pt x="792" y="2320"/>
                </a:lnTo>
                <a:lnTo>
                  <a:pt x="1680" y="1434"/>
                </a:lnTo>
                <a:lnTo>
                  <a:pt x="1695" y="1421"/>
                </a:lnTo>
                <a:lnTo>
                  <a:pt x="1713" y="1413"/>
                </a:lnTo>
                <a:lnTo>
                  <a:pt x="1733" y="1408"/>
                </a:lnTo>
                <a:lnTo>
                  <a:pt x="1752" y="1408"/>
                </a:lnTo>
                <a:lnTo>
                  <a:pt x="1771" y="1413"/>
                </a:lnTo>
                <a:lnTo>
                  <a:pt x="1789" y="1421"/>
                </a:lnTo>
                <a:lnTo>
                  <a:pt x="1806" y="1434"/>
                </a:lnTo>
                <a:lnTo>
                  <a:pt x="1818" y="1450"/>
                </a:lnTo>
                <a:lnTo>
                  <a:pt x="1826" y="1468"/>
                </a:lnTo>
                <a:lnTo>
                  <a:pt x="1831" y="1486"/>
                </a:lnTo>
                <a:lnTo>
                  <a:pt x="1831" y="1506"/>
                </a:lnTo>
                <a:lnTo>
                  <a:pt x="1826" y="1525"/>
                </a:lnTo>
                <a:lnTo>
                  <a:pt x="1818" y="1542"/>
                </a:lnTo>
                <a:lnTo>
                  <a:pt x="1806" y="1559"/>
                </a:lnTo>
                <a:lnTo>
                  <a:pt x="917" y="2445"/>
                </a:lnTo>
                <a:lnTo>
                  <a:pt x="896" y="2468"/>
                </a:lnTo>
                <a:lnTo>
                  <a:pt x="881" y="2494"/>
                </a:lnTo>
                <a:lnTo>
                  <a:pt x="869" y="2522"/>
                </a:lnTo>
                <a:lnTo>
                  <a:pt x="862" y="2551"/>
                </a:lnTo>
                <a:lnTo>
                  <a:pt x="860" y="2582"/>
                </a:lnTo>
                <a:lnTo>
                  <a:pt x="862" y="2613"/>
                </a:lnTo>
                <a:lnTo>
                  <a:pt x="869" y="2643"/>
                </a:lnTo>
                <a:lnTo>
                  <a:pt x="881" y="2670"/>
                </a:lnTo>
                <a:lnTo>
                  <a:pt x="896" y="2696"/>
                </a:lnTo>
                <a:lnTo>
                  <a:pt x="917" y="2719"/>
                </a:lnTo>
                <a:lnTo>
                  <a:pt x="920" y="2723"/>
                </a:lnTo>
                <a:lnTo>
                  <a:pt x="943" y="2743"/>
                </a:lnTo>
                <a:lnTo>
                  <a:pt x="970" y="2759"/>
                </a:lnTo>
                <a:lnTo>
                  <a:pt x="998" y="2770"/>
                </a:lnTo>
                <a:lnTo>
                  <a:pt x="1027" y="2777"/>
                </a:lnTo>
                <a:lnTo>
                  <a:pt x="1057" y="2779"/>
                </a:lnTo>
                <a:lnTo>
                  <a:pt x="1087" y="2777"/>
                </a:lnTo>
                <a:lnTo>
                  <a:pt x="1116" y="2770"/>
                </a:lnTo>
                <a:lnTo>
                  <a:pt x="1144" y="2758"/>
                </a:lnTo>
                <a:lnTo>
                  <a:pt x="1170" y="2743"/>
                </a:lnTo>
                <a:lnTo>
                  <a:pt x="1194" y="2722"/>
                </a:lnTo>
                <a:lnTo>
                  <a:pt x="2925" y="998"/>
                </a:lnTo>
                <a:lnTo>
                  <a:pt x="2962" y="957"/>
                </a:lnTo>
                <a:lnTo>
                  <a:pt x="2993" y="913"/>
                </a:lnTo>
                <a:lnTo>
                  <a:pt x="3019" y="867"/>
                </a:lnTo>
                <a:lnTo>
                  <a:pt x="3040" y="817"/>
                </a:lnTo>
                <a:lnTo>
                  <a:pt x="3055" y="766"/>
                </a:lnTo>
                <a:lnTo>
                  <a:pt x="3064" y="713"/>
                </a:lnTo>
                <a:lnTo>
                  <a:pt x="3066" y="658"/>
                </a:lnTo>
                <a:lnTo>
                  <a:pt x="3064" y="603"/>
                </a:lnTo>
                <a:lnTo>
                  <a:pt x="3055" y="551"/>
                </a:lnTo>
                <a:lnTo>
                  <a:pt x="3040" y="499"/>
                </a:lnTo>
                <a:lnTo>
                  <a:pt x="3019" y="450"/>
                </a:lnTo>
                <a:lnTo>
                  <a:pt x="2993" y="403"/>
                </a:lnTo>
                <a:lnTo>
                  <a:pt x="2962" y="359"/>
                </a:lnTo>
                <a:lnTo>
                  <a:pt x="2925" y="319"/>
                </a:lnTo>
                <a:lnTo>
                  <a:pt x="2887" y="284"/>
                </a:lnTo>
                <a:lnTo>
                  <a:pt x="2844" y="253"/>
                </a:lnTo>
                <a:lnTo>
                  <a:pt x="2800" y="228"/>
                </a:lnTo>
                <a:lnTo>
                  <a:pt x="2753" y="208"/>
                </a:lnTo>
                <a:lnTo>
                  <a:pt x="2706" y="193"/>
                </a:lnTo>
                <a:lnTo>
                  <a:pt x="2658" y="183"/>
                </a:lnTo>
                <a:lnTo>
                  <a:pt x="2608" y="177"/>
                </a:lnTo>
                <a:lnTo>
                  <a:pt x="2559" y="177"/>
                </a:lnTo>
                <a:lnTo>
                  <a:pt x="2510" y="183"/>
                </a:lnTo>
                <a:lnTo>
                  <a:pt x="2462" y="193"/>
                </a:lnTo>
                <a:lnTo>
                  <a:pt x="2414" y="207"/>
                </a:lnTo>
                <a:lnTo>
                  <a:pt x="2368" y="228"/>
                </a:lnTo>
                <a:lnTo>
                  <a:pt x="2324" y="252"/>
                </a:lnTo>
                <a:lnTo>
                  <a:pt x="2282" y="283"/>
                </a:lnTo>
                <a:lnTo>
                  <a:pt x="2243" y="318"/>
                </a:lnTo>
                <a:lnTo>
                  <a:pt x="390" y="2166"/>
                </a:lnTo>
                <a:lnTo>
                  <a:pt x="345" y="2214"/>
                </a:lnTo>
                <a:lnTo>
                  <a:pt x="306" y="2266"/>
                </a:lnTo>
                <a:lnTo>
                  <a:pt x="272" y="2320"/>
                </a:lnTo>
                <a:lnTo>
                  <a:pt x="243" y="2376"/>
                </a:lnTo>
                <a:lnTo>
                  <a:pt x="219" y="2434"/>
                </a:lnTo>
                <a:lnTo>
                  <a:pt x="201" y="2493"/>
                </a:lnTo>
                <a:lnTo>
                  <a:pt x="188" y="2554"/>
                </a:lnTo>
                <a:lnTo>
                  <a:pt x="180" y="2615"/>
                </a:lnTo>
                <a:lnTo>
                  <a:pt x="177" y="2677"/>
                </a:lnTo>
                <a:lnTo>
                  <a:pt x="180" y="2738"/>
                </a:lnTo>
                <a:lnTo>
                  <a:pt x="188" y="2800"/>
                </a:lnTo>
                <a:lnTo>
                  <a:pt x="201" y="2860"/>
                </a:lnTo>
                <a:lnTo>
                  <a:pt x="219" y="2919"/>
                </a:lnTo>
                <a:lnTo>
                  <a:pt x="243" y="2978"/>
                </a:lnTo>
                <a:lnTo>
                  <a:pt x="272" y="3034"/>
                </a:lnTo>
                <a:lnTo>
                  <a:pt x="306" y="3087"/>
                </a:lnTo>
                <a:lnTo>
                  <a:pt x="345" y="3139"/>
                </a:lnTo>
                <a:lnTo>
                  <a:pt x="390" y="3187"/>
                </a:lnTo>
                <a:lnTo>
                  <a:pt x="438" y="3232"/>
                </a:lnTo>
                <a:lnTo>
                  <a:pt x="490" y="3271"/>
                </a:lnTo>
                <a:lnTo>
                  <a:pt x="544" y="3305"/>
                </a:lnTo>
                <a:lnTo>
                  <a:pt x="600" y="3333"/>
                </a:lnTo>
                <a:lnTo>
                  <a:pt x="658" y="3358"/>
                </a:lnTo>
                <a:lnTo>
                  <a:pt x="718" y="3375"/>
                </a:lnTo>
                <a:lnTo>
                  <a:pt x="778" y="3388"/>
                </a:lnTo>
                <a:lnTo>
                  <a:pt x="840" y="3396"/>
                </a:lnTo>
                <a:lnTo>
                  <a:pt x="902" y="3399"/>
                </a:lnTo>
                <a:lnTo>
                  <a:pt x="963" y="3396"/>
                </a:lnTo>
                <a:lnTo>
                  <a:pt x="1025" y="3388"/>
                </a:lnTo>
                <a:lnTo>
                  <a:pt x="1085" y="3375"/>
                </a:lnTo>
                <a:lnTo>
                  <a:pt x="1145" y="3358"/>
                </a:lnTo>
                <a:lnTo>
                  <a:pt x="1203" y="3333"/>
                </a:lnTo>
                <a:lnTo>
                  <a:pt x="1259" y="3305"/>
                </a:lnTo>
                <a:lnTo>
                  <a:pt x="1313" y="3271"/>
                </a:lnTo>
                <a:lnTo>
                  <a:pt x="1365" y="3232"/>
                </a:lnTo>
                <a:lnTo>
                  <a:pt x="1414" y="3187"/>
                </a:lnTo>
                <a:lnTo>
                  <a:pt x="3268" y="1339"/>
                </a:lnTo>
                <a:lnTo>
                  <a:pt x="3283" y="1326"/>
                </a:lnTo>
                <a:lnTo>
                  <a:pt x="3301" y="1318"/>
                </a:lnTo>
                <a:lnTo>
                  <a:pt x="3320" y="1314"/>
                </a:lnTo>
                <a:lnTo>
                  <a:pt x="3339" y="1314"/>
                </a:lnTo>
                <a:lnTo>
                  <a:pt x="3359" y="1318"/>
                </a:lnTo>
                <a:lnTo>
                  <a:pt x="3377" y="1326"/>
                </a:lnTo>
                <a:lnTo>
                  <a:pt x="3393" y="1339"/>
                </a:lnTo>
                <a:lnTo>
                  <a:pt x="3405" y="1354"/>
                </a:lnTo>
                <a:lnTo>
                  <a:pt x="3414" y="1373"/>
                </a:lnTo>
                <a:lnTo>
                  <a:pt x="3418" y="1392"/>
                </a:lnTo>
                <a:lnTo>
                  <a:pt x="3418" y="1412"/>
                </a:lnTo>
                <a:lnTo>
                  <a:pt x="3414" y="1430"/>
                </a:lnTo>
                <a:lnTo>
                  <a:pt x="3405" y="1448"/>
                </a:lnTo>
                <a:lnTo>
                  <a:pt x="3393" y="1464"/>
                </a:lnTo>
                <a:lnTo>
                  <a:pt x="1539" y="3313"/>
                </a:lnTo>
                <a:lnTo>
                  <a:pt x="1485" y="3363"/>
                </a:lnTo>
                <a:lnTo>
                  <a:pt x="1428" y="3407"/>
                </a:lnTo>
                <a:lnTo>
                  <a:pt x="1367" y="3446"/>
                </a:lnTo>
                <a:lnTo>
                  <a:pt x="1306" y="3482"/>
                </a:lnTo>
                <a:lnTo>
                  <a:pt x="1241" y="3510"/>
                </a:lnTo>
                <a:lnTo>
                  <a:pt x="1175" y="3533"/>
                </a:lnTo>
                <a:lnTo>
                  <a:pt x="1107" y="3552"/>
                </a:lnTo>
                <a:lnTo>
                  <a:pt x="1039" y="3565"/>
                </a:lnTo>
                <a:lnTo>
                  <a:pt x="971" y="3573"/>
                </a:lnTo>
                <a:lnTo>
                  <a:pt x="902" y="3576"/>
                </a:lnTo>
                <a:lnTo>
                  <a:pt x="832" y="3573"/>
                </a:lnTo>
                <a:lnTo>
                  <a:pt x="764" y="3565"/>
                </a:lnTo>
                <a:lnTo>
                  <a:pt x="696" y="3552"/>
                </a:lnTo>
                <a:lnTo>
                  <a:pt x="629" y="3533"/>
                </a:lnTo>
                <a:lnTo>
                  <a:pt x="563" y="3510"/>
                </a:lnTo>
                <a:lnTo>
                  <a:pt x="498" y="3482"/>
                </a:lnTo>
                <a:lnTo>
                  <a:pt x="436" y="3446"/>
                </a:lnTo>
                <a:lnTo>
                  <a:pt x="375" y="3407"/>
                </a:lnTo>
                <a:lnTo>
                  <a:pt x="318" y="3363"/>
                </a:lnTo>
                <a:lnTo>
                  <a:pt x="264" y="3313"/>
                </a:lnTo>
                <a:lnTo>
                  <a:pt x="213" y="3259"/>
                </a:lnTo>
                <a:lnTo>
                  <a:pt x="169" y="3202"/>
                </a:lnTo>
                <a:lnTo>
                  <a:pt x="130" y="3141"/>
                </a:lnTo>
                <a:lnTo>
                  <a:pt x="96" y="3080"/>
                </a:lnTo>
                <a:lnTo>
                  <a:pt x="66" y="3015"/>
                </a:lnTo>
                <a:lnTo>
                  <a:pt x="43" y="2950"/>
                </a:lnTo>
                <a:lnTo>
                  <a:pt x="24" y="2883"/>
                </a:lnTo>
                <a:lnTo>
                  <a:pt x="11" y="2815"/>
                </a:lnTo>
                <a:lnTo>
                  <a:pt x="3" y="2746"/>
                </a:lnTo>
                <a:lnTo>
                  <a:pt x="0" y="2677"/>
                </a:lnTo>
                <a:lnTo>
                  <a:pt x="0" y="2677"/>
                </a:lnTo>
                <a:lnTo>
                  <a:pt x="3" y="2607"/>
                </a:lnTo>
                <a:lnTo>
                  <a:pt x="11" y="2539"/>
                </a:lnTo>
                <a:lnTo>
                  <a:pt x="24" y="2471"/>
                </a:lnTo>
                <a:lnTo>
                  <a:pt x="43" y="2404"/>
                </a:lnTo>
                <a:lnTo>
                  <a:pt x="66" y="2338"/>
                </a:lnTo>
                <a:lnTo>
                  <a:pt x="96" y="2274"/>
                </a:lnTo>
                <a:lnTo>
                  <a:pt x="130" y="2212"/>
                </a:lnTo>
                <a:lnTo>
                  <a:pt x="169" y="2152"/>
                </a:lnTo>
                <a:lnTo>
                  <a:pt x="215" y="2095"/>
                </a:lnTo>
                <a:lnTo>
                  <a:pt x="264" y="2041"/>
                </a:lnTo>
                <a:lnTo>
                  <a:pt x="2118" y="193"/>
                </a:lnTo>
                <a:lnTo>
                  <a:pt x="2164" y="150"/>
                </a:lnTo>
                <a:lnTo>
                  <a:pt x="2215" y="112"/>
                </a:lnTo>
                <a:lnTo>
                  <a:pt x="2267" y="81"/>
                </a:lnTo>
                <a:lnTo>
                  <a:pt x="2322" y="54"/>
                </a:lnTo>
                <a:lnTo>
                  <a:pt x="2378" y="32"/>
                </a:lnTo>
                <a:lnTo>
                  <a:pt x="2436" y="17"/>
                </a:lnTo>
                <a:lnTo>
                  <a:pt x="2495" y="6"/>
                </a:lnTo>
                <a:lnTo>
                  <a:pt x="2554" y="0"/>
                </a:lnTo>
                <a:close/>
              </a:path>
            </a:pathLst>
          </a:custGeom>
          <a:solidFill>
            <a:schemeClr val="accent1"/>
          </a:solidFill>
          <a:ln w="0">
            <a:noFill/>
            <a:prstDash val="solid"/>
            <a:round/>
          </a:ln>
        </p:spPr>
        <p:txBody>
          <a:bodyPr vert="horz" wrap="square" lIns="91440" tIns="45720" rIns="91440" bIns="45720" numCol="1" anchor="t" anchorCtr="0" compatLnSpc="1"/>
          <a:lstStyle/>
          <a:p>
            <a:endParaRPr lang="es-ES"/>
          </a:p>
        </p:txBody>
      </p:sp>
      <p:grpSp>
        <p:nvGrpSpPr>
          <p:cNvPr id="24" name="Group 33"/>
          <p:cNvGrpSpPr>
            <a:grpSpLocks noChangeAspect="1"/>
          </p:cNvGrpSpPr>
          <p:nvPr/>
        </p:nvGrpSpPr>
        <p:grpSpPr bwMode="auto">
          <a:xfrm>
            <a:off x="7614459" y="2742915"/>
            <a:ext cx="371430" cy="446516"/>
            <a:chOff x="-2335" y="3566"/>
            <a:chExt cx="371" cy="446"/>
          </a:xfrm>
          <a:solidFill>
            <a:schemeClr val="accent4"/>
          </a:solidFill>
        </p:grpSpPr>
        <p:sp>
          <p:nvSpPr>
            <p:cNvPr id="25" name="Freeform 35"/>
            <p:cNvSpPr>
              <a:spLocks noEditPoints="1"/>
            </p:cNvSpPr>
            <p:nvPr/>
          </p:nvSpPr>
          <p:spPr bwMode="auto">
            <a:xfrm>
              <a:off x="-2208" y="3566"/>
              <a:ext cx="116" cy="116"/>
            </a:xfrm>
            <a:custGeom>
              <a:avLst/>
              <a:gdLst>
                <a:gd name="T0" fmla="*/ 421 w 929"/>
                <a:gd name="T1" fmla="*/ 168 h 929"/>
                <a:gd name="T2" fmla="*/ 338 w 929"/>
                <a:gd name="T3" fmla="*/ 192 h 929"/>
                <a:gd name="T4" fmla="*/ 268 w 929"/>
                <a:gd name="T5" fmla="*/ 238 h 929"/>
                <a:gd name="T6" fmla="*/ 213 w 929"/>
                <a:gd name="T7" fmla="*/ 301 h 929"/>
                <a:gd name="T8" fmla="*/ 176 w 929"/>
                <a:gd name="T9" fmla="*/ 378 h 929"/>
                <a:gd name="T10" fmla="*/ 164 w 929"/>
                <a:gd name="T11" fmla="*/ 465 h 929"/>
                <a:gd name="T12" fmla="*/ 176 w 929"/>
                <a:gd name="T13" fmla="*/ 552 h 929"/>
                <a:gd name="T14" fmla="*/ 213 w 929"/>
                <a:gd name="T15" fmla="*/ 629 h 929"/>
                <a:gd name="T16" fmla="*/ 268 w 929"/>
                <a:gd name="T17" fmla="*/ 691 h 929"/>
                <a:gd name="T18" fmla="*/ 338 w 929"/>
                <a:gd name="T19" fmla="*/ 738 h 929"/>
                <a:gd name="T20" fmla="*/ 421 w 929"/>
                <a:gd name="T21" fmla="*/ 762 h 929"/>
                <a:gd name="T22" fmla="*/ 508 w 929"/>
                <a:gd name="T23" fmla="*/ 762 h 929"/>
                <a:gd name="T24" fmla="*/ 591 w 929"/>
                <a:gd name="T25" fmla="*/ 738 h 929"/>
                <a:gd name="T26" fmla="*/ 661 w 929"/>
                <a:gd name="T27" fmla="*/ 691 h 929"/>
                <a:gd name="T28" fmla="*/ 716 w 929"/>
                <a:gd name="T29" fmla="*/ 629 h 929"/>
                <a:gd name="T30" fmla="*/ 753 w 929"/>
                <a:gd name="T31" fmla="*/ 552 h 929"/>
                <a:gd name="T32" fmla="*/ 765 w 929"/>
                <a:gd name="T33" fmla="*/ 465 h 929"/>
                <a:gd name="T34" fmla="*/ 753 w 929"/>
                <a:gd name="T35" fmla="*/ 378 h 929"/>
                <a:gd name="T36" fmla="*/ 716 w 929"/>
                <a:gd name="T37" fmla="*/ 301 h 929"/>
                <a:gd name="T38" fmla="*/ 661 w 929"/>
                <a:gd name="T39" fmla="*/ 238 h 929"/>
                <a:gd name="T40" fmla="*/ 591 w 929"/>
                <a:gd name="T41" fmla="*/ 192 h 929"/>
                <a:gd name="T42" fmla="*/ 508 w 929"/>
                <a:gd name="T43" fmla="*/ 168 h 929"/>
                <a:gd name="T44" fmla="*/ 465 w 929"/>
                <a:gd name="T45" fmla="*/ 0 h 929"/>
                <a:gd name="T46" fmla="*/ 571 w 929"/>
                <a:gd name="T47" fmla="*/ 12 h 929"/>
                <a:gd name="T48" fmla="*/ 668 w 929"/>
                <a:gd name="T49" fmla="*/ 48 h 929"/>
                <a:gd name="T50" fmla="*/ 755 w 929"/>
                <a:gd name="T51" fmla="*/ 103 h 929"/>
                <a:gd name="T52" fmla="*/ 826 w 929"/>
                <a:gd name="T53" fmla="*/ 174 h 929"/>
                <a:gd name="T54" fmla="*/ 881 w 929"/>
                <a:gd name="T55" fmla="*/ 261 h 929"/>
                <a:gd name="T56" fmla="*/ 917 w 929"/>
                <a:gd name="T57" fmla="*/ 358 h 929"/>
                <a:gd name="T58" fmla="*/ 929 w 929"/>
                <a:gd name="T59" fmla="*/ 465 h 929"/>
                <a:gd name="T60" fmla="*/ 917 w 929"/>
                <a:gd name="T61" fmla="*/ 572 h 929"/>
                <a:gd name="T62" fmla="*/ 881 w 929"/>
                <a:gd name="T63" fmla="*/ 668 h 929"/>
                <a:gd name="T64" fmla="*/ 826 w 929"/>
                <a:gd name="T65" fmla="*/ 755 h 929"/>
                <a:gd name="T66" fmla="*/ 755 w 929"/>
                <a:gd name="T67" fmla="*/ 827 h 929"/>
                <a:gd name="T68" fmla="*/ 668 w 929"/>
                <a:gd name="T69" fmla="*/ 882 h 929"/>
                <a:gd name="T70" fmla="*/ 571 w 929"/>
                <a:gd name="T71" fmla="*/ 917 h 929"/>
                <a:gd name="T72" fmla="*/ 465 w 929"/>
                <a:gd name="T73" fmla="*/ 929 h 929"/>
                <a:gd name="T74" fmla="*/ 358 w 929"/>
                <a:gd name="T75" fmla="*/ 917 h 929"/>
                <a:gd name="T76" fmla="*/ 261 w 929"/>
                <a:gd name="T77" fmla="*/ 882 h 929"/>
                <a:gd name="T78" fmla="*/ 174 w 929"/>
                <a:gd name="T79" fmla="*/ 827 h 929"/>
                <a:gd name="T80" fmla="*/ 103 w 929"/>
                <a:gd name="T81" fmla="*/ 755 h 929"/>
                <a:gd name="T82" fmla="*/ 48 w 929"/>
                <a:gd name="T83" fmla="*/ 668 h 929"/>
                <a:gd name="T84" fmla="*/ 12 w 929"/>
                <a:gd name="T85" fmla="*/ 572 h 929"/>
                <a:gd name="T86" fmla="*/ 0 w 929"/>
                <a:gd name="T87" fmla="*/ 465 h 929"/>
                <a:gd name="T88" fmla="*/ 12 w 929"/>
                <a:gd name="T89" fmla="*/ 358 h 929"/>
                <a:gd name="T90" fmla="*/ 48 w 929"/>
                <a:gd name="T91" fmla="*/ 261 h 929"/>
                <a:gd name="T92" fmla="*/ 103 w 929"/>
                <a:gd name="T93" fmla="*/ 174 h 929"/>
                <a:gd name="T94" fmla="*/ 174 w 929"/>
                <a:gd name="T95" fmla="*/ 103 h 929"/>
                <a:gd name="T96" fmla="*/ 261 w 929"/>
                <a:gd name="T97" fmla="*/ 48 h 929"/>
                <a:gd name="T98" fmla="*/ 358 w 929"/>
                <a:gd name="T99" fmla="*/ 12 h 929"/>
                <a:gd name="T100" fmla="*/ 465 w 929"/>
                <a:gd name="T101" fmla="*/ 0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29" h="929">
                  <a:moveTo>
                    <a:pt x="465" y="164"/>
                  </a:moveTo>
                  <a:lnTo>
                    <a:pt x="421" y="168"/>
                  </a:lnTo>
                  <a:lnTo>
                    <a:pt x="378" y="176"/>
                  </a:lnTo>
                  <a:lnTo>
                    <a:pt x="338" y="192"/>
                  </a:lnTo>
                  <a:lnTo>
                    <a:pt x="301" y="213"/>
                  </a:lnTo>
                  <a:lnTo>
                    <a:pt x="268" y="238"/>
                  </a:lnTo>
                  <a:lnTo>
                    <a:pt x="238" y="268"/>
                  </a:lnTo>
                  <a:lnTo>
                    <a:pt x="213" y="301"/>
                  </a:lnTo>
                  <a:lnTo>
                    <a:pt x="192" y="338"/>
                  </a:lnTo>
                  <a:lnTo>
                    <a:pt x="176" y="378"/>
                  </a:lnTo>
                  <a:lnTo>
                    <a:pt x="168" y="421"/>
                  </a:lnTo>
                  <a:lnTo>
                    <a:pt x="164" y="465"/>
                  </a:lnTo>
                  <a:lnTo>
                    <a:pt x="168" y="509"/>
                  </a:lnTo>
                  <a:lnTo>
                    <a:pt x="176" y="552"/>
                  </a:lnTo>
                  <a:lnTo>
                    <a:pt x="192" y="591"/>
                  </a:lnTo>
                  <a:lnTo>
                    <a:pt x="213" y="629"/>
                  </a:lnTo>
                  <a:lnTo>
                    <a:pt x="238" y="662"/>
                  </a:lnTo>
                  <a:lnTo>
                    <a:pt x="268" y="691"/>
                  </a:lnTo>
                  <a:lnTo>
                    <a:pt x="301" y="717"/>
                  </a:lnTo>
                  <a:lnTo>
                    <a:pt x="338" y="738"/>
                  </a:lnTo>
                  <a:lnTo>
                    <a:pt x="378" y="753"/>
                  </a:lnTo>
                  <a:lnTo>
                    <a:pt x="421" y="762"/>
                  </a:lnTo>
                  <a:lnTo>
                    <a:pt x="465" y="765"/>
                  </a:lnTo>
                  <a:lnTo>
                    <a:pt x="508" y="762"/>
                  </a:lnTo>
                  <a:lnTo>
                    <a:pt x="551" y="753"/>
                  </a:lnTo>
                  <a:lnTo>
                    <a:pt x="591" y="738"/>
                  </a:lnTo>
                  <a:lnTo>
                    <a:pt x="628" y="717"/>
                  </a:lnTo>
                  <a:lnTo>
                    <a:pt x="661" y="691"/>
                  </a:lnTo>
                  <a:lnTo>
                    <a:pt x="691" y="662"/>
                  </a:lnTo>
                  <a:lnTo>
                    <a:pt x="716" y="629"/>
                  </a:lnTo>
                  <a:lnTo>
                    <a:pt x="737" y="591"/>
                  </a:lnTo>
                  <a:lnTo>
                    <a:pt x="753" y="552"/>
                  </a:lnTo>
                  <a:lnTo>
                    <a:pt x="761" y="509"/>
                  </a:lnTo>
                  <a:lnTo>
                    <a:pt x="765" y="465"/>
                  </a:lnTo>
                  <a:lnTo>
                    <a:pt x="761" y="421"/>
                  </a:lnTo>
                  <a:lnTo>
                    <a:pt x="753" y="378"/>
                  </a:lnTo>
                  <a:lnTo>
                    <a:pt x="737" y="338"/>
                  </a:lnTo>
                  <a:lnTo>
                    <a:pt x="716" y="301"/>
                  </a:lnTo>
                  <a:lnTo>
                    <a:pt x="691" y="268"/>
                  </a:lnTo>
                  <a:lnTo>
                    <a:pt x="661" y="238"/>
                  </a:lnTo>
                  <a:lnTo>
                    <a:pt x="628" y="213"/>
                  </a:lnTo>
                  <a:lnTo>
                    <a:pt x="591" y="192"/>
                  </a:lnTo>
                  <a:lnTo>
                    <a:pt x="551" y="176"/>
                  </a:lnTo>
                  <a:lnTo>
                    <a:pt x="508" y="168"/>
                  </a:lnTo>
                  <a:lnTo>
                    <a:pt x="465" y="164"/>
                  </a:lnTo>
                  <a:close/>
                  <a:moveTo>
                    <a:pt x="465" y="0"/>
                  </a:moveTo>
                  <a:lnTo>
                    <a:pt x="518" y="4"/>
                  </a:lnTo>
                  <a:lnTo>
                    <a:pt x="571" y="12"/>
                  </a:lnTo>
                  <a:lnTo>
                    <a:pt x="621" y="28"/>
                  </a:lnTo>
                  <a:lnTo>
                    <a:pt x="668" y="48"/>
                  </a:lnTo>
                  <a:lnTo>
                    <a:pt x="713" y="73"/>
                  </a:lnTo>
                  <a:lnTo>
                    <a:pt x="755" y="103"/>
                  </a:lnTo>
                  <a:lnTo>
                    <a:pt x="792" y="137"/>
                  </a:lnTo>
                  <a:lnTo>
                    <a:pt x="826" y="174"/>
                  </a:lnTo>
                  <a:lnTo>
                    <a:pt x="856" y="216"/>
                  </a:lnTo>
                  <a:lnTo>
                    <a:pt x="881" y="261"/>
                  </a:lnTo>
                  <a:lnTo>
                    <a:pt x="901" y="308"/>
                  </a:lnTo>
                  <a:lnTo>
                    <a:pt x="917" y="358"/>
                  </a:lnTo>
                  <a:lnTo>
                    <a:pt x="925" y="411"/>
                  </a:lnTo>
                  <a:lnTo>
                    <a:pt x="929" y="465"/>
                  </a:lnTo>
                  <a:lnTo>
                    <a:pt x="925" y="519"/>
                  </a:lnTo>
                  <a:lnTo>
                    <a:pt x="917" y="572"/>
                  </a:lnTo>
                  <a:lnTo>
                    <a:pt x="901" y="621"/>
                  </a:lnTo>
                  <a:lnTo>
                    <a:pt x="881" y="668"/>
                  </a:lnTo>
                  <a:lnTo>
                    <a:pt x="856" y="714"/>
                  </a:lnTo>
                  <a:lnTo>
                    <a:pt x="826" y="755"/>
                  </a:lnTo>
                  <a:lnTo>
                    <a:pt x="792" y="793"/>
                  </a:lnTo>
                  <a:lnTo>
                    <a:pt x="755" y="827"/>
                  </a:lnTo>
                  <a:lnTo>
                    <a:pt x="713" y="857"/>
                  </a:lnTo>
                  <a:lnTo>
                    <a:pt x="668" y="882"/>
                  </a:lnTo>
                  <a:lnTo>
                    <a:pt x="621" y="902"/>
                  </a:lnTo>
                  <a:lnTo>
                    <a:pt x="571" y="917"/>
                  </a:lnTo>
                  <a:lnTo>
                    <a:pt x="518" y="926"/>
                  </a:lnTo>
                  <a:lnTo>
                    <a:pt x="465" y="929"/>
                  </a:lnTo>
                  <a:lnTo>
                    <a:pt x="411" y="926"/>
                  </a:lnTo>
                  <a:lnTo>
                    <a:pt x="358" y="917"/>
                  </a:lnTo>
                  <a:lnTo>
                    <a:pt x="308" y="902"/>
                  </a:lnTo>
                  <a:lnTo>
                    <a:pt x="261" y="882"/>
                  </a:lnTo>
                  <a:lnTo>
                    <a:pt x="216" y="857"/>
                  </a:lnTo>
                  <a:lnTo>
                    <a:pt x="174" y="827"/>
                  </a:lnTo>
                  <a:lnTo>
                    <a:pt x="137" y="793"/>
                  </a:lnTo>
                  <a:lnTo>
                    <a:pt x="103" y="755"/>
                  </a:lnTo>
                  <a:lnTo>
                    <a:pt x="73" y="714"/>
                  </a:lnTo>
                  <a:lnTo>
                    <a:pt x="48" y="668"/>
                  </a:lnTo>
                  <a:lnTo>
                    <a:pt x="28" y="621"/>
                  </a:lnTo>
                  <a:lnTo>
                    <a:pt x="12" y="572"/>
                  </a:lnTo>
                  <a:lnTo>
                    <a:pt x="4" y="519"/>
                  </a:lnTo>
                  <a:lnTo>
                    <a:pt x="0" y="465"/>
                  </a:lnTo>
                  <a:lnTo>
                    <a:pt x="4" y="411"/>
                  </a:lnTo>
                  <a:lnTo>
                    <a:pt x="12" y="358"/>
                  </a:lnTo>
                  <a:lnTo>
                    <a:pt x="28" y="308"/>
                  </a:lnTo>
                  <a:lnTo>
                    <a:pt x="48" y="261"/>
                  </a:lnTo>
                  <a:lnTo>
                    <a:pt x="73" y="216"/>
                  </a:lnTo>
                  <a:lnTo>
                    <a:pt x="103" y="174"/>
                  </a:lnTo>
                  <a:lnTo>
                    <a:pt x="137" y="137"/>
                  </a:lnTo>
                  <a:lnTo>
                    <a:pt x="174" y="103"/>
                  </a:lnTo>
                  <a:lnTo>
                    <a:pt x="216" y="73"/>
                  </a:lnTo>
                  <a:lnTo>
                    <a:pt x="261" y="48"/>
                  </a:lnTo>
                  <a:lnTo>
                    <a:pt x="308" y="28"/>
                  </a:lnTo>
                  <a:lnTo>
                    <a:pt x="358" y="12"/>
                  </a:lnTo>
                  <a:lnTo>
                    <a:pt x="411" y="4"/>
                  </a:lnTo>
                  <a:lnTo>
                    <a:pt x="465" y="0"/>
                  </a:lnTo>
                  <a:close/>
                </a:path>
              </a:pathLst>
            </a:custGeom>
            <a:grpFill/>
            <a:ln w="0">
              <a:noFill/>
              <a:prstDash val="solid"/>
              <a:round/>
            </a:ln>
          </p:spPr>
          <p:txBody>
            <a:bodyPr vert="horz" wrap="square" lIns="91440" tIns="45720" rIns="91440" bIns="45720" numCol="1" anchor="t" anchorCtr="0" compatLnSpc="1"/>
            <a:lstStyle/>
            <a:p>
              <a:endParaRPr lang="es-ES"/>
            </a:p>
          </p:txBody>
        </p:sp>
        <p:sp>
          <p:nvSpPr>
            <p:cNvPr id="26" name="Freeform 36"/>
            <p:cNvSpPr/>
            <p:nvPr/>
          </p:nvSpPr>
          <p:spPr bwMode="auto">
            <a:xfrm>
              <a:off x="-2160" y="3669"/>
              <a:ext cx="20" cy="343"/>
            </a:xfrm>
            <a:custGeom>
              <a:avLst/>
              <a:gdLst>
                <a:gd name="T0" fmla="*/ 82 w 163"/>
                <a:gd name="T1" fmla="*/ 0 h 2740"/>
                <a:gd name="T2" fmla="*/ 103 w 163"/>
                <a:gd name="T3" fmla="*/ 3 h 2740"/>
                <a:gd name="T4" fmla="*/ 123 w 163"/>
                <a:gd name="T5" fmla="*/ 11 h 2740"/>
                <a:gd name="T6" fmla="*/ 140 w 163"/>
                <a:gd name="T7" fmla="*/ 24 h 2740"/>
                <a:gd name="T8" fmla="*/ 152 w 163"/>
                <a:gd name="T9" fmla="*/ 40 h 2740"/>
                <a:gd name="T10" fmla="*/ 161 w 163"/>
                <a:gd name="T11" fmla="*/ 60 h 2740"/>
                <a:gd name="T12" fmla="*/ 163 w 163"/>
                <a:gd name="T13" fmla="*/ 81 h 2740"/>
                <a:gd name="T14" fmla="*/ 163 w 163"/>
                <a:gd name="T15" fmla="*/ 2659 h 2740"/>
                <a:gd name="T16" fmla="*/ 161 w 163"/>
                <a:gd name="T17" fmla="*/ 2680 h 2740"/>
                <a:gd name="T18" fmla="*/ 152 w 163"/>
                <a:gd name="T19" fmla="*/ 2700 h 2740"/>
                <a:gd name="T20" fmla="*/ 140 w 163"/>
                <a:gd name="T21" fmla="*/ 2716 h 2740"/>
                <a:gd name="T22" fmla="*/ 123 w 163"/>
                <a:gd name="T23" fmla="*/ 2729 h 2740"/>
                <a:gd name="T24" fmla="*/ 103 w 163"/>
                <a:gd name="T25" fmla="*/ 2737 h 2740"/>
                <a:gd name="T26" fmla="*/ 82 w 163"/>
                <a:gd name="T27" fmla="*/ 2740 h 2740"/>
                <a:gd name="T28" fmla="*/ 60 w 163"/>
                <a:gd name="T29" fmla="*/ 2737 h 2740"/>
                <a:gd name="T30" fmla="*/ 41 w 163"/>
                <a:gd name="T31" fmla="*/ 2729 h 2740"/>
                <a:gd name="T32" fmla="*/ 24 w 163"/>
                <a:gd name="T33" fmla="*/ 2716 h 2740"/>
                <a:gd name="T34" fmla="*/ 11 w 163"/>
                <a:gd name="T35" fmla="*/ 2700 h 2740"/>
                <a:gd name="T36" fmla="*/ 3 w 163"/>
                <a:gd name="T37" fmla="*/ 2680 h 2740"/>
                <a:gd name="T38" fmla="*/ 0 w 163"/>
                <a:gd name="T39" fmla="*/ 2659 h 2740"/>
                <a:gd name="T40" fmla="*/ 0 w 163"/>
                <a:gd name="T41" fmla="*/ 81 h 2740"/>
                <a:gd name="T42" fmla="*/ 3 w 163"/>
                <a:gd name="T43" fmla="*/ 60 h 2740"/>
                <a:gd name="T44" fmla="*/ 11 w 163"/>
                <a:gd name="T45" fmla="*/ 40 h 2740"/>
                <a:gd name="T46" fmla="*/ 24 w 163"/>
                <a:gd name="T47" fmla="*/ 24 h 2740"/>
                <a:gd name="T48" fmla="*/ 41 w 163"/>
                <a:gd name="T49" fmla="*/ 11 h 2740"/>
                <a:gd name="T50" fmla="*/ 60 w 163"/>
                <a:gd name="T51" fmla="*/ 3 h 2740"/>
                <a:gd name="T52" fmla="*/ 82 w 163"/>
                <a:gd name="T53" fmla="*/ 0 h 2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3" h="2740">
                  <a:moveTo>
                    <a:pt x="82" y="0"/>
                  </a:moveTo>
                  <a:lnTo>
                    <a:pt x="103" y="3"/>
                  </a:lnTo>
                  <a:lnTo>
                    <a:pt x="123" y="11"/>
                  </a:lnTo>
                  <a:lnTo>
                    <a:pt x="140" y="24"/>
                  </a:lnTo>
                  <a:lnTo>
                    <a:pt x="152" y="40"/>
                  </a:lnTo>
                  <a:lnTo>
                    <a:pt x="161" y="60"/>
                  </a:lnTo>
                  <a:lnTo>
                    <a:pt x="163" y="81"/>
                  </a:lnTo>
                  <a:lnTo>
                    <a:pt x="163" y="2659"/>
                  </a:lnTo>
                  <a:lnTo>
                    <a:pt x="161" y="2680"/>
                  </a:lnTo>
                  <a:lnTo>
                    <a:pt x="152" y="2700"/>
                  </a:lnTo>
                  <a:lnTo>
                    <a:pt x="140" y="2716"/>
                  </a:lnTo>
                  <a:lnTo>
                    <a:pt x="123" y="2729"/>
                  </a:lnTo>
                  <a:lnTo>
                    <a:pt x="103" y="2737"/>
                  </a:lnTo>
                  <a:lnTo>
                    <a:pt x="82" y="2740"/>
                  </a:lnTo>
                  <a:lnTo>
                    <a:pt x="60" y="2737"/>
                  </a:lnTo>
                  <a:lnTo>
                    <a:pt x="41" y="2729"/>
                  </a:lnTo>
                  <a:lnTo>
                    <a:pt x="24" y="2716"/>
                  </a:lnTo>
                  <a:lnTo>
                    <a:pt x="11" y="2700"/>
                  </a:lnTo>
                  <a:lnTo>
                    <a:pt x="3" y="2680"/>
                  </a:lnTo>
                  <a:lnTo>
                    <a:pt x="0" y="2659"/>
                  </a:lnTo>
                  <a:lnTo>
                    <a:pt x="0" y="81"/>
                  </a:lnTo>
                  <a:lnTo>
                    <a:pt x="3" y="60"/>
                  </a:lnTo>
                  <a:lnTo>
                    <a:pt x="11" y="40"/>
                  </a:lnTo>
                  <a:lnTo>
                    <a:pt x="24" y="24"/>
                  </a:lnTo>
                  <a:lnTo>
                    <a:pt x="41" y="11"/>
                  </a:lnTo>
                  <a:lnTo>
                    <a:pt x="60" y="3"/>
                  </a:lnTo>
                  <a:lnTo>
                    <a:pt x="82" y="0"/>
                  </a:lnTo>
                  <a:close/>
                </a:path>
              </a:pathLst>
            </a:custGeom>
            <a:grpFill/>
            <a:ln w="0">
              <a:noFill/>
              <a:prstDash val="solid"/>
              <a:round/>
            </a:ln>
          </p:spPr>
          <p:txBody>
            <a:bodyPr vert="horz" wrap="square" lIns="91440" tIns="45720" rIns="91440" bIns="45720" numCol="1" anchor="t" anchorCtr="0" compatLnSpc="1"/>
            <a:lstStyle/>
            <a:p>
              <a:endParaRPr lang="es-ES"/>
            </a:p>
          </p:txBody>
        </p:sp>
        <p:sp>
          <p:nvSpPr>
            <p:cNvPr id="27" name="Freeform 37"/>
            <p:cNvSpPr/>
            <p:nvPr/>
          </p:nvSpPr>
          <p:spPr bwMode="auto">
            <a:xfrm>
              <a:off x="-2335" y="3816"/>
              <a:ext cx="371" cy="196"/>
            </a:xfrm>
            <a:custGeom>
              <a:avLst/>
              <a:gdLst>
                <a:gd name="T0" fmla="*/ 408 w 2966"/>
                <a:gd name="T1" fmla="*/ 3 h 1566"/>
                <a:gd name="T2" fmla="*/ 456 w 2966"/>
                <a:gd name="T3" fmla="*/ 41 h 1566"/>
                <a:gd name="T4" fmla="*/ 465 w 2966"/>
                <a:gd name="T5" fmla="*/ 104 h 1566"/>
                <a:gd name="T6" fmla="*/ 427 w 2966"/>
                <a:gd name="T7" fmla="*/ 153 h 1566"/>
                <a:gd name="T8" fmla="*/ 165 w 2966"/>
                <a:gd name="T9" fmla="*/ 164 h 1566"/>
                <a:gd name="T10" fmla="*/ 211 w 2966"/>
                <a:gd name="T11" fmla="*/ 437 h 1566"/>
                <a:gd name="T12" fmla="*/ 310 w 2966"/>
                <a:gd name="T13" fmla="*/ 689 h 1566"/>
                <a:gd name="T14" fmla="*/ 456 w 2966"/>
                <a:gd name="T15" fmla="*/ 913 h 1566"/>
                <a:gd name="T16" fmla="*/ 643 w 2966"/>
                <a:gd name="T17" fmla="*/ 1101 h 1566"/>
                <a:gd name="T18" fmla="*/ 866 w 2966"/>
                <a:gd name="T19" fmla="*/ 1249 h 1566"/>
                <a:gd name="T20" fmla="*/ 1115 w 2966"/>
                <a:gd name="T21" fmla="*/ 1351 h 1566"/>
                <a:gd name="T22" fmla="*/ 1388 w 2966"/>
                <a:gd name="T23" fmla="*/ 1400 h 1566"/>
                <a:gd name="T24" fmla="*/ 1671 w 2966"/>
                <a:gd name="T25" fmla="*/ 1390 h 1566"/>
                <a:gd name="T26" fmla="*/ 1936 w 2966"/>
                <a:gd name="T27" fmla="*/ 1323 h 1566"/>
                <a:gd name="T28" fmla="*/ 2178 w 2966"/>
                <a:gd name="T29" fmla="*/ 1205 h 1566"/>
                <a:gd name="T30" fmla="*/ 2388 w 2966"/>
                <a:gd name="T31" fmla="*/ 1042 h 1566"/>
                <a:gd name="T32" fmla="*/ 2562 w 2966"/>
                <a:gd name="T33" fmla="*/ 841 h 1566"/>
                <a:gd name="T34" fmla="*/ 2693 w 2966"/>
                <a:gd name="T35" fmla="*/ 608 h 1566"/>
                <a:gd name="T36" fmla="*/ 2776 w 2966"/>
                <a:gd name="T37" fmla="*/ 348 h 1566"/>
                <a:gd name="T38" fmla="*/ 2583 w 2966"/>
                <a:gd name="T39" fmla="*/ 164 h 1566"/>
                <a:gd name="T40" fmla="*/ 2525 w 2966"/>
                <a:gd name="T41" fmla="*/ 140 h 1566"/>
                <a:gd name="T42" fmla="*/ 2502 w 2966"/>
                <a:gd name="T43" fmla="*/ 82 h 1566"/>
                <a:gd name="T44" fmla="*/ 2525 w 2966"/>
                <a:gd name="T45" fmla="*/ 24 h 1566"/>
                <a:gd name="T46" fmla="*/ 2583 w 2966"/>
                <a:gd name="T47" fmla="*/ 0 h 1566"/>
                <a:gd name="T48" fmla="*/ 2925 w 2966"/>
                <a:gd name="T49" fmla="*/ 11 h 1566"/>
                <a:gd name="T50" fmla="*/ 2963 w 2966"/>
                <a:gd name="T51" fmla="*/ 61 h 1566"/>
                <a:gd name="T52" fmla="*/ 2952 w 2966"/>
                <a:gd name="T53" fmla="*/ 283 h 1566"/>
                <a:gd name="T54" fmla="*/ 2884 w 2966"/>
                <a:gd name="T55" fmla="*/ 569 h 1566"/>
                <a:gd name="T56" fmla="*/ 2763 w 2966"/>
                <a:gd name="T57" fmla="*/ 831 h 1566"/>
                <a:gd name="T58" fmla="*/ 2595 w 2966"/>
                <a:gd name="T59" fmla="*/ 1062 h 1566"/>
                <a:gd name="T60" fmla="*/ 2389 w 2966"/>
                <a:gd name="T61" fmla="*/ 1257 h 1566"/>
                <a:gd name="T62" fmla="*/ 2147 w 2966"/>
                <a:gd name="T63" fmla="*/ 1409 h 1566"/>
                <a:gd name="T64" fmla="*/ 1876 w 2966"/>
                <a:gd name="T65" fmla="*/ 1513 h 1566"/>
                <a:gd name="T66" fmla="*/ 1584 w 2966"/>
                <a:gd name="T67" fmla="*/ 1563 h 1566"/>
                <a:gd name="T68" fmla="*/ 1281 w 2966"/>
                <a:gd name="T69" fmla="*/ 1553 h 1566"/>
                <a:gd name="T70" fmla="*/ 996 w 2966"/>
                <a:gd name="T71" fmla="*/ 1484 h 1566"/>
                <a:gd name="T72" fmla="*/ 735 w 2966"/>
                <a:gd name="T73" fmla="*/ 1364 h 1566"/>
                <a:gd name="T74" fmla="*/ 504 w 2966"/>
                <a:gd name="T75" fmla="*/ 1196 h 1566"/>
                <a:gd name="T76" fmla="*/ 309 w 2966"/>
                <a:gd name="T77" fmla="*/ 988 h 1566"/>
                <a:gd name="T78" fmla="*/ 156 w 2966"/>
                <a:gd name="T79" fmla="*/ 746 h 1566"/>
                <a:gd name="T80" fmla="*/ 53 w 2966"/>
                <a:gd name="T81" fmla="*/ 477 h 1566"/>
                <a:gd name="T82" fmla="*/ 3 w 2966"/>
                <a:gd name="T83" fmla="*/ 184 h 1566"/>
                <a:gd name="T84" fmla="*/ 11 w 2966"/>
                <a:gd name="T85" fmla="*/ 41 h 1566"/>
                <a:gd name="T86" fmla="*/ 59 w 2966"/>
                <a:gd name="T87" fmla="*/ 3 h 1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66" h="1566">
                  <a:moveTo>
                    <a:pt x="81" y="0"/>
                  </a:moveTo>
                  <a:lnTo>
                    <a:pt x="386" y="0"/>
                  </a:lnTo>
                  <a:lnTo>
                    <a:pt x="408" y="3"/>
                  </a:lnTo>
                  <a:lnTo>
                    <a:pt x="427" y="11"/>
                  </a:lnTo>
                  <a:lnTo>
                    <a:pt x="443" y="24"/>
                  </a:lnTo>
                  <a:lnTo>
                    <a:pt x="456" y="41"/>
                  </a:lnTo>
                  <a:lnTo>
                    <a:pt x="465" y="61"/>
                  </a:lnTo>
                  <a:lnTo>
                    <a:pt x="467" y="82"/>
                  </a:lnTo>
                  <a:lnTo>
                    <a:pt x="465" y="104"/>
                  </a:lnTo>
                  <a:lnTo>
                    <a:pt x="456" y="123"/>
                  </a:lnTo>
                  <a:lnTo>
                    <a:pt x="443" y="140"/>
                  </a:lnTo>
                  <a:lnTo>
                    <a:pt x="427" y="153"/>
                  </a:lnTo>
                  <a:lnTo>
                    <a:pt x="408" y="161"/>
                  </a:lnTo>
                  <a:lnTo>
                    <a:pt x="386" y="164"/>
                  </a:lnTo>
                  <a:lnTo>
                    <a:pt x="165" y="164"/>
                  </a:lnTo>
                  <a:lnTo>
                    <a:pt x="174" y="257"/>
                  </a:lnTo>
                  <a:lnTo>
                    <a:pt x="189" y="348"/>
                  </a:lnTo>
                  <a:lnTo>
                    <a:pt x="211" y="437"/>
                  </a:lnTo>
                  <a:lnTo>
                    <a:pt x="239" y="524"/>
                  </a:lnTo>
                  <a:lnTo>
                    <a:pt x="272" y="608"/>
                  </a:lnTo>
                  <a:lnTo>
                    <a:pt x="310" y="689"/>
                  </a:lnTo>
                  <a:lnTo>
                    <a:pt x="354" y="766"/>
                  </a:lnTo>
                  <a:lnTo>
                    <a:pt x="403" y="841"/>
                  </a:lnTo>
                  <a:lnTo>
                    <a:pt x="456" y="913"/>
                  </a:lnTo>
                  <a:lnTo>
                    <a:pt x="515" y="980"/>
                  </a:lnTo>
                  <a:lnTo>
                    <a:pt x="577" y="1042"/>
                  </a:lnTo>
                  <a:lnTo>
                    <a:pt x="643" y="1101"/>
                  </a:lnTo>
                  <a:lnTo>
                    <a:pt x="714" y="1156"/>
                  </a:lnTo>
                  <a:lnTo>
                    <a:pt x="787" y="1205"/>
                  </a:lnTo>
                  <a:lnTo>
                    <a:pt x="866" y="1249"/>
                  </a:lnTo>
                  <a:lnTo>
                    <a:pt x="946" y="1289"/>
                  </a:lnTo>
                  <a:lnTo>
                    <a:pt x="1029" y="1323"/>
                  </a:lnTo>
                  <a:lnTo>
                    <a:pt x="1115" y="1351"/>
                  </a:lnTo>
                  <a:lnTo>
                    <a:pt x="1204" y="1374"/>
                  </a:lnTo>
                  <a:lnTo>
                    <a:pt x="1294" y="1390"/>
                  </a:lnTo>
                  <a:lnTo>
                    <a:pt x="1388" y="1400"/>
                  </a:lnTo>
                  <a:lnTo>
                    <a:pt x="1483" y="1403"/>
                  </a:lnTo>
                  <a:lnTo>
                    <a:pt x="1577" y="1400"/>
                  </a:lnTo>
                  <a:lnTo>
                    <a:pt x="1671" y="1390"/>
                  </a:lnTo>
                  <a:lnTo>
                    <a:pt x="1761" y="1374"/>
                  </a:lnTo>
                  <a:lnTo>
                    <a:pt x="1850" y="1351"/>
                  </a:lnTo>
                  <a:lnTo>
                    <a:pt x="1936" y="1323"/>
                  </a:lnTo>
                  <a:lnTo>
                    <a:pt x="2019" y="1289"/>
                  </a:lnTo>
                  <a:lnTo>
                    <a:pt x="2099" y="1249"/>
                  </a:lnTo>
                  <a:lnTo>
                    <a:pt x="2178" y="1205"/>
                  </a:lnTo>
                  <a:lnTo>
                    <a:pt x="2251" y="1156"/>
                  </a:lnTo>
                  <a:lnTo>
                    <a:pt x="2322" y="1101"/>
                  </a:lnTo>
                  <a:lnTo>
                    <a:pt x="2388" y="1042"/>
                  </a:lnTo>
                  <a:lnTo>
                    <a:pt x="2450" y="980"/>
                  </a:lnTo>
                  <a:lnTo>
                    <a:pt x="2509" y="913"/>
                  </a:lnTo>
                  <a:lnTo>
                    <a:pt x="2562" y="841"/>
                  </a:lnTo>
                  <a:lnTo>
                    <a:pt x="2611" y="766"/>
                  </a:lnTo>
                  <a:lnTo>
                    <a:pt x="2655" y="689"/>
                  </a:lnTo>
                  <a:lnTo>
                    <a:pt x="2693" y="608"/>
                  </a:lnTo>
                  <a:lnTo>
                    <a:pt x="2726" y="524"/>
                  </a:lnTo>
                  <a:lnTo>
                    <a:pt x="2754" y="437"/>
                  </a:lnTo>
                  <a:lnTo>
                    <a:pt x="2776" y="348"/>
                  </a:lnTo>
                  <a:lnTo>
                    <a:pt x="2791" y="257"/>
                  </a:lnTo>
                  <a:lnTo>
                    <a:pt x="2800" y="164"/>
                  </a:lnTo>
                  <a:lnTo>
                    <a:pt x="2583" y="164"/>
                  </a:lnTo>
                  <a:lnTo>
                    <a:pt x="2561" y="161"/>
                  </a:lnTo>
                  <a:lnTo>
                    <a:pt x="2542" y="153"/>
                  </a:lnTo>
                  <a:lnTo>
                    <a:pt x="2525" y="140"/>
                  </a:lnTo>
                  <a:lnTo>
                    <a:pt x="2513" y="123"/>
                  </a:lnTo>
                  <a:lnTo>
                    <a:pt x="2504" y="104"/>
                  </a:lnTo>
                  <a:lnTo>
                    <a:pt x="2502" y="82"/>
                  </a:lnTo>
                  <a:lnTo>
                    <a:pt x="2504" y="61"/>
                  </a:lnTo>
                  <a:lnTo>
                    <a:pt x="2513" y="41"/>
                  </a:lnTo>
                  <a:lnTo>
                    <a:pt x="2525" y="24"/>
                  </a:lnTo>
                  <a:lnTo>
                    <a:pt x="2542" y="11"/>
                  </a:lnTo>
                  <a:lnTo>
                    <a:pt x="2561" y="3"/>
                  </a:lnTo>
                  <a:lnTo>
                    <a:pt x="2583" y="0"/>
                  </a:lnTo>
                  <a:lnTo>
                    <a:pt x="2884" y="0"/>
                  </a:lnTo>
                  <a:lnTo>
                    <a:pt x="2906" y="3"/>
                  </a:lnTo>
                  <a:lnTo>
                    <a:pt x="2925" y="11"/>
                  </a:lnTo>
                  <a:lnTo>
                    <a:pt x="2942" y="24"/>
                  </a:lnTo>
                  <a:lnTo>
                    <a:pt x="2954" y="41"/>
                  </a:lnTo>
                  <a:lnTo>
                    <a:pt x="2963" y="61"/>
                  </a:lnTo>
                  <a:lnTo>
                    <a:pt x="2966" y="82"/>
                  </a:lnTo>
                  <a:lnTo>
                    <a:pt x="2962" y="184"/>
                  </a:lnTo>
                  <a:lnTo>
                    <a:pt x="2952" y="283"/>
                  </a:lnTo>
                  <a:lnTo>
                    <a:pt x="2935" y="381"/>
                  </a:lnTo>
                  <a:lnTo>
                    <a:pt x="2912" y="477"/>
                  </a:lnTo>
                  <a:lnTo>
                    <a:pt x="2884" y="569"/>
                  </a:lnTo>
                  <a:lnTo>
                    <a:pt x="2848" y="659"/>
                  </a:lnTo>
                  <a:lnTo>
                    <a:pt x="2809" y="746"/>
                  </a:lnTo>
                  <a:lnTo>
                    <a:pt x="2763" y="831"/>
                  </a:lnTo>
                  <a:lnTo>
                    <a:pt x="2712" y="911"/>
                  </a:lnTo>
                  <a:lnTo>
                    <a:pt x="2656" y="988"/>
                  </a:lnTo>
                  <a:lnTo>
                    <a:pt x="2595" y="1062"/>
                  </a:lnTo>
                  <a:lnTo>
                    <a:pt x="2531" y="1132"/>
                  </a:lnTo>
                  <a:lnTo>
                    <a:pt x="2461" y="1196"/>
                  </a:lnTo>
                  <a:lnTo>
                    <a:pt x="2389" y="1257"/>
                  </a:lnTo>
                  <a:lnTo>
                    <a:pt x="2311" y="1312"/>
                  </a:lnTo>
                  <a:lnTo>
                    <a:pt x="2230" y="1364"/>
                  </a:lnTo>
                  <a:lnTo>
                    <a:pt x="2147" y="1409"/>
                  </a:lnTo>
                  <a:lnTo>
                    <a:pt x="2059" y="1450"/>
                  </a:lnTo>
                  <a:lnTo>
                    <a:pt x="1969" y="1484"/>
                  </a:lnTo>
                  <a:lnTo>
                    <a:pt x="1876" y="1513"/>
                  </a:lnTo>
                  <a:lnTo>
                    <a:pt x="1781" y="1535"/>
                  </a:lnTo>
                  <a:lnTo>
                    <a:pt x="1684" y="1553"/>
                  </a:lnTo>
                  <a:lnTo>
                    <a:pt x="1584" y="1563"/>
                  </a:lnTo>
                  <a:lnTo>
                    <a:pt x="1483" y="1566"/>
                  </a:lnTo>
                  <a:lnTo>
                    <a:pt x="1381" y="1563"/>
                  </a:lnTo>
                  <a:lnTo>
                    <a:pt x="1281" y="1553"/>
                  </a:lnTo>
                  <a:lnTo>
                    <a:pt x="1184" y="1535"/>
                  </a:lnTo>
                  <a:lnTo>
                    <a:pt x="1089" y="1513"/>
                  </a:lnTo>
                  <a:lnTo>
                    <a:pt x="996" y="1484"/>
                  </a:lnTo>
                  <a:lnTo>
                    <a:pt x="906" y="1450"/>
                  </a:lnTo>
                  <a:lnTo>
                    <a:pt x="818" y="1409"/>
                  </a:lnTo>
                  <a:lnTo>
                    <a:pt x="735" y="1364"/>
                  </a:lnTo>
                  <a:lnTo>
                    <a:pt x="654" y="1312"/>
                  </a:lnTo>
                  <a:lnTo>
                    <a:pt x="577" y="1257"/>
                  </a:lnTo>
                  <a:lnTo>
                    <a:pt x="504" y="1196"/>
                  </a:lnTo>
                  <a:lnTo>
                    <a:pt x="434" y="1132"/>
                  </a:lnTo>
                  <a:lnTo>
                    <a:pt x="370" y="1062"/>
                  </a:lnTo>
                  <a:lnTo>
                    <a:pt x="309" y="988"/>
                  </a:lnTo>
                  <a:lnTo>
                    <a:pt x="253" y="911"/>
                  </a:lnTo>
                  <a:lnTo>
                    <a:pt x="202" y="831"/>
                  </a:lnTo>
                  <a:lnTo>
                    <a:pt x="156" y="746"/>
                  </a:lnTo>
                  <a:lnTo>
                    <a:pt x="117" y="659"/>
                  </a:lnTo>
                  <a:lnTo>
                    <a:pt x="81" y="569"/>
                  </a:lnTo>
                  <a:lnTo>
                    <a:pt x="53" y="477"/>
                  </a:lnTo>
                  <a:lnTo>
                    <a:pt x="30" y="381"/>
                  </a:lnTo>
                  <a:lnTo>
                    <a:pt x="13" y="283"/>
                  </a:lnTo>
                  <a:lnTo>
                    <a:pt x="3" y="184"/>
                  </a:lnTo>
                  <a:lnTo>
                    <a:pt x="0" y="82"/>
                  </a:lnTo>
                  <a:lnTo>
                    <a:pt x="2" y="61"/>
                  </a:lnTo>
                  <a:lnTo>
                    <a:pt x="11" y="41"/>
                  </a:lnTo>
                  <a:lnTo>
                    <a:pt x="23" y="24"/>
                  </a:lnTo>
                  <a:lnTo>
                    <a:pt x="40" y="11"/>
                  </a:lnTo>
                  <a:lnTo>
                    <a:pt x="59" y="3"/>
                  </a:lnTo>
                  <a:lnTo>
                    <a:pt x="81" y="0"/>
                  </a:lnTo>
                  <a:close/>
                </a:path>
              </a:pathLst>
            </a:custGeom>
            <a:grpFill/>
            <a:ln w="0">
              <a:noFill/>
              <a:prstDash val="solid"/>
              <a:round/>
            </a:ln>
          </p:spPr>
          <p:txBody>
            <a:bodyPr vert="horz" wrap="square" lIns="91440" tIns="45720" rIns="91440" bIns="45720" numCol="1" anchor="t" anchorCtr="0" compatLnSpc="1"/>
            <a:lstStyle/>
            <a:p>
              <a:endParaRPr lang="es-ES"/>
            </a:p>
          </p:txBody>
        </p:sp>
        <p:sp>
          <p:nvSpPr>
            <p:cNvPr id="28" name="Freeform 38"/>
            <p:cNvSpPr/>
            <p:nvPr/>
          </p:nvSpPr>
          <p:spPr bwMode="auto">
            <a:xfrm>
              <a:off x="-2218" y="3738"/>
              <a:ext cx="137" cy="20"/>
            </a:xfrm>
            <a:custGeom>
              <a:avLst/>
              <a:gdLst>
                <a:gd name="T0" fmla="*/ 81 w 1093"/>
                <a:gd name="T1" fmla="*/ 0 h 164"/>
                <a:gd name="T2" fmla="*/ 1012 w 1093"/>
                <a:gd name="T3" fmla="*/ 0 h 164"/>
                <a:gd name="T4" fmla="*/ 1034 w 1093"/>
                <a:gd name="T5" fmla="*/ 3 h 164"/>
                <a:gd name="T6" fmla="*/ 1052 w 1093"/>
                <a:gd name="T7" fmla="*/ 12 h 164"/>
                <a:gd name="T8" fmla="*/ 1069 w 1093"/>
                <a:gd name="T9" fmla="*/ 24 h 164"/>
                <a:gd name="T10" fmla="*/ 1082 w 1093"/>
                <a:gd name="T11" fmla="*/ 40 h 164"/>
                <a:gd name="T12" fmla="*/ 1090 w 1093"/>
                <a:gd name="T13" fmla="*/ 60 h 164"/>
                <a:gd name="T14" fmla="*/ 1093 w 1093"/>
                <a:gd name="T15" fmla="*/ 82 h 164"/>
                <a:gd name="T16" fmla="*/ 1090 w 1093"/>
                <a:gd name="T17" fmla="*/ 103 h 164"/>
                <a:gd name="T18" fmla="*/ 1082 w 1093"/>
                <a:gd name="T19" fmla="*/ 123 h 164"/>
                <a:gd name="T20" fmla="*/ 1069 w 1093"/>
                <a:gd name="T21" fmla="*/ 140 h 164"/>
                <a:gd name="T22" fmla="*/ 1052 w 1093"/>
                <a:gd name="T23" fmla="*/ 153 h 164"/>
                <a:gd name="T24" fmla="*/ 1034 w 1093"/>
                <a:gd name="T25" fmla="*/ 160 h 164"/>
                <a:gd name="T26" fmla="*/ 1012 w 1093"/>
                <a:gd name="T27" fmla="*/ 164 h 164"/>
                <a:gd name="T28" fmla="*/ 81 w 1093"/>
                <a:gd name="T29" fmla="*/ 164 h 164"/>
                <a:gd name="T30" fmla="*/ 59 w 1093"/>
                <a:gd name="T31" fmla="*/ 160 h 164"/>
                <a:gd name="T32" fmla="*/ 41 w 1093"/>
                <a:gd name="T33" fmla="*/ 153 h 164"/>
                <a:gd name="T34" fmla="*/ 24 w 1093"/>
                <a:gd name="T35" fmla="*/ 140 h 164"/>
                <a:gd name="T36" fmla="*/ 11 w 1093"/>
                <a:gd name="T37" fmla="*/ 123 h 164"/>
                <a:gd name="T38" fmla="*/ 2 w 1093"/>
                <a:gd name="T39" fmla="*/ 103 h 164"/>
                <a:gd name="T40" fmla="*/ 0 w 1093"/>
                <a:gd name="T41" fmla="*/ 82 h 164"/>
                <a:gd name="T42" fmla="*/ 2 w 1093"/>
                <a:gd name="T43" fmla="*/ 60 h 164"/>
                <a:gd name="T44" fmla="*/ 11 w 1093"/>
                <a:gd name="T45" fmla="*/ 40 h 164"/>
                <a:gd name="T46" fmla="*/ 24 w 1093"/>
                <a:gd name="T47" fmla="*/ 24 h 164"/>
                <a:gd name="T48" fmla="*/ 41 w 1093"/>
                <a:gd name="T49" fmla="*/ 12 h 164"/>
                <a:gd name="T50" fmla="*/ 59 w 1093"/>
                <a:gd name="T51" fmla="*/ 3 h 164"/>
                <a:gd name="T52" fmla="*/ 81 w 1093"/>
                <a:gd name="T5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93" h="164">
                  <a:moveTo>
                    <a:pt x="81" y="0"/>
                  </a:moveTo>
                  <a:lnTo>
                    <a:pt x="1012" y="0"/>
                  </a:lnTo>
                  <a:lnTo>
                    <a:pt x="1034" y="3"/>
                  </a:lnTo>
                  <a:lnTo>
                    <a:pt x="1052" y="12"/>
                  </a:lnTo>
                  <a:lnTo>
                    <a:pt x="1069" y="24"/>
                  </a:lnTo>
                  <a:lnTo>
                    <a:pt x="1082" y="40"/>
                  </a:lnTo>
                  <a:lnTo>
                    <a:pt x="1090" y="60"/>
                  </a:lnTo>
                  <a:lnTo>
                    <a:pt x="1093" y="82"/>
                  </a:lnTo>
                  <a:lnTo>
                    <a:pt x="1090" y="103"/>
                  </a:lnTo>
                  <a:lnTo>
                    <a:pt x="1082" y="123"/>
                  </a:lnTo>
                  <a:lnTo>
                    <a:pt x="1069" y="140"/>
                  </a:lnTo>
                  <a:lnTo>
                    <a:pt x="1052" y="153"/>
                  </a:lnTo>
                  <a:lnTo>
                    <a:pt x="1034" y="160"/>
                  </a:lnTo>
                  <a:lnTo>
                    <a:pt x="1012" y="164"/>
                  </a:lnTo>
                  <a:lnTo>
                    <a:pt x="81" y="164"/>
                  </a:lnTo>
                  <a:lnTo>
                    <a:pt x="59" y="160"/>
                  </a:lnTo>
                  <a:lnTo>
                    <a:pt x="41" y="153"/>
                  </a:lnTo>
                  <a:lnTo>
                    <a:pt x="24" y="140"/>
                  </a:lnTo>
                  <a:lnTo>
                    <a:pt x="11" y="123"/>
                  </a:lnTo>
                  <a:lnTo>
                    <a:pt x="2" y="103"/>
                  </a:lnTo>
                  <a:lnTo>
                    <a:pt x="0" y="82"/>
                  </a:lnTo>
                  <a:lnTo>
                    <a:pt x="2" y="60"/>
                  </a:lnTo>
                  <a:lnTo>
                    <a:pt x="11" y="40"/>
                  </a:lnTo>
                  <a:lnTo>
                    <a:pt x="24" y="24"/>
                  </a:lnTo>
                  <a:lnTo>
                    <a:pt x="41" y="12"/>
                  </a:lnTo>
                  <a:lnTo>
                    <a:pt x="59" y="3"/>
                  </a:lnTo>
                  <a:lnTo>
                    <a:pt x="81" y="0"/>
                  </a:lnTo>
                  <a:close/>
                </a:path>
              </a:pathLst>
            </a:custGeom>
            <a:grpFill/>
            <a:ln w="0">
              <a:noFill/>
              <a:prstDash val="solid"/>
              <a:round/>
            </a:ln>
          </p:spPr>
          <p:txBody>
            <a:bodyPr vert="horz" wrap="square" lIns="91440" tIns="45720" rIns="91440" bIns="45720" numCol="1" anchor="t" anchorCtr="0" compatLnSpc="1"/>
            <a:lstStyle/>
            <a:p>
              <a:endParaRPr lang="es-ES"/>
            </a:p>
          </p:txBody>
        </p:sp>
      </p:grpSp>
      <p:sp>
        <p:nvSpPr>
          <p:cNvPr id="29" name="Freeform 28"/>
          <p:cNvSpPr>
            <a:spLocks noChangeAspect="1" noEditPoints="1"/>
          </p:cNvSpPr>
          <p:nvPr/>
        </p:nvSpPr>
        <p:spPr bwMode="auto">
          <a:xfrm>
            <a:off x="4165147" y="2743916"/>
            <a:ext cx="495572" cy="444512"/>
          </a:xfrm>
          <a:custGeom>
            <a:avLst/>
            <a:gdLst>
              <a:gd name="T0" fmla="*/ 665 w 3466"/>
              <a:gd name="T1" fmla="*/ 173 h 3107"/>
              <a:gd name="T2" fmla="*/ 438 w 3466"/>
              <a:gd name="T3" fmla="*/ 273 h 3107"/>
              <a:gd name="T4" fmla="*/ 271 w 3466"/>
              <a:gd name="T5" fmla="*/ 441 h 3107"/>
              <a:gd name="T6" fmla="*/ 173 w 3466"/>
              <a:gd name="T7" fmla="*/ 672 h 3107"/>
              <a:gd name="T8" fmla="*/ 153 w 3466"/>
              <a:gd name="T9" fmla="*/ 959 h 3107"/>
              <a:gd name="T10" fmla="*/ 234 w 3466"/>
              <a:gd name="T11" fmla="*/ 1273 h 3107"/>
              <a:gd name="T12" fmla="*/ 415 w 3466"/>
              <a:gd name="T13" fmla="*/ 1575 h 3107"/>
              <a:gd name="T14" fmla="*/ 2923 w 3466"/>
              <a:gd name="T15" fmla="*/ 1717 h 3107"/>
              <a:gd name="T16" fmla="*/ 3154 w 3466"/>
              <a:gd name="T17" fmla="*/ 1426 h 3107"/>
              <a:gd name="T18" fmla="*/ 3286 w 3466"/>
              <a:gd name="T19" fmla="*/ 1117 h 3107"/>
              <a:gd name="T20" fmla="*/ 3315 w 3466"/>
              <a:gd name="T21" fmla="*/ 808 h 3107"/>
              <a:gd name="T22" fmla="*/ 3254 w 3466"/>
              <a:gd name="T23" fmla="*/ 550 h 3107"/>
              <a:gd name="T24" fmla="*/ 3121 w 3466"/>
              <a:gd name="T25" fmla="*/ 348 h 3107"/>
              <a:gd name="T26" fmla="*/ 2922 w 3466"/>
              <a:gd name="T27" fmla="*/ 214 h 3107"/>
              <a:gd name="T28" fmla="*/ 2666 w 3466"/>
              <a:gd name="T29" fmla="*/ 153 h 3107"/>
              <a:gd name="T30" fmla="*/ 2421 w 3466"/>
              <a:gd name="T31" fmla="*/ 163 h 3107"/>
              <a:gd name="T32" fmla="*/ 2235 w 3466"/>
              <a:gd name="T33" fmla="*/ 221 h 3107"/>
              <a:gd name="T34" fmla="*/ 2084 w 3466"/>
              <a:gd name="T35" fmla="*/ 322 h 3107"/>
              <a:gd name="T36" fmla="*/ 1944 w 3466"/>
              <a:gd name="T37" fmla="*/ 461 h 3107"/>
              <a:gd name="T38" fmla="*/ 1790 w 3466"/>
              <a:gd name="T39" fmla="*/ 640 h 3107"/>
              <a:gd name="T40" fmla="*/ 1733 w 3466"/>
              <a:gd name="T41" fmla="*/ 667 h 3107"/>
              <a:gd name="T42" fmla="*/ 1676 w 3466"/>
              <a:gd name="T43" fmla="*/ 640 h 3107"/>
              <a:gd name="T44" fmla="*/ 1522 w 3466"/>
              <a:gd name="T45" fmla="*/ 461 h 3107"/>
              <a:gd name="T46" fmla="*/ 1382 w 3466"/>
              <a:gd name="T47" fmla="*/ 322 h 3107"/>
              <a:gd name="T48" fmla="*/ 1231 w 3466"/>
              <a:gd name="T49" fmla="*/ 221 h 3107"/>
              <a:gd name="T50" fmla="*/ 1046 w 3466"/>
              <a:gd name="T51" fmla="*/ 163 h 3107"/>
              <a:gd name="T52" fmla="*/ 872 w 3466"/>
              <a:gd name="T53" fmla="*/ 0 h 3107"/>
              <a:gd name="T54" fmla="*/ 1065 w 3466"/>
              <a:gd name="T55" fmla="*/ 14 h 3107"/>
              <a:gd name="T56" fmla="*/ 1272 w 3466"/>
              <a:gd name="T57" fmla="*/ 76 h 3107"/>
              <a:gd name="T58" fmla="*/ 1441 w 3466"/>
              <a:gd name="T59" fmla="*/ 177 h 3107"/>
              <a:gd name="T60" fmla="*/ 1589 w 3466"/>
              <a:gd name="T61" fmla="*/ 313 h 3107"/>
              <a:gd name="T62" fmla="*/ 1733 w 3466"/>
              <a:gd name="T63" fmla="*/ 477 h 3107"/>
              <a:gd name="T64" fmla="*/ 1878 w 3466"/>
              <a:gd name="T65" fmla="*/ 313 h 3107"/>
              <a:gd name="T66" fmla="*/ 2025 w 3466"/>
              <a:gd name="T67" fmla="*/ 177 h 3107"/>
              <a:gd name="T68" fmla="*/ 2194 w 3466"/>
              <a:gd name="T69" fmla="*/ 76 h 3107"/>
              <a:gd name="T70" fmla="*/ 2402 w 3466"/>
              <a:gd name="T71" fmla="*/ 14 h 3107"/>
              <a:gd name="T72" fmla="*/ 2596 w 3466"/>
              <a:gd name="T73" fmla="*/ 0 h 3107"/>
              <a:gd name="T74" fmla="*/ 2885 w 3466"/>
              <a:gd name="T75" fmla="*/ 41 h 3107"/>
              <a:gd name="T76" fmla="*/ 3127 w 3466"/>
              <a:gd name="T77" fmla="*/ 159 h 3107"/>
              <a:gd name="T78" fmla="*/ 3310 w 3466"/>
              <a:gd name="T79" fmla="*/ 343 h 3107"/>
              <a:gd name="T80" fmla="*/ 3426 w 3466"/>
              <a:gd name="T81" fmla="*/ 587 h 3107"/>
              <a:gd name="T82" fmla="*/ 3466 w 3466"/>
              <a:gd name="T83" fmla="*/ 881 h 3107"/>
              <a:gd name="T84" fmla="*/ 3416 w 3466"/>
              <a:gd name="T85" fmla="*/ 1207 h 3107"/>
              <a:gd name="T86" fmla="*/ 3268 w 3466"/>
              <a:gd name="T87" fmla="*/ 1527 h 3107"/>
              <a:gd name="T88" fmla="*/ 3030 w 3466"/>
              <a:gd name="T89" fmla="*/ 1823 h 3107"/>
              <a:gd name="T90" fmla="*/ 1733 w 3466"/>
              <a:gd name="T91" fmla="*/ 3107 h 3107"/>
              <a:gd name="T92" fmla="*/ 436 w 3466"/>
              <a:gd name="T93" fmla="*/ 1823 h 3107"/>
              <a:gd name="T94" fmla="*/ 198 w 3466"/>
              <a:gd name="T95" fmla="*/ 1527 h 3107"/>
              <a:gd name="T96" fmla="*/ 51 w 3466"/>
              <a:gd name="T97" fmla="*/ 1207 h 3107"/>
              <a:gd name="T98" fmla="*/ 0 w 3466"/>
              <a:gd name="T99" fmla="*/ 881 h 3107"/>
              <a:gd name="T100" fmla="*/ 40 w 3466"/>
              <a:gd name="T101" fmla="*/ 587 h 3107"/>
              <a:gd name="T102" fmla="*/ 157 w 3466"/>
              <a:gd name="T103" fmla="*/ 343 h 3107"/>
              <a:gd name="T104" fmla="*/ 339 w 3466"/>
              <a:gd name="T105" fmla="*/ 159 h 3107"/>
              <a:gd name="T106" fmla="*/ 581 w 3466"/>
              <a:gd name="T107" fmla="*/ 41 h 3107"/>
              <a:gd name="T108" fmla="*/ 872 w 3466"/>
              <a:gd name="T109" fmla="*/ 0 h 3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66" h="3107">
                <a:moveTo>
                  <a:pt x="872" y="149"/>
                </a:moveTo>
                <a:lnTo>
                  <a:pt x="800" y="153"/>
                </a:lnTo>
                <a:lnTo>
                  <a:pt x="732" y="160"/>
                </a:lnTo>
                <a:lnTo>
                  <a:pt x="665" y="173"/>
                </a:lnTo>
                <a:lnTo>
                  <a:pt x="603" y="190"/>
                </a:lnTo>
                <a:lnTo>
                  <a:pt x="545" y="214"/>
                </a:lnTo>
                <a:lnTo>
                  <a:pt x="489" y="241"/>
                </a:lnTo>
                <a:lnTo>
                  <a:pt x="438" y="273"/>
                </a:lnTo>
                <a:lnTo>
                  <a:pt x="390" y="308"/>
                </a:lnTo>
                <a:lnTo>
                  <a:pt x="346" y="348"/>
                </a:lnTo>
                <a:lnTo>
                  <a:pt x="307" y="393"/>
                </a:lnTo>
                <a:lnTo>
                  <a:pt x="271" y="441"/>
                </a:lnTo>
                <a:lnTo>
                  <a:pt x="239" y="494"/>
                </a:lnTo>
                <a:lnTo>
                  <a:pt x="213" y="550"/>
                </a:lnTo>
                <a:lnTo>
                  <a:pt x="190" y="610"/>
                </a:lnTo>
                <a:lnTo>
                  <a:pt x="173" y="672"/>
                </a:lnTo>
                <a:lnTo>
                  <a:pt x="160" y="738"/>
                </a:lnTo>
                <a:lnTo>
                  <a:pt x="152" y="808"/>
                </a:lnTo>
                <a:lnTo>
                  <a:pt x="150" y="881"/>
                </a:lnTo>
                <a:lnTo>
                  <a:pt x="153" y="959"/>
                </a:lnTo>
                <a:lnTo>
                  <a:pt x="163" y="1038"/>
                </a:lnTo>
                <a:lnTo>
                  <a:pt x="180" y="1117"/>
                </a:lnTo>
                <a:lnTo>
                  <a:pt x="203" y="1195"/>
                </a:lnTo>
                <a:lnTo>
                  <a:pt x="234" y="1273"/>
                </a:lnTo>
                <a:lnTo>
                  <a:pt x="270" y="1350"/>
                </a:lnTo>
                <a:lnTo>
                  <a:pt x="312" y="1426"/>
                </a:lnTo>
                <a:lnTo>
                  <a:pt x="361" y="1501"/>
                </a:lnTo>
                <a:lnTo>
                  <a:pt x="415" y="1575"/>
                </a:lnTo>
                <a:lnTo>
                  <a:pt x="477" y="1647"/>
                </a:lnTo>
                <a:lnTo>
                  <a:pt x="543" y="1717"/>
                </a:lnTo>
                <a:lnTo>
                  <a:pt x="1733" y="2926"/>
                </a:lnTo>
                <a:lnTo>
                  <a:pt x="2923" y="1717"/>
                </a:lnTo>
                <a:lnTo>
                  <a:pt x="2990" y="1648"/>
                </a:lnTo>
                <a:lnTo>
                  <a:pt x="3051" y="1575"/>
                </a:lnTo>
                <a:lnTo>
                  <a:pt x="3106" y="1501"/>
                </a:lnTo>
                <a:lnTo>
                  <a:pt x="3154" y="1426"/>
                </a:lnTo>
                <a:lnTo>
                  <a:pt x="3196" y="1351"/>
                </a:lnTo>
                <a:lnTo>
                  <a:pt x="3233" y="1273"/>
                </a:lnTo>
                <a:lnTo>
                  <a:pt x="3263" y="1195"/>
                </a:lnTo>
                <a:lnTo>
                  <a:pt x="3286" y="1117"/>
                </a:lnTo>
                <a:lnTo>
                  <a:pt x="3303" y="1038"/>
                </a:lnTo>
                <a:lnTo>
                  <a:pt x="3313" y="959"/>
                </a:lnTo>
                <a:lnTo>
                  <a:pt x="3317" y="881"/>
                </a:lnTo>
                <a:lnTo>
                  <a:pt x="3315" y="808"/>
                </a:lnTo>
                <a:lnTo>
                  <a:pt x="3306" y="738"/>
                </a:lnTo>
                <a:lnTo>
                  <a:pt x="3293" y="672"/>
                </a:lnTo>
                <a:lnTo>
                  <a:pt x="3277" y="610"/>
                </a:lnTo>
                <a:lnTo>
                  <a:pt x="3254" y="550"/>
                </a:lnTo>
                <a:lnTo>
                  <a:pt x="3227" y="494"/>
                </a:lnTo>
                <a:lnTo>
                  <a:pt x="3195" y="441"/>
                </a:lnTo>
                <a:lnTo>
                  <a:pt x="3161" y="393"/>
                </a:lnTo>
                <a:lnTo>
                  <a:pt x="3121" y="348"/>
                </a:lnTo>
                <a:lnTo>
                  <a:pt x="3076" y="308"/>
                </a:lnTo>
                <a:lnTo>
                  <a:pt x="3029" y="273"/>
                </a:lnTo>
                <a:lnTo>
                  <a:pt x="2977" y="241"/>
                </a:lnTo>
                <a:lnTo>
                  <a:pt x="2922" y="214"/>
                </a:lnTo>
                <a:lnTo>
                  <a:pt x="2863" y="190"/>
                </a:lnTo>
                <a:lnTo>
                  <a:pt x="2801" y="173"/>
                </a:lnTo>
                <a:lnTo>
                  <a:pt x="2736" y="160"/>
                </a:lnTo>
                <a:lnTo>
                  <a:pt x="2666" y="153"/>
                </a:lnTo>
                <a:lnTo>
                  <a:pt x="2596" y="149"/>
                </a:lnTo>
                <a:lnTo>
                  <a:pt x="2532" y="151"/>
                </a:lnTo>
                <a:lnTo>
                  <a:pt x="2474" y="156"/>
                </a:lnTo>
                <a:lnTo>
                  <a:pt x="2421" y="163"/>
                </a:lnTo>
                <a:lnTo>
                  <a:pt x="2370" y="174"/>
                </a:lnTo>
                <a:lnTo>
                  <a:pt x="2322" y="186"/>
                </a:lnTo>
                <a:lnTo>
                  <a:pt x="2277" y="203"/>
                </a:lnTo>
                <a:lnTo>
                  <a:pt x="2235" y="221"/>
                </a:lnTo>
                <a:lnTo>
                  <a:pt x="2195" y="243"/>
                </a:lnTo>
                <a:lnTo>
                  <a:pt x="2157" y="266"/>
                </a:lnTo>
                <a:lnTo>
                  <a:pt x="2120" y="293"/>
                </a:lnTo>
                <a:lnTo>
                  <a:pt x="2084" y="322"/>
                </a:lnTo>
                <a:lnTo>
                  <a:pt x="2048" y="354"/>
                </a:lnTo>
                <a:lnTo>
                  <a:pt x="2014" y="387"/>
                </a:lnTo>
                <a:lnTo>
                  <a:pt x="1980" y="423"/>
                </a:lnTo>
                <a:lnTo>
                  <a:pt x="1944" y="461"/>
                </a:lnTo>
                <a:lnTo>
                  <a:pt x="1908" y="502"/>
                </a:lnTo>
                <a:lnTo>
                  <a:pt x="1872" y="544"/>
                </a:lnTo>
                <a:lnTo>
                  <a:pt x="1834" y="589"/>
                </a:lnTo>
                <a:lnTo>
                  <a:pt x="1790" y="640"/>
                </a:lnTo>
                <a:lnTo>
                  <a:pt x="1779" y="652"/>
                </a:lnTo>
                <a:lnTo>
                  <a:pt x="1765" y="659"/>
                </a:lnTo>
                <a:lnTo>
                  <a:pt x="1749" y="665"/>
                </a:lnTo>
                <a:lnTo>
                  <a:pt x="1733" y="667"/>
                </a:lnTo>
                <a:lnTo>
                  <a:pt x="1717" y="665"/>
                </a:lnTo>
                <a:lnTo>
                  <a:pt x="1702" y="659"/>
                </a:lnTo>
                <a:lnTo>
                  <a:pt x="1688" y="652"/>
                </a:lnTo>
                <a:lnTo>
                  <a:pt x="1676" y="640"/>
                </a:lnTo>
                <a:lnTo>
                  <a:pt x="1633" y="590"/>
                </a:lnTo>
                <a:lnTo>
                  <a:pt x="1595" y="544"/>
                </a:lnTo>
                <a:lnTo>
                  <a:pt x="1558" y="502"/>
                </a:lnTo>
                <a:lnTo>
                  <a:pt x="1522" y="461"/>
                </a:lnTo>
                <a:lnTo>
                  <a:pt x="1488" y="423"/>
                </a:lnTo>
                <a:lnTo>
                  <a:pt x="1453" y="387"/>
                </a:lnTo>
                <a:lnTo>
                  <a:pt x="1418" y="354"/>
                </a:lnTo>
                <a:lnTo>
                  <a:pt x="1382" y="322"/>
                </a:lnTo>
                <a:lnTo>
                  <a:pt x="1346" y="293"/>
                </a:lnTo>
                <a:lnTo>
                  <a:pt x="1309" y="266"/>
                </a:lnTo>
                <a:lnTo>
                  <a:pt x="1271" y="243"/>
                </a:lnTo>
                <a:lnTo>
                  <a:pt x="1231" y="221"/>
                </a:lnTo>
                <a:lnTo>
                  <a:pt x="1189" y="203"/>
                </a:lnTo>
                <a:lnTo>
                  <a:pt x="1144" y="186"/>
                </a:lnTo>
                <a:lnTo>
                  <a:pt x="1096" y="174"/>
                </a:lnTo>
                <a:lnTo>
                  <a:pt x="1046" y="163"/>
                </a:lnTo>
                <a:lnTo>
                  <a:pt x="992" y="156"/>
                </a:lnTo>
                <a:lnTo>
                  <a:pt x="934" y="151"/>
                </a:lnTo>
                <a:lnTo>
                  <a:pt x="872" y="149"/>
                </a:lnTo>
                <a:close/>
                <a:moveTo>
                  <a:pt x="872" y="0"/>
                </a:moveTo>
                <a:lnTo>
                  <a:pt x="872" y="0"/>
                </a:lnTo>
                <a:lnTo>
                  <a:pt x="940" y="2"/>
                </a:lnTo>
                <a:lnTo>
                  <a:pt x="1005" y="7"/>
                </a:lnTo>
                <a:lnTo>
                  <a:pt x="1065" y="14"/>
                </a:lnTo>
                <a:lnTo>
                  <a:pt x="1122" y="25"/>
                </a:lnTo>
                <a:lnTo>
                  <a:pt x="1174" y="40"/>
                </a:lnTo>
                <a:lnTo>
                  <a:pt x="1225" y="56"/>
                </a:lnTo>
                <a:lnTo>
                  <a:pt x="1272" y="76"/>
                </a:lnTo>
                <a:lnTo>
                  <a:pt x="1318" y="97"/>
                </a:lnTo>
                <a:lnTo>
                  <a:pt x="1361" y="121"/>
                </a:lnTo>
                <a:lnTo>
                  <a:pt x="1402" y="148"/>
                </a:lnTo>
                <a:lnTo>
                  <a:pt x="1441" y="177"/>
                </a:lnTo>
                <a:lnTo>
                  <a:pt x="1479" y="208"/>
                </a:lnTo>
                <a:lnTo>
                  <a:pt x="1517" y="241"/>
                </a:lnTo>
                <a:lnTo>
                  <a:pt x="1553" y="276"/>
                </a:lnTo>
                <a:lnTo>
                  <a:pt x="1589" y="313"/>
                </a:lnTo>
                <a:lnTo>
                  <a:pt x="1625" y="352"/>
                </a:lnTo>
                <a:lnTo>
                  <a:pt x="1660" y="392"/>
                </a:lnTo>
                <a:lnTo>
                  <a:pt x="1696" y="434"/>
                </a:lnTo>
                <a:lnTo>
                  <a:pt x="1733" y="477"/>
                </a:lnTo>
                <a:lnTo>
                  <a:pt x="1770" y="434"/>
                </a:lnTo>
                <a:lnTo>
                  <a:pt x="1806" y="392"/>
                </a:lnTo>
                <a:lnTo>
                  <a:pt x="1842" y="352"/>
                </a:lnTo>
                <a:lnTo>
                  <a:pt x="1878" y="313"/>
                </a:lnTo>
                <a:lnTo>
                  <a:pt x="1913" y="276"/>
                </a:lnTo>
                <a:lnTo>
                  <a:pt x="1950" y="241"/>
                </a:lnTo>
                <a:lnTo>
                  <a:pt x="1987" y="208"/>
                </a:lnTo>
                <a:lnTo>
                  <a:pt x="2025" y="177"/>
                </a:lnTo>
                <a:lnTo>
                  <a:pt x="2064" y="148"/>
                </a:lnTo>
                <a:lnTo>
                  <a:pt x="2105" y="121"/>
                </a:lnTo>
                <a:lnTo>
                  <a:pt x="2149" y="97"/>
                </a:lnTo>
                <a:lnTo>
                  <a:pt x="2194" y="76"/>
                </a:lnTo>
                <a:lnTo>
                  <a:pt x="2241" y="56"/>
                </a:lnTo>
                <a:lnTo>
                  <a:pt x="2292" y="40"/>
                </a:lnTo>
                <a:lnTo>
                  <a:pt x="2345" y="25"/>
                </a:lnTo>
                <a:lnTo>
                  <a:pt x="2402" y="14"/>
                </a:lnTo>
                <a:lnTo>
                  <a:pt x="2463" y="7"/>
                </a:lnTo>
                <a:lnTo>
                  <a:pt x="2527" y="2"/>
                </a:lnTo>
                <a:lnTo>
                  <a:pt x="2596" y="0"/>
                </a:lnTo>
                <a:lnTo>
                  <a:pt x="2596" y="0"/>
                </a:lnTo>
                <a:lnTo>
                  <a:pt x="2671" y="3"/>
                </a:lnTo>
                <a:lnTo>
                  <a:pt x="2746" y="10"/>
                </a:lnTo>
                <a:lnTo>
                  <a:pt x="2818" y="23"/>
                </a:lnTo>
                <a:lnTo>
                  <a:pt x="2885" y="41"/>
                </a:lnTo>
                <a:lnTo>
                  <a:pt x="2951" y="64"/>
                </a:lnTo>
                <a:lnTo>
                  <a:pt x="3013" y="90"/>
                </a:lnTo>
                <a:lnTo>
                  <a:pt x="3072" y="122"/>
                </a:lnTo>
                <a:lnTo>
                  <a:pt x="3127" y="159"/>
                </a:lnTo>
                <a:lnTo>
                  <a:pt x="3179" y="199"/>
                </a:lnTo>
                <a:lnTo>
                  <a:pt x="3226" y="243"/>
                </a:lnTo>
                <a:lnTo>
                  <a:pt x="3270" y="292"/>
                </a:lnTo>
                <a:lnTo>
                  <a:pt x="3310" y="343"/>
                </a:lnTo>
                <a:lnTo>
                  <a:pt x="3345" y="399"/>
                </a:lnTo>
                <a:lnTo>
                  <a:pt x="3377" y="458"/>
                </a:lnTo>
                <a:lnTo>
                  <a:pt x="3404" y="521"/>
                </a:lnTo>
                <a:lnTo>
                  <a:pt x="3426" y="587"/>
                </a:lnTo>
                <a:lnTo>
                  <a:pt x="3443" y="656"/>
                </a:lnTo>
                <a:lnTo>
                  <a:pt x="3456" y="728"/>
                </a:lnTo>
                <a:lnTo>
                  <a:pt x="3464" y="803"/>
                </a:lnTo>
                <a:lnTo>
                  <a:pt x="3466" y="881"/>
                </a:lnTo>
                <a:lnTo>
                  <a:pt x="3463" y="963"/>
                </a:lnTo>
                <a:lnTo>
                  <a:pt x="3454" y="1044"/>
                </a:lnTo>
                <a:lnTo>
                  <a:pt x="3438" y="1126"/>
                </a:lnTo>
                <a:lnTo>
                  <a:pt x="3416" y="1207"/>
                </a:lnTo>
                <a:lnTo>
                  <a:pt x="3388" y="1288"/>
                </a:lnTo>
                <a:lnTo>
                  <a:pt x="3354" y="1368"/>
                </a:lnTo>
                <a:lnTo>
                  <a:pt x="3313" y="1449"/>
                </a:lnTo>
                <a:lnTo>
                  <a:pt x="3268" y="1527"/>
                </a:lnTo>
                <a:lnTo>
                  <a:pt x="3218" y="1603"/>
                </a:lnTo>
                <a:lnTo>
                  <a:pt x="3161" y="1678"/>
                </a:lnTo>
                <a:lnTo>
                  <a:pt x="3097" y="1752"/>
                </a:lnTo>
                <a:lnTo>
                  <a:pt x="3030" y="1823"/>
                </a:lnTo>
                <a:lnTo>
                  <a:pt x="1787" y="3085"/>
                </a:lnTo>
                <a:lnTo>
                  <a:pt x="1771" y="3097"/>
                </a:lnTo>
                <a:lnTo>
                  <a:pt x="1753" y="3104"/>
                </a:lnTo>
                <a:lnTo>
                  <a:pt x="1733" y="3107"/>
                </a:lnTo>
                <a:lnTo>
                  <a:pt x="1713" y="3104"/>
                </a:lnTo>
                <a:lnTo>
                  <a:pt x="1695" y="3097"/>
                </a:lnTo>
                <a:lnTo>
                  <a:pt x="1679" y="3085"/>
                </a:lnTo>
                <a:lnTo>
                  <a:pt x="436" y="1823"/>
                </a:lnTo>
                <a:lnTo>
                  <a:pt x="369" y="1751"/>
                </a:lnTo>
                <a:lnTo>
                  <a:pt x="307" y="1678"/>
                </a:lnTo>
                <a:lnTo>
                  <a:pt x="250" y="1602"/>
                </a:lnTo>
                <a:lnTo>
                  <a:pt x="198" y="1527"/>
                </a:lnTo>
                <a:lnTo>
                  <a:pt x="153" y="1448"/>
                </a:lnTo>
                <a:lnTo>
                  <a:pt x="113" y="1368"/>
                </a:lnTo>
                <a:lnTo>
                  <a:pt x="79" y="1288"/>
                </a:lnTo>
                <a:lnTo>
                  <a:pt x="51" y="1207"/>
                </a:lnTo>
                <a:lnTo>
                  <a:pt x="28" y="1126"/>
                </a:lnTo>
                <a:lnTo>
                  <a:pt x="13" y="1044"/>
                </a:lnTo>
                <a:lnTo>
                  <a:pt x="3" y="963"/>
                </a:lnTo>
                <a:lnTo>
                  <a:pt x="0" y="881"/>
                </a:lnTo>
                <a:lnTo>
                  <a:pt x="2" y="803"/>
                </a:lnTo>
                <a:lnTo>
                  <a:pt x="11" y="728"/>
                </a:lnTo>
                <a:lnTo>
                  <a:pt x="23" y="656"/>
                </a:lnTo>
                <a:lnTo>
                  <a:pt x="40" y="587"/>
                </a:lnTo>
                <a:lnTo>
                  <a:pt x="63" y="521"/>
                </a:lnTo>
                <a:lnTo>
                  <a:pt x="90" y="458"/>
                </a:lnTo>
                <a:lnTo>
                  <a:pt x="121" y="399"/>
                </a:lnTo>
                <a:lnTo>
                  <a:pt x="157" y="343"/>
                </a:lnTo>
                <a:lnTo>
                  <a:pt x="196" y="292"/>
                </a:lnTo>
                <a:lnTo>
                  <a:pt x="240" y="243"/>
                </a:lnTo>
                <a:lnTo>
                  <a:pt x="288" y="199"/>
                </a:lnTo>
                <a:lnTo>
                  <a:pt x="339" y="159"/>
                </a:lnTo>
                <a:lnTo>
                  <a:pt x="394" y="122"/>
                </a:lnTo>
                <a:lnTo>
                  <a:pt x="453" y="90"/>
                </a:lnTo>
                <a:lnTo>
                  <a:pt x="516" y="64"/>
                </a:lnTo>
                <a:lnTo>
                  <a:pt x="581" y="41"/>
                </a:lnTo>
                <a:lnTo>
                  <a:pt x="649" y="23"/>
                </a:lnTo>
                <a:lnTo>
                  <a:pt x="720" y="10"/>
                </a:lnTo>
                <a:lnTo>
                  <a:pt x="795" y="3"/>
                </a:lnTo>
                <a:lnTo>
                  <a:pt x="872"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es-ES"/>
          </a:p>
        </p:txBody>
      </p:sp>
      <p:sp>
        <p:nvSpPr>
          <p:cNvPr id="30" name="Freeform 48"/>
          <p:cNvSpPr>
            <a:spLocks noChangeAspect="1" noEditPoints="1"/>
          </p:cNvSpPr>
          <p:nvPr/>
        </p:nvSpPr>
        <p:spPr bwMode="auto">
          <a:xfrm>
            <a:off x="5859866" y="2773194"/>
            <a:ext cx="468968" cy="385956"/>
          </a:xfrm>
          <a:custGeom>
            <a:avLst/>
            <a:gdLst>
              <a:gd name="T0" fmla="*/ 3361 w 3835"/>
              <a:gd name="T1" fmla="*/ 1779 h 3160"/>
              <a:gd name="T2" fmla="*/ 3002 w 3835"/>
              <a:gd name="T3" fmla="*/ 1855 h 3160"/>
              <a:gd name="T4" fmla="*/ 2607 w 3835"/>
              <a:gd name="T5" fmla="*/ 1907 h 3160"/>
              <a:gd name="T6" fmla="*/ 2184 w 3835"/>
              <a:gd name="T7" fmla="*/ 1935 h 3160"/>
              <a:gd name="T8" fmla="*/ 2181 w 3835"/>
              <a:gd name="T9" fmla="*/ 2033 h 3160"/>
              <a:gd name="T10" fmla="*/ 2138 w 3835"/>
              <a:gd name="T11" fmla="*/ 2124 h 3160"/>
              <a:gd name="T12" fmla="*/ 2057 w 3835"/>
              <a:gd name="T13" fmla="*/ 2182 h 3160"/>
              <a:gd name="T14" fmla="*/ 1847 w 3835"/>
              <a:gd name="T15" fmla="*/ 2194 h 3160"/>
              <a:gd name="T16" fmla="*/ 1748 w 3835"/>
              <a:gd name="T17" fmla="*/ 2167 h 3160"/>
              <a:gd name="T18" fmla="*/ 1678 w 3835"/>
              <a:gd name="T19" fmla="*/ 2097 h 3160"/>
              <a:gd name="T20" fmla="*/ 1651 w 3835"/>
              <a:gd name="T21" fmla="*/ 1998 h 3160"/>
              <a:gd name="T22" fmla="*/ 1507 w 3835"/>
              <a:gd name="T23" fmla="*/ 1930 h 3160"/>
              <a:gd name="T24" fmla="*/ 1092 w 3835"/>
              <a:gd name="T25" fmla="*/ 1892 h 3160"/>
              <a:gd name="T26" fmla="*/ 709 w 3835"/>
              <a:gd name="T27" fmla="*/ 1833 h 3160"/>
              <a:gd name="T28" fmla="*/ 366 w 3835"/>
              <a:gd name="T29" fmla="*/ 1750 h 3160"/>
              <a:gd name="T30" fmla="*/ 264 w 3835"/>
              <a:gd name="T31" fmla="*/ 2875 h 3160"/>
              <a:gd name="T32" fmla="*/ 299 w 3835"/>
              <a:gd name="T33" fmla="*/ 2898 h 3160"/>
              <a:gd name="T34" fmla="*/ 3562 w 3835"/>
              <a:gd name="T35" fmla="*/ 2887 h 3160"/>
              <a:gd name="T36" fmla="*/ 3574 w 3835"/>
              <a:gd name="T37" fmla="*/ 1717 h 3160"/>
              <a:gd name="T38" fmla="*/ 273 w 3835"/>
              <a:gd name="T39" fmla="*/ 727 h 3160"/>
              <a:gd name="T40" fmla="*/ 261 w 3835"/>
              <a:gd name="T41" fmla="*/ 1440 h 3160"/>
              <a:gd name="T42" fmla="*/ 549 w 3835"/>
              <a:gd name="T43" fmla="*/ 1529 h 3160"/>
              <a:gd name="T44" fmla="*/ 882 w 3835"/>
              <a:gd name="T45" fmla="*/ 1597 h 3160"/>
              <a:gd name="T46" fmla="*/ 1251 w 3835"/>
              <a:gd name="T47" fmla="*/ 1646 h 3160"/>
              <a:gd name="T48" fmla="*/ 1644 w 3835"/>
              <a:gd name="T49" fmla="*/ 1673 h 3160"/>
              <a:gd name="T50" fmla="*/ 2053 w 3835"/>
              <a:gd name="T51" fmla="*/ 1678 h 3160"/>
              <a:gd name="T52" fmla="*/ 2455 w 3835"/>
              <a:gd name="T53" fmla="*/ 1658 h 3160"/>
              <a:gd name="T54" fmla="*/ 2833 w 3835"/>
              <a:gd name="T55" fmla="*/ 1616 h 3160"/>
              <a:gd name="T56" fmla="*/ 3180 w 3835"/>
              <a:gd name="T57" fmla="*/ 1553 h 3160"/>
              <a:gd name="T58" fmla="*/ 3483 w 3835"/>
              <a:gd name="T59" fmla="*/ 1472 h 3160"/>
              <a:gd name="T60" fmla="*/ 3570 w 3835"/>
              <a:gd name="T61" fmla="*/ 739 h 3160"/>
              <a:gd name="T62" fmla="*/ 3536 w 3835"/>
              <a:gd name="T63" fmla="*/ 715 h 3160"/>
              <a:gd name="T64" fmla="*/ 1402 w 3835"/>
              <a:gd name="T65" fmla="*/ 263 h 3160"/>
              <a:gd name="T66" fmla="*/ 1372 w 3835"/>
              <a:gd name="T67" fmla="*/ 293 h 3160"/>
              <a:gd name="T68" fmla="*/ 2465 w 3835"/>
              <a:gd name="T69" fmla="*/ 454 h 3160"/>
              <a:gd name="T70" fmla="*/ 2456 w 3835"/>
              <a:gd name="T71" fmla="*/ 281 h 3160"/>
              <a:gd name="T72" fmla="*/ 2418 w 3835"/>
              <a:gd name="T73" fmla="*/ 261 h 3160"/>
              <a:gd name="T74" fmla="*/ 2418 w 3835"/>
              <a:gd name="T75" fmla="*/ 0 h 3160"/>
              <a:gd name="T76" fmla="*/ 2548 w 3835"/>
              <a:gd name="T77" fmla="*/ 28 h 3160"/>
              <a:gd name="T78" fmla="*/ 2652 w 3835"/>
              <a:gd name="T79" fmla="*/ 106 h 3160"/>
              <a:gd name="T80" fmla="*/ 2715 w 3835"/>
              <a:gd name="T81" fmla="*/ 220 h 3160"/>
              <a:gd name="T82" fmla="*/ 2727 w 3835"/>
              <a:gd name="T83" fmla="*/ 454 h 3160"/>
              <a:gd name="T84" fmla="*/ 3622 w 3835"/>
              <a:gd name="T85" fmla="*/ 467 h 3160"/>
              <a:gd name="T86" fmla="*/ 3732 w 3835"/>
              <a:gd name="T87" fmla="*/ 528 h 3160"/>
              <a:gd name="T88" fmla="*/ 3807 w 3835"/>
              <a:gd name="T89" fmla="*/ 627 h 3160"/>
              <a:gd name="T90" fmla="*/ 3835 w 3835"/>
              <a:gd name="T91" fmla="*/ 754 h 3160"/>
              <a:gd name="T92" fmla="*/ 3822 w 3835"/>
              <a:gd name="T93" fmla="*/ 2947 h 3160"/>
              <a:gd name="T94" fmla="*/ 3761 w 3835"/>
              <a:gd name="T95" fmla="*/ 3056 h 3160"/>
              <a:gd name="T96" fmla="*/ 3661 w 3835"/>
              <a:gd name="T97" fmla="*/ 3132 h 3160"/>
              <a:gd name="T98" fmla="*/ 3536 w 3835"/>
              <a:gd name="T99" fmla="*/ 3160 h 3160"/>
              <a:gd name="T100" fmla="*/ 213 w 3835"/>
              <a:gd name="T101" fmla="*/ 3147 h 3160"/>
              <a:gd name="T102" fmla="*/ 102 w 3835"/>
              <a:gd name="T103" fmla="*/ 3086 h 3160"/>
              <a:gd name="T104" fmla="*/ 28 w 3835"/>
              <a:gd name="T105" fmla="*/ 2987 h 3160"/>
              <a:gd name="T106" fmla="*/ 0 w 3835"/>
              <a:gd name="T107" fmla="*/ 2860 h 3160"/>
              <a:gd name="T108" fmla="*/ 13 w 3835"/>
              <a:gd name="T109" fmla="*/ 666 h 3160"/>
              <a:gd name="T110" fmla="*/ 73 w 3835"/>
              <a:gd name="T111" fmla="*/ 557 h 3160"/>
              <a:gd name="T112" fmla="*/ 174 w 3835"/>
              <a:gd name="T113" fmla="*/ 482 h 3160"/>
              <a:gd name="T114" fmla="*/ 299 w 3835"/>
              <a:gd name="T115" fmla="*/ 454 h 3160"/>
              <a:gd name="T116" fmla="*/ 1111 w 3835"/>
              <a:gd name="T117" fmla="*/ 263 h 3160"/>
              <a:gd name="T118" fmla="*/ 1158 w 3835"/>
              <a:gd name="T119" fmla="*/ 141 h 3160"/>
              <a:gd name="T120" fmla="*/ 1248 w 3835"/>
              <a:gd name="T121" fmla="*/ 50 h 3160"/>
              <a:gd name="T122" fmla="*/ 1372 w 3835"/>
              <a:gd name="T123" fmla="*/ 3 h 3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35" h="3160">
                <a:moveTo>
                  <a:pt x="3574" y="1717"/>
                </a:moveTo>
                <a:lnTo>
                  <a:pt x="3469" y="1749"/>
                </a:lnTo>
                <a:lnTo>
                  <a:pt x="3361" y="1779"/>
                </a:lnTo>
                <a:lnTo>
                  <a:pt x="3246" y="1807"/>
                </a:lnTo>
                <a:lnTo>
                  <a:pt x="3127" y="1832"/>
                </a:lnTo>
                <a:lnTo>
                  <a:pt x="3002" y="1855"/>
                </a:lnTo>
                <a:lnTo>
                  <a:pt x="2875" y="1875"/>
                </a:lnTo>
                <a:lnTo>
                  <a:pt x="2743" y="1892"/>
                </a:lnTo>
                <a:lnTo>
                  <a:pt x="2607" y="1907"/>
                </a:lnTo>
                <a:lnTo>
                  <a:pt x="2469" y="1919"/>
                </a:lnTo>
                <a:lnTo>
                  <a:pt x="2328" y="1930"/>
                </a:lnTo>
                <a:lnTo>
                  <a:pt x="2184" y="1935"/>
                </a:lnTo>
                <a:lnTo>
                  <a:pt x="2185" y="1940"/>
                </a:lnTo>
                <a:lnTo>
                  <a:pt x="2185" y="1998"/>
                </a:lnTo>
                <a:lnTo>
                  <a:pt x="2181" y="2033"/>
                </a:lnTo>
                <a:lnTo>
                  <a:pt x="2172" y="2066"/>
                </a:lnTo>
                <a:lnTo>
                  <a:pt x="2158" y="2097"/>
                </a:lnTo>
                <a:lnTo>
                  <a:pt x="2138" y="2124"/>
                </a:lnTo>
                <a:lnTo>
                  <a:pt x="2115" y="2147"/>
                </a:lnTo>
                <a:lnTo>
                  <a:pt x="2087" y="2167"/>
                </a:lnTo>
                <a:lnTo>
                  <a:pt x="2057" y="2182"/>
                </a:lnTo>
                <a:lnTo>
                  <a:pt x="2024" y="2191"/>
                </a:lnTo>
                <a:lnTo>
                  <a:pt x="1988" y="2194"/>
                </a:lnTo>
                <a:lnTo>
                  <a:pt x="1847" y="2194"/>
                </a:lnTo>
                <a:lnTo>
                  <a:pt x="1812" y="2191"/>
                </a:lnTo>
                <a:lnTo>
                  <a:pt x="1778" y="2182"/>
                </a:lnTo>
                <a:lnTo>
                  <a:pt x="1748" y="2167"/>
                </a:lnTo>
                <a:lnTo>
                  <a:pt x="1720" y="2147"/>
                </a:lnTo>
                <a:lnTo>
                  <a:pt x="1697" y="2124"/>
                </a:lnTo>
                <a:lnTo>
                  <a:pt x="1678" y="2097"/>
                </a:lnTo>
                <a:lnTo>
                  <a:pt x="1663" y="2066"/>
                </a:lnTo>
                <a:lnTo>
                  <a:pt x="1654" y="2033"/>
                </a:lnTo>
                <a:lnTo>
                  <a:pt x="1651" y="1998"/>
                </a:lnTo>
                <a:lnTo>
                  <a:pt x="1651" y="1940"/>
                </a:lnTo>
                <a:lnTo>
                  <a:pt x="1651" y="1935"/>
                </a:lnTo>
                <a:lnTo>
                  <a:pt x="1507" y="1930"/>
                </a:lnTo>
                <a:lnTo>
                  <a:pt x="1366" y="1920"/>
                </a:lnTo>
                <a:lnTo>
                  <a:pt x="1227" y="1907"/>
                </a:lnTo>
                <a:lnTo>
                  <a:pt x="1092" y="1892"/>
                </a:lnTo>
                <a:lnTo>
                  <a:pt x="961" y="1875"/>
                </a:lnTo>
                <a:lnTo>
                  <a:pt x="833" y="1855"/>
                </a:lnTo>
                <a:lnTo>
                  <a:pt x="709" y="1833"/>
                </a:lnTo>
                <a:lnTo>
                  <a:pt x="589" y="1807"/>
                </a:lnTo>
                <a:lnTo>
                  <a:pt x="475" y="1780"/>
                </a:lnTo>
                <a:lnTo>
                  <a:pt x="366" y="1750"/>
                </a:lnTo>
                <a:lnTo>
                  <a:pt x="261" y="1717"/>
                </a:lnTo>
                <a:lnTo>
                  <a:pt x="261" y="2860"/>
                </a:lnTo>
                <a:lnTo>
                  <a:pt x="264" y="2875"/>
                </a:lnTo>
                <a:lnTo>
                  <a:pt x="273" y="2887"/>
                </a:lnTo>
                <a:lnTo>
                  <a:pt x="284" y="2896"/>
                </a:lnTo>
                <a:lnTo>
                  <a:pt x="299" y="2898"/>
                </a:lnTo>
                <a:lnTo>
                  <a:pt x="3536" y="2898"/>
                </a:lnTo>
                <a:lnTo>
                  <a:pt x="3551" y="2896"/>
                </a:lnTo>
                <a:lnTo>
                  <a:pt x="3562" y="2887"/>
                </a:lnTo>
                <a:lnTo>
                  <a:pt x="3570" y="2875"/>
                </a:lnTo>
                <a:lnTo>
                  <a:pt x="3574" y="2860"/>
                </a:lnTo>
                <a:lnTo>
                  <a:pt x="3574" y="1717"/>
                </a:lnTo>
                <a:close/>
                <a:moveTo>
                  <a:pt x="299" y="715"/>
                </a:moveTo>
                <a:lnTo>
                  <a:pt x="284" y="719"/>
                </a:lnTo>
                <a:lnTo>
                  <a:pt x="273" y="727"/>
                </a:lnTo>
                <a:lnTo>
                  <a:pt x="264" y="739"/>
                </a:lnTo>
                <a:lnTo>
                  <a:pt x="261" y="754"/>
                </a:lnTo>
                <a:lnTo>
                  <a:pt x="261" y="1440"/>
                </a:lnTo>
                <a:lnTo>
                  <a:pt x="352" y="1472"/>
                </a:lnTo>
                <a:lnTo>
                  <a:pt x="447" y="1501"/>
                </a:lnTo>
                <a:lnTo>
                  <a:pt x="549" y="1529"/>
                </a:lnTo>
                <a:lnTo>
                  <a:pt x="654" y="1553"/>
                </a:lnTo>
                <a:lnTo>
                  <a:pt x="766" y="1576"/>
                </a:lnTo>
                <a:lnTo>
                  <a:pt x="882" y="1597"/>
                </a:lnTo>
                <a:lnTo>
                  <a:pt x="1002" y="1616"/>
                </a:lnTo>
                <a:lnTo>
                  <a:pt x="1124" y="1632"/>
                </a:lnTo>
                <a:lnTo>
                  <a:pt x="1251" y="1646"/>
                </a:lnTo>
                <a:lnTo>
                  <a:pt x="1380" y="1658"/>
                </a:lnTo>
                <a:lnTo>
                  <a:pt x="1510" y="1667"/>
                </a:lnTo>
                <a:lnTo>
                  <a:pt x="1644" y="1673"/>
                </a:lnTo>
                <a:lnTo>
                  <a:pt x="1779" y="1678"/>
                </a:lnTo>
                <a:lnTo>
                  <a:pt x="1917" y="1679"/>
                </a:lnTo>
                <a:lnTo>
                  <a:pt x="2053" y="1678"/>
                </a:lnTo>
                <a:lnTo>
                  <a:pt x="2189" y="1673"/>
                </a:lnTo>
                <a:lnTo>
                  <a:pt x="2322" y="1667"/>
                </a:lnTo>
                <a:lnTo>
                  <a:pt x="2455" y="1658"/>
                </a:lnTo>
                <a:lnTo>
                  <a:pt x="2584" y="1646"/>
                </a:lnTo>
                <a:lnTo>
                  <a:pt x="2710" y="1632"/>
                </a:lnTo>
                <a:lnTo>
                  <a:pt x="2833" y="1616"/>
                </a:lnTo>
                <a:lnTo>
                  <a:pt x="2953" y="1597"/>
                </a:lnTo>
                <a:lnTo>
                  <a:pt x="3069" y="1576"/>
                </a:lnTo>
                <a:lnTo>
                  <a:pt x="3180" y="1553"/>
                </a:lnTo>
                <a:lnTo>
                  <a:pt x="3286" y="1527"/>
                </a:lnTo>
                <a:lnTo>
                  <a:pt x="3388" y="1501"/>
                </a:lnTo>
                <a:lnTo>
                  <a:pt x="3483" y="1472"/>
                </a:lnTo>
                <a:lnTo>
                  <a:pt x="3574" y="1440"/>
                </a:lnTo>
                <a:lnTo>
                  <a:pt x="3574" y="754"/>
                </a:lnTo>
                <a:lnTo>
                  <a:pt x="3570" y="739"/>
                </a:lnTo>
                <a:lnTo>
                  <a:pt x="3562" y="727"/>
                </a:lnTo>
                <a:lnTo>
                  <a:pt x="3551" y="719"/>
                </a:lnTo>
                <a:lnTo>
                  <a:pt x="3536" y="715"/>
                </a:lnTo>
                <a:lnTo>
                  <a:pt x="299" y="715"/>
                </a:lnTo>
                <a:close/>
                <a:moveTo>
                  <a:pt x="1417" y="261"/>
                </a:moveTo>
                <a:lnTo>
                  <a:pt x="1402" y="263"/>
                </a:lnTo>
                <a:lnTo>
                  <a:pt x="1389" y="270"/>
                </a:lnTo>
                <a:lnTo>
                  <a:pt x="1379" y="281"/>
                </a:lnTo>
                <a:lnTo>
                  <a:pt x="1372" y="293"/>
                </a:lnTo>
                <a:lnTo>
                  <a:pt x="1370" y="308"/>
                </a:lnTo>
                <a:lnTo>
                  <a:pt x="1370" y="454"/>
                </a:lnTo>
                <a:lnTo>
                  <a:pt x="2465" y="454"/>
                </a:lnTo>
                <a:lnTo>
                  <a:pt x="2465" y="308"/>
                </a:lnTo>
                <a:lnTo>
                  <a:pt x="2463" y="293"/>
                </a:lnTo>
                <a:lnTo>
                  <a:pt x="2456" y="281"/>
                </a:lnTo>
                <a:lnTo>
                  <a:pt x="2447" y="270"/>
                </a:lnTo>
                <a:lnTo>
                  <a:pt x="2433" y="263"/>
                </a:lnTo>
                <a:lnTo>
                  <a:pt x="2418" y="261"/>
                </a:lnTo>
                <a:lnTo>
                  <a:pt x="1417" y="261"/>
                </a:lnTo>
                <a:close/>
                <a:moveTo>
                  <a:pt x="1417" y="0"/>
                </a:moveTo>
                <a:lnTo>
                  <a:pt x="2418" y="0"/>
                </a:lnTo>
                <a:lnTo>
                  <a:pt x="2463" y="3"/>
                </a:lnTo>
                <a:lnTo>
                  <a:pt x="2507" y="12"/>
                </a:lnTo>
                <a:lnTo>
                  <a:pt x="2548" y="28"/>
                </a:lnTo>
                <a:lnTo>
                  <a:pt x="2586" y="50"/>
                </a:lnTo>
                <a:lnTo>
                  <a:pt x="2620" y="75"/>
                </a:lnTo>
                <a:lnTo>
                  <a:pt x="2652" y="106"/>
                </a:lnTo>
                <a:lnTo>
                  <a:pt x="2677" y="141"/>
                </a:lnTo>
                <a:lnTo>
                  <a:pt x="2698" y="178"/>
                </a:lnTo>
                <a:lnTo>
                  <a:pt x="2715" y="220"/>
                </a:lnTo>
                <a:lnTo>
                  <a:pt x="2724" y="263"/>
                </a:lnTo>
                <a:lnTo>
                  <a:pt x="2727" y="308"/>
                </a:lnTo>
                <a:lnTo>
                  <a:pt x="2727" y="454"/>
                </a:lnTo>
                <a:lnTo>
                  <a:pt x="3536" y="454"/>
                </a:lnTo>
                <a:lnTo>
                  <a:pt x="3580" y="456"/>
                </a:lnTo>
                <a:lnTo>
                  <a:pt x="3622" y="467"/>
                </a:lnTo>
                <a:lnTo>
                  <a:pt x="3661" y="482"/>
                </a:lnTo>
                <a:lnTo>
                  <a:pt x="3699" y="502"/>
                </a:lnTo>
                <a:lnTo>
                  <a:pt x="3732" y="528"/>
                </a:lnTo>
                <a:lnTo>
                  <a:pt x="3761" y="557"/>
                </a:lnTo>
                <a:lnTo>
                  <a:pt x="3787" y="591"/>
                </a:lnTo>
                <a:lnTo>
                  <a:pt x="3807" y="627"/>
                </a:lnTo>
                <a:lnTo>
                  <a:pt x="3822" y="667"/>
                </a:lnTo>
                <a:lnTo>
                  <a:pt x="3831" y="709"/>
                </a:lnTo>
                <a:lnTo>
                  <a:pt x="3835" y="754"/>
                </a:lnTo>
                <a:lnTo>
                  <a:pt x="3835" y="2860"/>
                </a:lnTo>
                <a:lnTo>
                  <a:pt x="3831" y="2904"/>
                </a:lnTo>
                <a:lnTo>
                  <a:pt x="3822" y="2947"/>
                </a:lnTo>
                <a:lnTo>
                  <a:pt x="3807" y="2987"/>
                </a:lnTo>
                <a:lnTo>
                  <a:pt x="3787" y="3023"/>
                </a:lnTo>
                <a:lnTo>
                  <a:pt x="3761" y="3056"/>
                </a:lnTo>
                <a:lnTo>
                  <a:pt x="3732" y="3086"/>
                </a:lnTo>
                <a:lnTo>
                  <a:pt x="3699" y="3111"/>
                </a:lnTo>
                <a:lnTo>
                  <a:pt x="3661" y="3132"/>
                </a:lnTo>
                <a:lnTo>
                  <a:pt x="3622" y="3147"/>
                </a:lnTo>
                <a:lnTo>
                  <a:pt x="3580" y="3157"/>
                </a:lnTo>
                <a:lnTo>
                  <a:pt x="3536" y="3160"/>
                </a:lnTo>
                <a:lnTo>
                  <a:pt x="299" y="3160"/>
                </a:lnTo>
                <a:lnTo>
                  <a:pt x="255" y="3157"/>
                </a:lnTo>
                <a:lnTo>
                  <a:pt x="213" y="3147"/>
                </a:lnTo>
                <a:lnTo>
                  <a:pt x="174" y="3132"/>
                </a:lnTo>
                <a:lnTo>
                  <a:pt x="136" y="3111"/>
                </a:lnTo>
                <a:lnTo>
                  <a:pt x="102" y="3086"/>
                </a:lnTo>
                <a:lnTo>
                  <a:pt x="73" y="3056"/>
                </a:lnTo>
                <a:lnTo>
                  <a:pt x="48" y="3023"/>
                </a:lnTo>
                <a:lnTo>
                  <a:pt x="28" y="2987"/>
                </a:lnTo>
                <a:lnTo>
                  <a:pt x="13" y="2947"/>
                </a:lnTo>
                <a:lnTo>
                  <a:pt x="3" y="2904"/>
                </a:lnTo>
                <a:lnTo>
                  <a:pt x="0" y="2860"/>
                </a:lnTo>
                <a:lnTo>
                  <a:pt x="0" y="754"/>
                </a:lnTo>
                <a:lnTo>
                  <a:pt x="3" y="709"/>
                </a:lnTo>
                <a:lnTo>
                  <a:pt x="13" y="666"/>
                </a:lnTo>
                <a:lnTo>
                  <a:pt x="28" y="627"/>
                </a:lnTo>
                <a:lnTo>
                  <a:pt x="48" y="591"/>
                </a:lnTo>
                <a:lnTo>
                  <a:pt x="73" y="557"/>
                </a:lnTo>
                <a:lnTo>
                  <a:pt x="102" y="528"/>
                </a:lnTo>
                <a:lnTo>
                  <a:pt x="136" y="502"/>
                </a:lnTo>
                <a:lnTo>
                  <a:pt x="174" y="482"/>
                </a:lnTo>
                <a:lnTo>
                  <a:pt x="213" y="467"/>
                </a:lnTo>
                <a:lnTo>
                  <a:pt x="255" y="456"/>
                </a:lnTo>
                <a:lnTo>
                  <a:pt x="299" y="454"/>
                </a:lnTo>
                <a:lnTo>
                  <a:pt x="1107" y="454"/>
                </a:lnTo>
                <a:lnTo>
                  <a:pt x="1107" y="308"/>
                </a:lnTo>
                <a:lnTo>
                  <a:pt x="1111" y="263"/>
                </a:lnTo>
                <a:lnTo>
                  <a:pt x="1121" y="220"/>
                </a:lnTo>
                <a:lnTo>
                  <a:pt x="1137" y="178"/>
                </a:lnTo>
                <a:lnTo>
                  <a:pt x="1158" y="141"/>
                </a:lnTo>
                <a:lnTo>
                  <a:pt x="1184" y="106"/>
                </a:lnTo>
                <a:lnTo>
                  <a:pt x="1215" y="75"/>
                </a:lnTo>
                <a:lnTo>
                  <a:pt x="1248" y="50"/>
                </a:lnTo>
                <a:lnTo>
                  <a:pt x="1287" y="28"/>
                </a:lnTo>
                <a:lnTo>
                  <a:pt x="1328" y="12"/>
                </a:lnTo>
                <a:lnTo>
                  <a:pt x="1372" y="3"/>
                </a:lnTo>
                <a:lnTo>
                  <a:pt x="1417" y="0"/>
                </a:lnTo>
                <a:close/>
              </a:path>
            </a:pathLst>
          </a:custGeom>
          <a:solidFill>
            <a:schemeClr val="accent3"/>
          </a:solidFill>
          <a:ln w="0">
            <a:noFill/>
            <a:prstDash val="solid"/>
            <a:round/>
          </a:ln>
        </p:spPr>
        <p:txBody>
          <a:bodyPr vert="horz" wrap="square" lIns="91440" tIns="45720" rIns="91440" bIns="45720" numCol="1" anchor="t" anchorCtr="0" compatLnSpc="1"/>
          <a:lstStyle/>
          <a:p>
            <a:endParaRPr lang="es-ES"/>
          </a:p>
        </p:txBody>
      </p:sp>
      <p:grpSp>
        <p:nvGrpSpPr>
          <p:cNvPr id="32" name="Group 31"/>
          <p:cNvGrpSpPr/>
          <p:nvPr/>
        </p:nvGrpSpPr>
        <p:grpSpPr>
          <a:xfrm>
            <a:off x="1818170" y="3998315"/>
            <a:ext cx="1794104" cy="935429"/>
            <a:chOff x="762828" y="4968895"/>
            <a:chExt cx="1794104" cy="935429"/>
          </a:xfrm>
        </p:grpSpPr>
        <p:sp>
          <p:nvSpPr>
            <p:cNvPr id="33" name="Rectangle 32"/>
            <p:cNvSpPr/>
            <p:nvPr/>
          </p:nvSpPr>
          <p:spPr>
            <a:xfrm>
              <a:off x="762828" y="5257993"/>
              <a:ext cx="1794104" cy="646331"/>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a:t>
              </a:r>
              <a:r>
                <a:rPr lang="zh-CN" altLang="en-US" sz="1200" dirty="0" smtClean="0">
                  <a:solidFill>
                    <a:srgbClr val="FFFFFF"/>
                  </a:solidFill>
                </a:rPr>
                <a:t>内</a:t>
              </a:r>
              <a:endParaRPr lang="en-US" altLang="zh-CN" sz="1200" dirty="0">
                <a:solidFill>
                  <a:srgbClr val="FFFFFF"/>
                </a:solidFill>
              </a:endParaRPr>
            </a:p>
          </p:txBody>
        </p:sp>
        <p:sp>
          <p:nvSpPr>
            <p:cNvPr id="34" name="TextBox 33"/>
            <p:cNvSpPr txBox="1"/>
            <p:nvPr/>
          </p:nvSpPr>
          <p:spPr>
            <a:xfrm>
              <a:off x="1153974" y="4968895"/>
              <a:ext cx="1011816" cy="338554"/>
            </a:xfrm>
            <a:prstGeom prst="rect">
              <a:avLst/>
            </a:prstGeom>
            <a:noFill/>
          </p:spPr>
          <p:txBody>
            <a:bodyPr wrap="none" rtlCol="0" anchor="ctr">
              <a:spAutoFit/>
            </a:bodyPr>
            <a:lstStyle/>
            <a:p>
              <a:pPr algn="ctr"/>
              <a:r>
                <a:rPr lang="zh-CN" altLang="en-US" sz="1600" b="1" dirty="0" smtClean="0">
                  <a:solidFill>
                    <a:schemeClr val="accent1"/>
                  </a:solidFill>
                  <a:latin typeface="Raleway"/>
                  <a:ea typeface="Roboto Light" panose="02000000000000000000" pitchFamily="2" charset="0"/>
                  <a:cs typeface="Raleway"/>
                </a:rPr>
                <a:t>文字内容</a:t>
              </a:r>
              <a:endParaRPr lang="id-ID" sz="1600" b="1" dirty="0">
                <a:solidFill>
                  <a:schemeClr val="accent1"/>
                </a:solidFill>
                <a:latin typeface="Raleway"/>
                <a:ea typeface="Roboto Light" panose="02000000000000000000" pitchFamily="2" charset="0"/>
                <a:cs typeface="Raleway"/>
              </a:endParaRPr>
            </a:p>
          </p:txBody>
        </p:sp>
      </p:grpSp>
      <p:grpSp>
        <p:nvGrpSpPr>
          <p:cNvPr id="35" name="Group 34"/>
          <p:cNvGrpSpPr/>
          <p:nvPr/>
        </p:nvGrpSpPr>
        <p:grpSpPr>
          <a:xfrm>
            <a:off x="3509810" y="3998315"/>
            <a:ext cx="1794104" cy="935429"/>
            <a:chOff x="762828" y="4968895"/>
            <a:chExt cx="1794104" cy="935429"/>
          </a:xfrm>
        </p:grpSpPr>
        <p:sp>
          <p:nvSpPr>
            <p:cNvPr id="36" name="Rectangle 35"/>
            <p:cNvSpPr/>
            <p:nvPr/>
          </p:nvSpPr>
          <p:spPr>
            <a:xfrm>
              <a:off x="762828" y="5257993"/>
              <a:ext cx="1794104" cy="646331"/>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37" name="TextBox 36"/>
            <p:cNvSpPr txBox="1"/>
            <p:nvPr/>
          </p:nvSpPr>
          <p:spPr>
            <a:xfrm>
              <a:off x="1153972" y="4968895"/>
              <a:ext cx="1011816" cy="338554"/>
            </a:xfrm>
            <a:prstGeom prst="rect">
              <a:avLst/>
            </a:prstGeom>
            <a:noFill/>
          </p:spPr>
          <p:txBody>
            <a:bodyPr wrap="none" rtlCol="0" anchor="ctr">
              <a:spAutoFit/>
            </a:bodyPr>
            <a:lstStyle/>
            <a:p>
              <a:pPr algn="ctr"/>
              <a:r>
                <a:rPr lang="zh-CN" altLang="en-US" sz="1600" b="1" dirty="0" smtClean="0">
                  <a:solidFill>
                    <a:schemeClr val="accent2"/>
                  </a:solidFill>
                  <a:latin typeface="Raleway"/>
                  <a:ea typeface="Roboto Light" panose="02000000000000000000" pitchFamily="2" charset="0"/>
                  <a:cs typeface="Raleway"/>
                </a:rPr>
                <a:t>文字内容</a:t>
              </a:r>
              <a:endParaRPr lang="id-ID" sz="1600" b="1" dirty="0">
                <a:solidFill>
                  <a:schemeClr val="accent2"/>
                </a:solidFill>
                <a:latin typeface="Raleway"/>
                <a:ea typeface="Roboto Light" panose="02000000000000000000" pitchFamily="2" charset="0"/>
                <a:cs typeface="Raleway"/>
              </a:endParaRPr>
            </a:p>
          </p:txBody>
        </p:sp>
      </p:grpSp>
      <p:grpSp>
        <p:nvGrpSpPr>
          <p:cNvPr id="38" name="Group 37"/>
          <p:cNvGrpSpPr/>
          <p:nvPr/>
        </p:nvGrpSpPr>
        <p:grpSpPr>
          <a:xfrm>
            <a:off x="5201450" y="3998315"/>
            <a:ext cx="1794104" cy="935429"/>
            <a:chOff x="762828" y="4968895"/>
            <a:chExt cx="1794104" cy="935429"/>
          </a:xfrm>
        </p:grpSpPr>
        <p:sp>
          <p:nvSpPr>
            <p:cNvPr id="39" name="Rectangle 38"/>
            <p:cNvSpPr/>
            <p:nvPr/>
          </p:nvSpPr>
          <p:spPr>
            <a:xfrm>
              <a:off x="762828" y="5257993"/>
              <a:ext cx="1794104" cy="646331"/>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40" name="TextBox 39"/>
            <p:cNvSpPr txBox="1"/>
            <p:nvPr/>
          </p:nvSpPr>
          <p:spPr>
            <a:xfrm>
              <a:off x="1153973" y="4968895"/>
              <a:ext cx="1011816" cy="338554"/>
            </a:xfrm>
            <a:prstGeom prst="rect">
              <a:avLst/>
            </a:prstGeom>
            <a:noFill/>
          </p:spPr>
          <p:txBody>
            <a:bodyPr wrap="none" rtlCol="0" anchor="ctr">
              <a:spAutoFit/>
            </a:bodyPr>
            <a:lstStyle/>
            <a:p>
              <a:pPr algn="ctr"/>
              <a:r>
                <a:rPr lang="zh-CN" altLang="en-US" sz="1600" b="1" dirty="0" smtClean="0">
                  <a:solidFill>
                    <a:schemeClr val="accent3"/>
                  </a:solidFill>
                  <a:latin typeface="Raleway"/>
                  <a:ea typeface="Roboto Light" panose="02000000000000000000" pitchFamily="2" charset="0"/>
                  <a:cs typeface="Raleway"/>
                </a:rPr>
                <a:t>文字内容</a:t>
              </a:r>
              <a:endParaRPr lang="id-ID" sz="1600" b="1" dirty="0">
                <a:solidFill>
                  <a:schemeClr val="accent3"/>
                </a:solidFill>
                <a:latin typeface="Raleway"/>
                <a:ea typeface="Roboto Light" panose="02000000000000000000" pitchFamily="2" charset="0"/>
                <a:cs typeface="Raleway"/>
              </a:endParaRPr>
            </a:p>
          </p:txBody>
        </p:sp>
      </p:grpSp>
      <p:grpSp>
        <p:nvGrpSpPr>
          <p:cNvPr id="41" name="Group 40"/>
          <p:cNvGrpSpPr/>
          <p:nvPr/>
        </p:nvGrpSpPr>
        <p:grpSpPr>
          <a:xfrm>
            <a:off x="6893090" y="3998315"/>
            <a:ext cx="1794104" cy="935429"/>
            <a:chOff x="762828" y="4968895"/>
            <a:chExt cx="1794104" cy="935429"/>
          </a:xfrm>
        </p:grpSpPr>
        <p:sp>
          <p:nvSpPr>
            <p:cNvPr id="42" name="Rectangle 41"/>
            <p:cNvSpPr/>
            <p:nvPr/>
          </p:nvSpPr>
          <p:spPr>
            <a:xfrm>
              <a:off x="762828" y="5257993"/>
              <a:ext cx="1794104" cy="646331"/>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43" name="TextBox 42"/>
            <p:cNvSpPr txBox="1"/>
            <p:nvPr/>
          </p:nvSpPr>
          <p:spPr>
            <a:xfrm>
              <a:off x="1153973" y="4968895"/>
              <a:ext cx="1011816" cy="338554"/>
            </a:xfrm>
            <a:prstGeom prst="rect">
              <a:avLst/>
            </a:prstGeom>
            <a:noFill/>
          </p:spPr>
          <p:txBody>
            <a:bodyPr wrap="none" rtlCol="0" anchor="ctr">
              <a:spAutoFit/>
            </a:bodyPr>
            <a:lstStyle/>
            <a:p>
              <a:pPr algn="ctr"/>
              <a:r>
                <a:rPr lang="zh-CN" altLang="en-US" sz="1600" b="1" dirty="0" smtClean="0">
                  <a:solidFill>
                    <a:schemeClr val="accent4"/>
                  </a:solidFill>
                  <a:latin typeface="Raleway"/>
                  <a:ea typeface="Roboto Light" panose="02000000000000000000" pitchFamily="2" charset="0"/>
                  <a:cs typeface="Raleway"/>
                </a:rPr>
                <a:t>文字内容</a:t>
              </a:r>
              <a:endParaRPr lang="id-ID" sz="1600" b="1" dirty="0">
                <a:solidFill>
                  <a:schemeClr val="accent4"/>
                </a:solidFill>
                <a:latin typeface="Raleway"/>
                <a:ea typeface="Roboto Light" panose="02000000000000000000" pitchFamily="2" charset="0"/>
                <a:cs typeface="Raleway"/>
              </a:endParaRPr>
            </a:p>
          </p:txBody>
        </p:sp>
      </p:grpSp>
      <p:grpSp>
        <p:nvGrpSpPr>
          <p:cNvPr id="44" name="Group 43"/>
          <p:cNvGrpSpPr/>
          <p:nvPr/>
        </p:nvGrpSpPr>
        <p:grpSpPr>
          <a:xfrm>
            <a:off x="8584730" y="3998315"/>
            <a:ext cx="1794104" cy="935429"/>
            <a:chOff x="762828" y="4968895"/>
            <a:chExt cx="1794104" cy="935429"/>
          </a:xfrm>
        </p:grpSpPr>
        <p:sp>
          <p:nvSpPr>
            <p:cNvPr id="45" name="Rectangle 44"/>
            <p:cNvSpPr/>
            <p:nvPr/>
          </p:nvSpPr>
          <p:spPr>
            <a:xfrm>
              <a:off x="762828" y="5257993"/>
              <a:ext cx="1794104" cy="646331"/>
            </a:xfrm>
            <a:prstGeom prst="rect">
              <a:avLst/>
            </a:prstGeom>
          </p:spPr>
          <p:txBody>
            <a:bodyPr wrap="square">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46" name="TextBox 45"/>
            <p:cNvSpPr txBox="1"/>
            <p:nvPr/>
          </p:nvSpPr>
          <p:spPr>
            <a:xfrm>
              <a:off x="1153972" y="4968895"/>
              <a:ext cx="1011816" cy="338554"/>
            </a:xfrm>
            <a:prstGeom prst="rect">
              <a:avLst/>
            </a:prstGeom>
            <a:noFill/>
          </p:spPr>
          <p:txBody>
            <a:bodyPr wrap="none" rtlCol="0" anchor="ctr">
              <a:spAutoFit/>
            </a:bodyPr>
            <a:lstStyle/>
            <a:p>
              <a:pPr algn="ctr"/>
              <a:r>
                <a:rPr lang="zh-CN" altLang="en-US" sz="1600" b="1" dirty="0" smtClean="0">
                  <a:solidFill>
                    <a:schemeClr val="accent5"/>
                  </a:solidFill>
                  <a:latin typeface="Raleway"/>
                  <a:ea typeface="Roboto Light" panose="02000000000000000000" pitchFamily="2" charset="0"/>
                  <a:cs typeface="Raleway"/>
                </a:rPr>
                <a:t>文字内容</a:t>
              </a:r>
              <a:endParaRPr lang="id-ID" sz="1600" b="1" dirty="0">
                <a:solidFill>
                  <a:schemeClr val="accent5"/>
                </a:solidFill>
                <a:latin typeface="Raleway"/>
                <a:ea typeface="Roboto Light" panose="02000000000000000000" pitchFamily="2" charset="0"/>
                <a:cs typeface="Raleway"/>
              </a:endParaRPr>
            </a:p>
          </p:txBody>
        </p:sp>
      </p:grpSp>
      <p:sp>
        <p:nvSpPr>
          <p:cNvPr id="47" name="Rectangle 46"/>
          <p:cNvSpPr/>
          <p:nvPr/>
        </p:nvSpPr>
        <p:spPr>
          <a:xfrm>
            <a:off x="776941" y="5131637"/>
            <a:ext cx="10638118" cy="1384995"/>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a:t>
            </a:r>
            <a:r>
              <a:rPr lang="zh-CN" altLang="en-US" sz="1400" dirty="0" smtClean="0">
                <a:solidFill>
                  <a:srgbClr val="FFFFFF"/>
                </a:solidFill>
              </a:rPr>
              <a:t>内容</a:t>
            </a:r>
            <a:endParaRPr lang="en-US" altLang="zh-CN" sz="1400" dirty="0" smtClean="0">
              <a:solidFill>
                <a:srgbClr val="FFFFFF"/>
              </a:solidFill>
            </a:endParaRPr>
          </a:p>
          <a:p>
            <a:pPr algn="ctr"/>
            <a:r>
              <a:rPr lang="zh-CN" altLang="en-US" sz="1400" dirty="0" smtClean="0">
                <a:solidFill>
                  <a:srgbClr val="FFFFFF"/>
                </a:solidFill>
              </a:rPr>
              <a:t>文字</a:t>
            </a:r>
            <a:r>
              <a:rPr lang="zh-CN" altLang="en-US" sz="1400" dirty="0">
                <a:solidFill>
                  <a:srgbClr val="FFFFFF"/>
                </a:solidFill>
              </a:rPr>
              <a:t>内容文字内容文字内</a:t>
            </a:r>
            <a:endParaRPr lang="en-US" altLang="zh-CN" sz="1400" dirty="0">
              <a:solidFill>
                <a:srgbClr val="FFFFFF"/>
              </a:solidFill>
            </a:endParaRPr>
          </a:p>
          <a:p>
            <a:pPr algn="ctr"/>
            <a:endParaRPr lang="en-US" altLang="zh-CN" sz="1400" dirty="0">
              <a:solidFill>
                <a:srgbClr val="FFFFFF"/>
              </a:solidFill>
            </a:endParaRPr>
          </a:p>
          <a:p>
            <a:pPr algn="ctr"/>
            <a:endParaRPr lang="en-US" altLang="zh-CN" sz="1400" dirty="0">
              <a:solidFill>
                <a:srgbClr val="FFFFFF"/>
              </a:solidFill>
            </a:endParaRPr>
          </a:p>
        </p:txBody>
      </p:sp>
      <p:sp>
        <p:nvSpPr>
          <p:cNvPr id="48"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49"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50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50000">
                                          <p:cBhvr additive="base">
                                            <p:cTn id="7" dur="500" fill="hold"/>
                                            <p:tgtEl>
                                              <p:spTgt spid="7"/>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14:bounceEnd="50000">
                                          <p:cBhvr additive="base">
                                            <p:cTn id="11" dur="500" fill="hold"/>
                                            <p:tgtEl>
                                              <p:spTgt spid="15"/>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50000">
                                      <p:stCondLst>
                                        <p:cond delay="250"/>
                                      </p:stCondLst>
                                      <p:childTnLst>
                                        <p:set>
                                          <p:cBhvr>
                                            <p:cTn id="14" dur="1" fill="hold">
                                              <p:stCondLst>
                                                <p:cond delay="0"/>
                                              </p:stCondLst>
                                            </p:cTn>
                                            <p:tgtEl>
                                              <p:spTgt spid="16"/>
                                            </p:tgtEl>
                                            <p:attrNameLst>
                                              <p:attrName>style.visibility</p:attrName>
                                            </p:attrNameLst>
                                          </p:cBhvr>
                                          <p:to>
                                            <p:strVal val="visible"/>
                                          </p:to>
                                        </p:set>
                                        <p:anim calcmode="lin" valueType="num" p14:bounceEnd="50000">
                                          <p:cBhvr additive="base">
                                            <p:cTn id="15" dur="500" fill="hold"/>
                                            <p:tgtEl>
                                              <p:spTgt spid="16"/>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14:presetBounceEnd="50000">
                                      <p:stCondLst>
                                        <p:cond delay="250"/>
                                      </p:stCondLst>
                                      <p:childTnLst>
                                        <p:set>
                                          <p:cBhvr>
                                            <p:cTn id="18" dur="1" fill="hold">
                                              <p:stCondLst>
                                                <p:cond delay="0"/>
                                              </p:stCondLst>
                                            </p:cTn>
                                            <p:tgtEl>
                                              <p:spTgt spid="6"/>
                                            </p:tgtEl>
                                            <p:attrNameLst>
                                              <p:attrName>style.visibility</p:attrName>
                                            </p:attrNameLst>
                                          </p:cBhvr>
                                          <p:to>
                                            <p:strVal val="visible"/>
                                          </p:to>
                                        </p:set>
                                        <p:anim calcmode="lin" valueType="num" p14:bounceEnd="50000">
                                          <p:cBhvr additive="base">
                                            <p:cTn id="19"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50000">
                                      <p:stCondLst>
                                        <p:cond delay="500"/>
                                      </p:stCondLst>
                                      <p:childTnLst>
                                        <p:set>
                                          <p:cBhvr>
                                            <p:cTn id="22" dur="1" fill="hold">
                                              <p:stCondLst>
                                                <p:cond delay="0"/>
                                              </p:stCondLst>
                                            </p:cTn>
                                            <p:tgtEl>
                                              <p:spTgt spid="8"/>
                                            </p:tgtEl>
                                            <p:attrNameLst>
                                              <p:attrName>style.visibility</p:attrName>
                                            </p:attrNameLst>
                                          </p:cBhvr>
                                          <p:to>
                                            <p:strVal val="visible"/>
                                          </p:to>
                                        </p:set>
                                        <p:anim calcmode="lin" valueType="num" p14:bounceEnd="5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5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4" fill="hold" grpId="0" nodeType="withEffect" p14:presetBounceEnd="50000">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14:bounceEnd="50000">
                                          <p:cBhvr additive="base">
                                            <p:cTn id="27" dur="5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14:presetBounceEnd="50000">
                                      <p:stCondLst>
                                        <p:cond delay="750"/>
                                      </p:stCondLst>
                                      <p:childTnLst>
                                        <p:set>
                                          <p:cBhvr>
                                            <p:cTn id="30" dur="1" fill="hold">
                                              <p:stCondLst>
                                                <p:cond delay="0"/>
                                              </p:stCondLst>
                                            </p:cTn>
                                            <p:tgtEl>
                                              <p:spTgt spid="18"/>
                                            </p:tgtEl>
                                            <p:attrNameLst>
                                              <p:attrName>style.visibility</p:attrName>
                                            </p:attrNameLst>
                                          </p:cBhvr>
                                          <p:to>
                                            <p:strVal val="visible"/>
                                          </p:to>
                                        </p:set>
                                        <p:anim calcmode="lin" valueType="num" p14:bounceEnd="50000">
                                          <p:cBhvr additive="base">
                                            <p:cTn id="31" dur="500" fill="hold"/>
                                            <p:tgtEl>
                                              <p:spTgt spid="18"/>
                                            </p:tgtEl>
                                            <p:attrNameLst>
                                              <p:attrName>ppt_x</p:attrName>
                                            </p:attrNameLst>
                                          </p:cBhvr>
                                          <p:tavLst>
                                            <p:tav tm="0">
                                              <p:val>
                                                <p:strVal val="#ppt_x"/>
                                              </p:val>
                                            </p:tav>
                                            <p:tav tm="100000">
                                              <p:val>
                                                <p:strVal val="#ppt_x"/>
                                              </p:val>
                                            </p:tav>
                                          </p:tavLst>
                                        </p:anim>
                                        <p:anim calcmode="lin" valueType="num" p14:bounceEnd="50000">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14:presetBounceEnd="50000">
                                      <p:stCondLst>
                                        <p:cond delay="750"/>
                                      </p:stCondLst>
                                      <p:childTnLst>
                                        <p:set>
                                          <p:cBhvr>
                                            <p:cTn id="34" dur="1" fill="hold">
                                              <p:stCondLst>
                                                <p:cond delay="0"/>
                                              </p:stCondLst>
                                            </p:cTn>
                                            <p:tgtEl>
                                              <p:spTgt spid="4"/>
                                            </p:tgtEl>
                                            <p:attrNameLst>
                                              <p:attrName>style.visibility</p:attrName>
                                            </p:attrNameLst>
                                          </p:cBhvr>
                                          <p:to>
                                            <p:strVal val="visible"/>
                                          </p:to>
                                        </p:set>
                                        <p:anim calcmode="lin" valueType="num" p14:bounceEnd="50000">
                                          <p:cBhvr additive="base">
                                            <p:cTn id="35" dur="500" fill="hold"/>
                                            <p:tgtEl>
                                              <p:spTgt spid="4"/>
                                            </p:tgtEl>
                                            <p:attrNameLst>
                                              <p:attrName>ppt_x</p:attrName>
                                            </p:attrNameLst>
                                          </p:cBhvr>
                                          <p:tavLst>
                                            <p:tav tm="0">
                                              <p:val>
                                                <p:strVal val="#ppt_x"/>
                                              </p:val>
                                            </p:tav>
                                            <p:tav tm="100000">
                                              <p:val>
                                                <p:strVal val="#ppt_x"/>
                                              </p:val>
                                            </p:tav>
                                          </p:tavLst>
                                        </p:anim>
                                        <p:anim calcmode="lin" valueType="num" p14:bounceEnd="50000">
                                          <p:cBhvr additive="base">
                                            <p:cTn id="36" dur="500" fill="hold"/>
                                            <p:tgtEl>
                                              <p:spTgt spid="4"/>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14:presetBounceEnd="50000">
                                      <p:stCondLst>
                                        <p:cond delay="1000"/>
                                      </p:stCondLst>
                                      <p:childTnLst>
                                        <p:set>
                                          <p:cBhvr>
                                            <p:cTn id="38" dur="1" fill="hold">
                                              <p:stCondLst>
                                                <p:cond delay="0"/>
                                              </p:stCondLst>
                                            </p:cTn>
                                            <p:tgtEl>
                                              <p:spTgt spid="9"/>
                                            </p:tgtEl>
                                            <p:attrNameLst>
                                              <p:attrName>style.visibility</p:attrName>
                                            </p:attrNameLst>
                                          </p:cBhvr>
                                          <p:to>
                                            <p:strVal val="visible"/>
                                          </p:to>
                                        </p:set>
                                        <p:anim calcmode="lin" valueType="num" p14:bounceEnd="50000">
                                          <p:cBhvr additive="base">
                                            <p:cTn id="39" dur="5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40" dur="500" fill="hold"/>
                                            <p:tgtEl>
                                              <p:spTgt spid="9"/>
                                            </p:tgtEl>
                                            <p:attrNameLst>
                                              <p:attrName>ppt_y</p:attrName>
                                            </p:attrNameLst>
                                          </p:cBhvr>
                                          <p:tavLst>
                                            <p:tav tm="0">
                                              <p:val>
                                                <p:strVal val="0-#ppt_h/2"/>
                                              </p:val>
                                            </p:tav>
                                            <p:tav tm="100000">
                                              <p:val>
                                                <p:strVal val="#ppt_y"/>
                                              </p:val>
                                            </p:tav>
                                          </p:tavLst>
                                        </p:anim>
                                      </p:childTnLst>
                                    </p:cTn>
                                  </p:par>
                                  <p:par>
                                    <p:cTn id="41" presetID="2" presetClass="entr" presetSubtype="4" fill="hold" grpId="0" nodeType="withEffect" p14:presetBounceEnd="50000">
                                      <p:stCondLst>
                                        <p:cond delay="1000"/>
                                      </p:stCondLst>
                                      <p:childTnLst>
                                        <p:set>
                                          <p:cBhvr>
                                            <p:cTn id="42" dur="1" fill="hold">
                                              <p:stCondLst>
                                                <p:cond delay="0"/>
                                              </p:stCondLst>
                                            </p:cTn>
                                            <p:tgtEl>
                                              <p:spTgt spid="17"/>
                                            </p:tgtEl>
                                            <p:attrNameLst>
                                              <p:attrName>style.visibility</p:attrName>
                                            </p:attrNameLst>
                                          </p:cBhvr>
                                          <p:to>
                                            <p:strVal val="visible"/>
                                          </p:to>
                                        </p:set>
                                        <p:anim calcmode="lin" valueType="num" p14:bounceEnd="50000">
                                          <p:cBhvr additive="base">
                                            <p:cTn id="43" dur="500" fill="hold"/>
                                            <p:tgtEl>
                                              <p:spTgt spid="17"/>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53" presetClass="entr" presetSubtype="16"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par>
                                    <p:cTn id="51" presetID="53" presetClass="entr" presetSubtype="16" fill="hold" grpId="0" nodeType="withEffect">
                                      <p:stCondLst>
                                        <p:cond delay="250"/>
                                      </p:stCondLst>
                                      <p:childTnLst>
                                        <p:set>
                                          <p:cBhvr>
                                            <p:cTn id="52" dur="1" fill="hold">
                                              <p:stCondLst>
                                                <p:cond delay="0"/>
                                              </p:stCondLst>
                                            </p:cTn>
                                            <p:tgtEl>
                                              <p:spTgt spid="11"/>
                                            </p:tgtEl>
                                            <p:attrNameLst>
                                              <p:attrName>style.visibility</p:attrName>
                                            </p:attrNameLst>
                                          </p:cBhvr>
                                          <p:to>
                                            <p:strVal val="visible"/>
                                          </p:to>
                                        </p:set>
                                        <p:anim calcmode="lin" valueType="num">
                                          <p:cBhvr>
                                            <p:cTn id="53" dur="500" fill="hold"/>
                                            <p:tgtEl>
                                              <p:spTgt spid="11"/>
                                            </p:tgtEl>
                                            <p:attrNameLst>
                                              <p:attrName>ppt_w</p:attrName>
                                            </p:attrNameLst>
                                          </p:cBhvr>
                                          <p:tavLst>
                                            <p:tav tm="0">
                                              <p:val>
                                                <p:fltVal val="0"/>
                                              </p:val>
                                            </p:tav>
                                            <p:tav tm="100000">
                                              <p:val>
                                                <p:strVal val="#ppt_w"/>
                                              </p:val>
                                            </p:tav>
                                          </p:tavLst>
                                        </p:anim>
                                        <p:anim calcmode="lin" valueType="num">
                                          <p:cBhvr>
                                            <p:cTn id="54" dur="500" fill="hold"/>
                                            <p:tgtEl>
                                              <p:spTgt spid="11"/>
                                            </p:tgtEl>
                                            <p:attrNameLst>
                                              <p:attrName>ppt_h</p:attrName>
                                            </p:attrNameLst>
                                          </p:cBhvr>
                                          <p:tavLst>
                                            <p:tav tm="0">
                                              <p:val>
                                                <p:fltVal val="0"/>
                                              </p:val>
                                            </p:tav>
                                            <p:tav tm="100000">
                                              <p:val>
                                                <p:strVal val="#ppt_h"/>
                                              </p:val>
                                            </p:tav>
                                          </p:tavLst>
                                        </p:anim>
                                        <p:animEffect transition="in" filter="fade">
                                          <p:cBhvr>
                                            <p:cTn id="55" dur="500"/>
                                            <p:tgtEl>
                                              <p:spTgt spid="11"/>
                                            </p:tgtEl>
                                          </p:cBhvr>
                                        </p:animEffect>
                                      </p:childTnLst>
                                    </p:cTn>
                                  </p:par>
                                  <p:par>
                                    <p:cTn id="56" presetID="53" presetClass="entr" presetSubtype="16" fill="hold" grpId="0" nodeType="withEffect">
                                      <p:stCondLst>
                                        <p:cond delay="50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par>
                                    <p:cTn id="61" presetID="53" presetClass="entr" presetSubtype="16" fill="hold" grpId="0" nodeType="withEffect">
                                      <p:stCondLst>
                                        <p:cond delay="750"/>
                                      </p:stCondLst>
                                      <p:childTnLst>
                                        <p:set>
                                          <p:cBhvr>
                                            <p:cTn id="62" dur="1" fill="hold">
                                              <p:stCondLst>
                                                <p:cond delay="0"/>
                                              </p:stCondLst>
                                            </p:cTn>
                                            <p:tgtEl>
                                              <p:spTgt spid="13"/>
                                            </p:tgtEl>
                                            <p:attrNameLst>
                                              <p:attrName>style.visibility</p:attrName>
                                            </p:attrNameLst>
                                          </p:cBhvr>
                                          <p:to>
                                            <p:strVal val="visible"/>
                                          </p:to>
                                        </p:set>
                                        <p:anim calcmode="lin" valueType="num">
                                          <p:cBhvr>
                                            <p:cTn id="63" dur="500" fill="hold"/>
                                            <p:tgtEl>
                                              <p:spTgt spid="13"/>
                                            </p:tgtEl>
                                            <p:attrNameLst>
                                              <p:attrName>ppt_w</p:attrName>
                                            </p:attrNameLst>
                                          </p:cBhvr>
                                          <p:tavLst>
                                            <p:tav tm="0">
                                              <p:val>
                                                <p:fltVal val="0"/>
                                              </p:val>
                                            </p:tav>
                                            <p:tav tm="100000">
                                              <p:val>
                                                <p:strVal val="#ppt_w"/>
                                              </p:val>
                                            </p:tav>
                                          </p:tavLst>
                                        </p:anim>
                                        <p:anim calcmode="lin" valueType="num">
                                          <p:cBhvr>
                                            <p:cTn id="64" dur="500" fill="hold"/>
                                            <p:tgtEl>
                                              <p:spTgt spid="13"/>
                                            </p:tgtEl>
                                            <p:attrNameLst>
                                              <p:attrName>ppt_h</p:attrName>
                                            </p:attrNameLst>
                                          </p:cBhvr>
                                          <p:tavLst>
                                            <p:tav tm="0">
                                              <p:val>
                                                <p:fltVal val="0"/>
                                              </p:val>
                                            </p:tav>
                                            <p:tav tm="100000">
                                              <p:val>
                                                <p:strVal val="#ppt_h"/>
                                              </p:val>
                                            </p:tav>
                                          </p:tavLst>
                                        </p:anim>
                                        <p:animEffect transition="in" filter="fade">
                                          <p:cBhvr>
                                            <p:cTn id="65" dur="500"/>
                                            <p:tgtEl>
                                              <p:spTgt spid="13"/>
                                            </p:tgtEl>
                                          </p:cBhvr>
                                        </p:animEffect>
                                      </p:childTnLst>
                                    </p:cTn>
                                  </p:par>
                                  <p:par>
                                    <p:cTn id="66" presetID="53" presetClass="entr" presetSubtype="16" fill="hold" grpId="0" nodeType="withEffect">
                                      <p:stCondLst>
                                        <p:cond delay="1000"/>
                                      </p:stCondLst>
                                      <p:childTnLst>
                                        <p:set>
                                          <p:cBhvr>
                                            <p:cTn id="67" dur="1" fill="hold">
                                              <p:stCondLst>
                                                <p:cond delay="0"/>
                                              </p:stCondLst>
                                            </p:cTn>
                                            <p:tgtEl>
                                              <p:spTgt spid="14"/>
                                            </p:tgtEl>
                                            <p:attrNameLst>
                                              <p:attrName>style.visibility</p:attrName>
                                            </p:attrNameLst>
                                          </p:cBhvr>
                                          <p:to>
                                            <p:strVal val="visible"/>
                                          </p:to>
                                        </p:set>
                                        <p:anim calcmode="lin" valueType="num">
                                          <p:cBhvr>
                                            <p:cTn id="68" dur="500" fill="hold"/>
                                            <p:tgtEl>
                                              <p:spTgt spid="14"/>
                                            </p:tgtEl>
                                            <p:attrNameLst>
                                              <p:attrName>ppt_w</p:attrName>
                                            </p:attrNameLst>
                                          </p:cBhvr>
                                          <p:tavLst>
                                            <p:tav tm="0">
                                              <p:val>
                                                <p:fltVal val="0"/>
                                              </p:val>
                                            </p:tav>
                                            <p:tav tm="100000">
                                              <p:val>
                                                <p:strVal val="#ppt_w"/>
                                              </p:val>
                                            </p:tav>
                                          </p:tavLst>
                                        </p:anim>
                                        <p:anim calcmode="lin" valueType="num">
                                          <p:cBhvr>
                                            <p:cTn id="69" dur="500" fill="hold"/>
                                            <p:tgtEl>
                                              <p:spTgt spid="14"/>
                                            </p:tgtEl>
                                            <p:attrNameLst>
                                              <p:attrName>ppt_h</p:attrName>
                                            </p:attrNameLst>
                                          </p:cBhvr>
                                          <p:tavLst>
                                            <p:tav tm="0">
                                              <p:val>
                                                <p:fltVal val="0"/>
                                              </p:val>
                                            </p:tav>
                                            <p:tav tm="100000">
                                              <p:val>
                                                <p:strVal val="#ppt_h"/>
                                              </p:val>
                                            </p:tav>
                                          </p:tavLst>
                                        </p:anim>
                                        <p:animEffect transition="in" filter="fade">
                                          <p:cBhvr>
                                            <p:cTn id="70" dur="500"/>
                                            <p:tgtEl>
                                              <p:spTgt spid="14"/>
                                            </p:tgtEl>
                                          </p:cBhvr>
                                        </p:animEffect>
                                      </p:childTnLst>
                                    </p:cTn>
                                  </p:par>
                                </p:childTnLst>
                              </p:cTn>
                            </p:par>
                            <p:par>
                              <p:cTn id="71" fill="hold">
                                <p:stCondLst>
                                  <p:cond delay="100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nodeType="with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500"/>
                                            <p:tgtEl>
                                              <p:spTgt spid="20"/>
                                            </p:tgtEl>
                                          </p:cBhvr>
                                        </p:animEffect>
                                      </p:childTnLst>
                                    </p:cTn>
                                  </p:par>
                                </p:childTnLst>
                              </p:cTn>
                            </p:par>
                            <p:par>
                              <p:cTn id="87" fill="hold">
                                <p:stCondLst>
                                  <p:cond delay="1500"/>
                                </p:stCondLst>
                                <p:childTnLst>
                                  <p:par>
                                    <p:cTn id="88" presetID="10" presetClass="entr" presetSubtype="0" fill="hold" nodeType="after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childTnLst>
                              </p:cTn>
                            </p:par>
                            <p:par>
                              <p:cTn id="91" fill="hold">
                                <p:stCondLst>
                                  <p:cond delay="2000"/>
                                </p:stCondLst>
                                <p:childTnLst>
                                  <p:par>
                                    <p:cTn id="92" presetID="10"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childTnLst>
                              </p:cTn>
                            </p:par>
                            <p:par>
                              <p:cTn id="95" fill="hold">
                                <p:stCondLst>
                                  <p:cond delay="2500"/>
                                </p:stCondLst>
                                <p:childTnLst>
                                  <p:par>
                                    <p:cTn id="96" presetID="10" presetClass="entr" presetSubtype="0" fill="hold" nodeType="after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500"/>
                                            <p:tgtEl>
                                              <p:spTgt spid="38"/>
                                            </p:tgtEl>
                                          </p:cBhvr>
                                        </p:animEffect>
                                      </p:childTnLst>
                                    </p:cTn>
                                  </p:par>
                                </p:childTnLst>
                              </p:cTn>
                            </p:par>
                            <p:par>
                              <p:cTn id="99" fill="hold">
                                <p:stCondLst>
                                  <p:cond delay="3000"/>
                                </p:stCondLst>
                                <p:childTnLst>
                                  <p:par>
                                    <p:cTn id="100" presetID="10" presetClass="entr" presetSubtype="0" fill="hold" nodeType="after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500"/>
                                            <p:tgtEl>
                                              <p:spTgt spid="41"/>
                                            </p:tgtEl>
                                          </p:cBhvr>
                                        </p:animEffect>
                                      </p:childTnLst>
                                    </p:cTn>
                                  </p:par>
                                </p:childTnLst>
                              </p:cTn>
                            </p:par>
                            <p:par>
                              <p:cTn id="103" fill="hold">
                                <p:stCondLst>
                                  <p:cond delay="3500"/>
                                </p:stCondLst>
                                <p:childTnLst>
                                  <p:par>
                                    <p:cTn id="104" presetID="10" presetClass="entr" presetSubtype="0" fill="hold" nodeType="after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childTnLst>
                                    </p:cTn>
                                  </p:par>
                                </p:childTnLst>
                              </p:cTn>
                            </p:par>
                            <p:par>
                              <p:cTn id="107" fill="hold">
                                <p:stCondLst>
                                  <p:cond delay="4000"/>
                                </p:stCondLst>
                                <p:childTnLst>
                                  <p:par>
                                    <p:cTn id="108" presetID="10" presetClass="entr" presetSubtype="0" fill="hold" grpId="0" nodeType="after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3" grpId="0" animBg="1"/>
          <p:bldP spid="29" grpId="0" animBg="1"/>
          <p:bldP spid="30" grpId="0" animBg="1"/>
          <p:bldP spid="4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25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5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75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1" fill="hold" grpId="0" nodeType="withEffect">
                                      <p:stCondLst>
                                        <p:cond delay="75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100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0-#ppt_h/2"/>
                                              </p:val>
                                            </p:tav>
                                            <p:tav tm="100000">
                                              <p:val>
                                                <p:strVal val="#ppt_y"/>
                                              </p:val>
                                            </p:tav>
                                          </p:tavLst>
                                        </p:anim>
                                      </p:childTnLst>
                                    </p:cTn>
                                  </p:par>
                                  <p:par>
                                    <p:cTn id="41" presetID="2" presetClass="entr" presetSubtype="4" fill="hold" grpId="0" nodeType="withEffect">
                                      <p:stCondLst>
                                        <p:cond delay="100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53" presetClass="entr" presetSubtype="16"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par>
                                    <p:cTn id="51" presetID="53" presetClass="entr" presetSubtype="16" fill="hold" grpId="0" nodeType="withEffect">
                                      <p:stCondLst>
                                        <p:cond delay="250"/>
                                      </p:stCondLst>
                                      <p:childTnLst>
                                        <p:set>
                                          <p:cBhvr>
                                            <p:cTn id="52" dur="1" fill="hold">
                                              <p:stCondLst>
                                                <p:cond delay="0"/>
                                              </p:stCondLst>
                                            </p:cTn>
                                            <p:tgtEl>
                                              <p:spTgt spid="11"/>
                                            </p:tgtEl>
                                            <p:attrNameLst>
                                              <p:attrName>style.visibility</p:attrName>
                                            </p:attrNameLst>
                                          </p:cBhvr>
                                          <p:to>
                                            <p:strVal val="visible"/>
                                          </p:to>
                                        </p:set>
                                        <p:anim calcmode="lin" valueType="num">
                                          <p:cBhvr>
                                            <p:cTn id="53" dur="500" fill="hold"/>
                                            <p:tgtEl>
                                              <p:spTgt spid="11"/>
                                            </p:tgtEl>
                                            <p:attrNameLst>
                                              <p:attrName>ppt_w</p:attrName>
                                            </p:attrNameLst>
                                          </p:cBhvr>
                                          <p:tavLst>
                                            <p:tav tm="0">
                                              <p:val>
                                                <p:fltVal val="0"/>
                                              </p:val>
                                            </p:tav>
                                            <p:tav tm="100000">
                                              <p:val>
                                                <p:strVal val="#ppt_w"/>
                                              </p:val>
                                            </p:tav>
                                          </p:tavLst>
                                        </p:anim>
                                        <p:anim calcmode="lin" valueType="num">
                                          <p:cBhvr>
                                            <p:cTn id="54" dur="500" fill="hold"/>
                                            <p:tgtEl>
                                              <p:spTgt spid="11"/>
                                            </p:tgtEl>
                                            <p:attrNameLst>
                                              <p:attrName>ppt_h</p:attrName>
                                            </p:attrNameLst>
                                          </p:cBhvr>
                                          <p:tavLst>
                                            <p:tav tm="0">
                                              <p:val>
                                                <p:fltVal val="0"/>
                                              </p:val>
                                            </p:tav>
                                            <p:tav tm="100000">
                                              <p:val>
                                                <p:strVal val="#ppt_h"/>
                                              </p:val>
                                            </p:tav>
                                          </p:tavLst>
                                        </p:anim>
                                        <p:animEffect transition="in" filter="fade">
                                          <p:cBhvr>
                                            <p:cTn id="55" dur="500"/>
                                            <p:tgtEl>
                                              <p:spTgt spid="11"/>
                                            </p:tgtEl>
                                          </p:cBhvr>
                                        </p:animEffect>
                                      </p:childTnLst>
                                    </p:cTn>
                                  </p:par>
                                  <p:par>
                                    <p:cTn id="56" presetID="53" presetClass="entr" presetSubtype="16" fill="hold" grpId="0" nodeType="withEffect">
                                      <p:stCondLst>
                                        <p:cond delay="50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par>
                                    <p:cTn id="61" presetID="53" presetClass="entr" presetSubtype="16" fill="hold" grpId="0" nodeType="withEffect">
                                      <p:stCondLst>
                                        <p:cond delay="750"/>
                                      </p:stCondLst>
                                      <p:childTnLst>
                                        <p:set>
                                          <p:cBhvr>
                                            <p:cTn id="62" dur="1" fill="hold">
                                              <p:stCondLst>
                                                <p:cond delay="0"/>
                                              </p:stCondLst>
                                            </p:cTn>
                                            <p:tgtEl>
                                              <p:spTgt spid="13"/>
                                            </p:tgtEl>
                                            <p:attrNameLst>
                                              <p:attrName>style.visibility</p:attrName>
                                            </p:attrNameLst>
                                          </p:cBhvr>
                                          <p:to>
                                            <p:strVal val="visible"/>
                                          </p:to>
                                        </p:set>
                                        <p:anim calcmode="lin" valueType="num">
                                          <p:cBhvr>
                                            <p:cTn id="63" dur="500" fill="hold"/>
                                            <p:tgtEl>
                                              <p:spTgt spid="13"/>
                                            </p:tgtEl>
                                            <p:attrNameLst>
                                              <p:attrName>ppt_w</p:attrName>
                                            </p:attrNameLst>
                                          </p:cBhvr>
                                          <p:tavLst>
                                            <p:tav tm="0">
                                              <p:val>
                                                <p:fltVal val="0"/>
                                              </p:val>
                                            </p:tav>
                                            <p:tav tm="100000">
                                              <p:val>
                                                <p:strVal val="#ppt_w"/>
                                              </p:val>
                                            </p:tav>
                                          </p:tavLst>
                                        </p:anim>
                                        <p:anim calcmode="lin" valueType="num">
                                          <p:cBhvr>
                                            <p:cTn id="64" dur="500" fill="hold"/>
                                            <p:tgtEl>
                                              <p:spTgt spid="13"/>
                                            </p:tgtEl>
                                            <p:attrNameLst>
                                              <p:attrName>ppt_h</p:attrName>
                                            </p:attrNameLst>
                                          </p:cBhvr>
                                          <p:tavLst>
                                            <p:tav tm="0">
                                              <p:val>
                                                <p:fltVal val="0"/>
                                              </p:val>
                                            </p:tav>
                                            <p:tav tm="100000">
                                              <p:val>
                                                <p:strVal val="#ppt_h"/>
                                              </p:val>
                                            </p:tav>
                                          </p:tavLst>
                                        </p:anim>
                                        <p:animEffect transition="in" filter="fade">
                                          <p:cBhvr>
                                            <p:cTn id="65" dur="500"/>
                                            <p:tgtEl>
                                              <p:spTgt spid="13"/>
                                            </p:tgtEl>
                                          </p:cBhvr>
                                        </p:animEffect>
                                      </p:childTnLst>
                                    </p:cTn>
                                  </p:par>
                                  <p:par>
                                    <p:cTn id="66" presetID="53" presetClass="entr" presetSubtype="16" fill="hold" grpId="0" nodeType="withEffect">
                                      <p:stCondLst>
                                        <p:cond delay="1000"/>
                                      </p:stCondLst>
                                      <p:childTnLst>
                                        <p:set>
                                          <p:cBhvr>
                                            <p:cTn id="67" dur="1" fill="hold">
                                              <p:stCondLst>
                                                <p:cond delay="0"/>
                                              </p:stCondLst>
                                            </p:cTn>
                                            <p:tgtEl>
                                              <p:spTgt spid="14"/>
                                            </p:tgtEl>
                                            <p:attrNameLst>
                                              <p:attrName>style.visibility</p:attrName>
                                            </p:attrNameLst>
                                          </p:cBhvr>
                                          <p:to>
                                            <p:strVal val="visible"/>
                                          </p:to>
                                        </p:set>
                                        <p:anim calcmode="lin" valueType="num">
                                          <p:cBhvr>
                                            <p:cTn id="68" dur="500" fill="hold"/>
                                            <p:tgtEl>
                                              <p:spTgt spid="14"/>
                                            </p:tgtEl>
                                            <p:attrNameLst>
                                              <p:attrName>ppt_w</p:attrName>
                                            </p:attrNameLst>
                                          </p:cBhvr>
                                          <p:tavLst>
                                            <p:tav tm="0">
                                              <p:val>
                                                <p:fltVal val="0"/>
                                              </p:val>
                                            </p:tav>
                                            <p:tav tm="100000">
                                              <p:val>
                                                <p:strVal val="#ppt_w"/>
                                              </p:val>
                                            </p:tav>
                                          </p:tavLst>
                                        </p:anim>
                                        <p:anim calcmode="lin" valueType="num">
                                          <p:cBhvr>
                                            <p:cTn id="69" dur="500" fill="hold"/>
                                            <p:tgtEl>
                                              <p:spTgt spid="14"/>
                                            </p:tgtEl>
                                            <p:attrNameLst>
                                              <p:attrName>ppt_h</p:attrName>
                                            </p:attrNameLst>
                                          </p:cBhvr>
                                          <p:tavLst>
                                            <p:tav tm="0">
                                              <p:val>
                                                <p:fltVal val="0"/>
                                              </p:val>
                                            </p:tav>
                                            <p:tav tm="100000">
                                              <p:val>
                                                <p:strVal val="#ppt_h"/>
                                              </p:val>
                                            </p:tav>
                                          </p:tavLst>
                                        </p:anim>
                                        <p:animEffect transition="in" filter="fade">
                                          <p:cBhvr>
                                            <p:cTn id="70" dur="500"/>
                                            <p:tgtEl>
                                              <p:spTgt spid="14"/>
                                            </p:tgtEl>
                                          </p:cBhvr>
                                        </p:animEffect>
                                      </p:childTnLst>
                                    </p:cTn>
                                  </p:par>
                                </p:childTnLst>
                              </p:cTn>
                            </p:par>
                            <p:par>
                              <p:cTn id="71" fill="hold">
                                <p:stCondLst>
                                  <p:cond delay="100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nodeType="with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500"/>
                                            <p:tgtEl>
                                              <p:spTgt spid="20"/>
                                            </p:tgtEl>
                                          </p:cBhvr>
                                        </p:animEffect>
                                      </p:childTnLst>
                                    </p:cTn>
                                  </p:par>
                                </p:childTnLst>
                              </p:cTn>
                            </p:par>
                            <p:par>
                              <p:cTn id="87" fill="hold">
                                <p:stCondLst>
                                  <p:cond delay="1500"/>
                                </p:stCondLst>
                                <p:childTnLst>
                                  <p:par>
                                    <p:cTn id="88" presetID="10" presetClass="entr" presetSubtype="0" fill="hold" nodeType="after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childTnLst>
                              </p:cTn>
                            </p:par>
                            <p:par>
                              <p:cTn id="91" fill="hold">
                                <p:stCondLst>
                                  <p:cond delay="2000"/>
                                </p:stCondLst>
                                <p:childTnLst>
                                  <p:par>
                                    <p:cTn id="92" presetID="10"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childTnLst>
                              </p:cTn>
                            </p:par>
                            <p:par>
                              <p:cTn id="95" fill="hold">
                                <p:stCondLst>
                                  <p:cond delay="2500"/>
                                </p:stCondLst>
                                <p:childTnLst>
                                  <p:par>
                                    <p:cTn id="96" presetID="10" presetClass="entr" presetSubtype="0" fill="hold" nodeType="after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500"/>
                                            <p:tgtEl>
                                              <p:spTgt spid="38"/>
                                            </p:tgtEl>
                                          </p:cBhvr>
                                        </p:animEffect>
                                      </p:childTnLst>
                                    </p:cTn>
                                  </p:par>
                                </p:childTnLst>
                              </p:cTn>
                            </p:par>
                            <p:par>
                              <p:cTn id="99" fill="hold">
                                <p:stCondLst>
                                  <p:cond delay="3000"/>
                                </p:stCondLst>
                                <p:childTnLst>
                                  <p:par>
                                    <p:cTn id="100" presetID="10" presetClass="entr" presetSubtype="0" fill="hold" nodeType="after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500"/>
                                            <p:tgtEl>
                                              <p:spTgt spid="41"/>
                                            </p:tgtEl>
                                          </p:cBhvr>
                                        </p:animEffect>
                                      </p:childTnLst>
                                    </p:cTn>
                                  </p:par>
                                </p:childTnLst>
                              </p:cTn>
                            </p:par>
                            <p:par>
                              <p:cTn id="103" fill="hold">
                                <p:stCondLst>
                                  <p:cond delay="3500"/>
                                </p:stCondLst>
                                <p:childTnLst>
                                  <p:par>
                                    <p:cTn id="104" presetID="10" presetClass="entr" presetSubtype="0" fill="hold" nodeType="after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childTnLst>
                                    </p:cTn>
                                  </p:par>
                                </p:childTnLst>
                              </p:cTn>
                            </p:par>
                            <p:par>
                              <p:cTn id="107" fill="hold">
                                <p:stCondLst>
                                  <p:cond delay="4000"/>
                                </p:stCondLst>
                                <p:childTnLst>
                                  <p:par>
                                    <p:cTn id="108" presetID="10" presetClass="entr" presetSubtype="0" fill="hold" grpId="0" nodeType="after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3" grpId="0" animBg="1"/>
          <p:bldP spid="29" grpId="0" animBg="1"/>
          <p:bldP spid="30" grpId="0" animBg="1"/>
          <p:bldP spid="47"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Group 87"/>
          <p:cNvGrpSpPr/>
          <p:nvPr/>
        </p:nvGrpSpPr>
        <p:grpSpPr>
          <a:xfrm>
            <a:off x="478699" y="3910526"/>
            <a:ext cx="2470916" cy="825334"/>
            <a:chOff x="1222231" y="2845220"/>
            <a:chExt cx="2470916" cy="825334"/>
          </a:xfrm>
        </p:grpSpPr>
        <p:sp>
          <p:nvSpPr>
            <p:cNvPr id="84" name="Rounded Rectangle 83"/>
            <p:cNvSpPr/>
            <p:nvPr/>
          </p:nvSpPr>
          <p:spPr>
            <a:xfrm flipH="1">
              <a:off x="1222231" y="2845220"/>
              <a:ext cx="2470916" cy="825334"/>
            </a:xfrm>
            <a:prstGeom prst="roundRect">
              <a:avLst>
                <a:gd name="adj" fmla="val 844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p:cNvSpPr txBox="1"/>
            <p:nvPr/>
          </p:nvSpPr>
          <p:spPr>
            <a:xfrm flipH="1">
              <a:off x="1258742" y="3055295"/>
              <a:ext cx="2335656" cy="461665"/>
            </a:xfrm>
            <a:prstGeom prst="rect">
              <a:avLst/>
            </a:prstGeom>
            <a:noFill/>
          </p:spPr>
          <p:txBody>
            <a:bodyPr wrap="square" rtlCol="0">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87" name="TextBox 86"/>
            <p:cNvSpPr txBox="1"/>
            <p:nvPr/>
          </p:nvSpPr>
          <p:spPr>
            <a:xfrm flipH="1">
              <a:off x="2073839" y="2851729"/>
              <a:ext cx="1517774" cy="338554"/>
            </a:xfrm>
            <a:prstGeom prst="rect">
              <a:avLst/>
            </a:prstGeom>
            <a:noFill/>
          </p:spPr>
          <p:txBody>
            <a:bodyPr wrap="square" rtlCol="0">
              <a:spAutoFit/>
            </a:bodyPr>
            <a:lstStyle/>
            <a:p>
              <a:pPr algn="r"/>
              <a:r>
                <a:rPr lang="en-US" sz="1600" b="1" dirty="0">
                  <a:solidFill>
                    <a:schemeClr val="bg1"/>
                  </a:solidFill>
                </a:rPr>
                <a:t>2012</a:t>
              </a:r>
              <a:endParaRPr lang="en-US" sz="1600" b="1" dirty="0">
                <a:solidFill>
                  <a:schemeClr val="bg1"/>
                </a:solidFill>
              </a:endParaRPr>
            </a:p>
          </p:txBody>
        </p:sp>
      </p:grpSp>
      <p:grpSp>
        <p:nvGrpSpPr>
          <p:cNvPr id="93" name="Group 92"/>
          <p:cNvGrpSpPr/>
          <p:nvPr/>
        </p:nvGrpSpPr>
        <p:grpSpPr>
          <a:xfrm>
            <a:off x="478699" y="4901126"/>
            <a:ext cx="2470916" cy="825334"/>
            <a:chOff x="1222231" y="2845220"/>
            <a:chExt cx="2470916" cy="825334"/>
          </a:xfrm>
        </p:grpSpPr>
        <p:sp>
          <p:nvSpPr>
            <p:cNvPr id="94" name="Rounded Rectangle 93"/>
            <p:cNvSpPr/>
            <p:nvPr/>
          </p:nvSpPr>
          <p:spPr>
            <a:xfrm flipH="1">
              <a:off x="1222231" y="2845220"/>
              <a:ext cx="2470916" cy="825334"/>
            </a:xfrm>
            <a:prstGeom prst="roundRect">
              <a:avLst>
                <a:gd name="adj" fmla="val 8444"/>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p:cNvSpPr txBox="1"/>
            <p:nvPr/>
          </p:nvSpPr>
          <p:spPr>
            <a:xfrm flipH="1">
              <a:off x="1258742" y="3055295"/>
              <a:ext cx="2335656" cy="461665"/>
            </a:xfrm>
            <a:prstGeom prst="rect">
              <a:avLst/>
            </a:prstGeom>
            <a:noFill/>
          </p:spPr>
          <p:txBody>
            <a:bodyPr wrap="square" rtlCol="0">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96" name="TextBox 95"/>
            <p:cNvSpPr txBox="1"/>
            <p:nvPr/>
          </p:nvSpPr>
          <p:spPr>
            <a:xfrm flipH="1">
              <a:off x="2073839" y="2851729"/>
              <a:ext cx="1517774" cy="338554"/>
            </a:xfrm>
            <a:prstGeom prst="rect">
              <a:avLst/>
            </a:prstGeom>
            <a:noFill/>
          </p:spPr>
          <p:txBody>
            <a:bodyPr wrap="square" rtlCol="0">
              <a:spAutoFit/>
            </a:bodyPr>
            <a:lstStyle/>
            <a:p>
              <a:pPr algn="r"/>
              <a:r>
                <a:rPr lang="en-US" sz="1600" b="1" dirty="0">
                  <a:solidFill>
                    <a:schemeClr val="bg1"/>
                  </a:solidFill>
                </a:rPr>
                <a:t>2013</a:t>
              </a:r>
              <a:endParaRPr lang="en-US" sz="1600" b="1" dirty="0">
                <a:solidFill>
                  <a:schemeClr val="bg1"/>
                </a:solidFill>
              </a:endParaRPr>
            </a:p>
          </p:txBody>
        </p:sp>
      </p:grpSp>
      <p:grpSp>
        <p:nvGrpSpPr>
          <p:cNvPr id="4" name="Grupo 7"/>
          <p:cNvGrpSpPr>
            <a:grpSpLocks noChangeAspect="1"/>
          </p:cNvGrpSpPr>
          <p:nvPr/>
        </p:nvGrpSpPr>
        <p:grpSpPr>
          <a:xfrm>
            <a:off x="2882900" y="1759931"/>
            <a:ext cx="6426200" cy="3652928"/>
            <a:chOff x="996378" y="926430"/>
            <a:chExt cx="6367398" cy="3576753"/>
          </a:xfrm>
          <a:solidFill>
            <a:schemeClr val="bg1">
              <a:alpha val="17000"/>
            </a:schemeClr>
          </a:solidFill>
          <a:effectLst/>
        </p:grpSpPr>
        <p:sp>
          <p:nvSpPr>
            <p:cNvPr id="5" name="Freeform 22695"/>
            <p:cNvSpPr>
              <a:spLocks noChangeAspect="1"/>
            </p:cNvSpPr>
            <p:nvPr/>
          </p:nvSpPr>
          <p:spPr bwMode="auto">
            <a:xfrm>
              <a:off x="996378" y="1492530"/>
              <a:ext cx="2366030" cy="3010653"/>
            </a:xfrm>
            <a:custGeom>
              <a:avLst/>
              <a:gdLst>
                <a:gd name="T0" fmla="*/ 987 w 1637"/>
                <a:gd name="T1" fmla="*/ 133 h 2083"/>
                <a:gd name="T2" fmla="*/ 1058 w 1637"/>
                <a:gd name="T3" fmla="*/ 138 h 2083"/>
                <a:gd name="T4" fmla="*/ 969 w 1637"/>
                <a:gd name="T5" fmla="*/ 223 h 2083"/>
                <a:gd name="T6" fmla="*/ 927 w 1637"/>
                <a:gd name="T7" fmla="*/ 313 h 2083"/>
                <a:gd name="T8" fmla="*/ 1029 w 1637"/>
                <a:gd name="T9" fmla="*/ 477 h 2083"/>
                <a:gd name="T10" fmla="*/ 1092 w 1637"/>
                <a:gd name="T11" fmla="*/ 501 h 2083"/>
                <a:gd name="T12" fmla="*/ 1160 w 1637"/>
                <a:gd name="T13" fmla="*/ 305 h 2083"/>
                <a:gd name="T14" fmla="*/ 1227 w 1637"/>
                <a:gd name="T15" fmla="*/ 404 h 2083"/>
                <a:gd name="T16" fmla="*/ 1282 w 1637"/>
                <a:gd name="T17" fmla="*/ 384 h 2083"/>
                <a:gd name="T18" fmla="*/ 1323 w 1637"/>
                <a:gd name="T19" fmla="*/ 479 h 2083"/>
                <a:gd name="T20" fmla="*/ 1376 w 1637"/>
                <a:gd name="T21" fmla="*/ 535 h 2083"/>
                <a:gd name="T22" fmla="*/ 1161 w 1637"/>
                <a:gd name="T23" fmla="*/ 667 h 2083"/>
                <a:gd name="T24" fmla="*/ 1313 w 1637"/>
                <a:gd name="T25" fmla="*/ 670 h 2083"/>
                <a:gd name="T26" fmla="*/ 1240 w 1637"/>
                <a:gd name="T27" fmla="*/ 676 h 2083"/>
                <a:gd name="T28" fmla="*/ 1189 w 1637"/>
                <a:gd name="T29" fmla="*/ 730 h 2083"/>
                <a:gd name="T30" fmla="*/ 1131 w 1637"/>
                <a:gd name="T31" fmla="*/ 786 h 2083"/>
                <a:gd name="T32" fmla="*/ 1128 w 1637"/>
                <a:gd name="T33" fmla="*/ 798 h 2083"/>
                <a:gd name="T34" fmla="*/ 1110 w 1637"/>
                <a:gd name="T35" fmla="*/ 847 h 2083"/>
                <a:gd name="T36" fmla="*/ 1076 w 1637"/>
                <a:gd name="T37" fmla="*/ 976 h 2083"/>
                <a:gd name="T38" fmla="*/ 985 w 1637"/>
                <a:gd name="T39" fmla="*/ 903 h 2083"/>
                <a:gd name="T40" fmla="*/ 912 w 1637"/>
                <a:gd name="T41" fmla="*/ 914 h 2083"/>
                <a:gd name="T42" fmla="*/ 891 w 1637"/>
                <a:gd name="T43" fmla="*/ 1063 h 2083"/>
                <a:gd name="T44" fmla="*/ 981 w 1637"/>
                <a:gd name="T45" fmla="*/ 1067 h 2083"/>
                <a:gd name="T46" fmla="*/ 1038 w 1637"/>
                <a:gd name="T47" fmla="*/ 1161 h 2083"/>
                <a:gd name="T48" fmla="*/ 1181 w 1637"/>
                <a:gd name="T49" fmla="*/ 1154 h 2083"/>
                <a:gd name="T50" fmla="*/ 1301 w 1637"/>
                <a:gd name="T51" fmla="*/ 1172 h 2083"/>
                <a:gd name="T52" fmla="*/ 1441 w 1637"/>
                <a:gd name="T53" fmla="*/ 1269 h 2083"/>
                <a:gd name="T54" fmla="*/ 1511 w 1637"/>
                <a:gd name="T55" fmla="*/ 1313 h 2083"/>
                <a:gd name="T56" fmla="*/ 1591 w 1637"/>
                <a:gd name="T57" fmla="*/ 1452 h 2083"/>
                <a:gd name="T58" fmla="*/ 1467 w 1637"/>
                <a:gd name="T59" fmla="*/ 1624 h 2083"/>
                <a:gd name="T60" fmla="*/ 1350 w 1637"/>
                <a:gd name="T61" fmla="*/ 1717 h 2083"/>
                <a:gd name="T62" fmla="*/ 1263 w 1637"/>
                <a:gd name="T63" fmla="*/ 1898 h 2083"/>
                <a:gd name="T64" fmla="*/ 1189 w 1637"/>
                <a:gd name="T65" fmla="*/ 2065 h 2083"/>
                <a:gd name="T66" fmla="*/ 1152 w 1637"/>
                <a:gd name="T67" fmla="*/ 2029 h 2083"/>
                <a:gd name="T68" fmla="*/ 1149 w 1637"/>
                <a:gd name="T69" fmla="*/ 1948 h 2083"/>
                <a:gd name="T70" fmla="*/ 1174 w 1637"/>
                <a:gd name="T71" fmla="*/ 1858 h 2083"/>
                <a:gd name="T72" fmla="*/ 1203 w 1637"/>
                <a:gd name="T73" fmla="*/ 1554 h 2083"/>
                <a:gd name="T74" fmla="*/ 1073 w 1637"/>
                <a:gd name="T75" fmla="*/ 1321 h 2083"/>
                <a:gd name="T76" fmla="*/ 1101 w 1637"/>
                <a:gd name="T77" fmla="*/ 1189 h 2083"/>
                <a:gd name="T78" fmla="*/ 993 w 1637"/>
                <a:gd name="T79" fmla="*/ 1136 h 2083"/>
                <a:gd name="T80" fmla="*/ 768 w 1637"/>
                <a:gd name="T81" fmla="*/ 1018 h 2083"/>
                <a:gd name="T82" fmla="*/ 657 w 1637"/>
                <a:gd name="T83" fmla="*/ 900 h 2083"/>
                <a:gd name="T84" fmla="*/ 652 w 1637"/>
                <a:gd name="T85" fmla="*/ 941 h 2083"/>
                <a:gd name="T86" fmla="*/ 571 w 1637"/>
                <a:gd name="T87" fmla="*/ 789 h 2083"/>
                <a:gd name="T88" fmla="*/ 555 w 1637"/>
                <a:gd name="T89" fmla="*/ 620 h 2083"/>
                <a:gd name="T90" fmla="*/ 551 w 1637"/>
                <a:gd name="T91" fmla="*/ 596 h 2083"/>
                <a:gd name="T92" fmla="*/ 494 w 1637"/>
                <a:gd name="T93" fmla="*/ 546 h 2083"/>
                <a:gd name="T94" fmla="*/ 472 w 1637"/>
                <a:gd name="T95" fmla="*/ 474 h 2083"/>
                <a:gd name="T96" fmla="*/ 405 w 1637"/>
                <a:gd name="T97" fmla="*/ 397 h 2083"/>
                <a:gd name="T98" fmla="*/ 328 w 1637"/>
                <a:gd name="T99" fmla="*/ 371 h 2083"/>
                <a:gd name="T100" fmla="*/ 240 w 1637"/>
                <a:gd name="T101" fmla="*/ 369 h 2083"/>
                <a:gd name="T102" fmla="*/ 185 w 1637"/>
                <a:gd name="T103" fmla="*/ 362 h 2083"/>
                <a:gd name="T104" fmla="*/ 103 w 1637"/>
                <a:gd name="T105" fmla="*/ 467 h 2083"/>
                <a:gd name="T106" fmla="*/ 126 w 1637"/>
                <a:gd name="T107" fmla="*/ 428 h 2083"/>
                <a:gd name="T108" fmla="*/ 51 w 1637"/>
                <a:gd name="T109" fmla="*/ 351 h 2083"/>
                <a:gd name="T110" fmla="*/ 59 w 1637"/>
                <a:gd name="T111" fmla="*/ 248 h 2083"/>
                <a:gd name="T112" fmla="*/ 33 w 1637"/>
                <a:gd name="T113" fmla="*/ 141 h 2083"/>
                <a:gd name="T114" fmla="*/ 244 w 1637"/>
                <a:gd name="T115" fmla="*/ 62 h 2083"/>
                <a:gd name="T116" fmla="*/ 435 w 1637"/>
                <a:gd name="T117" fmla="*/ 100 h 2083"/>
                <a:gd name="T118" fmla="*/ 549 w 1637"/>
                <a:gd name="T119" fmla="*/ 95 h 2083"/>
                <a:gd name="T120" fmla="*/ 742 w 1637"/>
                <a:gd name="T121" fmla="*/ 184 h 2083"/>
                <a:gd name="T122" fmla="*/ 853 w 1637"/>
                <a:gd name="T123" fmla="*/ 150 h 2083"/>
                <a:gd name="T124" fmla="*/ 917 w 1637"/>
                <a:gd name="T125" fmla="*/ 123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7" h="2083">
                  <a:moveTo>
                    <a:pt x="903" y="0"/>
                  </a:moveTo>
                  <a:lnTo>
                    <a:pt x="903" y="0"/>
                  </a:lnTo>
                  <a:lnTo>
                    <a:pt x="905" y="3"/>
                  </a:lnTo>
                  <a:lnTo>
                    <a:pt x="905" y="4"/>
                  </a:lnTo>
                  <a:lnTo>
                    <a:pt x="906" y="9"/>
                  </a:lnTo>
                  <a:lnTo>
                    <a:pt x="908" y="9"/>
                  </a:lnTo>
                  <a:lnTo>
                    <a:pt x="909" y="7"/>
                  </a:lnTo>
                  <a:lnTo>
                    <a:pt x="912" y="9"/>
                  </a:lnTo>
                  <a:lnTo>
                    <a:pt x="914" y="9"/>
                  </a:lnTo>
                  <a:lnTo>
                    <a:pt x="914" y="10"/>
                  </a:lnTo>
                  <a:lnTo>
                    <a:pt x="914" y="12"/>
                  </a:lnTo>
                  <a:lnTo>
                    <a:pt x="914" y="13"/>
                  </a:lnTo>
                  <a:lnTo>
                    <a:pt x="915" y="16"/>
                  </a:lnTo>
                  <a:lnTo>
                    <a:pt x="918" y="18"/>
                  </a:lnTo>
                  <a:lnTo>
                    <a:pt x="920" y="19"/>
                  </a:lnTo>
                  <a:lnTo>
                    <a:pt x="923" y="26"/>
                  </a:lnTo>
                  <a:lnTo>
                    <a:pt x="923" y="26"/>
                  </a:lnTo>
                  <a:lnTo>
                    <a:pt x="923" y="27"/>
                  </a:lnTo>
                  <a:lnTo>
                    <a:pt x="924" y="33"/>
                  </a:lnTo>
                  <a:lnTo>
                    <a:pt x="924" y="35"/>
                  </a:lnTo>
                  <a:lnTo>
                    <a:pt x="924" y="41"/>
                  </a:lnTo>
                  <a:lnTo>
                    <a:pt x="923" y="42"/>
                  </a:lnTo>
                  <a:lnTo>
                    <a:pt x="923" y="44"/>
                  </a:lnTo>
                  <a:lnTo>
                    <a:pt x="923" y="44"/>
                  </a:lnTo>
                  <a:lnTo>
                    <a:pt x="926" y="45"/>
                  </a:lnTo>
                  <a:lnTo>
                    <a:pt x="927" y="48"/>
                  </a:lnTo>
                  <a:lnTo>
                    <a:pt x="927" y="50"/>
                  </a:lnTo>
                  <a:lnTo>
                    <a:pt x="931" y="51"/>
                  </a:lnTo>
                  <a:lnTo>
                    <a:pt x="931" y="51"/>
                  </a:lnTo>
                  <a:lnTo>
                    <a:pt x="931" y="53"/>
                  </a:lnTo>
                  <a:lnTo>
                    <a:pt x="932" y="56"/>
                  </a:lnTo>
                  <a:lnTo>
                    <a:pt x="935" y="61"/>
                  </a:lnTo>
                  <a:lnTo>
                    <a:pt x="935" y="61"/>
                  </a:lnTo>
                  <a:lnTo>
                    <a:pt x="934" y="64"/>
                  </a:lnTo>
                  <a:lnTo>
                    <a:pt x="935" y="64"/>
                  </a:lnTo>
                  <a:lnTo>
                    <a:pt x="935" y="64"/>
                  </a:lnTo>
                  <a:lnTo>
                    <a:pt x="937" y="64"/>
                  </a:lnTo>
                  <a:lnTo>
                    <a:pt x="937" y="62"/>
                  </a:lnTo>
                  <a:lnTo>
                    <a:pt x="937" y="62"/>
                  </a:lnTo>
                  <a:lnTo>
                    <a:pt x="938" y="62"/>
                  </a:lnTo>
                  <a:lnTo>
                    <a:pt x="938" y="64"/>
                  </a:lnTo>
                  <a:lnTo>
                    <a:pt x="940" y="67"/>
                  </a:lnTo>
                  <a:lnTo>
                    <a:pt x="940" y="68"/>
                  </a:lnTo>
                  <a:lnTo>
                    <a:pt x="940" y="68"/>
                  </a:lnTo>
                  <a:lnTo>
                    <a:pt x="940" y="70"/>
                  </a:lnTo>
                  <a:lnTo>
                    <a:pt x="937" y="70"/>
                  </a:lnTo>
                  <a:lnTo>
                    <a:pt x="935" y="70"/>
                  </a:lnTo>
                  <a:lnTo>
                    <a:pt x="934" y="68"/>
                  </a:lnTo>
                  <a:lnTo>
                    <a:pt x="932" y="67"/>
                  </a:lnTo>
                  <a:lnTo>
                    <a:pt x="932" y="65"/>
                  </a:lnTo>
                  <a:lnTo>
                    <a:pt x="931" y="67"/>
                  </a:lnTo>
                  <a:lnTo>
                    <a:pt x="931" y="67"/>
                  </a:lnTo>
                  <a:lnTo>
                    <a:pt x="929" y="70"/>
                  </a:lnTo>
                  <a:lnTo>
                    <a:pt x="929" y="71"/>
                  </a:lnTo>
                  <a:lnTo>
                    <a:pt x="929" y="71"/>
                  </a:lnTo>
                  <a:lnTo>
                    <a:pt x="934" y="71"/>
                  </a:lnTo>
                  <a:lnTo>
                    <a:pt x="934" y="71"/>
                  </a:lnTo>
                  <a:lnTo>
                    <a:pt x="935" y="73"/>
                  </a:lnTo>
                  <a:lnTo>
                    <a:pt x="934" y="76"/>
                  </a:lnTo>
                  <a:lnTo>
                    <a:pt x="932" y="79"/>
                  </a:lnTo>
                  <a:lnTo>
                    <a:pt x="926" y="85"/>
                  </a:lnTo>
                  <a:lnTo>
                    <a:pt x="924" y="86"/>
                  </a:lnTo>
                  <a:lnTo>
                    <a:pt x="924" y="86"/>
                  </a:lnTo>
                  <a:lnTo>
                    <a:pt x="924" y="86"/>
                  </a:lnTo>
                  <a:lnTo>
                    <a:pt x="927" y="86"/>
                  </a:lnTo>
                  <a:lnTo>
                    <a:pt x="929" y="86"/>
                  </a:lnTo>
                  <a:lnTo>
                    <a:pt x="931" y="86"/>
                  </a:lnTo>
                  <a:lnTo>
                    <a:pt x="932" y="86"/>
                  </a:lnTo>
                  <a:lnTo>
                    <a:pt x="932" y="88"/>
                  </a:lnTo>
                  <a:lnTo>
                    <a:pt x="932" y="88"/>
                  </a:lnTo>
                  <a:lnTo>
                    <a:pt x="937" y="91"/>
                  </a:lnTo>
                  <a:lnTo>
                    <a:pt x="938" y="91"/>
                  </a:lnTo>
                  <a:lnTo>
                    <a:pt x="941" y="88"/>
                  </a:lnTo>
                  <a:lnTo>
                    <a:pt x="943" y="86"/>
                  </a:lnTo>
                  <a:lnTo>
                    <a:pt x="944" y="86"/>
                  </a:lnTo>
                  <a:lnTo>
                    <a:pt x="946" y="88"/>
                  </a:lnTo>
                  <a:lnTo>
                    <a:pt x="946" y="88"/>
                  </a:lnTo>
                  <a:lnTo>
                    <a:pt x="944" y="89"/>
                  </a:lnTo>
                  <a:lnTo>
                    <a:pt x="943" y="91"/>
                  </a:lnTo>
                  <a:lnTo>
                    <a:pt x="941" y="91"/>
                  </a:lnTo>
                  <a:lnTo>
                    <a:pt x="944" y="91"/>
                  </a:lnTo>
                  <a:lnTo>
                    <a:pt x="947" y="91"/>
                  </a:lnTo>
                  <a:lnTo>
                    <a:pt x="950" y="92"/>
                  </a:lnTo>
                  <a:lnTo>
                    <a:pt x="952" y="91"/>
                  </a:lnTo>
                  <a:lnTo>
                    <a:pt x="953" y="92"/>
                  </a:lnTo>
                  <a:lnTo>
                    <a:pt x="953" y="92"/>
                  </a:lnTo>
                  <a:lnTo>
                    <a:pt x="955" y="94"/>
                  </a:lnTo>
                  <a:lnTo>
                    <a:pt x="953" y="94"/>
                  </a:lnTo>
                  <a:lnTo>
                    <a:pt x="952" y="94"/>
                  </a:lnTo>
                  <a:lnTo>
                    <a:pt x="952" y="95"/>
                  </a:lnTo>
                  <a:lnTo>
                    <a:pt x="950" y="95"/>
                  </a:lnTo>
                  <a:lnTo>
                    <a:pt x="950" y="97"/>
                  </a:lnTo>
                  <a:lnTo>
                    <a:pt x="949" y="100"/>
                  </a:lnTo>
                  <a:lnTo>
                    <a:pt x="949" y="100"/>
                  </a:lnTo>
                  <a:lnTo>
                    <a:pt x="947" y="100"/>
                  </a:lnTo>
                  <a:lnTo>
                    <a:pt x="947" y="100"/>
                  </a:lnTo>
                  <a:lnTo>
                    <a:pt x="947" y="99"/>
                  </a:lnTo>
                  <a:lnTo>
                    <a:pt x="947" y="99"/>
                  </a:lnTo>
                  <a:lnTo>
                    <a:pt x="946" y="99"/>
                  </a:lnTo>
                  <a:lnTo>
                    <a:pt x="944" y="99"/>
                  </a:lnTo>
                  <a:lnTo>
                    <a:pt x="944" y="100"/>
                  </a:lnTo>
                  <a:lnTo>
                    <a:pt x="950" y="106"/>
                  </a:lnTo>
                  <a:lnTo>
                    <a:pt x="952" y="111"/>
                  </a:lnTo>
                  <a:lnTo>
                    <a:pt x="953" y="114"/>
                  </a:lnTo>
                  <a:lnTo>
                    <a:pt x="953" y="114"/>
                  </a:lnTo>
                  <a:lnTo>
                    <a:pt x="953" y="115"/>
                  </a:lnTo>
                  <a:lnTo>
                    <a:pt x="953" y="117"/>
                  </a:lnTo>
                  <a:lnTo>
                    <a:pt x="953" y="120"/>
                  </a:lnTo>
                  <a:lnTo>
                    <a:pt x="953" y="123"/>
                  </a:lnTo>
                  <a:lnTo>
                    <a:pt x="952" y="127"/>
                  </a:lnTo>
                  <a:lnTo>
                    <a:pt x="953" y="129"/>
                  </a:lnTo>
                  <a:lnTo>
                    <a:pt x="955" y="130"/>
                  </a:lnTo>
                  <a:lnTo>
                    <a:pt x="955" y="132"/>
                  </a:lnTo>
                  <a:lnTo>
                    <a:pt x="956" y="132"/>
                  </a:lnTo>
                  <a:lnTo>
                    <a:pt x="956" y="133"/>
                  </a:lnTo>
                  <a:lnTo>
                    <a:pt x="956" y="133"/>
                  </a:lnTo>
                  <a:lnTo>
                    <a:pt x="956" y="135"/>
                  </a:lnTo>
                  <a:lnTo>
                    <a:pt x="958" y="133"/>
                  </a:lnTo>
                  <a:lnTo>
                    <a:pt x="958" y="133"/>
                  </a:lnTo>
                  <a:lnTo>
                    <a:pt x="958" y="132"/>
                  </a:lnTo>
                  <a:lnTo>
                    <a:pt x="959" y="130"/>
                  </a:lnTo>
                  <a:lnTo>
                    <a:pt x="961" y="127"/>
                  </a:lnTo>
                  <a:lnTo>
                    <a:pt x="961" y="126"/>
                  </a:lnTo>
                  <a:lnTo>
                    <a:pt x="961" y="123"/>
                  </a:lnTo>
                  <a:lnTo>
                    <a:pt x="961" y="123"/>
                  </a:lnTo>
                  <a:lnTo>
                    <a:pt x="962" y="118"/>
                  </a:lnTo>
                  <a:lnTo>
                    <a:pt x="962" y="115"/>
                  </a:lnTo>
                  <a:lnTo>
                    <a:pt x="962" y="112"/>
                  </a:lnTo>
                  <a:lnTo>
                    <a:pt x="964" y="109"/>
                  </a:lnTo>
                  <a:lnTo>
                    <a:pt x="965" y="106"/>
                  </a:lnTo>
                  <a:lnTo>
                    <a:pt x="967" y="102"/>
                  </a:lnTo>
                  <a:lnTo>
                    <a:pt x="969" y="100"/>
                  </a:lnTo>
                  <a:lnTo>
                    <a:pt x="970" y="100"/>
                  </a:lnTo>
                  <a:lnTo>
                    <a:pt x="972" y="100"/>
                  </a:lnTo>
                  <a:lnTo>
                    <a:pt x="973" y="102"/>
                  </a:lnTo>
                  <a:lnTo>
                    <a:pt x="975" y="105"/>
                  </a:lnTo>
                  <a:lnTo>
                    <a:pt x="976" y="108"/>
                  </a:lnTo>
                  <a:lnTo>
                    <a:pt x="981" y="111"/>
                  </a:lnTo>
                  <a:lnTo>
                    <a:pt x="981" y="112"/>
                  </a:lnTo>
                  <a:lnTo>
                    <a:pt x="984" y="115"/>
                  </a:lnTo>
                  <a:lnTo>
                    <a:pt x="985" y="120"/>
                  </a:lnTo>
                  <a:lnTo>
                    <a:pt x="985" y="124"/>
                  </a:lnTo>
                  <a:lnTo>
                    <a:pt x="985" y="127"/>
                  </a:lnTo>
                  <a:lnTo>
                    <a:pt x="987" y="129"/>
                  </a:lnTo>
                  <a:lnTo>
                    <a:pt x="987" y="129"/>
                  </a:lnTo>
                  <a:lnTo>
                    <a:pt x="987" y="132"/>
                  </a:lnTo>
                  <a:lnTo>
                    <a:pt x="987" y="133"/>
                  </a:lnTo>
                  <a:lnTo>
                    <a:pt x="985" y="133"/>
                  </a:lnTo>
                  <a:lnTo>
                    <a:pt x="985" y="135"/>
                  </a:lnTo>
                  <a:lnTo>
                    <a:pt x="984" y="135"/>
                  </a:lnTo>
                  <a:lnTo>
                    <a:pt x="982" y="135"/>
                  </a:lnTo>
                  <a:lnTo>
                    <a:pt x="982" y="135"/>
                  </a:lnTo>
                  <a:lnTo>
                    <a:pt x="982" y="132"/>
                  </a:lnTo>
                  <a:lnTo>
                    <a:pt x="981" y="132"/>
                  </a:lnTo>
                  <a:lnTo>
                    <a:pt x="979" y="133"/>
                  </a:lnTo>
                  <a:lnTo>
                    <a:pt x="979" y="135"/>
                  </a:lnTo>
                  <a:lnTo>
                    <a:pt x="981" y="138"/>
                  </a:lnTo>
                  <a:lnTo>
                    <a:pt x="981" y="144"/>
                  </a:lnTo>
                  <a:lnTo>
                    <a:pt x="981" y="144"/>
                  </a:lnTo>
                  <a:lnTo>
                    <a:pt x="982" y="150"/>
                  </a:lnTo>
                  <a:lnTo>
                    <a:pt x="984" y="155"/>
                  </a:lnTo>
                  <a:lnTo>
                    <a:pt x="990" y="164"/>
                  </a:lnTo>
                  <a:lnTo>
                    <a:pt x="991" y="165"/>
                  </a:lnTo>
                  <a:lnTo>
                    <a:pt x="991" y="168"/>
                  </a:lnTo>
                  <a:lnTo>
                    <a:pt x="991" y="168"/>
                  </a:lnTo>
                  <a:lnTo>
                    <a:pt x="991" y="170"/>
                  </a:lnTo>
                  <a:lnTo>
                    <a:pt x="993" y="170"/>
                  </a:lnTo>
                  <a:lnTo>
                    <a:pt x="993" y="170"/>
                  </a:lnTo>
                  <a:lnTo>
                    <a:pt x="996" y="167"/>
                  </a:lnTo>
                  <a:lnTo>
                    <a:pt x="997" y="164"/>
                  </a:lnTo>
                  <a:lnTo>
                    <a:pt x="999" y="162"/>
                  </a:lnTo>
                  <a:lnTo>
                    <a:pt x="999" y="162"/>
                  </a:lnTo>
                  <a:lnTo>
                    <a:pt x="1000" y="162"/>
                  </a:lnTo>
                  <a:lnTo>
                    <a:pt x="1000" y="161"/>
                  </a:lnTo>
                  <a:lnTo>
                    <a:pt x="1002" y="159"/>
                  </a:lnTo>
                  <a:lnTo>
                    <a:pt x="1002" y="159"/>
                  </a:lnTo>
                  <a:lnTo>
                    <a:pt x="1002" y="155"/>
                  </a:lnTo>
                  <a:lnTo>
                    <a:pt x="1003" y="152"/>
                  </a:lnTo>
                  <a:lnTo>
                    <a:pt x="1003" y="150"/>
                  </a:lnTo>
                  <a:lnTo>
                    <a:pt x="1003" y="149"/>
                  </a:lnTo>
                  <a:lnTo>
                    <a:pt x="1010" y="141"/>
                  </a:lnTo>
                  <a:lnTo>
                    <a:pt x="1010" y="141"/>
                  </a:lnTo>
                  <a:lnTo>
                    <a:pt x="1011" y="132"/>
                  </a:lnTo>
                  <a:lnTo>
                    <a:pt x="1013" y="129"/>
                  </a:lnTo>
                  <a:lnTo>
                    <a:pt x="1013" y="126"/>
                  </a:lnTo>
                  <a:lnTo>
                    <a:pt x="1011" y="124"/>
                  </a:lnTo>
                  <a:lnTo>
                    <a:pt x="1013" y="123"/>
                  </a:lnTo>
                  <a:lnTo>
                    <a:pt x="1013" y="121"/>
                  </a:lnTo>
                  <a:lnTo>
                    <a:pt x="1013" y="120"/>
                  </a:lnTo>
                  <a:lnTo>
                    <a:pt x="1014" y="118"/>
                  </a:lnTo>
                  <a:lnTo>
                    <a:pt x="1014" y="117"/>
                  </a:lnTo>
                  <a:lnTo>
                    <a:pt x="1016" y="117"/>
                  </a:lnTo>
                  <a:lnTo>
                    <a:pt x="1016" y="117"/>
                  </a:lnTo>
                  <a:lnTo>
                    <a:pt x="1017" y="118"/>
                  </a:lnTo>
                  <a:lnTo>
                    <a:pt x="1017" y="118"/>
                  </a:lnTo>
                  <a:lnTo>
                    <a:pt x="1023" y="117"/>
                  </a:lnTo>
                  <a:lnTo>
                    <a:pt x="1023" y="117"/>
                  </a:lnTo>
                  <a:lnTo>
                    <a:pt x="1020" y="115"/>
                  </a:lnTo>
                  <a:lnTo>
                    <a:pt x="1020" y="114"/>
                  </a:lnTo>
                  <a:lnTo>
                    <a:pt x="1020" y="112"/>
                  </a:lnTo>
                  <a:lnTo>
                    <a:pt x="1020" y="111"/>
                  </a:lnTo>
                  <a:lnTo>
                    <a:pt x="1022" y="111"/>
                  </a:lnTo>
                  <a:lnTo>
                    <a:pt x="1022" y="109"/>
                  </a:lnTo>
                  <a:lnTo>
                    <a:pt x="1022" y="109"/>
                  </a:lnTo>
                  <a:lnTo>
                    <a:pt x="1023" y="108"/>
                  </a:lnTo>
                  <a:lnTo>
                    <a:pt x="1022" y="106"/>
                  </a:lnTo>
                  <a:lnTo>
                    <a:pt x="1020" y="103"/>
                  </a:lnTo>
                  <a:lnTo>
                    <a:pt x="1019" y="105"/>
                  </a:lnTo>
                  <a:lnTo>
                    <a:pt x="1017" y="103"/>
                  </a:lnTo>
                  <a:lnTo>
                    <a:pt x="1016" y="102"/>
                  </a:lnTo>
                  <a:lnTo>
                    <a:pt x="1016" y="99"/>
                  </a:lnTo>
                  <a:lnTo>
                    <a:pt x="1016" y="97"/>
                  </a:lnTo>
                  <a:lnTo>
                    <a:pt x="1016" y="95"/>
                  </a:lnTo>
                  <a:lnTo>
                    <a:pt x="1016" y="95"/>
                  </a:lnTo>
                  <a:lnTo>
                    <a:pt x="1016" y="94"/>
                  </a:lnTo>
                  <a:lnTo>
                    <a:pt x="1016" y="92"/>
                  </a:lnTo>
                  <a:lnTo>
                    <a:pt x="1016" y="91"/>
                  </a:lnTo>
                  <a:lnTo>
                    <a:pt x="1016" y="91"/>
                  </a:lnTo>
                  <a:lnTo>
                    <a:pt x="1016" y="89"/>
                  </a:lnTo>
                  <a:lnTo>
                    <a:pt x="1016" y="88"/>
                  </a:lnTo>
                  <a:lnTo>
                    <a:pt x="1014" y="86"/>
                  </a:lnTo>
                  <a:lnTo>
                    <a:pt x="1016" y="83"/>
                  </a:lnTo>
                  <a:lnTo>
                    <a:pt x="1016" y="82"/>
                  </a:lnTo>
                  <a:lnTo>
                    <a:pt x="1014" y="80"/>
                  </a:lnTo>
                  <a:lnTo>
                    <a:pt x="1014" y="80"/>
                  </a:lnTo>
                  <a:lnTo>
                    <a:pt x="1014" y="80"/>
                  </a:lnTo>
                  <a:lnTo>
                    <a:pt x="1016" y="80"/>
                  </a:lnTo>
                  <a:lnTo>
                    <a:pt x="1017" y="80"/>
                  </a:lnTo>
                  <a:lnTo>
                    <a:pt x="1019" y="82"/>
                  </a:lnTo>
                  <a:lnTo>
                    <a:pt x="1020" y="82"/>
                  </a:lnTo>
                  <a:lnTo>
                    <a:pt x="1023" y="80"/>
                  </a:lnTo>
                  <a:lnTo>
                    <a:pt x="1025" y="80"/>
                  </a:lnTo>
                  <a:lnTo>
                    <a:pt x="1029" y="80"/>
                  </a:lnTo>
                  <a:lnTo>
                    <a:pt x="1031" y="80"/>
                  </a:lnTo>
                  <a:lnTo>
                    <a:pt x="1034" y="83"/>
                  </a:lnTo>
                  <a:lnTo>
                    <a:pt x="1037" y="85"/>
                  </a:lnTo>
                  <a:lnTo>
                    <a:pt x="1038" y="85"/>
                  </a:lnTo>
                  <a:lnTo>
                    <a:pt x="1046" y="86"/>
                  </a:lnTo>
                  <a:lnTo>
                    <a:pt x="1049" y="85"/>
                  </a:lnTo>
                  <a:lnTo>
                    <a:pt x="1051" y="85"/>
                  </a:lnTo>
                  <a:lnTo>
                    <a:pt x="1054" y="88"/>
                  </a:lnTo>
                  <a:lnTo>
                    <a:pt x="1054" y="89"/>
                  </a:lnTo>
                  <a:lnTo>
                    <a:pt x="1052" y="91"/>
                  </a:lnTo>
                  <a:lnTo>
                    <a:pt x="1051" y="91"/>
                  </a:lnTo>
                  <a:lnTo>
                    <a:pt x="1049" y="92"/>
                  </a:lnTo>
                  <a:lnTo>
                    <a:pt x="1051" y="94"/>
                  </a:lnTo>
                  <a:lnTo>
                    <a:pt x="1054" y="95"/>
                  </a:lnTo>
                  <a:lnTo>
                    <a:pt x="1055" y="99"/>
                  </a:lnTo>
                  <a:lnTo>
                    <a:pt x="1055" y="100"/>
                  </a:lnTo>
                  <a:lnTo>
                    <a:pt x="1055" y="100"/>
                  </a:lnTo>
                  <a:lnTo>
                    <a:pt x="1055" y="102"/>
                  </a:lnTo>
                  <a:lnTo>
                    <a:pt x="1055" y="102"/>
                  </a:lnTo>
                  <a:lnTo>
                    <a:pt x="1058" y="100"/>
                  </a:lnTo>
                  <a:lnTo>
                    <a:pt x="1061" y="100"/>
                  </a:lnTo>
                  <a:lnTo>
                    <a:pt x="1064" y="103"/>
                  </a:lnTo>
                  <a:lnTo>
                    <a:pt x="1066" y="103"/>
                  </a:lnTo>
                  <a:lnTo>
                    <a:pt x="1066" y="105"/>
                  </a:lnTo>
                  <a:lnTo>
                    <a:pt x="1066" y="106"/>
                  </a:lnTo>
                  <a:lnTo>
                    <a:pt x="1063" y="109"/>
                  </a:lnTo>
                  <a:lnTo>
                    <a:pt x="1061" y="111"/>
                  </a:lnTo>
                  <a:lnTo>
                    <a:pt x="1058" y="112"/>
                  </a:lnTo>
                  <a:lnTo>
                    <a:pt x="1058" y="114"/>
                  </a:lnTo>
                  <a:lnTo>
                    <a:pt x="1061" y="114"/>
                  </a:lnTo>
                  <a:lnTo>
                    <a:pt x="1064" y="114"/>
                  </a:lnTo>
                  <a:lnTo>
                    <a:pt x="1066" y="115"/>
                  </a:lnTo>
                  <a:lnTo>
                    <a:pt x="1066" y="115"/>
                  </a:lnTo>
                  <a:lnTo>
                    <a:pt x="1067" y="117"/>
                  </a:lnTo>
                  <a:lnTo>
                    <a:pt x="1067" y="118"/>
                  </a:lnTo>
                  <a:lnTo>
                    <a:pt x="1067" y="120"/>
                  </a:lnTo>
                  <a:lnTo>
                    <a:pt x="1067" y="121"/>
                  </a:lnTo>
                  <a:lnTo>
                    <a:pt x="1064" y="124"/>
                  </a:lnTo>
                  <a:lnTo>
                    <a:pt x="1063" y="126"/>
                  </a:lnTo>
                  <a:lnTo>
                    <a:pt x="1060" y="127"/>
                  </a:lnTo>
                  <a:lnTo>
                    <a:pt x="1058" y="127"/>
                  </a:lnTo>
                  <a:lnTo>
                    <a:pt x="1058" y="127"/>
                  </a:lnTo>
                  <a:lnTo>
                    <a:pt x="1057" y="126"/>
                  </a:lnTo>
                  <a:lnTo>
                    <a:pt x="1055" y="126"/>
                  </a:lnTo>
                  <a:lnTo>
                    <a:pt x="1052" y="127"/>
                  </a:lnTo>
                  <a:lnTo>
                    <a:pt x="1052" y="127"/>
                  </a:lnTo>
                  <a:lnTo>
                    <a:pt x="1051" y="127"/>
                  </a:lnTo>
                  <a:lnTo>
                    <a:pt x="1051" y="129"/>
                  </a:lnTo>
                  <a:lnTo>
                    <a:pt x="1052" y="130"/>
                  </a:lnTo>
                  <a:lnTo>
                    <a:pt x="1052" y="132"/>
                  </a:lnTo>
                  <a:lnTo>
                    <a:pt x="1054" y="132"/>
                  </a:lnTo>
                  <a:lnTo>
                    <a:pt x="1052" y="133"/>
                  </a:lnTo>
                  <a:lnTo>
                    <a:pt x="1052" y="133"/>
                  </a:lnTo>
                  <a:lnTo>
                    <a:pt x="1054" y="133"/>
                  </a:lnTo>
                  <a:lnTo>
                    <a:pt x="1055" y="138"/>
                  </a:lnTo>
                  <a:lnTo>
                    <a:pt x="1055" y="138"/>
                  </a:lnTo>
                  <a:lnTo>
                    <a:pt x="1055" y="138"/>
                  </a:lnTo>
                  <a:lnTo>
                    <a:pt x="1057" y="137"/>
                  </a:lnTo>
                  <a:lnTo>
                    <a:pt x="1057" y="137"/>
                  </a:lnTo>
                  <a:lnTo>
                    <a:pt x="1058" y="137"/>
                  </a:lnTo>
                  <a:lnTo>
                    <a:pt x="1058" y="138"/>
                  </a:lnTo>
                  <a:lnTo>
                    <a:pt x="1057" y="141"/>
                  </a:lnTo>
                  <a:lnTo>
                    <a:pt x="1057" y="143"/>
                  </a:lnTo>
                  <a:lnTo>
                    <a:pt x="1057" y="144"/>
                  </a:lnTo>
                  <a:lnTo>
                    <a:pt x="1057" y="146"/>
                  </a:lnTo>
                  <a:lnTo>
                    <a:pt x="1058" y="147"/>
                  </a:lnTo>
                  <a:lnTo>
                    <a:pt x="1060" y="150"/>
                  </a:lnTo>
                  <a:lnTo>
                    <a:pt x="1061" y="152"/>
                  </a:lnTo>
                  <a:lnTo>
                    <a:pt x="1064" y="155"/>
                  </a:lnTo>
                  <a:lnTo>
                    <a:pt x="1064" y="156"/>
                  </a:lnTo>
                  <a:lnTo>
                    <a:pt x="1066" y="159"/>
                  </a:lnTo>
                  <a:lnTo>
                    <a:pt x="1067" y="161"/>
                  </a:lnTo>
                  <a:lnTo>
                    <a:pt x="1066" y="164"/>
                  </a:lnTo>
                  <a:lnTo>
                    <a:pt x="1066" y="168"/>
                  </a:lnTo>
                  <a:lnTo>
                    <a:pt x="1064" y="172"/>
                  </a:lnTo>
                  <a:lnTo>
                    <a:pt x="1064" y="173"/>
                  </a:lnTo>
                  <a:lnTo>
                    <a:pt x="1063" y="175"/>
                  </a:lnTo>
                  <a:lnTo>
                    <a:pt x="1061" y="176"/>
                  </a:lnTo>
                  <a:lnTo>
                    <a:pt x="1060" y="176"/>
                  </a:lnTo>
                  <a:lnTo>
                    <a:pt x="1058" y="176"/>
                  </a:lnTo>
                  <a:lnTo>
                    <a:pt x="1058" y="178"/>
                  </a:lnTo>
                  <a:lnTo>
                    <a:pt x="1057" y="181"/>
                  </a:lnTo>
                  <a:lnTo>
                    <a:pt x="1055" y="182"/>
                  </a:lnTo>
                  <a:lnTo>
                    <a:pt x="1055" y="184"/>
                  </a:lnTo>
                  <a:lnTo>
                    <a:pt x="1054" y="184"/>
                  </a:lnTo>
                  <a:lnTo>
                    <a:pt x="1051" y="187"/>
                  </a:lnTo>
                  <a:lnTo>
                    <a:pt x="1051" y="188"/>
                  </a:lnTo>
                  <a:lnTo>
                    <a:pt x="1046" y="190"/>
                  </a:lnTo>
                  <a:lnTo>
                    <a:pt x="1043" y="193"/>
                  </a:lnTo>
                  <a:lnTo>
                    <a:pt x="1041" y="194"/>
                  </a:lnTo>
                  <a:lnTo>
                    <a:pt x="1040" y="194"/>
                  </a:lnTo>
                  <a:lnTo>
                    <a:pt x="1038" y="194"/>
                  </a:lnTo>
                  <a:lnTo>
                    <a:pt x="1038" y="194"/>
                  </a:lnTo>
                  <a:lnTo>
                    <a:pt x="1038" y="191"/>
                  </a:lnTo>
                  <a:lnTo>
                    <a:pt x="1037" y="191"/>
                  </a:lnTo>
                  <a:lnTo>
                    <a:pt x="1037" y="190"/>
                  </a:lnTo>
                  <a:lnTo>
                    <a:pt x="1034" y="185"/>
                  </a:lnTo>
                  <a:lnTo>
                    <a:pt x="1034" y="184"/>
                  </a:lnTo>
                  <a:lnTo>
                    <a:pt x="1032" y="184"/>
                  </a:lnTo>
                  <a:lnTo>
                    <a:pt x="1031" y="184"/>
                  </a:lnTo>
                  <a:lnTo>
                    <a:pt x="1031" y="184"/>
                  </a:lnTo>
                  <a:lnTo>
                    <a:pt x="1029" y="182"/>
                  </a:lnTo>
                  <a:lnTo>
                    <a:pt x="1029" y="181"/>
                  </a:lnTo>
                  <a:lnTo>
                    <a:pt x="1029" y="181"/>
                  </a:lnTo>
                  <a:lnTo>
                    <a:pt x="1029" y="181"/>
                  </a:lnTo>
                  <a:lnTo>
                    <a:pt x="1029" y="179"/>
                  </a:lnTo>
                  <a:lnTo>
                    <a:pt x="1028" y="178"/>
                  </a:lnTo>
                  <a:lnTo>
                    <a:pt x="1026" y="176"/>
                  </a:lnTo>
                  <a:lnTo>
                    <a:pt x="1026" y="176"/>
                  </a:lnTo>
                  <a:lnTo>
                    <a:pt x="1025" y="175"/>
                  </a:lnTo>
                  <a:lnTo>
                    <a:pt x="1023" y="175"/>
                  </a:lnTo>
                  <a:lnTo>
                    <a:pt x="1020" y="176"/>
                  </a:lnTo>
                  <a:lnTo>
                    <a:pt x="1020" y="178"/>
                  </a:lnTo>
                  <a:lnTo>
                    <a:pt x="1020" y="179"/>
                  </a:lnTo>
                  <a:lnTo>
                    <a:pt x="1020" y="179"/>
                  </a:lnTo>
                  <a:lnTo>
                    <a:pt x="1022" y="179"/>
                  </a:lnTo>
                  <a:lnTo>
                    <a:pt x="1022" y="178"/>
                  </a:lnTo>
                  <a:lnTo>
                    <a:pt x="1023" y="178"/>
                  </a:lnTo>
                  <a:lnTo>
                    <a:pt x="1025" y="178"/>
                  </a:lnTo>
                  <a:lnTo>
                    <a:pt x="1025" y="178"/>
                  </a:lnTo>
                  <a:lnTo>
                    <a:pt x="1026" y="179"/>
                  </a:lnTo>
                  <a:lnTo>
                    <a:pt x="1026" y="179"/>
                  </a:lnTo>
                  <a:lnTo>
                    <a:pt x="1029" y="184"/>
                  </a:lnTo>
                  <a:lnTo>
                    <a:pt x="1031" y="185"/>
                  </a:lnTo>
                  <a:lnTo>
                    <a:pt x="1031" y="187"/>
                  </a:lnTo>
                  <a:lnTo>
                    <a:pt x="1031" y="188"/>
                  </a:lnTo>
                  <a:lnTo>
                    <a:pt x="1032" y="190"/>
                  </a:lnTo>
                  <a:lnTo>
                    <a:pt x="1034" y="193"/>
                  </a:lnTo>
                  <a:lnTo>
                    <a:pt x="1035" y="197"/>
                  </a:lnTo>
                  <a:lnTo>
                    <a:pt x="1035" y="199"/>
                  </a:lnTo>
                  <a:lnTo>
                    <a:pt x="1035" y="199"/>
                  </a:lnTo>
                  <a:lnTo>
                    <a:pt x="1034" y="199"/>
                  </a:lnTo>
                  <a:lnTo>
                    <a:pt x="1032" y="199"/>
                  </a:lnTo>
                  <a:lnTo>
                    <a:pt x="1029" y="197"/>
                  </a:lnTo>
                  <a:lnTo>
                    <a:pt x="1029" y="197"/>
                  </a:lnTo>
                  <a:lnTo>
                    <a:pt x="1028" y="197"/>
                  </a:lnTo>
                  <a:lnTo>
                    <a:pt x="1028" y="200"/>
                  </a:lnTo>
                  <a:lnTo>
                    <a:pt x="1028" y="200"/>
                  </a:lnTo>
                  <a:lnTo>
                    <a:pt x="1025" y="200"/>
                  </a:lnTo>
                  <a:lnTo>
                    <a:pt x="1022" y="197"/>
                  </a:lnTo>
                  <a:lnTo>
                    <a:pt x="1020" y="196"/>
                  </a:lnTo>
                  <a:lnTo>
                    <a:pt x="1019" y="194"/>
                  </a:lnTo>
                  <a:lnTo>
                    <a:pt x="1017" y="193"/>
                  </a:lnTo>
                  <a:lnTo>
                    <a:pt x="1016" y="190"/>
                  </a:lnTo>
                  <a:lnTo>
                    <a:pt x="1014" y="188"/>
                  </a:lnTo>
                  <a:lnTo>
                    <a:pt x="1011" y="190"/>
                  </a:lnTo>
                  <a:lnTo>
                    <a:pt x="1008" y="190"/>
                  </a:lnTo>
                  <a:lnTo>
                    <a:pt x="1000" y="190"/>
                  </a:lnTo>
                  <a:lnTo>
                    <a:pt x="1000" y="190"/>
                  </a:lnTo>
                  <a:lnTo>
                    <a:pt x="999" y="190"/>
                  </a:lnTo>
                  <a:lnTo>
                    <a:pt x="1000" y="191"/>
                  </a:lnTo>
                  <a:lnTo>
                    <a:pt x="1000" y="193"/>
                  </a:lnTo>
                  <a:lnTo>
                    <a:pt x="999" y="193"/>
                  </a:lnTo>
                  <a:lnTo>
                    <a:pt x="999" y="193"/>
                  </a:lnTo>
                  <a:lnTo>
                    <a:pt x="1000" y="194"/>
                  </a:lnTo>
                  <a:lnTo>
                    <a:pt x="1002" y="196"/>
                  </a:lnTo>
                  <a:lnTo>
                    <a:pt x="1005" y="197"/>
                  </a:lnTo>
                  <a:lnTo>
                    <a:pt x="1007" y="199"/>
                  </a:lnTo>
                  <a:lnTo>
                    <a:pt x="1008" y="200"/>
                  </a:lnTo>
                  <a:lnTo>
                    <a:pt x="1010" y="202"/>
                  </a:lnTo>
                  <a:lnTo>
                    <a:pt x="1010" y="202"/>
                  </a:lnTo>
                  <a:lnTo>
                    <a:pt x="1008" y="205"/>
                  </a:lnTo>
                  <a:lnTo>
                    <a:pt x="1008" y="205"/>
                  </a:lnTo>
                  <a:lnTo>
                    <a:pt x="1000" y="216"/>
                  </a:lnTo>
                  <a:lnTo>
                    <a:pt x="997" y="220"/>
                  </a:lnTo>
                  <a:lnTo>
                    <a:pt x="996" y="223"/>
                  </a:lnTo>
                  <a:lnTo>
                    <a:pt x="994" y="225"/>
                  </a:lnTo>
                  <a:lnTo>
                    <a:pt x="993" y="225"/>
                  </a:lnTo>
                  <a:lnTo>
                    <a:pt x="991" y="226"/>
                  </a:lnTo>
                  <a:lnTo>
                    <a:pt x="988" y="226"/>
                  </a:lnTo>
                  <a:lnTo>
                    <a:pt x="984" y="225"/>
                  </a:lnTo>
                  <a:lnTo>
                    <a:pt x="982" y="225"/>
                  </a:lnTo>
                  <a:lnTo>
                    <a:pt x="979" y="220"/>
                  </a:lnTo>
                  <a:lnTo>
                    <a:pt x="978" y="219"/>
                  </a:lnTo>
                  <a:lnTo>
                    <a:pt x="976" y="217"/>
                  </a:lnTo>
                  <a:lnTo>
                    <a:pt x="975" y="216"/>
                  </a:lnTo>
                  <a:lnTo>
                    <a:pt x="975" y="216"/>
                  </a:lnTo>
                  <a:lnTo>
                    <a:pt x="973" y="216"/>
                  </a:lnTo>
                  <a:lnTo>
                    <a:pt x="970" y="214"/>
                  </a:lnTo>
                  <a:lnTo>
                    <a:pt x="967" y="210"/>
                  </a:lnTo>
                  <a:lnTo>
                    <a:pt x="964" y="208"/>
                  </a:lnTo>
                  <a:lnTo>
                    <a:pt x="962" y="208"/>
                  </a:lnTo>
                  <a:lnTo>
                    <a:pt x="961" y="208"/>
                  </a:lnTo>
                  <a:lnTo>
                    <a:pt x="961" y="208"/>
                  </a:lnTo>
                  <a:lnTo>
                    <a:pt x="961" y="210"/>
                  </a:lnTo>
                  <a:lnTo>
                    <a:pt x="961" y="210"/>
                  </a:lnTo>
                  <a:lnTo>
                    <a:pt x="959" y="210"/>
                  </a:lnTo>
                  <a:lnTo>
                    <a:pt x="958" y="210"/>
                  </a:lnTo>
                  <a:lnTo>
                    <a:pt x="956" y="208"/>
                  </a:lnTo>
                  <a:lnTo>
                    <a:pt x="953" y="208"/>
                  </a:lnTo>
                  <a:lnTo>
                    <a:pt x="952" y="208"/>
                  </a:lnTo>
                  <a:lnTo>
                    <a:pt x="949" y="208"/>
                  </a:lnTo>
                  <a:lnTo>
                    <a:pt x="947" y="206"/>
                  </a:lnTo>
                  <a:lnTo>
                    <a:pt x="944" y="206"/>
                  </a:lnTo>
                  <a:lnTo>
                    <a:pt x="943" y="206"/>
                  </a:lnTo>
                  <a:lnTo>
                    <a:pt x="943" y="208"/>
                  </a:lnTo>
                  <a:lnTo>
                    <a:pt x="944" y="210"/>
                  </a:lnTo>
                  <a:lnTo>
                    <a:pt x="947" y="211"/>
                  </a:lnTo>
                  <a:lnTo>
                    <a:pt x="946" y="210"/>
                  </a:lnTo>
                  <a:lnTo>
                    <a:pt x="946" y="210"/>
                  </a:lnTo>
                  <a:lnTo>
                    <a:pt x="947" y="208"/>
                  </a:lnTo>
                  <a:lnTo>
                    <a:pt x="952" y="210"/>
                  </a:lnTo>
                  <a:lnTo>
                    <a:pt x="958" y="211"/>
                  </a:lnTo>
                  <a:lnTo>
                    <a:pt x="959" y="211"/>
                  </a:lnTo>
                  <a:lnTo>
                    <a:pt x="961" y="213"/>
                  </a:lnTo>
                  <a:lnTo>
                    <a:pt x="962" y="214"/>
                  </a:lnTo>
                  <a:lnTo>
                    <a:pt x="964" y="217"/>
                  </a:lnTo>
                  <a:lnTo>
                    <a:pt x="969" y="223"/>
                  </a:lnTo>
                  <a:lnTo>
                    <a:pt x="970" y="225"/>
                  </a:lnTo>
                  <a:lnTo>
                    <a:pt x="972" y="225"/>
                  </a:lnTo>
                  <a:lnTo>
                    <a:pt x="982" y="228"/>
                  </a:lnTo>
                  <a:lnTo>
                    <a:pt x="985" y="228"/>
                  </a:lnTo>
                  <a:lnTo>
                    <a:pt x="991" y="228"/>
                  </a:lnTo>
                  <a:lnTo>
                    <a:pt x="994" y="229"/>
                  </a:lnTo>
                  <a:lnTo>
                    <a:pt x="996" y="229"/>
                  </a:lnTo>
                  <a:lnTo>
                    <a:pt x="996" y="232"/>
                  </a:lnTo>
                  <a:lnTo>
                    <a:pt x="996" y="234"/>
                  </a:lnTo>
                  <a:lnTo>
                    <a:pt x="994" y="238"/>
                  </a:lnTo>
                  <a:lnTo>
                    <a:pt x="993" y="240"/>
                  </a:lnTo>
                  <a:lnTo>
                    <a:pt x="985" y="252"/>
                  </a:lnTo>
                  <a:lnTo>
                    <a:pt x="985" y="255"/>
                  </a:lnTo>
                  <a:lnTo>
                    <a:pt x="984" y="257"/>
                  </a:lnTo>
                  <a:lnTo>
                    <a:pt x="982" y="260"/>
                  </a:lnTo>
                  <a:lnTo>
                    <a:pt x="979" y="261"/>
                  </a:lnTo>
                  <a:lnTo>
                    <a:pt x="976" y="264"/>
                  </a:lnTo>
                  <a:lnTo>
                    <a:pt x="975" y="264"/>
                  </a:lnTo>
                  <a:lnTo>
                    <a:pt x="972" y="264"/>
                  </a:lnTo>
                  <a:lnTo>
                    <a:pt x="972" y="263"/>
                  </a:lnTo>
                  <a:lnTo>
                    <a:pt x="970" y="261"/>
                  </a:lnTo>
                  <a:lnTo>
                    <a:pt x="969" y="261"/>
                  </a:lnTo>
                  <a:lnTo>
                    <a:pt x="970" y="264"/>
                  </a:lnTo>
                  <a:lnTo>
                    <a:pt x="970" y="264"/>
                  </a:lnTo>
                  <a:lnTo>
                    <a:pt x="969" y="264"/>
                  </a:lnTo>
                  <a:lnTo>
                    <a:pt x="967" y="263"/>
                  </a:lnTo>
                  <a:lnTo>
                    <a:pt x="965" y="263"/>
                  </a:lnTo>
                  <a:lnTo>
                    <a:pt x="965" y="264"/>
                  </a:lnTo>
                  <a:lnTo>
                    <a:pt x="965" y="264"/>
                  </a:lnTo>
                  <a:lnTo>
                    <a:pt x="964" y="263"/>
                  </a:lnTo>
                  <a:lnTo>
                    <a:pt x="962" y="261"/>
                  </a:lnTo>
                  <a:lnTo>
                    <a:pt x="962" y="261"/>
                  </a:lnTo>
                  <a:lnTo>
                    <a:pt x="962" y="260"/>
                  </a:lnTo>
                  <a:lnTo>
                    <a:pt x="962" y="260"/>
                  </a:lnTo>
                  <a:lnTo>
                    <a:pt x="959" y="260"/>
                  </a:lnTo>
                  <a:lnTo>
                    <a:pt x="958" y="261"/>
                  </a:lnTo>
                  <a:lnTo>
                    <a:pt x="959" y="261"/>
                  </a:lnTo>
                  <a:lnTo>
                    <a:pt x="959" y="261"/>
                  </a:lnTo>
                  <a:lnTo>
                    <a:pt x="961" y="264"/>
                  </a:lnTo>
                  <a:lnTo>
                    <a:pt x="961" y="266"/>
                  </a:lnTo>
                  <a:lnTo>
                    <a:pt x="961" y="266"/>
                  </a:lnTo>
                  <a:lnTo>
                    <a:pt x="958" y="264"/>
                  </a:lnTo>
                  <a:lnTo>
                    <a:pt x="958" y="264"/>
                  </a:lnTo>
                  <a:lnTo>
                    <a:pt x="959" y="267"/>
                  </a:lnTo>
                  <a:lnTo>
                    <a:pt x="959" y="269"/>
                  </a:lnTo>
                  <a:lnTo>
                    <a:pt x="959" y="269"/>
                  </a:lnTo>
                  <a:lnTo>
                    <a:pt x="958" y="273"/>
                  </a:lnTo>
                  <a:lnTo>
                    <a:pt x="956" y="273"/>
                  </a:lnTo>
                  <a:lnTo>
                    <a:pt x="955" y="275"/>
                  </a:lnTo>
                  <a:lnTo>
                    <a:pt x="953" y="275"/>
                  </a:lnTo>
                  <a:lnTo>
                    <a:pt x="953" y="273"/>
                  </a:lnTo>
                  <a:lnTo>
                    <a:pt x="952" y="273"/>
                  </a:lnTo>
                  <a:lnTo>
                    <a:pt x="952" y="275"/>
                  </a:lnTo>
                  <a:lnTo>
                    <a:pt x="950" y="275"/>
                  </a:lnTo>
                  <a:lnTo>
                    <a:pt x="950" y="276"/>
                  </a:lnTo>
                  <a:lnTo>
                    <a:pt x="947" y="275"/>
                  </a:lnTo>
                  <a:lnTo>
                    <a:pt x="946" y="275"/>
                  </a:lnTo>
                  <a:lnTo>
                    <a:pt x="941" y="272"/>
                  </a:lnTo>
                  <a:lnTo>
                    <a:pt x="940" y="272"/>
                  </a:lnTo>
                  <a:lnTo>
                    <a:pt x="937" y="270"/>
                  </a:lnTo>
                  <a:lnTo>
                    <a:pt x="935" y="270"/>
                  </a:lnTo>
                  <a:lnTo>
                    <a:pt x="935" y="270"/>
                  </a:lnTo>
                  <a:lnTo>
                    <a:pt x="937" y="270"/>
                  </a:lnTo>
                  <a:lnTo>
                    <a:pt x="937" y="269"/>
                  </a:lnTo>
                  <a:lnTo>
                    <a:pt x="935" y="269"/>
                  </a:lnTo>
                  <a:lnTo>
                    <a:pt x="935" y="269"/>
                  </a:lnTo>
                  <a:lnTo>
                    <a:pt x="934" y="270"/>
                  </a:lnTo>
                  <a:lnTo>
                    <a:pt x="932" y="270"/>
                  </a:lnTo>
                  <a:lnTo>
                    <a:pt x="931" y="270"/>
                  </a:lnTo>
                  <a:lnTo>
                    <a:pt x="927" y="269"/>
                  </a:lnTo>
                  <a:lnTo>
                    <a:pt x="923" y="266"/>
                  </a:lnTo>
                  <a:lnTo>
                    <a:pt x="917" y="263"/>
                  </a:lnTo>
                  <a:lnTo>
                    <a:pt x="914" y="260"/>
                  </a:lnTo>
                  <a:lnTo>
                    <a:pt x="915" y="263"/>
                  </a:lnTo>
                  <a:lnTo>
                    <a:pt x="915" y="264"/>
                  </a:lnTo>
                  <a:lnTo>
                    <a:pt x="915" y="264"/>
                  </a:lnTo>
                  <a:lnTo>
                    <a:pt x="915" y="266"/>
                  </a:lnTo>
                  <a:lnTo>
                    <a:pt x="915" y="267"/>
                  </a:lnTo>
                  <a:lnTo>
                    <a:pt x="918" y="269"/>
                  </a:lnTo>
                  <a:lnTo>
                    <a:pt x="920" y="269"/>
                  </a:lnTo>
                  <a:lnTo>
                    <a:pt x="920" y="269"/>
                  </a:lnTo>
                  <a:lnTo>
                    <a:pt x="918" y="267"/>
                  </a:lnTo>
                  <a:lnTo>
                    <a:pt x="918" y="267"/>
                  </a:lnTo>
                  <a:lnTo>
                    <a:pt x="918" y="266"/>
                  </a:lnTo>
                  <a:lnTo>
                    <a:pt x="918" y="266"/>
                  </a:lnTo>
                  <a:lnTo>
                    <a:pt x="920" y="266"/>
                  </a:lnTo>
                  <a:lnTo>
                    <a:pt x="921" y="267"/>
                  </a:lnTo>
                  <a:lnTo>
                    <a:pt x="929" y="270"/>
                  </a:lnTo>
                  <a:lnTo>
                    <a:pt x="931" y="272"/>
                  </a:lnTo>
                  <a:lnTo>
                    <a:pt x="932" y="272"/>
                  </a:lnTo>
                  <a:lnTo>
                    <a:pt x="934" y="273"/>
                  </a:lnTo>
                  <a:lnTo>
                    <a:pt x="932" y="273"/>
                  </a:lnTo>
                  <a:lnTo>
                    <a:pt x="929" y="276"/>
                  </a:lnTo>
                  <a:lnTo>
                    <a:pt x="929" y="276"/>
                  </a:lnTo>
                  <a:lnTo>
                    <a:pt x="932" y="276"/>
                  </a:lnTo>
                  <a:lnTo>
                    <a:pt x="934" y="273"/>
                  </a:lnTo>
                  <a:lnTo>
                    <a:pt x="935" y="273"/>
                  </a:lnTo>
                  <a:lnTo>
                    <a:pt x="937" y="272"/>
                  </a:lnTo>
                  <a:lnTo>
                    <a:pt x="938" y="273"/>
                  </a:lnTo>
                  <a:lnTo>
                    <a:pt x="941" y="276"/>
                  </a:lnTo>
                  <a:lnTo>
                    <a:pt x="943" y="278"/>
                  </a:lnTo>
                  <a:lnTo>
                    <a:pt x="946" y="278"/>
                  </a:lnTo>
                  <a:lnTo>
                    <a:pt x="947" y="279"/>
                  </a:lnTo>
                  <a:lnTo>
                    <a:pt x="950" y="283"/>
                  </a:lnTo>
                  <a:lnTo>
                    <a:pt x="950" y="284"/>
                  </a:lnTo>
                  <a:lnTo>
                    <a:pt x="952" y="289"/>
                  </a:lnTo>
                  <a:lnTo>
                    <a:pt x="950" y="290"/>
                  </a:lnTo>
                  <a:lnTo>
                    <a:pt x="950" y="292"/>
                  </a:lnTo>
                  <a:lnTo>
                    <a:pt x="950" y="292"/>
                  </a:lnTo>
                  <a:lnTo>
                    <a:pt x="949" y="293"/>
                  </a:lnTo>
                  <a:lnTo>
                    <a:pt x="947" y="293"/>
                  </a:lnTo>
                  <a:lnTo>
                    <a:pt x="946" y="293"/>
                  </a:lnTo>
                  <a:lnTo>
                    <a:pt x="943" y="296"/>
                  </a:lnTo>
                  <a:lnTo>
                    <a:pt x="941" y="296"/>
                  </a:lnTo>
                  <a:lnTo>
                    <a:pt x="937" y="296"/>
                  </a:lnTo>
                  <a:lnTo>
                    <a:pt x="935" y="295"/>
                  </a:lnTo>
                  <a:lnTo>
                    <a:pt x="934" y="295"/>
                  </a:lnTo>
                  <a:lnTo>
                    <a:pt x="934" y="296"/>
                  </a:lnTo>
                  <a:lnTo>
                    <a:pt x="932" y="296"/>
                  </a:lnTo>
                  <a:lnTo>
                    <a:pt x="931" y="296"/>
                  </a:lnTo>
                  <a:lnTo>
                    <a:pt x="931" y="298"/>
                  </a:lnTo>
                  <a:lnTo>
                    <a:pt x="931" y="298"/>
                  </a:lnTo>
                  <a:lnTo>
                    <a:pt x="931" y="299"/>
                  </a:lnTo>
                  <a:lnTo>
                    <a:pt x="931" y="299"/>
                  </a:lnTo>
                  <a:lnTo>
                    <a:pt x="932" y="301"/>
                  </a:lnTo>
                  <a:lnTo>
                    <a:pt x="934" y="301"/>
                  </a:lnTo>
                  <a:lnTo>
                    <a:pt x="935" y="301"/>
                  </a:lnTo>
                  <a:lnTo>
                    <a:pt x="935" y="302"/>
                  </a:lnTo>
                  <a:lnTo>
                    <a:pt x="935" y="302"/>
                  </a:lnTo>
                  <a:lnTo>
                    <a:pt x="935" y="304"/>
                  </a:lnTo>
                  <a:lnTo>
                    <a:pt x="934" y="304"/>
                  </a:lnTo>
                  <a:lnTo>
                    <a:pt x="932" y="302"/>
                  </a:lnTo>
                  <a:lnTo>
                    <a:pt x="932" y="302"/>
                  </a:lnTo>
                  <a:lnTo>
                    <a:pt x="931" y="304"/>
                  </a:lnTo>
                  <a:lnTo>
                    <a:pt x="931" y="304"/>
                  </a:lnTo>
                  <a:lnTo>
                    <a:pt x="929" y="304"/>
                  </a:lnTo>
                  <a:lnTo>
                    <a:pt x="927" y="304"/>
                  </a:lnTo>
                  <a:lnTo>
                    <a:pt x="927" y="305"/>
                  </a:lnTo>
                  <a:lnTo>
                    <a:pt x="927" y="305"/>
                  </a:lnTo>
                  <a:lnTo>
                    <a:pt x="926" y="307"/>
                  </a:lnTo>
                  <a:lnTo>
                    <a:pt x="926" y="308"/>
                  </a:lnTo>
                  <a:lnTo>
                    <a:pt x="926" y="308"/>
                  </a:lnTo>
                  <a:lnTo>
                    <a:pt x="926" y="310"/>
                  </a:lnTo>
                  <a:lnTo>
                    <a:pt x="927" y="311"/>
                  </a:lnTo>
                  <a:lnTo>
                    <a:pt x="929" y="313"/>
                  </a:lnTo>
                  <a:lnTo>
                    <a:pt x="929" y="314"/>
                  </a:lnTo>
                  <a:lnTo>
                    <a:pt x="927" y="313"/>
                  </a:lnTo>
                  <a:lnTo>
                    <a:pt x="927" y="313"/>
                  </a:lnTo>
                  <a:lnTo>
                    <a:pt x="926" y="311"/>
                  </a:lnTo>
                  <a:lnTo>
                    <a:pt x="924" y="310"/>
                  </a:lnTo>
                  <a:lnTo>
                    <a:pt x="921" y="308"/>
                  </a:lnTo>
                  <a:lnTo>
                    <a:pt x="920" y="308"/>
                  </a:lnTo>
                  <a:lnTo>
                    <a:pt x="920" y="308"/>
                  </a:lnTo>
                  <a:lnTo>
                    <a:pt x="923" y="311"/>
                  </a:lnTo>
                  <a:lnTo>
                    <a:pt x="924" y="311"/>
                  </a:lnTo>
                  <a:lnTo>
                    <a:pt x="924" y="313"/>
                  </a:lnTo>
                  <a:lnTo>
                    <a:pt x="921" y="314"/>
                  </a:lnTo>
                  <a:lnTo>
                    <a:pt x="921" y="314"/>
                  </a:lnTo>
                  <a:lnTo>
                    <a:pt x="923" y="316"/>
                  </a:lnTo>
                  <a:lnTo>
                    <a:pt x="923" y="316"/>
                  </a:lnTo>
                  <a:lnTo>
                    <a:pt x="921" y="316"/>
                  </a:lnTo>
                  <a:lnTo>
                    <a:pt x="921" y="317"/>
                  </a:lnTo>
                  <a:lnTo>
                    <a:pt x="918" y="317"/>
                  </a:lnTo>
                  <a:lnTo>
                    <a:pt x="918" y="317"/>
                  </a:lnTo>
                  <a:lnTo>
                    <a:pt x="918" y="319"/>
                  </a:lnTo>
                  <a:lnTo>
                    <a:pt x="920" y="319"/>
                  </a:lnTo>
                  <a:lnTo>
                    <a:pt x="918" y="321"/>
                  </a:lnTo>
                  <a:lnTo>
                    <a:pt x="918" y="321"/>
                  </a:lnTo>
                  <a:lnTo>
                    <a:pt x="915" y="319"/>
                  </a:lnTo>
                  <a:lnTo>
                    <a:pt x="917" y="322"/>
                  </a:lnTo>
                  <a:lnTo>
                    <a:pt x="917" y="322"/>
                  </a:lnTo>
                  <a:lnTo>
                    <a:pt x="917" y="324"/>
                  </a:lnTo>
                  <a:lnTo>
                    <a:pt x="918" y="324"/>
                  </a:lnTo>
                  <a:lnTo>
                    <a:pt x="918" y="324"/>
                  </a:lnTo>
                  <a:lnTo>
                    <a:pt x="918" y="325"/>
                  </a:lnTo>
                  <a:lnTo>
                    <a:pt x="917" y="327"/>
                  </a:lnTo>
                  <a:lnTo>
                    <a:pt x="914" y="328"/>
                  </a:lnTo>
                  <a:lnTo>
                    <a:pt x="911" y="331"/>
                  </a:lnTo>
                  <a:lnTo>
                    <a:pt x="911" y="333"/>
                  </a:lnTo>
                  <a:lnTo>
                    <a:pt x="912" y="334"/>
                  </a:lnTo>
                  <a:lnTo>
                    <a:pt x="912" y="336"/>
                  </a:lnTo>
                  <a:lnTo>
                    <a:pt x="911" y="336"/>
                  </a:lnTo>
                  <a:lnTo>
                    <a:pt x="909" y="336"/>
                  </a:lnTo>
                  <a:lnTo>
                    <a:pt x="909" y="336"/>
                  </a:lnTo>
                  <a:lnTo>
                    <a:pt x="909" y="337"/>
                  </a:lnTo>
                  <a:lnTo>
                    <a:pt x="909" y="339"/>
                  </a:lnTo>
                  <a:lnTo>
                    <a:pt x="909" y="340"/>
                  </a:lnTo>
                  <a:lnTo>
                    <a:pt x="909" y="343"/>
                  </a:lnTo>
                  <a:lnTo>
                    <a:pt x="906" y="348"/>
                  </a:lnTo>
                  <a:lnTo>
                    <a:pt x="905" y="351"/>
                  </a:lnTo>
                  <a:lnTo>
                    <a:pt x="905" y="354"/>
                  </a:lnTo>
                  <a:lnTo>
                    <a:pt x="903" y="356"/>
                  </a:lnTo>
                  <a:lnTo>
                    <a:pt x="902" y="356"/>
                  </a:lnTo>
                  <a:lnTo>
                    <a:pt x="902" y="357"/>
                  </a:lnTo>
                  <a:lnTo>
                    <a:pt x="902" y="357"/>
                  </a:lnTo>
                  <a:lnTo>
                    <a:pt x="902" y="357"/>
                  </a:lnTo>
                  <a:lnTo>
                    <a:pt x="903" y="359"/>
                  </a:lnTo>
                  <a:lnTo>
                    <a:pt x="902" y="362"/>
                  </a:lnTo>
                  <a:lnTo>
                    <a:pt x="902" y="366"/>
                  </a:lnTo>
                  <a:lnTo>
                    <a:pt x="900" y="371"/>
                  </a:lnTo>
                  <a:lnTo>
                    <a:pt x="902" y="381"/>
                  </a:lnTo>
                  <a:lnTo>
                    <a:pt x="900" y="387"/>
                  </a:lnTo>
                  <a:lnTo>
                    <a:pt x="900" y="389"/>
                  </a:lnTo>
                  <a:lnTo>
                    <a:pt x="900" y="390"/>
                  </a:lnTo>
                  <a:lnTo>
                    <a:pt x="899" y="392"/>
                  </a:lnTo>
                  <a:lnTo>
                    <a:pt x="900" y="392"/>
                  </a:lnTo>
                  <a:lnTo>
                    <a:pt x="902" y="392"/>
                  </a:lnTo>
                  <a:lnTo>
                    <a:pt x="902" y="394"/>
                  </a:lnTo>
                  <a:lnTo>
                    <a:pt x="902" y="395"/>
                  </a:lnTo>
                  <a:lnTo>
                    <a:pt x="902" y="397"/>
                  </a:lnTo>
                  <a:lnTo>
                    <a:pt x="903" y="397"/>
                  </a:lnTo>
                  <a:lnTo>
                    <a:pt x="903" y="397"/>
                  </a:lnTo>
                  <a:lnTo>
                    <a:pt x="903" y="397"/>
                  </a:lnTo>
                  <a:lnTo>
                    <a:pt x="905" y="400"/>
                  </a:lnTo>
                  <a:lnTo>
                    <a:pt x="906" y="400"/>
                  </a:lnTo>
                  <a:lnTo>
                    <a:pt x="908" y="401"/>
                  </a:lnTo>
                  <a:lnTo>
                    <a:pt x="906" y="409"/>
                  </a:lnTo>
                  <a:lnTo>
                    <a:pt x="906" y="410"/>
                  </a:lnTo>
                  <a:lnTo>
                    <a:pt x="908" y="407"/>
                  </a:lnTo>
                  <a:lnTo>
                    <a:pt x="908" y="403"/>
                  </a:lnTo>
                  <a:lnTo>
                    <a:pt x="909" y="400"/>
                  </a:lnTo>
                  <a:lnTo>
                    <a:pt x="909" y="398"/>
                  </a:lnTo>
                  <a:lnTo>
                    <a:pt x="914" y="398"/>
                  </a:lnTo>
                  <a:lnTo>
                    <a:pt x="917" y="400"/>
                  </a:lnTo>
                  <a:lnTo>
                    <a:pt x="918" y="400"/>
                  </a:lnTo>
                  <a:lnTo>
                    <a:pt x="920" y="400"/>
                  </a:lnTo>
                  <a:lnTo>
                    <a:pt x="920" y="400"/>
                  </a:lnTo>
                  <a:lnTo>
                    <a:pt x="921" y="401"/>
                  </a:lnTo>
                  <a:lnTo>
                    <a:pt x="921" y="404"/>
                  </a:lnTo>
                  <a:lnTo>
                    <a:pt x="921" y="406"/>
                  </a:lnTo>
                  <a:lnTo>
                    <a:pt x="923" y="412"/>
                  </a:lnTo>
                  <a:lnTo>
                    <a:pt x="924" y="415"/>
                  </a:lnTo>
                  <a:lnTo>
                    <a:pt x="926" y="421"/>
                  </a:lnTo>
                  <a:lnTo>
                    <a:pt x="926" y="422"/>
                  </a:lnTo>
                  <a:lnTo>
                    <a:pt x="929" y="428"/>
                  </a:lnTo>
                  <a:lnTo>
                    <a:pt x="929" y="430"/>
                  </a:lnTo>
                  <a:lnTo>
                    <a:pt x="929" y="432"/>
                  </a:lnTo>
                  <a:lnTo>
                    <a:pt x="929" y="433"/>
                  </a:lnTo>
                  <a:lnTo>
                    <a:pt x="929" y="435"/>
                  </a:lnTo>
                  <a:lnTo>
                    <a:pt x="929" y="438"/>
                  </a:lnTo>
                  <a:lnTo>
                    <a:pt x="927" y="439"/>
                  </a:lnTo>
                  <a:lnTo>
                    <a:pt x="926" y="439"/>
                  </a:lnTo>
                  <a:lnTo>
                    <a:pt x="926" y="441"/>
                  </a:lnTo>
                  <a:lnTo>
                    <a:pt x="924" y="441"/>
                  </a:lnTo>
                  <a:lnTo>
                    <a:pt x="924" y="441"/>
                  </a:lnTo>
                  <a:lnTo>
                    <a:pt x="926" y="441"/>
                  </a:lnTo>
                  <a:lnTo>
                    <a:pt x="927" y="441"/>
                  </a:lnTo>
                  <a:lnTo>
                    <a:pt x="929" y="439"/>
                  </a:lnTo>
                  <a:lnTo>
                    <a:pt x="929" y="439"/>
                  </a:lnTo>
                  <a:lnTo>
                    <a:pt x="931" y="439"/>
                  </a:lnTo>
                  <a:lnTo>
                    <a:pt x="932" y="439"/>
                  </a:lnTo>
                  <a:lnTo>
                    <a:pt x="931" y="441"/>
                  </a:lnTo>
                  <a:lnTo>
                    <a:pt x="931" y="441"/>
                  </a:lnTo>
                  <a:lnTo>
                    <a:pt x="932" y="439"/>
                  </a:lnTo>
                  <a:lnTo>
                    <a:pt x="935" y="438"/>
                  </a:lnTo>
                  <a:lnTo>
                    <a:pt x="946" y="435"/>
                  </a:lnTo>
                  <a:lnTo>
                    <a:pt x="949" y="433"/>
                  </a:lnTo>
                  <a:lnTo>
                    <a:pt x="952" y="435"/>
                  </a:lnTo>
                  <a:lnTo>
                    <a:pt x="955" y="436"/>
                  </a:lnTo>
                  <a:lnTo>
                    <a:pt x="958" y="438"/>
                  </a:lnTo>
                  <a:lnTo>
                    <a:pt x="962" y="439"/>
                  </a:lnTo>
                  <a:lnTo>
                    <a:pt x="967" y="441"/>
                  </a:lnTo>
                  <a:lnTo>
                    <a:pt x="969" y="442"/>
                  </a:lnTo>
                  <a:lnTo>
                    <a:pt x="973" y="442"/>
                  </a:lnTo>
                  <a:lnTo>
                    <a:pt x="975" y="444"/>
                  </a:lnTo>
                  <a:lnTo>
                    <a:pt x="976" y="445"/>
                  </a:lnTo>
                  <a:lnTo>
                    <a:pt x="979" y="448"/>
                  </a:lnTo>
                  <a:lnTo>
                    <a:pt x="981" y="450"/>
                  </a:lnTo>
                  <a:lnTo>
                    <a:pt x="984" y="451"/>
                  </a:lnTo>
                  <a:lnTo>
                    <a:pt x="985" y="454"/>
                  </a:lnTo>
                  <a:lnTo>
                    <a:pt x="990" y="460"/>
                  </a:lnTo>
                  <a:lnTo>
                    <a:pt x="990" y="462"/>
                  </a:lnTo>
                  <a:lnTo>
                    <a:pt x="993" y="462"/>
                  </a:lnTo>
                  <a:lnTo>
                    <a:pt x="997" y="463"/>
                  </a:lnTo>
                  <a:lnTo>
                    <a:pt x="1003" y="467"/>
                  </a:lnTo>
                  <a:lnTo>
                    <a:pt x="1007" y="468"/>
                  </a:lnTo>
                  <a:lnTo>
                    <a:pt x="1010" y="468"/>
                  </a:lnTo>
                  <a:lnTo>
                    <a:pt x="1011" y="470"/>
                  </a:lnTo>
                  <a:lnTo>
                    <a:pt x="1013" y="471"/>
                  </a:lnTo>
                  <a:lnTo>
                    <a:pt x="1014" y="471"/>
                  </a:lnTo>
                  <a:lnTo>
                    <a:pt x="1016" y="473"/>
                  </a:lnTo>
                  <a:lnTo>
                    <a:pt x="1016" y="474"/>
                  </a:lnTo>
                  <a:lnTo>
                    <a:pt x="1017" y="476"/>
                  </a:lnTo>
                  <a:lnTo>
                    <a:pt x="1019" y="476"/>
                  </a:lnTo>
                  <a:lnTo>
                    <a:pt x="1019" y="477"/>
                  </a:lnTo>
                  <a:lnTo>
                    <a:pt x="1017" y="482"/>
                  </a:lnTo>
                  <a:lnTo>
                    <a:pt x="1017" y="482"/>
                  </a:lnTo>
                  <a:lnTo>
                    <a:pt x="1019" y="479"/>
                  </a:lnTo>
                  <a:lnTo>
                    <a:pt x="1019" y="477"/>
                  </a:lnTo>
                  <a:lnTo>
                    <a:pt x="1020" y="477"/>
                  </a:lnTo>
                  <a:lnTo>
                    <a:pt x="1022" y="477"/>
                  </a:lnTo>
                  <a:lnTo>
                    <a:pt x="1025" y="477"/>
                  </a:lnTo>
                  <a:lnTo>
                    <a:pt x="1026" y="477"/>
                  </a:lnTo>
                  <a:lnTo>
                    <a:pt x="1029" y="477"/>
                  </a:lnTo>
                  <a:lnTo>
                    <a:pt x="1031" y="477"/>
                  </a:lnTo>
                  <a:lnTo>
                    <a:pt x="1032" y="477"/>
                  </a:lnTo>
                  <a:lnTo>
                    <a:pt x="1032" y="477"/>
                  </a:lnTo>
                  <a:lnTo>
                    <a:pt x="1034" y="477"/>
                  </a:lnTo>
                  <a:lnTo>
                    <a:pt x="1034" y="477"/>
                  </a:lnTo>
                  <a:lnTo>
                    <a:pt x="1037" y="477"/>
                  </a:lnTo>
                  <a:lnTo>
                    <a:pt x="1038" y="477"/>
                  </a:lnTo>
                  <a:lnTo>
                    <a:pt x="1043" y="479"/>
                  </a:lnTo>
                  <a:lnTo>
                    <a:pt x="1046" y="479"/>
                  </a:lnTo>
                  <a:lnTo>
                    <a:pt x="1046" y="479"/>
                  </a:lnTo>
                  <a:lnTo>
                    <a:pt x="1048" y="480"/>
                  </a:lnTo>
                  <a:lnTo>
                    <a:pt x="1048" y="480"/>
                  </a:lnTo>
                  <a:lnTo>
                    <a:pt x="1049" y="480"/>
                  </a:lnTo>
                  <a:lnTo>
                    <a:pt x="1051" y="480"/>
                  </a:lnTo>
                  <a:lnTo>
                    <a:pt x="1054" y="482"/>
                  </a:lnTo>
                  <a:lnTo>
                    <a:pt x="1054" y="483"/>
                  </a:lnTo>
                  <a:lnTo>
                    <a:pt x="1055" y="486"/>
                  </a:lnTo>
                  <a:lnTo>
                    <a:pt x="1055" y="488"/>
                  </a:lnTo>
                  <a:lnTo>
                    <a:pt x="1054" y="494"/>
                  </a:lnTo>
                  <a:lnTo>
                    <a:pt x="1052" y="497"/>
                  </a:lnTo>
                  <a:lnTo>
                    <a:pt x="1052" y="500"/>
                  </a:lnTo>
                  <a:lnTo>
                    <a:pt x="1054" y="501"/>
                  </a:lnTo>
                  <a:lnTo>
                    <a:pt x="1055" y="503"/>
                  </a:lnTo>
                  <a:lnTo>
                    <a:pt x="1055" y="503"/>
                  </a:lnTo>
                  <a:lnTo>
                    <a:pt x="1055" y="508"/>
                  </a:lnTo>
                  <a:lnTo>
                    <a:pt x="1057" y="509"/>
                  </a:lnTo>
                  <a:lnTo>
                    <a:pt x="1055" y="511"/>
                  </a:lnTo>
                  <a:lnTo>
                    <a:pt x="1055" y="512"/>
                  </a:lnTo>
                  <a:lnTo>
                    <a:pt x="1055" y="515"/>
                  </a:lnTo>
                  <a:lnTo>
                    <a:pt x="1057" y="518"/>
                  </a:lnTo>
                  <a:lnTo>
                    <a:pt x="1055" y="520"/>
                  </a:lnTo>
                  <a:lnTo>
                    <a:pt x="1055" y="521"/>
                  </a:lnTo>
                  <a:lnTo>
                    <a:pt x="1055" y="521"/>
                  </a:lnTo>
                  <a:lnTo>
                    <a:pt x="1054" y="524"/>
                  </a:lnTo>
                  <a:lnTo>
                    <a:pt x="1054" y="524"/>
                  </a:lnTo>
                  <a:lnTo>
                    <a:pt x="1055" y="526"/>
                  </a:lnTo>
                  <a:lnTo>
                    <a:pt x="1055" y="527"/>
                  </a:lnTo>
                  <a:lnTo>
                    <a:pt x="1057" y="527"/>
                  </a:lnTo>
                  <a:lnTo>
                    <a:pt x="1058" y="529"/>
                  </a:lnTo>
                  <a:lnTo>
                    <a:pt x="1060" y="532"/>
                  </a:lnTo>
                  <a:lnTo>
                    <a:pt x="1061" y="533"/>
                  </a:lnTo>
                  <a:lnTo>
                    <a:pt x="1063" y="536"/>
                  </a:lnTo>
                  <a:lnTo>
                    <a:pt x="1063" y="538"/>
                  </a:lnTo>
                  <a:lnTo>
                    <a:pt x="1063" y="539"/>
                  </a:lnTo>
                  <a:lnTo>
                    <a:pt x="1061" y="539"/>
                  </a:lnTo>
                  <a:lnTo>
                    <a:pt x="1061" y="541"/>
                  </a:lnTo>
                  <a:lnTo>
                    <a:pt x="1060" y="541"/>
                  </a:lnTo>
                  <a:lnTo>
                    <a:pt x="1060" y="541"/>
                  </a:lnTo>
                  <a:lnTo>
                    <a:pt x="1063" y="541"/>
                  </a:lnTo>
                  <a:lnTo>
                    <a:pt x="1063" y="541"/>
                  </a:lnTo>
                  <a:lnTo>
                    <a:pt x="1064" y="541"/>
                  </a:lnTo>
                  <a:lnTo>
                    <a:pt x="1066" y="543"/>
                  </a:lnTo>
                  <a:lnTo>
                    <a:pt x="1066" y="544"/>
                  </a:lnTo>
                  <a:lnTo>
                    <a:pt x="1069" y="544"/>
                  </a:lnTo>
                  <a:lnTo>
                    <a:pt x="1070" y="546"/>
                  </a:lnTo>
                  <a:lnTo>
                    <a:pt x="1073" y="550"/>
                  </a:lnTo>
                  <a:lnTo>
                    <a:pt x="1075" y="550"/>
                  </a:lnTo>
                  <a:lnTo>
                    <a:pt x="1075" y="552"/>
                  </a:lnTo>
                  <a:lnTo>
                    <a:pt x="1076" y="555"/>
                  </a:lnTo>
                  <a:lnTo>
                    <a:pt x="1076" y="556"/>
                  </a:lnTo>
                  <a:lnTo>
                    <a:pt x="1076" y="558"/>
                  </a:lnTo>
                  <a:lnTo>
                    <a:pt x="1076" y="558"/>
                  </a:lnTo>
                  <a:lnTo>
                    <a:pt x="1073" y="559"/>
                  </a:lnTo>
                  <a:lnTo>
                    <a:pt x="1072" y="562"/>
                  </a:lnTo>
                  <a:lnTo>
                    <a:pt x="1072" y="562"/>
                  </a:lnTo>
                  <a:lnTo>
                    <a:pt x="1073" y="561"/>
                  </a:lnTo>
                  <a:lnTo>
                    <a:pt x="1076" y="559"/>
                  </a:lnTo>
                  <a:lnTo>
                    <a:pt x="1078" y="559"/>
                  </a:lnTo>
                  <a:lnTo>
                    <a:pt x="1079" y="559"/>
                  </a:lnTo>
                  <a:lnTo>
                    <a:pt x="1081" y="559"/>
                  </a:lnTo>
                  <a:lnTo>
                    <a:pt x="1082" y="561"/>
                  </a:lnTo>
                  <a:lnTo>
                    <a:pt x="1084" y="562"/>
                  </a:lnTo>
                  <a:lnTo>
                    <a:pt x="1087" y="565"/>
                  </a:lnTo>
                  <a:lnTo>
                    <a:pt x="1089" y="567"/>
                  </a:lnTo>
                  <a:lnTo>
                    <a:pt x="1090" y="570"/>
                  </a:lnTo>
                  <a:lnTo>
                    <a:pt x="1090" y="568"/>
                  </a:lnTo>
                  <a:lnTo>
                    <a:pt x="1089" y="567"/>
                  </a:lnTo>
                  <a:lnTo>
                    <a:pt x="1087" y="564"/>
                  </a:lnTo>
                  <a:lnTo>
                    <a:pt x="1086" y="562"/>
                  </a:lnTo>
                  <a:lnTo>
                    <a:pt x="1086" y="562"/>
                  </a:lnTo>
                  <a:lnTo>
                    <a:pt x="1086" y="561"/>
                  </a:lnTo>
                  <a:lnTo>
                    <a:pt x="1086" y="561"/>
                  </a:lnTo>
                  <a:lnTo>
                    <a:pt x="1086" y="558"/>
                  </a:lnTo>
                  <a:lnTo>
                    <a:pt x="1087" y="558"/>
                  </a:lnTo>
                  <a:lnTo>
                    <a:pt x="1087" y="556"/>
                  </a:lnTo>
                  <a:lnTo>
                    <a:pt x="1089" y="555"/>
                  </a:lnTo>
                  <a:lnTo>
                    <a:pt x="1089" y="555"/>
                  </a:lnTo>
                  <a:lnTo>
                    <a:pt x="1089" y="553"/>
                  </a:lnTo>
                  <a:lnTo>
                    <a:pt x="1090" y="553"/>
                  </a:lnTo>
                  <a:lnTo>
                    <a:pt x="1092" y="553"/>
                  </a:lnTo>
                  <a:lnTo>
                    <a:pt x="1092" y="555"/>
                  </a:lnTo>
                  <a:lnTo>
                    <a:pt x="1092" y="555"/>
                  </a:lnTo>
                  <a:lnTo>
                    <a:pt x="1093" y="555"/>
                  </a:lnTo>
                  <a:lnTo>
                    <a:pt x="1093" y="555"/>
                  </a:lnTo>
                  <a:lnTo>
                    <a:pt x="1095" y="556"/>
                  </a:lnTo>
                  <a:lnTo>
                    <a:pt x="1095" y="556"/>
                  </a:lnTo>
                  <a:lnTo>
                    <a:pt x="1095" y="558"/>
                  </a:lnTo>
                  <a:lnTo>
                    <a:pt x="1095" y="561"/>
                  </a:lnTo>
                  <a:lnTo>
                    <a:pt x="1096" y="561"/>
                  </a:lnTo>
                  <a:lnTo>
                    <a:pt x="1096" y="559"/>
                  </a:lnTo>
                  <a:lnTo>
                    <a:pt x="1096" y="558"/>
                  </a:lnTo>
                  <a:lnTo>
                    <a:pt x="1096" y="556"/>
                  </a:lnTo>
                  <a:lnTo>
                    <a:pt x="1098" y="555"/>
                  </a:lnTo>
                  <a:lnTo>
                    <a:pt x="1098" y="555"/>
                  </a:lnTo>
                  <a:lnTo>
                    <a:pt x="1098" y="555"/>
                  </a:lnTo>
                  <a:lnTo>
                    <a:pt x="1095" y="550"/>
                  </a:lnTo>
                  <a:lnTo>
                    <a:pt x="1095" y="550"/>
                  </a:lnTo>
                  <a:lnTo>
                    <a:pt x="1096" y="550"/>
                  </a:lnTo>
                  <a:lnTo>
                    <a:pt x="1096" y="549"/>
                  </a:lnTo>
                  <a:lnTo>
                    <a:pt x="1096" y="547"/>
                  </a:lnTo>
                  <a:lnTo>
                    <a:pt x="1096" y="546"/>
                  </a:lnTo>
                  <a:lnTo>
                    <a:pt x="1098" y="544"/>
                  </a:lnTo>
                  <a:lnTo>
                    <a:pt x="1099" y="543"/>
                  </a:lnTo>
                  <a:lnTo>
                    <a:pt x="1101" y="541"/>
                  </a:lnTo>
                  <a:lnTo>
                    <a:pt x="1101" y="541"/>
                  </a:lnTo>
                  <a:lnTo>
                    <a:pt x="1101" y="539"/>
                  </a:lnTo>
                  <a:lnTo>
                    <a:pt x="1101" y="539"/>
                  </a:lnTo>
                  <a:lnTo>
                    <a:pt x="1101" y="539"/>
                  </a:lnTo>
                  <a:lnTo>
                    <a:pt x="1101" y="538"/>
                  </a:lnTo>
                  <a:lnTo>
                    <a:pt x="1101" y="535"/>
                  </a:lnTo>
                  <a:lnTo>
                    <a:pt x="1099" y="535"/>
                  </a:lnTo>
                  <a:lnTo>
                    <a:pt x="1098" y="533"/>
                  </a:lnTo>
                  <a:lnTo>
                    <a:pt x="1098" y="532"/>
                  </a:lnTo>
                  <a:lnTo>
                    <a:pt x="1098" y="530"/>
                  </a:lnTo>
                  <a:lnTo>
                    <a:pt x="1098" y="529"/>
                  </a:lnTo>
                  <a:lnTo>
                    <a:pt x="1098" y="529"/>
                  </a:lnTo>
                  <a:lnTo>
                    <a:pt x="1098" y="527"/>
                  </a:lnTo>
                  <a:lnTo>
                    <a:pt x="1096" y="526"/>
                  </a:lnTo>
                  <a:lnTo>
                    <a:pt x="1096" y="524"/>
                  </a:lnTo>
                  <a:lnTo>
                    <a:pt x="1095" y="521"/>
                  </a:lnTo>
                  <a:lnTo>
                    <a:pt x="1095" y="517"/>
                  </a:lnTo>
                  <a:lnTo>
                    <a:pt x="1095" y="514"/>
                  </a:lnTo>
                  <a:lnTo>
                    <a:pt x="1093" y="512"/>
                  </a:lnTo>
                  <a:lnTo>
                    <a:pt x="1093" y="511"/>
                  </a:lnTo>
                  <a:lnTo>
                    <a:pt x="1093" y="511"/>
                  </a:lnTo>
                  <a:lnTo>
                    <a:pt x="1095" y="509"/>
                  </a:lnTo>
                  <a:lnTo>
                    <a:pt x="1095" y="508"/>
                  </a:lnTo>
                  <a:lnTo>
                    <a:pt x="1095" y="508"/>
                  </a:lnTo>
                  <a:lnTo>
                    <a:pt x="1095" y="508"/>
                  </a:lnTo>
                  <a:lnTo>
                    <a:pt x="1095" y="508"/>
                  </a:lnTo>
                  <a:lnTo>
                    <a:pt x="1093" y="506"/>
                  </a:lnTo>
                  <a:lnTo>
                    <a:pt x="1093" y="506"/>
                  </a:lnTo>
                  <a:lnTo>
                    <a:pt x="1095" y="505"/>
                  </a:lnTo>
                  <a:lnTo>
                    <a:pt x="1095" y="505"/>
                  </a:lnTo>
                  <a:lnTo>
                    <a:pt x="1093" y="503"/>
                  </a:lnTo>
                  <a:lnTo>
                    <a:pt x="1092" y="503"/>
                  </a:lnTo>
                  <a:lnTo>
                    <a:pt x="1092" y="501"/>
                  </a:lnTo>
                  <a:lnTo>
                    <a:pt x="1093" y="501"/>
                  </a:lnTo>
                  <a:lnTo>
                    <a:pt x="1093" y="501"/>
                  </a:lnTo>
                  <a:lnTo>
                    <a:pt x="1092" y="500"/>
                  </a:lnTo>
                  <a:lnTo>
                    <a:pt x="1092" y="500"/>
                  </a:lnTo>
                  <a:lnTo>
                    <a:pt x="1090" y="498"/>
                  </a:lnTo>
                  <a:lnTo>
                    <a:pt x="1089" y="497"/>
                  </a:lnTo>
                  <a:lnTo>
                    <a:pt x="1089" y="497"/>
                  </a:lnTo>
                  <a:lnTo>
                    <a:pt x="1089" y="494"/>
                  </a:lnTo>
                  <a:lnTo>
                    <a:pt x="1087" y="492"/>
                  </a:lnTo>
                  <a:lnTo>
                    <a:pt x="1087" y="491"/>
                  </a:lnTo>
                  <a:lnTo>
                    <a:pt x="1087" y="491"/>
                  </a:lnTo>
                  <a:lnTo>
                    <a:pt x="1086" y="491"/>
                  </a:lnTo>
                  <a:lnTo>
                    <a:pt x="1086" y="491"/>
                  </a:lnTo>
                  <a:lnTo>
                    <a:pt x="1087" y="489"/>
                  </a:lnTo>
                  <a:lnTo>
                    <a:pt x="1096" y="486"/>
                  </a:lnTo>
                  <a:lnTo>
                    <a:pt x="1096" y="485"/>
                  </a:lnTo>
                  <a:lnTo>
                    <a:pt x="1101" y="483"/>
                  </a:lnTo>
                  <a:lnTo>
                    <a:pt x="1104" y="482"/>
                  </a:lnTo>
                  <a:lnTo>
                    <a:pt x="1105" y="480"/>
                  </a:lnTo>
                  <a:lnTo>
                    <a:pt x="1108" y="479"/>
                  </a:lnTo>
                  <a:lnTo>
                    <a:pt x="1110" y="477"/>
                  </a:lnTo>
                  <a:lnTo>
                    <a:pt x="1110" y="476"/>
                  </a:lnTo>
                  <a:lnTo>
                    <a:pt x="1114" y="471"/>
                  </a:lnTo>
                  <a:lnTo>
                    <a:pt x="1117" y="470"/>
                  </a:lnTo>
                  <a:lnTo>
                    <a:pt x="1119" y="467"/>
                  </a:lnTo>
                  <a:lnTo>
                    <a:pt x="1120" y="465"/>
                  </a:lnTo>
                  <a:lnTo>
                    <a:pt x="1122" y="462"/>
                  </a:lnTo>
                  <a:lnTo>
                    <a:pt x="1123" y="459"/>
                  </a:lnTo>
                  <a:lnTo>
                    <a:pt x="1123" y="457"/>
                  </a:lnTo>
                  <a:lnTo>
                    <a:pt x="1125" y="454"/>
                  </a:lnTo>
                  <a:lnTo>
                    <a:pt x="1125" y="451"/>
                  </a:lnTo>
                  <a:lnTo>
                    <a:pt x="1125" y="447"/>
                  </a:lnTo>
                  <a:lnTo>
                    <a:pt x="1125" y="442"/>
                  </a:lnTo>
                  <a:lnTo>
                    <a:pt x="1125" y="436"/>
                  </a:lnTo>
                  <a:lnTo>
                    <a:pt x="1123" y="433"/>
                  </a:lnTo>
                  <a:lnTo>
                    <a:pt x="1123" y="432"/>
                  </a:lnTo>
                  <a:lnTo>
                    <a:pt x="1122" y="425"/>
                  </a:lnTo>
                  <a:lnTo>
                    <a:pt x="1122" y="424"/>
                  </a:lnTo>
                  <a:lnTo>
                    <a:pt x="1120" y="422"/>
                  </a:lnTo>
                  <a:lnTo>
                    <a:pt x="1117" y="416"/>
                  </a:lnTo>
                  <a:lnTo>
                    <a:pt x="1113" y="412"/>
                  </a:lnTo>
                  <a:lnTo>
                    <a:pt x="1113" y="412"/>
                  </a:lnTo>
                  <a:lnTo>
                    <a:pt x="1111" y="410"/>
                  </a:lnTo>
                  <a:lnTo>
                    <a:pt x="1108" y="409"/>
                  </a:lnTo>
                  <a:lnTo>
                    <a:pt x="1107" y="407"/>
                  </a:lnTo>
                  <a:lnTo>
                    <a:pt x="1102" y="403"/>
                  </a:lnTo>
                  <a:lnTo>
                    <a:pt x="1101" y="403"/>
                  </a:lnTo>
                  <a:lnTo>
                    <a:pt x="1101" y="401"/>
                  </a:lnTo>
                  <a:lnTo>
                    <a:pt x="1101" y="401"/>
                  </a:lnTo>
                  <a:lnTo>
                    <a:pt x="1101" y="398"/>
                  </a:lnTo>
                  <a:lnTo>
                    <a:pt x="1101" y="397"/>
                  </a:lnTo>
                  <a:lnTo>
                    <a:pt x="1101" y="397"/>
                  </a:lnTo>
                  <a:lnTo>
                    <a:pt x="1102" y="395"/>
                  </a:lnTo>
                  <a:lnTo>
                    <a:pt x="1104" y="392"/>
                  </a:lnTo>
                  <a:lnTo>
                    <a:pt x="1105" y="390"/>
                  </a:lnTo>
                  <a:lnTo>
                    <a:pt x="1105" y="389"/>
                  </a:lnTo>
                  <a:lnTo>
                    <a:pt x="1107" y="387"/>
                  </a:lnTo>
                  <a:lnTo>
                    <a:pt x="1108" y="386"/>
                  </a:lnTo>
                  <a:lnTo>
                    <a:pt x="1110" y="384"/>
                  </a:lnTo>
                  <a:lnTo>
                    <a:pt x="1110" y="383"/>
                  </a:lnTo>
                  <a:lnTo>
                    <a:pt x="1108" y="383"/>
                  </a:lnTo>
                  <a:lnTo>
                    <a:pt x="1108" y="381"/>
                  </a:lnTo>
                  <a:lnTo>
                    <a:pt x="1110" y="380"/>
                  </a:lnTo>
                  <a:lnTo>
                    <a:pt x="1110" y="380"/>
                  </a:lnTo>
                  <a:lnTo>
                    <a:pt x="1110" y="377"/>
                  </a:lnTo>
                  <a:lnTo>
                    <a:pt x="1110" y="377"/>
                  </a:lnTo>
                  <a:lnTo>
                    <a:pt x="1111" y="377"/>
                  </a:lnTo>
                  <a:lnTo>
                    <a:pt x="1114" y="380"/>
                  </a:lnTo>
                  <a:lnTo>
                    <a:pt x="1114" y="380"/>
                  </a:lnTo>
                  <a:lnTo>
                    <a:pt x="1114" y="378"/>
                  </a:lnTo>
                  <a:lnTo>
                    <a:pt x="1113" y="377"/>
                  </a:lnTo>
                  <a:lnTo>
                    <a:pt x="1113" y="375"/>
                  </a:lnTo>
                  <a:lnTo>
                    <a:pt x="1114" y="374"/>
                  </a:lnTo>
                  <a:lnTo>
                    <a:pt x="1114" y="374"/>
                  </a:lnTo>
                  <a:lnTo>
                    <a:pt x="1114" y="372"/>
                  </a:lnTo>
                  <a:lnTo>
                    <a:pt x="1114" y="371"/>
                  </a:lnTo>
                  <a:lnTo>
                    <a:pt x="1116" y="368"/>
                  </a:lnTo>
                  <a:lnTo>
                    <a:pt x="1116" y="368"/>
                  </a:lnTo>
                  <a:lnTo>
                    <a:pt x="1113" y="368"/>
                  </a:lnTo>
                  <a:lnTo>
                    <a:pt x="1111" y="366"/>
                  </a:lnTo>
                  <a:lnTo>
                    <a:pt x="1111" y="366"/>
                  </a:lnTo>
                  <a:lnTo>
                    <a:pt x="1113" y="366"/>
                  </a:lnTo>
                  <a:lnTo>
                    <a:pt x="1113" y="365"/>
                  </a:lnTo>
                  <a:lnTo>
                    <a:pt x="1111" y="360"/>
                  </a:lnTo>
                  <a:lnTo>
                    <a:pt x="1111" y="359"/>
                  </a:lnTo>
                  <a:lnTo>
                    <a:pt x="1111" y="357"/>
                  </a:lnTo>
                  <a:lnTo>
                    <a:pt x="1113" y="356"/>
                  </a:lnTo>
                  <a:lnTo>
                    <a:pt x="1113" y="356"/>
                  </a:lnTo>
                  <a:lnTo>
                    <a:pt x="1111" y="356"/>
                  </a:lnTo>
                  <a:lnTo>
                    <a:pt x="1110" y="354"/>
                  </a:lnTo>
                  <a:lnTo>
                    <a:pt x="1110" y="352"/>
                  </a:lnTo>
                  <a:lnTo>
                    <a:pt x="1110" y="352"/>
                  </a:lnTo>
                  <a:lnTo>
                    <a:pt x="1110" y="351"/>
                  </a:lnTo>
                  <a:lnTo>
                    <a:pt x="1111" y="349"/>
                  </a:lnTo>
                  <a:lnTo>
                    <a:pt x="1111" y="349"/>
                  </a:lnTo>
                  <a:lnTo>
                    <a:pt x="1111" y="348"/>
                  </a:lnTo>
                  <a:lnTo>
                    <a:pt x="1108" y="349"/>
                  </a:lnTo>
                  <a:lnTo>
                    <a:pt x="1107" y="348"/>
                  </a:lnTo>
                  <a:lnTo>
                    <a:pt x="1105" y="349"/>
                  </a:lnTo>
                  <a:lnTo>
                    <a:pt x="1105" y="348"/>
                  </a:lnTo>
                  <a:lnTo>
                    <a:pt x="1105" y="348"/>
                  </a:lnTo>
                  <a:lnTo>
                    <a:pt x="1108" y="343"/>
                  </a:lnTo>
                  <a:lnTo>
                    <a:pt x="1108" y="342"/>
                  </a:lnTo>
                  <a:lnTo>
                    <a:pt x="1110" y="340"/>
                  </a:lnTo>
                  <a:lnTo>
                    <a:pt x="1110" y="339"/>
                  </a:lnTo>
                  <a:lnTo>
                    <a:pt x="1110" y="339"/>
                  </a:lnTo>
                  <a:lnTo>
                    <a:pt x="1110" y="334"/>
                  </a:lnTo>
                  <a:lnTo>
                    <a:pt x="1110" y="333"/>
                  </a:lnTo>
                  <a:lnTo>
                    <a:pt x="1111" y="331"/>
                  </a:lnTo>
                  <a:lnTo>
                    <a:pt x="1113" y="330"/>
                  </a:lnTo>
                  <a:lnTo>
                    <a:pt x="1110" y="328"/>
                  </a:lnTo>
                  <a:lnTo>
                    <a:pt x="1110" y="327"/>
                  </a:lnTo>
                  <a:lnTo>
                    <a:pt x="1108" y="325"/>
                  </a:lnTo>
                  <a:lnTo>
                    <a:pt x="1107" y="325"/>
                  </a:lnTo>
                  <a:lnTo>
                    <a:pt x="1107" y="322"/>
                  </a:lnTo>
                  <a:lnTo>
                    <a:pt x="1105" y="321"/>
                  </a:lnTo>
                  <a:lnTo>
                    <a:pt x="1105" y="316"/>
                  </a:lnTo>
                  <a:lnTo>
                    <a:pt x="1105" y="313"/>
                  </a:lnTo>
                  <a:lnTo>
                    <a:pt x="1105" y="311"/>
                  </a:lnTo>
                  <a:lnTo>
                    <a:pt x="1105" y="310"/>
                  </a:lnTo>
                  <a:lnTo>
                    <a:pt x="1105" y="308"/>
                  </a:lnTo>
                  <a:lnTo>
                    <a:pt x="1108" y="307"/>
                  </a:lnTo>
                  <a:lnTo>
                    <a:pt x="1111" y="304"/>
                  </a:lnTo>
                  <a:lnTo>
                    <a:pt x="1114" y="304"/>
                  </a:lnTo>
                  <a:lnTo>
                    <a:pt x="1116" y="304"/>
                  </a:lnTo>
                  <a:lnTo>
                    <a:pt x="1120" y="304"/>
                  </a:lnTo>
                  <a:lnTo>
                    <a:pt x="1123" y="305"/>
                  </a:lnTo>
                  <a:lnTo>
                    <a:pt x="1134" y="310"/>
                  </a:lnTo>
                  <a:lnTo>
                    <a:pt x="1136" y="311"/>
                  </a:lnTo>
                  <a:lnTo>
                    <a:pt x="1134" y="313"/>
                  </a:lnTo>
                  <a:lnTo>
                    <a:pt x="1134" y="313"/>
                  </a:lnTo>
                  <a:lnTo>
                    <a:pt x="1137" y="311"/>
                  </a:lnTo>
                  <a:lnTo>
                    <a:pt x="1139" y="310"/>
                  </a:lnTo>
                  <a:lnTo>
                    <a:pt x="1139" y="310"/>
                  </a:lnTo>
                  <a:lnTo>
                    <a:pt x="1142" y="311"/>
                  </a:lnTo>
                  <a:lnTo>
                    <a:pt x="1143" y="311"/>
                  </a:lnTo>
                  <a:lnTo>
                    <a:pt x="1145" y="313"/>
                  </a:lnTo>
                  <a:lnTo>
                    <a:pt x="1148" y="314"/>
                  </a:lnTo>
                  <a:lnTo>
                    <a:pt x="1148" y="314"/>
                  </a:lnTo>
                  <a:lnTo>
                    <a:pt x="1148" y="313"/>
                  </a:lnTo>
                  <a:lnTo>
                    <a:pt x="1148" y="313"/>
                  </a:lnTo>
                  <a:lnTo>
                    <a:pt x="1151" y="311"/>
                  </a:lnTo>
                  <a:lnTo>
                    <a:pt x="1154" y="310"/>
                  </a:lnTo>
                  <a:lnTo>
                    <a:pt x="1155" y="308"/>
                  </a:lnTo>
                  <a:lnTo>
                    <a:pt x="1157" y="307"/>
                  </a:lnTo>
                  <a:lnTo>
                    <a:pt x="1158" y="305"/>
                  </a:lnTo>
                  <a:lnTo>
                    <a:pt x="1160" y="305"/>
                  </a:lnTo>
                  <a:lnTo>
                    <a:pt x="1160" y="307"/>
                  </a:lnTo>
                  <a:lnTo>
                    <a:pt x="1163" y="308"/>
                  </a:lnTo>
                  <a:lnTo>
                    <a:pt x="1165" y="310"/>
                  </a:lnTo>
                  <a:lnTo>
                    <a:pt x="1166" y="311"/>
                  </a:lnTo>
                  <a:lnTo>
                    <a:pt x="1168" y="313"/>
                  </a:lnTo>
                  <a:lnTo>
                    <a:pt x="1168" y="313"/>
                  </a:lnTo>
                  <a:lnTo>
                    <a:pt x="1169" y="314"/>
                  </a:lnTo>
                  <a:lnTo>
                    <a:pt x="1172" y="314"/>
                  </a:lnTo>
                  <a:lnTo>
                    <a:pt x="1172" y="314"/>
                  </a:lnTo>
                  <a:lnTo>
                    <a:pt x="1172" y="316"/>
                  </a:lnTo>
                  <a:lnTo>
                    <a:pt x="1172" y="316"/>
                  </a:lnTo>
                  <a:lnTo>
                    <a:pt x="1172" y="317"/>
                  </a:lnTo>
                  <a:lnTo>
                    <a:pt x="1172" y="317"/>
                  </a:lnTo>
                  <a:lnTo>
                    <a:pt x="1172" y="319"/>
                  </a:lnTo>
                  <a:lnTo>
                    <a:pt x="1171" y="322"/>
                  </a:lnTo>
                  <a:lnTo>
                    <a:pt x="1172" y="322"/>
                  </a:lnTo>
                  <a:lnTo>
                    <a:pt x="1172" y="322"/>
                  </a:lnTo>
                  <a:lnTo>
                    <a:pt x="1174" y="321"/>
                  </a:lnTo>
                  <a:lnTo>
                    <a:pt x="1174" y="321"/>
                  </a:lnTo>
                  <a:lnTo>
                    <a:pt x="1177" y="321"/>
                  </a:lnTo>
                  <a:lnTo>
                    <a:pt x="1178" y="322"/>
                  </a:lnTo>
                  <a:lnTo>
                    <a:pt x="1178" y="324"/>
                  </a:lnTo>
                  <a:lnTo>
                    <a:pt x="1178" y="325"/>
                  </a:lnTo>
                  <a:lnTo>
                    <a:pt x="1180" y="325"/>
                  </a:lnTo>
                  <a:lnTo>
                    <a:pt x="1180" y="327"/>
                  </a:lnTo>
                  <a:lnTo>
                    <a:pt x="1180" y="327"/>
                  </a:lnTo>
                  <a:lnTo>
                    <a:pt x="1180" y="328"/>
                  </a:lnTo>
                  <a:lnTo>
                    <a:pt x="1177" y="328"/>
                  </a:lnTo>
                  <a:lnTo>
                    <a:pt x="1178" y="330"/>
                  </a:lnTo>
                  <a:lnTo>
                    <a:pt x="1180" y="328"/>
                  </a:lnTo>
                  <a:lnTo>
                    <a:pt x="1181" y="328"/>
                  </a:lnTo>
                  <a:lnTo>
                    <a:pt x="1181" y="327"/>
                  </a:lnTo>
                  <a:lnTo>
                    <a:pt x="1183" y="327"/>
                  </a:lnTo>
                  <a:lnTo>
                    <a:pt x="1184" y="328"/>
                  </a:lnTo>
                  <a:lnTo>
                    <a:pt x="1186" y="328"/>
                  </a:lnTo>
                  <a:lnTo>
                    <a:pt x="1186" y="330"/>
                  </a:lnTo>
                  <a:lnTo>
                    <a:pt x="1184" y="330"/>
                  </a:lnTo>
                  <a:lnTo>
                    <a:pt x="1183" y="331"/>
                  </a:lnTo>
                  <a:lnTo>
                    <a:pt x="1183" y="333"/>
                  </a:lnTo>
                  <a:lnTo>
                    <a:pt x="1183" y="333"/>
                  </a:lnTo>
                  <a:lnTo>
                    <a:pt x="1183" y="333"/>
                  </a:lnTo>
                  <a:lnTo>
                    <a:pt x="1184" y="333"/>
                  </a:lnTo>
                  <a:lnTo>
                    <a:pt x="1184" y="334"/>
                  </a:lnTo>
                  <a:lnTo>
                    <a:pt x="1184" y="334"/>
                  </a:lnTo>
                  <a:lnTo>
                    <a:pt x="1184" y="336"/>
                  </a:lnTo>
                  <a:lnTo>
                    <a:pt x="1186" y="339"/>
                  </a:lnTo>
                  <a:lnTo>
                    <a:pt x="1187" y="340"/>
                  </a:lnTo>
                  <a:lnTo>
                    <a:pt x="1189" y="340"/>
                  </a:lnTo>
                  <a:lnTo>
                    <a:pt x="1190" y="340"/>
                  </a:lnTo>
                  <a:lnTo>
                    <a:pt x="1192" y="340"/>
                  </a:lnTo>
                  <a:lnTo>
                    <a:pt x="1196" y="342"/>
                  </a:lnTo>
                  <a:lnTo>
                    <a:pt x="1198" y="343"/>
                  </a:lnTo>
                  <a:lnTo>
                    <a:pt x="1201" y="342"/>
                  </a:lnTo>
                  <a:lnTo>
                    <a:pt x="1201" y="342"/>
                  </a:lnTo>
                  <a:lnTo>
                    <a:pt x="1203" y="343"/>
                  </a:lnTo>
                  <a:lnTo>
                    <a:pt x="1203" y="343"/>
                  </a:lnTo>
                  <a:lnTo>
                    <a:pt x="1203" y="345"/>
                  </a:lnTo>
                  <a:lnTo>
                    <a:pt x="1203" y="346"/>
                  </a:lnTo>
                  <a:lnTo>
                    <a:pt x="1204" y="346"/>
                  </a:lnTo>
                  <a:lnTo>
                    <a:pt x="1206" y="348"/>
                  </a:lnTo>
                  <a:lnTo>
                    <a:pt x="1206" y="348"/>
                  </a:lnTo>
                  <a:lnTo>
                    <a:pt x="1207" y="346"/>
                  </a:lnTo>
                  <a:lnTo>
                    <a:pt x="1209" y="346"/>
                  </a:lnTo>
                  <a:lnTo>
                    <a:pt x="1209" y="345"/>
                  </a:lnTo>
                  <a:lnTo>
                    <a:pt x="1209" y="343"/>
                  </a:lnTo>
                  <a:lnTo>
                    <a:pt x="1210" y="343"/>
                  </a:lnTo>
                  <a:lnTo>
                    <a:pt x="1210" y="342"/>
                  </a:lnTo>
                  <a:lnTo>
                    <a:pt x="1212" y="343"/>
                  </a:lnTo>
                  <a:lnTo>
                    <a:pt x="1212" y="343"/>
                  </a:lnTo>
                  <a:lnTo>
                    <a:pt x="1212" y="346"/>
                  </a:lnTo>
                  <a:lnTo>
                    <a:pt x="1212" y="346"/>
                  </a:lnTo>
                  <a:lnTo>
                    <a:pt x="1212" y="348"/>
                  </a:lnTo>
                  <a:lnTo>
                    <a:pt x="1212" y="348"/>
                  </a:lnTo>
                  <a:lnTo>
                    <a:pt x="1212" y="349"/>
                  </a:lnTo>
                  <a:lnTo>
                    <a:pt x="1210" y="351"/>
                  </a:lnTo>
                  <a:lnTo>
                    <a:pt x="1210" y="352"/>
                  </a:lnTo>
                  <a:lnTo>
                    <a:pt x="1209" y="356"/>
                  </a:lnTo>
                  <a:lnTo>
                    <a:pt x="1209" y="357"/>
                  </a:lnTo>
                  <a:lnTo>
                    <a:pt x="1209" y="359"/>
                  </a:lnTo>
                  <a:lnTo>
                    <a:pt x="1209" y="360"/>
                  </a:lnTo>
                  <a:lnTo>
                    <a:pt x="1209" y="360"/>
                  </a:lnTo>
                  <a:lnTo>
                    <a:pt x="1209" y="362"/>
                  </a:lnTo>
                  <a:lnTo>
                    <a:pt x="1210" y="363"/>
                  </a:lnTo>
                  <a:lnTo>
                    <a:pt x="1210" y="365"/>
                  </a:lnTo>
                  <a:lnTo>
                    <a:pt x="1210" y="365"/>
                  </a:lnTo>
                  <a:lnTo>
                    <a:pt x="1210" y="366"/>
                  </a:lnTo>
                  <a:lnTo>
                    <a:pt x="1209" y="368"/>
                  </a:lnTo>
                  <a:lnTo>
                    <a:pt x="1207" y="368"/>
                  </a:lnTo>
                  <a:lnTo>
                    <a:pt x="1206" y="369"/>
                  </a:lnTo>
                  <a:lnTo>
                    <a:pt x="1199" y="369"/>
                  </a:lnTo>
                  <a:lnTo>
                    <a:pt x="1196" y="368"/>
                  </a:lnTo>
                  <a:lnTo>
                    <a:pt x="1198" y="369"/>
                  </a:lnTo>
                  <a:lnTo>
                    <a:pt x="1199" y="369"/>
                  </a:lnTo>
                  <a:lnTo>
                    <a:pt x="1201" y="369"/>
                  </a:lnTo>
                  <a:lnTo>
                    <a:pt x="1207" y="371"/>
                  </a:lnTo>
                  <a:lnTo>
                    <a:pt x="1209" y="371"/>
                  </a:lnTo>
                  <a:lnTo>
                    <a:pt x="1209" y="372"/>
                  </a:lnTo>
                  <a:lnTo>
                    <a:pt x="1210" y="374"/>
                  </a:lnTo>
                  <a:lnTo>
                    <a:pt x="1210" y="375"/>
                  </a:lnTo>
                  <a:lnTo>
                    <a:pt x="1210" y="377"/>
                  </a:lnTo>
                  <a:lnTo>
                    <a:pt x="1210" y="378"/>
                  </a:lnTo>
                  <a:lnTo>
                    <a:pt x="1209" y="380"/>
                  </a:lnTo>
                  <a:lnTo>
                    <a:pt x="1209" y="381"/>
                  </a:lnTo>
                  <a:lnTo>
                    <a:pt x="1209" y="384"/>
                  </a:lnTo>
                  <a:lnTo>
                    <a:pt x="1209" y="384"/>
                  </a:lnTo>
                  <a:lnTo>
                    <a:pt x="1212" y="384"/>
                  </a:lnTo>
                  <a:lnTo>
                    <a:pt x="1213" y="386"/>
                  </a:lnTo>
                  <a:lnTo>
                    <a:pt x="1213" y="386"/>
                  </a:lnTo>
                  <a:lnTo>
                    <a:pt x="1212" y="389"/>
                  </a:lnTo>
                  <a:lnTo>
                    <a:pt x="1212" y="389"/>
                  </a:lnTo>
                  <a:lnTo>
                    <a:pt x="1212" y="390"/>
                  </a:lnTo>
                  <a:lnTo>
                    <a:pt x="1212" y="392"/>
                  </a:lnTo>
                  <a:lnTo>
                    <a:pt x="1212" y="392"/>
                  </a:lnTo>
                  <a:lnTo>
                    <a:pt x="1212" y="394"/>
                  </a:lnTo>
                  <a:lnTo>
                    <a:pt x="1212" y="395"/>
                  </a:lnTo>
                  <a:lnTo>
                    <a:pt x="1210" y="397"/>
                  </a:lnTo>
                  <a:lnTo>
                    <a:pt x="1210" y="397"/>
                  </a:lnTo>
                  <a:lnTo>
                    <a:pt x="1209" y="398"/>
                  </a:lnTo>
                  <a:lnTo>
                    <a:pt x="1209" y="397"/>
                  </a:lnTo>
                  <a:lnTo>
                    <a:pt x="1209" y="395"/>
                  </a:lnTo>
                  <a:lnTo>
                    <a:pt x="1207" y="394"/>
                  </a:lnTo>
                  <a:lnTo>
                    <a:pt x="1207" y="395"/>
                  </a:lnTo>
                  <a:lnTo>
                    <a:pt x="1207" y="395"/>
                  </a:lnTo>
                  <a:lnTo>
                    <a:pt x="1207" y="395"/>
                  </a:lnTo>
                  <a:lnTo>
                    <a:pt x="1207" y="397"/>
                  </a:lnTo>
                  <a:lnTo>
                    <a:pt x="1207" y="397"/>
                  </a:lnTo>
                  <a:lnTo>
                    <a:pt x="1206" y="398"/>
                  </a:lnTo>
                  <a:lnTo>
                    <a:pt x="1203" y="398"/>
                  </a:lnTo>
                  <a:lnTo>
                    <a:pt x="1203" y="398"/>
                  </a:lnTo>
                  <a:lnTo>
                    <a:pt x="1204" y="400"/>
                  </a:lnTo>
                  <a:lnTo>
                    <a:pt x="1207" y="400"/>
                  </a:lnTo>
                  <a:lnTo>
                    <a:pt x="1207" y="401"/>
                  </a:lnTo>
                  <a:lnTo>
                    <a:pt x="1209" y="400"/>
                  </a:lnTo>
                  <a:lnTo>
                    <a:pt x="1213" y="397"/>
                  </a:lnTo>
                  <a:lnTo>
                    <a:pt x="1215" y="397"/>
                  </a:lnTo>
                  <a:lnTo>
                    <a:pt x="1215" y="395"/>
                  </a:lnTo>
                  <a:lnTo>
                    <a:pt x="1216" y="395"/>
                  </a:lnTo>
                  <a:lnTo>
                    <a:pt x="1218" y="395"/>
                  </a:lnTo>
                  <a:lnTo>
                    <a:pt x="1221" y="395"/>
                  </a:lnTo>
                  <a:lnTo>
                    <a:pt x="1222" y="395"/>
                  </a:lnTo>
                  <a:lnTo>
                    <a:pt x="1222" y="397"/>
                  </a:lnTo>
                  <a:lnTo>
                    <a:pt x="1224" y="397"/>
                  </a:lnTo>
                  <a:lnTo>
                    <a:pt x="1224" y="398"/>
                  </a:lnTo>
                  <a:lnTo>
                    <a:pt x="1225" y="400"/>
                  </a:lnTo>
                  <a:lnTo>
                    <a:pt x="1225" y="403"/>
                  </a:lnTo>
                  <a:lnTo>
                    <a:pt x="1227" y="404"/>
                  </a:lnTo>
                  <a:lnTo>
                    <a:pt x="1227" y="404"/>
                  </a:lnTo>
                  <a:lnTo>
                    <a:pt x="1227" y="406"/>
                  </a:lnTo>
                  <a:lnTo>
                    <a:pt x="1227" y="407"/>
                  </a:lnTo>
                  <a:lnTo>
                    <a:pt x="1225" y="412"/>
                  </a:lnTo>
                  <a:lnTo>
                    <a:pt x="1225" y="413"/>
                  </a:lnTo>
                  <a:lnTo>
                    <a:pt x="1224" y="415"/>
                  </a:lnTo>
                  <a:lnTo>
                    <a:pt x="1222" y="416"/>
                  </a:lnTo>
                  <a:lnTo>
                    <a:pt x="1219" y="416"/>
                  </a:lnTo>
                  <a:lnTo>
                    <a:pt x="1218" y="418"/>
                  </a:lnTo>
                  <a:lnTo>
                    <a:pt x="1216" y="418"/>
                  </a:lnTo>
                  <a:lnTo>
                    <a:pt x="1216" y="419"/>
                  </a:lnTo>
                  <a:lnTo>
                    <a:pt x="1219" y="418"/>
                  </a:lnTo>
                  <a:lnTo>
                    <a:pt x="1224" y="416"/>
                  </a:lnTo>
                  <a:lnTo>
                    <a:pt x="1224" y="415"/>
                  </a:lnTo>
                  <a:lnTo>
                    <a:pt x="1225" y="415"/>
                  </a:lnTo>
                  <a:lnTo>
                    <a:pt x="1225" y="412"/>
                  </a:lnTo>
                  <a:lnTo>
                    <a:pt x="1227" y="407"/>
                  </a:lnTo>
                  <a:lnTo>
                    <a:pt x="1228" y="406"/>
                  </a:lnTo>
                  <a:lnTo>
                    <a:pt x="1230" y="406"/>
                  </a:lnTo>
                  <a:lnTo>
                    <a:pt x="1230" y="406"/>
                  </a:lnTo>
                  <a:lnTo>
                    <a:pt x="1231" y="409"/>
                  </a:lnTo>
                  <a:lnTo>
                    <a:pt x="1231" y="410"/>
                  </a:lnTo>
                  <a:lnTo>
                    <a:pt x="1231" y="410"/>
                  </a:lnTo>
                  <a:lnTo>
                    <a:pt x="1228" y="413"/>
                  </a:lnTo>
                  <a:lnTo>
                    <a:pt x="1230" y="413"/>
                  </a:lnTo>
                  <a:lnTo>
                    <a:pt x="1231" y="410"/>
                  </a:lnTo>
                  <a:lnTo>
                    <a:pt x="1231" y="409"/>
                  </a:lnTo>
                  <a:lnTo>
                    <a:pt x="1231" y="409"/>
                  </a:lnTo>
                  <a:lnTo>
                    <a:pt x="1233" y="407"/>
                  </a:lnTo>
                  <a:lnTo>
                    <a:pt x="1233" y="407"/>
                  </a:lnTo>
                  <a:lnTo>
                    <a:pt x="1233" y="410"/>
                  </a:lnTo>
                  <a:lnTo>
                    <a:pt x="1233" y="413"/>
                  </a:lnTo>
                  <a:lnTo>
                    <a:pt x="1233" y="415"/>
                  </a:lnTo>
                  <a:lnTo>
                    <a:pt x="1233" y="416"/>
                  </a:lnTo>
                  <a:lnTo>
                    <a:pt x="1233" y="416"/>
                  </a:lnTo>
                  <a:lnTo>
                    <a:pt x="1234" y="415"/>
                  </a:lnTo>
                  <a:lnTo>
                    <a:pt x="1234" y="413"/>
                  </a:lnTo>
                  <a:lnTo>
                    <a:pt x="1234" y="412"/>
                  </a:lnTo>
                  <a:lnTo>
                    <a:pt x="1234" y="412"/>
                  </a:lnTo>
                  <a:lnTo>
                    <a:pt x="1237" y="410"/>
                  </a:lnTo>
                  <a:lnTo>
                    <a:pt x="1240" y="409"/>
                  </a:lnTo>
                  <a:lnTo>
                    <a:pt x="1242" y="407"/>
                  </a:lnTo>
                  <a:lnTo>
                    <a:pt x="1244" y="406"/>
                  </a:lnTo>
                  <a:lnTo>
                    <a:pt x="1245" y="406"/>
                  </a:lnTo>
                  <a:lnTo>
                    <a:pt x="1247" y="404"/>
                  </a:lnTo>
                  <a:lnTo>
                    <a:pt x="1247" y="401"/>
                  </a:lnTo>
                  <a:lnTo>
                    <a:pt x="1248" y="400"/>
                  </a:lnTo>
                  <a:lnTo>
                    <a:pt x="1248" y="400"/>
                  </a:lnTo>
                  <a:lnTo>
                    <a:pt x="1250" y="398"/>
                  </a:lnTo>
                  <a:lnTo>
                    <a:pt x="1251" y="398"/>
                  </a:lnTo>
                  <a:lnTo>
                    <a:pt x="1251" y="398"/>
                  </a:lnTo>
                  <a:lnTo>
                    <a:pt x="1253" y="400"/>
                  </a:lnTo>
                  <a:lnTo>
                    <a:pt x="1253" y="401"/>
                  </a:lnTo>
                  <a:lnTo>
                    <a:pt x="1254" y="403"/>
                  </a:lnTo>
                  <a:lnTo>
                    <a:pt x="1254" y="403"/>
                  </a:lnTo>
                  <a:lnTo>
                    <a:pt x="1254" y="407"/>
                  </a:lnTo>
                  <a:lnTo>
                    <a:pt x="1254" y="407"/>
                  </a:lnTo>
                  <a:lnTo>
                    <a:pt x="1254" y="404"/>
                  </a:lnTo>
                  <a:lnTo>
                    <a:pt x="1256" y="403"/>
                  </a:lnTo>
                  <a:lnTo>
                    <a:pt x="1256" y="403"/>
                  </a:lnTo>
                  <a:lnTo>
                    <a:pt x="1254" y="401"/>
                  </a:lnTo>
                  <a:lnTo>
                    <a:pt x="1254" y="400"/>
                  </a:lnTo>
                  <a:lnTo>
                    <a:pt x="1254" y="398"/>
                  </a:lnTo>
                  <a:lnTo>
                    <a:pt x="1254" y="398"/>
                  </a:lnTo>
                  <a:lnTo>
                    <a:pt x="1254" y="397"/>
                  </a:lnTo>
                  <a:lnTo>
                    <a:pt x="1256" y="397"/>
                  </a:lnTo>
                  <a:lnTo>
                    <a:pt x="1256" y="397"/>
                  </a:lnTo>
                  <a:lnTo>
                    <a:pt x="1256" y="395"/>
                  </a:lnTo>
                  <a:lnTo>
                    <a:pt x="1256" y="395"/>
                  </a:lnTo>
                  <a:lnTo>
                    <a:pt x="1256" y="394"/>
                  </a:lnTo>
                  <a:lnTo>
                    <a:pt x="1257" y="394"/>
                  </a:lnTo>
                  <a:lnTo>
                    <a:pt x="1257" y="394"/>
                  </a:lnTo>
                  <a:lnTo>
                    <a:pt x="1257" y="394"/>
                  </a:lnTo>
                  <a:lnTo>
                    <a:pt x="1257" y="392"/>
                  </a:lnTo>
                  <a:lnTo>
                    <a:pt x="1257" y="392"/>
                  </a:lnTo>
                  <a:lnTo>
                    <a:pt x="1260" y="394"/>
                  </a:lnTo>
                  <a:lnTo>
                    <a:pt x="1260" y="392"/>
                  </a:lnTo>
                  <a:lnTo>
                    <a:pt x="1262" y="392"/>
                  </a:lnTo>
                  <a:lnTo>
                    <a:pt x="1262" y="392"/>
                  </a:lnTo>
                  <a:lnTo>
                    <a:pt x="1260" y="390"/>
                  </a:lnTo>
                  <a:lnTo>
                    <a:pt x="1259" y="390"/>
                  </a:lnTo>
                  <a:lnTo>
                    <a:pt x="1259" y="390"/>
                  </a:lnTo>
                  <a:lnTo>
                    <a:pt x="1259" y="389"/>
                  </a:lnTo>
                  <a:lnTo>
                    <a:pt x="1257" y="387"/>
                  </a:lnTo>
                  <a:lnTo>
                    <a:pt x="1257" y="387"/>
                  </a:lnTo>
                  <a:lnTo>
                    <a:pt x="1259" y="387"/>
                  </a:lnTo>
                  <a:lnTo>
                    <a:pt x="1259" y="387"/>
                  </a:lnTo>
                  <a:lnTo>
                    <a:pt x="1259" y="387"/>
                  </a:lnTo>
                  <a:lnTo>
                    <a:pt x="1260" y="386"/>
                  </a:lnTo>
                  <a:lnTo>
                    <a:pt x="1260" y="384"/>
                  </a:lnTo>
                  <a:lnTo>
                    <a:pt x="1262" y="386"/>
                  </a:lnTo>
                  <a:lnTo>
                    <a:pt x="1262" y="386"/>
                  </a:lnTo>
                  <a:lnTo>
                    <a:pt x="1260" y="383"/>
                  </a:lnTo>
                  <a:lnTo>
                    <a:pt x="1260" y="381"/>
                  </a:lnTo>
                  <a:lnTo>
                    <a:pt x="1262" y="381"/>
                  </a:lnTo>
                  <a:lnTo>
                    <a:pt x="1263" y="381"/>
                  </a:lnTo>
                  <a:lnTo>
                    <a:pt x="1265" y="384"/>
                  </a:lnTo>
                  <a:lnTo>
                    <a:pt x="1266" y="384"/>
                  </a:lnTo>
                  <a:lnTo>
                    <a:pt x="1265" y="383"/>
                  </a:lnTo>
                  <a:lnTo>
                    <a:pt x="1265" y="381"/>
                  </a:lnTo>
                  <a:lnTo>
                    <a:pt x="1263" y="381"/>
                  </a:lnTo>
                  <a:lnTo>
                    <a:pt x="1262" y="381"/>
                  </a:lnTo>
                  <a:lnTo>
                    <a:pt x="1262" y="380"/>
                  </a:lnTo>
                  <a:lnTo>
                    <a:pt x="1260" y="378"/>
                  </a:lnTo>
                  <a:lnTo>
                    <a:pt x="1260" y="377"/>
                  </a:lnTo>
                  <a:lnTo>
                    <a:pt x="1260" y="377"/>
                  </a:lnTo>
                  <a:lnTo>
                    <a:pt x="1262" y="374"/>
                  </a:lnTo>
                  <a:lnTo>
                    <a:pt x="1262" y="374"/>
                  </a:lnTo>
                  <a:lnTo>
                    <a:pt x="1262" y="374"/>
                  </a:lnTo>
                  <a:lnTo>
                    <a:pt x="1263" y="374"/>
                  </a:lnTo>
                  <a:lnTo>
                    <a:pt x="1263" y="374"/>
                  </a:lnTo>
                  <a:lnTo>
                    <a:pt x="1266" y="375"/>
                  </a:lnTo>
                  <a:lnTo>
                    <a:pt x="1266" y="375"/>
                  </a:lnTo>
                  <a:lnTo>
                    <a:pt x="1265" y="374"/>
                  </a:lnTo>
                  <a:lnTo>
                    <a:pt x="1265" y="374"/>
                  </a:lnTo>
                  <a:lnTo>
                    <a:pt x="1265" y="372"/>
                  </a:lnTo>
                  <a:lnTo>
                    <a:pt x="1265" y="371"/>
                  </a:lnTo>
                  <a:lnTo>
                    <a:pt x="1265" y="369"/>
                  </a:lnTo>
                  <a:lnTo>
                    <a:pt x="1265" y="368"/>
                  </a:lnTo>
                  <a:lnTo>
                    <a:pt x="1268" y="363"/>
                  </a:lnTo>
                  <a:lnTo>
                    <a:pt x="1268" y="362"/>
                  </a:lnTo>
                  <a:lnTo>
                    <a:pt x="1268" y="362"/>
                  </a:lnTo>
                  <a:lnTo>
                    <a:pt x="1268" y="360"/>
                  </a:lnTo>
                  <a:lnTo>
                    <a:pt x="1269" y="360"/>
                  </a:lnTo>
                  <a:lnTo>
                    <a:pt x="1272" y="362"/>
                  </a:lnTo>
                  <a:lnTo>
                    <a:pt x="1274" y="363"/>
                  </a:lnTo>
                  <a:lnTo>
                    <a:pt x="1274" y="365"/>
                  </a:lnTo>
                  <a:lnTo>
                    <a:pt x="1272" y="366"/>
                  </a:lnTo>
                  <a:lnTo>
                    <a:pt x="1269" y="368"/>
                  </a:lnTo>
                  <a:lnTo>
                    <a:pt x="1269" y="369"/>
                  </a:lnTo>
                  <a:lnTo>
                    <a:pt x="1269" y="369"/>
                  </a:lnTo>
                  <a:lnTo>
                    <a:pt x="1272" y="368"/>
                  </a:lnTo>
                  <a:lnTo>
                    <a:pt x="1274" y="368"/>
                  </a:lnTo>
                  <a:lnTo>
                    <a:pt x="1275" y="368"/>
                  </a:lnTo>
                  <a:lnTo>
                    <a:pt x="1277" y="369"/>
                  </a:lnTo>
                  <a:lnTo>
                    <a:pt x="1277" y="372"/>
                  </a:lnTo>
                  <a:lnTo>
                    <a:pt x="1275" y="375"/>
                  </a:lnTo>
                  <a:lnTo>
                    <a:pt x="1277" y="374"/>
                  </a:lnTo>
                  <a:lnTo>
                    <a:pt x="1278" y="374"/>
                  </a:lnTo>
                  <a:lnTo>
                    <a:pt x="1278" y="375"/>
                  </a:lnTo>
                  <a:lnTo>
                    <a:pt x="1278" y="377"/>
                  </a:lnTo>
                  <a:lnTo>
                    <a:pt x="1280" y="378"/>
                  </a:lnTo>
                  <a:lnTo>
                    <a:pt x="1280" y="380"/>
                  </a:lnTo>
                  <a:lnTo>
                    <a:pt x="1282" y="381"/>
                  </a:lnTo>
                  <a:lnTo>
                    <a:pt x="1280" y="383"/>
                  </a:lnTo>
                  <a:lnTo>
                    <a:pt x="1278" y="383"/>
                  </a:lnTo>
                  <a:lnTo>
                    <a:pt x="1280" y="384"/>
                  </a:lnTo>
                  <a:lnTo>
                    <a:pt x="1282" y="384"/>
                  </a:lnTo>
                  <a:lnTo>
                    <a:pt x="1282" y="386"/>
                  </a:lnTo>
                  <a:lnTo>
                    <a:pt x="1282" y="386"/>
                  </a:lnTo>
                  <a:lnTo>
                    <a:pt x="1282" y="386"/>
                  </a:lnTo>
                  <a:lnTo>
                    <a:pt x="1283" y="384"/>
                  </a:lnTo>
                  <a:lnTo>
                    <a:pt x="1285" y="384"/>
                  </a:lnTo>
                  <a:lnTo>
                    <a:pt x="1286" y="389"/>
                  </a:lnTo>
                  <a:lnTo>
                    <a:pt x="1285" y="390"/>
                  </a:lnTo>
                  <a:lnTo>
                    <a:pt x="1283" y="390"/>
                  </a:lnTo>
                  <a:lnTo>
                    <a:pt x="1282" y="392"/>
                  </a:lnTo>
                  <a:lnTo>
                    <a:pt x="1280" y="392"/>
                  </a:lnTo>
                  <a:lnTo>
                    <a:pt x="1278" y="392"/>
                  </a:lnTo>
                  <a:lnTo>
                    <a:pt x="1280" y="392"/>
                  </a:lnTo>
                  <a:lnTo>
                    <a:pt x="1282" y="392"/>
                  </a:lnTo>
                  <a:lnTo>
                    <a:pt x="1285" y="392"/>
                  </a:lnTo>
                  <a:lnTo>
                    <a:pt x="1286" y="390"/>
                  </a:lnTo>
                  <a:lnTo>
                    <a:pt x="1288" y="390"/>
                  </a:lnTo>
                  <a:lnTo>
                    <a:pt x="1288" y="392"/>
                  </a:lnTo>
                  <a:lnTo>
                    <a:pt x="1288" y="392"/>
                  </a:lnTo>
                  <a:lnTo>
                    <a:pt x="1288" y="392"/>
                  </a:lnTo>
                  <a:lnTo>
                    <a:pt x="1288" y="392"/>
                  </a:lnTo>
                  <a:lnTo>
                    <a:pt x="1288" y="394"/>
                  </a:lnTo>
                  <a:lnTo>
                    <a:pt x="1288" y="395"/>
                  </a:lnTo>
                  <a:lnTo>
                    <a:pt x="1288" y="395"/>
                  </a:lnTo>
                  <a:lnTo>
                    <a:pt x="1288" y="397"/>
                  </a:lnTo>
                  <a:lnTo>
                    <a:pt x="1289" y="397"/>
                  </a:lnTo>
                  <a:lnTo>
                    <a:pt x="1291" y="397"/>
                  </a:lnTo>
                  <a:lnTo>
                    <a:pt x="1291" y="397"/>
                  </a:lnTo>
                  <a:lnTo>
                    <a:pt x="1292" y="398"/>
                  </a:lnTo>
                  <a:lnTo>
                    <a:pt x="1292" y="401"/>
                  </a:lnTo>
                  <a:lnTo>
                    <a:pt x="1289" y="404"/>
                  </a:lnTo>
                  <a:lnTo>
                    <a:pt x="1288" y="404"/>
                  </a:lnTo>
                  <a:lnTo>
                    <a:pt x="1286" y="406"/>
                  </a:lnTo>
                  <a:lnTo>
                    <a:pt x="1286" y="407"/>
                  </a:lnTo>
                  <a:lnTo>
                    <a:pt x="1285" y="409"/>
                  </a:lnTo>
                  <a:lnTo>
                    <a:pt x="1285" y="409"/>
                  </a:lnTo>
                  <a:lnTo>
                    <a:pt x="1288" y="406"/>
                  </a:lnTo>
                  <a:lnTo>
                    <a:pt x="1288" y="406"/>
                  </a:lnTo>
                  <a:lnTo>
                    <a:pt x="1289" y="406"/>
                  </a:lnTo>
                  <a:lnTo>
                    <a:pt x="1289" y="406"/>
                  </a:lnTo>
                  <a:lnTo>
                    <a:pt x="1289" y="407"/>
                  </a:lnTo>
                  <a:lnTo>
                    <a:pt x="1291" y="407"/>
                  </a:lnTo>
                  <a:lnTo>
                    <a:pt x="1292" y="406"/>
                  </a:lnTo>
                  <a:lnTo>
                    <a:pt x="1294" y="406"/>
                  </a:lnTo>
                  <a:lnTo>
                    <a:pt x="1295" y="406"/>
                  </a:lnTo>
                  <a:lnTo>
                    <a:pt x="1295" y="406"/>
                  </a:lnTo>
                  <a:lnTo>
                    <a:pt x="1295" y="409"/>
                  </a:lnTo>
                  <a:lnTo>
                    <a:pt x="1294" y="412"/>
                  </a:lnTo>
                  <a:lnTo>
                    <a:pt x="1291" y="413"/>
                  </a:lnTo>
                  <a:lnTo>
                    <a:pt x="1289" y="415"/>
                  </a:lnTo>
                  <a:lnTo>
                    <a:pt x="1288" y="416"/>
                  </a:lnTo>
                  <a:lnTo>
                    <a:pt x="1288" y="416"/>
                  </a:lnTo>
                  <a:lnTo>
                    <a:pt x="1291" y="415"/>
                  </a:lnTo>
                  <a:lnTo>
                    <a:pt x="1294" y="413"/>
                  </a:lnTo>
                  <a:lnTo>
                    <a:pt x="1295" y="413"/>
                  </a:lnTo>
                  <a:lnTo>
                    <a:pt x="1297" y="413"/>
                  </a:lnTo>
                  <a:lnTo>
                    <a:pt x="1300" y="418"/>
                  </a:lnTo>
                  <a:lnTo>
                    <a:pt x="1301" y="418"/>
                  </a:lnTo>
                  <a:lnTo>
                    <a:pt x="1301" y="418"/>
                  </a:lnTo>
                  <a:lnTo>
                    <a:pt x="1304" y="419"/>
                  </a:lnTo>
                  <a:lnTo>
                    <a:pt x="1304" y="419"/>
                  </a:lnTo>
                  <a:lnTo>
                    <a:pt x="1304" y="421"/>
                  </a:lnTo>
                  <a:lnTo>
                    <a:pt x="1304" y="421"/>
                  </a:lnTo>
                  <a:lnTo>
                    <a:pt x="1303" y="422"/>
                  </a:lnTo>
                  <a:lnTo>
                    <a:pt x="1304" y="424"/>
                  </a:lnTo>
                  <a:lnTo>
                    <a:pt x="1304" y="425"/>
                  </a:lnTo>
                  <a:lnTo>
                    <a:pt x="1303" y="427"/>
                  </a:lnTo>
                  <a:lnTo>
                    <a:pt x="1301" y="427"/>
                  </a:lnTo>
                  <a:lnTo>
                    <a:pt x="1300" y="427"/>
                  </a:lnTo>
                  <a:lnTo>
                    <a:pt x="1300" y="428"/>
                  </a:lnTo>
                  <a:lnTo>
                    <a:pt x="1298" y="428"/>
                  </a:lnTo>
                  <a:lnTo>
                    <a:pt x="1297" y="428"/>
                  </a:lnTo>
                  <a:lnTo>
                    <a:pt x="1298" y="428"/>
                  </a:lnTo>
                  <a:lnTo>
                    <a:pt x="1298" y="430"/>
                  </a:lnTo>
                  <a:lnTo>
                    <a:pt x="1300" y="430"/>
                  </a:lnTo>
                  <a:lnTo>
                    <a:pt x="1301" y="428"/>
                  </a:lnTo>
                  <a:lnTo>
                    <a:pt x="1303" y="428"/>
                  </a:lnTo>
                  <a:lnTo>
                    <a:pt x="1304" y="430"/>
                  </a:lnTo>
                  <a:lnTo>
                    <a:pt x="1304" y="432"/>
                  </a:lnTo>
                  <a:lnTo>
                    <a:pt x="1304" y="432"/>
                  </a:lnTo>
                  <a:lnTo>
                    <a:pt x="1304" y="432"/>
                  </a:lnTo>
                  <a:lnTo>
                    <a:pt x="1304" y="433"/>
                  </a:lnTo>
                  <a:lnTo>
                    <a:pt x="1303" y="435"/>
                  </a:lnTo>
                  <a:lnTo>
                    <a:pt x="1304" y="435"/>
                  </a:lnTo>
                  <a:lnTo>
                    <a:pt x="1304" y="435"/>
                  </a:lnTo>
                  <a:lnTo>
                    <a:pt x="1306" y="435"/>
                  </a:lnTo>
                  <a:lnTo>
                    <a:pt x="1307" y="435"/>
                  </a:lnTo>
                  <a:lnTo>
                    <a:pt x="1307" y="436"/>
                  </a:lnTo>
                  <a:lnTo>
                    <a:pt x="1312" y="439"/>
                  </a:lnTo>
                  <a:lnTo>
                    <a:pt x="1312" y="441"/>
                  </a:lnTo>
                  <a:lnTo>
                    <a:pt x="1310" y="442"/>
                  </a:lnTo>
                  <a:lnTo>
                    <a:pt x="1310" y="445"/>
                  </a:lnTo>
                  <a:lnTo>
                    <a:pt x="1310" y="447"/>
                  </a:lnTo>
                  <a:lnTo>
                    <a:pt x="1309" y="447"/>
                  </a:lnTo>
                  <a:lnTo>
                    <a:pt x="1303" y="447"/>
                  </a:lnTo>
                  <a:lnTo>
                    <a:pt x="1298" y="445"/>
                  </a:lnTo>
                  <a:lnTo>
                    <a:pt x="1298" y="444"/>
                  </a:lnTo>
                  <a:lnTo>
                    <a:pt x="1300" y="444"/>
                  </a:lnTo>
                  <a:lnTo>
                    <a:pt x="1298" y="444"/>
                  </a:lnTo>
                  <a:lnTo>
                    <a:pt x="1298" y="444"/>
                  </a:lnTo>
                  <a:lnTo>
                    <a:pt x="1297" y="444"/>
                  </a:lnTo>
                  <a:lnTo>
                    <a:pt x="1298" y="445"/>
                  </a:lnTo>
                  <a:lnTo>
                    <a:pt x="1301" y="447"/>
                  </a:lnTo>
                  <a:lnTo>
                    <a:pt x="1303" y="448"/>
                  </a:lnTo>
                  <a:lnTo>
                    <a:pt x="1304" y="448"/>
                  </a:lnTo>
                  <a:lnTo>
                    <a:pt x="1306" y="450"/>
                  </a:lnTo>
                  <a:lnTo>
                    <a:pt x="1306" y="450"/>
                  </a:lnTo>
                  <a:lnTo>
                    <a:pt x="1306" y="450"/>
                  </a:lnTo>
                  <a:lnTo>
                    <a:pt x="1304" y="451"/>
                  </a:lnTo>
                  <a:lnTo>
                    <a:pt x="1303" y="451"/>
                  </a:lnTo>
                  <a:lnTo>
                    <a:pt x="1304" y="453"/>
                  </a:lnTo>
                  <a:lnTo>
                    <a:pt x="1307" y="453"/>
                  </a:lnTo>
                  <a:lnTo>
                    <a:pt x="1309" y="453"/>
                  </a:lnTo>
                  <a:lnTo>
                    <a:pt x="1310" y="454"/>
                  </a:lnTo>
                  <a:lnTo>
                    <a:pt x="1309" y="454"/>
                  </a:lnTo>
                  <a:lnTo>
                    <a:pt x="1307" y="456"/>
                  </a:lnTo>
                  <a:lnTo>
                    <a:pt x="1307" y="457"/>
                  </a:lnTo>
                  <a:lnTo>
                    <a:pt x="1309" y="457"/>
                  </a:lnTo>
                  <a:lnTo>
                    <a:pt x="1310" y="457"/>
                  </a:lnTo>
                  <a:lnTo>
                    <a:pt x="1310" y="457"/>
                  </a:lnTo>
                  <a:lnTo>
                    <a:pt x="1312" y="460"/>
                  </a:lnTo>
                  <a:lnTo>
                    <a:pt x="1312" y="460"/>
                  </a:lnTo>
                  <a:lnTo>
                    <a:pt x="1310" y="462"/>
                  </a:lnTo>
                  <a:lnTo>
                    <a:pt x="1310" y="462"/>
                  </a:lnTo>
                  <a:lnTo>
                    <a:pt x="1310" y="462"/>
                  </a:lnTo>
                  <a:lnTo>
                    <a:pt x="1313" y="463"/>
                  </a:lnTo>
                  <a:lnTo>
                    <a:pt x="1313" y="463"/>
                  </a:lnTo>
                  <a:lnTo>
                    <a:pt x="1313" y="463"/>
                  </a:lnTo>
                  <a:lnTo>
                    <a:pt x="1315" y="465"/>
                  </a:lnTo>
                  <a:lnTo>
                    <a:pt x="1315" y="465"/>
                  </a:lnTo>
                  <a:lnTo>
                    <a:pt x="1316" y="463"/>
                  </a:lnTo>
                  <a:lnTo>
                    <a:pt x="1318" y="462"/>
                  </a:lnTo>
                  <a:lnTo>
                    <a:pt x="1318" y="463"/>
                  </a:lnTo>
                  <a:lnTo>
                    <a:pt x="1318" y="463"/>
                  </a:lnTo>
                  <a:lnTo>
                    <a:pt x="1319" y="465"/>
                  </a:lnTo>
                  <a:lnTo>
                    <a:pt x="1321" y="467"/>
                  </a:lnTo>
                  <a:lnTo>
                    <a:pt x="1321" y="468"/>
                  </a:lnTo>
                  <a:lnTo>
                    <a:pt x="1323" y="467"/>
                  </a:lnTo>
                  <a:lnTo>
                    <a:pt x="1323" y="467"/>
                  </a:lnTo>
                  <a:lnTo>
                    <a:pt x="1324" y="467"/>
                  </a:lnTo>
                  <a:lnTo>
                    <a:pt x="1323" y="468"/>
                  </a:lnTo>
                  <a:lnTo>
                    <a:pt x="1323" y="470"/>
                  </a:lnTo>
                  <a:lnTo>
                    <a:pt x="1324" y="470"/>
                  </a:lnTo>
                  <a:lnTo>
                    <a:pt x="1324" y="471"/>
                  </a:lnTo>
                  <a:lnTo>
                    <a:pt x="1326" y="473"/>
                  </a:lnTo>
                  <a:lnTo>
                    <a:pt x="1326" y="474"/>
                  </a:lnTo>
                  <a:lnTo>
                    <a:pt x="1323" y="476"/>
                  </a:lnTo>
                  <a:lnTo>
                    <a:pt x="1323" y="479"/>
                  </a:lnTo>
                  <a:lnTo>
                    <a:pt x="1323" y="479"/>
                  </a:lnTo>
                  <a:lnTo>
                    <a:pt x="1321" y="480"/>
                  </a:lnTo>
                  <a:lnTo>
                    <a:pt x="1319" y="482"/>
                  </a:lnTo>
                  <a:lnTo>
                    <a:pt x="1321" y="482"/>
                  </a:lnTo>
                  <a:lnTo>
                    <a:pt x="1324" y="479"/>
                  </a:lnTo>
                  <a:lnTo>
                    <a:pt x="1326" y="479"/>
                  </a:lnTo>
                  <a:lnTo>
                    <a:pt x="1329" y="477"/>
                  </a:lnTo>
                  <a:lnTo>
                    <a:pt x="1330" y="477"/>
                  </a:lnTo>
                  <a:lnTo>
                    <a:pt x="1330" y="477"/>
                  </a:lnTo>
                  <a:lnTo>
                    <a:pt x="1332" y="477"/>
                  </a:lnTo>
                  <a:lnTo>
                    <a:pt x="1332" y="479"/>
                  </a:lnTo>
                  <a:lnTo>
                    <a:pt x="1333" y="480"/>
                  </a:lnTo>
                  <a:lnTo>
                    <a:pt x="1333" y="479"/>
                  </a:lnTo>
                  <a:lnTo>
                    <a:pt x="1335" y="480"/>
                  </a:lnTo>
                  <a:lnTo>
                    <a:pt x="1335" y="480"/>
                  </a:lnTo>
                  <a:lnTo>
                    <a:pt x="1330" y="485"/>
                  </a:lnTo>
                  <a:lnTo>
                    <a:pt x="1330" y="486"/>
                  </a:lnTo>
                  <a:lnTo>
                    <a:pt x="1330" y="488"/>
                  </a:lnTo>
                  <a:lnTo>
                    <a:pt x="1330" y="486"/>
                  </a:lnTo>
                  <a:lnTo>
                    <a:pt x="1335" y="482"/>
                  </a:lnTo>
                  <a:lnTo>
                    <a:pt x="1335" y="482"/>
                  </a:lnTo>
                  <a:lnTo>
                    <a:pt x="1336" y="480"/>
                  </a:lnTo>
                  <a:lnTo>
                    <a:pt x="1336" y="479"/>
                  </a:lnTo>
                  <a:lnTo>
                    <a:pt x="1339" y="480"/>
                  </a:lnTo>
                  <a:lnTo>
                    <a:pt x="1339" y="480"/>
                  </a:lnTo>
                  <a:lnTo>
                    <a:pt x="1341" y="482"/>
                  </a:lnTo>
                  <a:lnTo>
                    <a:pt x="1341" y="485"/>
                  </a:lnTo>
                  <a:lnTo>
                    <a:pt x="1342" y="486"/>
                  </a:lnTo>
                  <a:lnTo>
                    <a:pt x="1347" y="488"/>
                  </a:lnTo>
                  <a:lnTo>
                    <a:pt x="1347" y="488"/>
                  </a:lnTo>
                  <a:lnTo>
                    <a:pt x="1350" y="488"/>
                  </a:lnTo>
                  <a:lnTo>
                    <a:pt x="1350" y="486"/>
                  </a:lnTo>
                  <a:lnTo>
                    <a:pt x="1351" y="486"/>
                  </a:lnTo>
                  <a:lnTo>
                    <a:pt x="1353" y="486"/>
                  </a:lnTo>
                  <a:lnTo>
                    <a:pt x="1353" y="488"/>
                  </a:lnTo>
                  <a:lnTo>
                    <a:pt x="1354" y="489"/>
                  </a:lnTo>
                  <a:lnTo>
                    <a:pt x="1356" y="491"/>
                  </a:lnTo>
                  <a:lnTo>
                    <a:pt x="1357" y="491"/>
                  </a:lnTo>
                  <a:lnTo>
                    <a:pt x="1359" y="491"/>
                  </a:lnTo>
                  <a:lnTo>
                    <a:pt x="1359" y="492"/>
                  </a:lnTo>
                  <a:lnTo>
                    <a:pt x="1359" y="492"/>
                  </a:lnTo>
                  <a:lnTo>
                    <a:pt x="1359" y="494"/>
                  </a:lnTo>
                  <a:lnTo>
                    <a:pt x="1357" y="495"/>
                  </a:lnTo>
                  <a:lnTo>
                    <a:pt x="1356" y="497"/>
                  </a:lnTo>
                  <a:lnTo>
                    <a:pt x="1353" y="497"/>
                  </a:lnTo>
                  <a:lnTo>
                    <a:pt x="1350" y="497"/>
                  </a:lnTo>
                  <a:lnTo>
                    <a:pt x="1350" y="498"/>
                  </a:lnTo>
                  <a:lnTo>
                    <a:pt x="1350" y="498"/>
                  </a:lnTo>
                  <a:lnTo>
                    <a:pt x="1348" y="500"/>
                  </a:lnTo>
                  <a:lnTo>
                    <a:pt x="1347" y="500"/>
                  </a:lnTo>
                  <a:lnTo>
                    <a:pt x="1345" y="503"/>
                  </a:lnTo>
                  <a:lnTo>
                    <a:pt x="1344" y="503"/>
                  </a:lnTo>
                  <a:lnTo>
                    <a:pt x="1344" y="503"/>
                  </a:lnTo>
                  <a:lnTo>
                    <a:pt x="1342" y="503"/>
                  </a:lnTo>
                  <a:lnTo>
                    <a:pt x="1341" y="505"/>
                  </a:lnTo>
                  <a:lnTo>
                    <a:pt x="1341" y="505"/>
                  </a:lnTo>
                  <a:lnTo>
                    <a:pt x="1339" y="505"/>
                  </a:lnTo>
                  <a:lnTo>
                    <a:pt x="1339" y="506"/>
                  </a:lnTo>
                  <a:lnTo>
                    <a:pt x="1338" y="506"/>
                  </a:lnTo>
                  <a:lnTo>
                    <a:pt x="1333" y="508"/>
                  </a:lnTo>
                  <a:lnTo>
                    <a:pt x="1332" y="508"/>
                  </a:lnTo>
                  <a:lnTo>
                    <a:pt x="1330" y="508"/>
                  </a:lnTo>
                  <a:lnTo>
                    <a:pt x="1330" y="508"/>
                  </a:lnTo>
                  <a:lnTo>
                    <a:pt x="1329" y="509"/>
                  </a:lnTo>
                  <a:lnTo>
                    <a:pt x="1327" y="509"/>
                  </a:lnTo>
                  <a:lnTo>
                    <a:pt x="1327" y="511"/>
                  </a:lnTo>
                  <a:lnTo>
                    <a:pt x="1327" y="511"/>
                  </a:lnTo>
                  <a:lnTo>
                    <a:pt x="1327" y="512"/>
                  </a:lnTo>
                  <a:lnTo>
                    <a:pt x="1326" y="512"/>
                  </a:lnTo>
                  <a:lnTo>
                    <a:pt x="1326" y="514"/>
                  </a:lnTo>
                  <a:lnTo>
                    <a:pt x="1324" y="512"/>
                  </a:lnTo>
                  <a:lnTo>
                    <a:pt x="1323" y="512"/>
                  </a:lnTo>
                  <a:lnTo>
                    <a:pt x="1323" y="512"/>
                  </a:lnTo>
                  <a:lnTo>
                    <a:pt x="1326" y="514"/>
                  </a:lnTo>
                  <a:lnTo>
                    <a:pt x="1327" y="515"/>
                  </a:lnTo>
                  <a:lnTo>
                    <a:pt x="1326" y="517"/>
                  </a:lnTo>
                  <a:lnTo>
                    <a:pt x="1324" y="517"/>
                  </a:lnTo>
                  <a:lnTo>
                    <a:pt x="1324" y="518"/>
                  </a:lnTo>
                  <a:lnTo>
                    <a:pt x="1324" y="518"/>
                  </a:lnTo>
                  <a:lnTo>
                    <a:pt x="1324" y="518"/>
                  </a:lnTo>
                  <a:lnTo>
                    <a:pt x="1324" y="520"/>
                  </a:lnTo>
                  <a:lnTo>
                    <a:pt x="1324" y="520"/>
                  </a:lnTo>
                  <a:lnTo>
                    <a:pt x="1324" y="520"/>
                  </a:lnTo>
                  <a:lnTo>
                    <a:pt x="1326" y="518"/>
                  </a:lnTo>
                  <a:lnTo>
                    <a:pt x="1329" y="517"/>
                  </a:lnTo>
                  <a:lnTo>
                    <a:pt x="1329" y="515"/>
                  </a:lnTo>
                  <a:lnTo>
                    <a:pt x="1330" y="515"/>
                  </a:lnTo>
                  <a:lnTo>
                    <a:pt x="1332" y="514"/>
                  </a:lnTo>
                  <a:lnTo>
                    <a:pt x="1333" y="514"/>
                  </a:lnTo>
                  <a:lnTo>
                    <a:pt x="1336" y="512"/>
                  </a:lnTo>
                  <a:lnTo>
                    <a:pt x="1338" y="511"/>
                  </a:lnTo>
                  <a:lnTo>
                    <a:pt x="1341" y="508"/>
                  </a:lnTo>
                  <a:lnTo>
                    <a:pt x="1344" y="505"/>
                  </a:lnTo>
                  <a:lnTo>
                    <a:pt x="1348" y="503"/>
                  </a:lnTo>
                  <a:lnTo>
                    <a:pt x="1351" y="503"/>
                  </a:lnTo>
                  <a:lnTo>
                    <a:pt x="1353" y="503"/>
                  </a:lnTo>
                  <a:lnTo>
                    <a:pt x="1353" y="503"/>
                  </a:lnTo>
                  <a:lnTo>
                    <a:pt x="1351" y="501"/>
                  </a:lnTo>
                  <a:lnTo>
                    <a:pt x="1350" y="501"/>
                  </a:lnTo>
                  <a:lnTo>
                    <a:pt x="1348" y="501"/>
                  </a:lnTo>
                  <a:lnTo>
                    <a:pt x="1348" y="501"/>
                  </a:lnTo>
                  <a:lnTo>
                    <a:pt x="1348" y="501"/>
                  </a:lnTo>
                  <a:lnTo>
                    <a:pt x="1348" y="500"/>
                  </a:lnTo>
                  <a:lnTo>
                    <a:pt x="1350" y="500"/>
                  </a:lnTo>
                  <a:lnTo>
                    <a:pt x="1357" y="500"/>
                  </a:lnTo>
                  <a:lnTo>
                    <a:pt x="1359" y="501"/>
                  </a:lnTo>
                  <a:lnTo>
                    <a:pt x="1362" y="506"/>
                  </a:lnTo>
                  <a:lnTo>
                    <a:pt x="1362" y="508"/>
                  </a:lnTo>
                  <a:lnTo>
                    <a:pt x="1364" y="509"/>
                  </a:lnTo>
                  <a:lnTo>
                    <a:pt x="1362" y="509"/>
                  </a:lnTo>
                  <a:lnTo>
                    <a:pt x="1362" y="511"/>
                  </a:lnTo>
                  <a:lnTo>
                    <a:pt x="1359" y="512"/>
                  </a:lnTo>
                  <a:lnTo>
                    <a:pt x="1357" y="512"/>
                  </a:lnTo>
                  <a:lnTo>
                    <a:pt x="1357" y="512"/>
                  </a:lnTo>
                  <a:lnTo>
                    <a:pt x="1359" y="514"/>
                  </a:lnTo>
                  <a:lnTo>
                    <a:pt x="1361" y="514"/>
                  </a:lnTo>
                  <a:lnTo>
                    <a:pt x="1361" y="515"/>
                  </a:lnTo>
                  <a:lnTo>
                    <a:pt x="1362" y="514"/>
                  </a:lnTo>
                  <a:lnTo>
                    <a:pt x="1365" y="512"/>
                  </a:lnTo>
                  <a:lnTo>
                    <a:pt x="1367" y="511"/>
                  </a:lnTo>
                  <a:lnTo>
                    <a:pt x="1368" y="509"/>
                  </a:lnTo>
                  <a:lnTo>
                    <a:pt x="1370" y="509"/>
                  </a:lnTo>
                  <a:lnTo>
                    <a:pt x="1371" y="509"/>
                  </a:lnTo>
                  <a:lnTo>
                    <a:pt x="1371" y="511"/>
                  </a:lnTo>
                  <a:lnTo>
                    <a:pt x="1373" y="512"/>
                  </a:lnTo>
                  <a:lnTo>
                    <a:pt x="1374" y="512"/>
                  </a:lnTo>
                  <a:lnTo>
                    <a:pt x="1376" y="514"/>
                  </a:lnTo>
                  <a:lnTo>
                    <a:pt x="1377" y="515"/>
                  </a:lnTo>
                  <a:lnTo>
                    <a:pt x="1377" y="517"/>
                  </a:lnTo>
                  <a:lnTo>
                    <a:pt x="1379" y="518"/>
                  </a:lnTo>
                  <a:lnTo>
                    <a:pt x="1379" y="518"/>
                  </a:lnTo>
                  <a:lnTo>
                    <a:pt x="1379" y="520"/>
                  </a:lnTo>
                  <a:lnTo>
                    <a:pt x="1379" y="520"/>
                  </a:lnTo>
                  <a:lnTo>
                    <a:pt x="1379" y="521"/>
                  </a:lnTo>
                  <a:lnTo>
                    <a:pt x="1379" y="523"/>
                  </a:lnTo>
                  <a:lnTo>
                    <a:pt x="1379" y="526"/>
                  </a:lnTo>
                  <a:lnTo>
                    <a:pt x="1379" y="527"/>
                  </a:lnTo>
                  <a:lnTo>
                    <a:pt x="1379" y="529"/>
                  </a:lnTo>
                  <a:lnTo>
                    <a:pt x="1379" y="530"/>
                  </a:lnTo>
                  <a:lnTo>
                    <a:pt x="1379" y="532"/>
                  </a:lnTo>
                  <a:lnTo>
                    <a:pt x="1379" y="532"/>
                  </a:lnTo>
                  <a:lnTo>
                    <a:pt x="1379" y="533"/>
                  </a:lnTo>
                  <a:lnTo>
                    <a:pt x="1374" y="533"/>
                  </a:lnTo>
                  <a:lnTo>
                    <a:pt x="1373" y="533"/>
                  </a:lnTo>
                  <a:lnTo>
                    <a:pt x="1373" y="535"/>
                  </a:lnTo>
                  <a:lnTo>
                    <a:pt x="1374" y="535"/>
                  </a:lnTo>
                  <a:lnTo>
                    <a:pt x="1376" y="535"/>
                  </a:lnTo>
                  <a:lnTo>
                    <a:pt x="1379" y="535"/>
                  </a:lnTo>
                  <a:lnTo>
                    <a:pt x="1380" y="536"/>
                  </a:lnTo>
                  <a:lnTo>
                    <a:pt x="1380" y="536"/>
                  </a:lnTo>
                  <a:lnTo>
                    <a:pt x="1380" y="538"/>
                  </a:lnTo>
                  <a:lnTo>
                    <a:pt x="1379" y="538"/>
                  </a:lnTo>
                  <a:lnTo>
                    <a:pt x="1379" y="538"/>
                  </a:lnTo>
                  <a:lnTo>
                    <a:pt x="1377" y="538"/>
                  </a:lnTo>
                  <a:lnTo>
                    <a:pt x="1377" y="538"/>
                  </a:lnTo>
                  <a:lnTo>
                    <a:pt x="1379" y="539"/>
                  </a:lnTo>
                  <a:lnTo>
                    <a:pt x="1379" y="539"/>
                  </a:lnTo>
                  <a:lnTo>
                    <a:pt x="1380" y="541"/>
                  </a:lnTo>
                  <a:lnTo>
                    <a:pt x="1380" y="541"/>
                  </a:lnTo>
                  <a:lnTo>
                    <a:pt x="1380" y="543"/>
                  </a:lnTo>
                  <a:lnTo>
                    <a:pt x="1377" y="547"/>
                  </a:lnTo>
                  <a:lnTo>
                    <a:pt x="1373" y="550"/>
                  </a:lnTo>
                  <a:lnTo>
                    <a:pt x="1370" y="552"/>
                  </a:lnTo>
                  <a:lnTo>
                    <a:pt x="1365" y="556"/>
                  </a:lnTo>
                  <a:lnTo>
                    <a:pt x="1364" y="556"/>
                  </a:lnTo>
                  <a:lnTo>
                    <a:pt x="1364" y="556"/>
                  </a:lnTo>
                  <a:lnTo>
                    <a:pt x="1361" y="556"/>
                  </a:lnTo>
                  <a:lnTo>
                    <a:pt x="1359" y="556"/>
                  </a:lnTo>
                  <a:lnTo>
                    <a:pt x="1354" y="556"/>
                  </a:lnTo>
                  <a:lnTo>
                    <a:pt x="1354" y="558"/>
                  </a:lnTo>
                  <a:lnTo>
                    <a:pt x="1351" y="559"/>
                  </a:lnTo>
                  <a:lnTo>
                    <a:pt x="1351" y="559"/>
                  </a:lnTo>
                  <a:lnTo>
                    <a:pt x="1348" y="559"/>
                  </a:lnTo>
                  <a:lnTo>
                    <a:pt x="1347" y="559"/>
                  </a:lnTo>
                  <a:lnTo>
                    <a:pt x="1345" y="559"/>
                  </a:lnTo>
                  <a:lnTo>
                    <a:pt x="1345" y="561"/>
                  </a:lnTo>
                  <a:lnTo>
                    <a:pt x="1345" y="561"/>
                  </a:lnTo>
                  <a:lnTo>
                    <a:pt x="1344" y="562"/>
                  </a:lnTo>
                  <a:lnTo>
                    <a:pt x="1339" y="567"/>
                  </a:lnTo>
                  <a:lnTo>
                    <a:pt x="1338" y="570"/>
                  </a:lnTo>
                  <a:lnTo>
                    <a:pt x="1335" y="571"/>
                  </a:lnTo>
                  <a:lnTo>
                    <a:pt x="1333" y="574"/>
                  </a:lnTo>
                  <a:lnTo>
                    <a:pt x="1330" y="576"/>
                  </a:lnTo>
                  <a:lnTo>
                    <a:pt x="1329" y="579"/>
                  </a:lnTo>
                  <a:lnTo>
                    <a:pt x="1327" y="579"/>
                  </a:lnTo>
                  <a:lnTo>
                    <a:pt x="1323" y="581"/>
                  </a:lnTo>
                  <a:lnTo>
                    <a:pt x="1319" y="581"/>
                  </a:lnTo>
                  <a:lnTo>
                    <a:pt x="1318" y="579"/>
                  </a:lnTo>
                  <a:lnTo>
                    <a:pt x="1316" y="581"/>
                  </a:lnTo>
                  <a:lnTo>
                    <a:pt x="1313" y="581"/>
                  </a:lnTo>
                  <a:lnTo>
                    <a:pt x="1312" y="581"/>
                  </a:lnTo>
                  <a:lnTo>
                    <a:pt x="1306" y="582"/>
                  </a:lnTo>
                  <a:lnTo>
                    <a:pt x="1306" y="581"/>
                  </a:lnTo>
                  <a:lnTo>
                    <a:pt x="1304" y="581"/>
                  </a:lnTo>
                  <a:lnTo>
                    <a:pt x="1301" y="581"/>
                  </a:lnTo>
                  <a:lnTo>
                    <a:pt x="1298" y="579"/>
                  </a:lnTo>
                  <a:lnTo>
                    <a:pt x="1297" y="579"/>
                  </a:lnTo>
                  <a:lnTo>
                    <a:pt x="1294" y="579"/>
                  </a:lnTo>
                  <a:lnTo>
                    <a:pt x="1294" y="579"/>
                  </a:lnTo>
                  <a:lnTo>
                    <a:pt x="1292" y="579"/>
                  </a:lnTo>
                  <a:lnTo>
                    <a:pt x="1289" y="579"/>
                  </a:lnTo>
                  <a:lnTo>
                    <a:pt x="1288" y="579"/>
                  </a:lnTo>
                  <a:lnTo>
                    <a:pt x="1283" y="579"/>
                  </a:lnTo>
                  <a:lnTo>
                    <a:pt x="1282" y="579"/>
                  </a:lnTo>
                  <a:lnTo>
                    <a:pt x="1280" y="579"/>
                  </a:lnTo>
                  <a:lnTo>
                    <a:pt x="1278" y="579"/>
                  </a:lnTo>
                  <a:lnTo>
                    <a:pt x="1277" y="579"/>
                  </a:lnTo>
                  <a:lnTo>
                    <a:pt x="1272" y="579"/>
                  </a:lnTo>
                  <a:lnTo>
                    <a:pt x="1268" y="579"/>
                  </a:lnTo>
                  <a:lnTo>
                    <a:pt x="1265" y="579"/>
                  </a:lnTo>
                  <a:lnTo>
                    <a:pt x="1263" y="579"/>
                  </a:lnTo>
                  <a:lnTo>
                    <a:pt x="1257" y="579"/>
                  </a:lnTo>
                  <a:lnTo>
                    <a:pt x="1254" y="579"/>
                  </a:lnTo>
                  <a:lnTo>
                    <a:pt x="1253" y="581"/>
                  </a:lnTo>
                  <a:lnTo>
                    <a:pt x="1251" y="581"/>
                  </a:lnTo>
                  <a:lnTo>
                    <a:pt x="1250" y="581"/>
                  </a:lnTo>
                  <a:lnTo>
                    <a:pt x="1250" y="581"/>
                  </a:lnTo>
                  <a:lnTo>
                    <a:pt x="1248" y="581"/>
                  </a:lnTo>
                  <a:lnTo>
                    <a:pt x="1247" y="582"/>
                  </a:lnTo>
                  <a:lnTo>
                    <a:pt x="1247" y="582"/>
                  </a:lnTo>
                  <a:lnTo>
                    <a:pt x="1245" y="584"/>
                  </a:lnTo>
                  <a:lnTo>
                    <a:pt x="1242" y="585"/>
                  </a:lnTo>
                  <a:lnTo>
                    <a:pt x="1239" y="593"/>
                  </a:lnTo>
                  <a:lnTo>
                    <a:pt x="1239" y="594"/>
                  </a:lnTo>
                  <a:lnTo>
                    <a:pt x="1237" y="597"/>
                  </a:lnTo>
                  <a:lnTo>
                    <a:pt x="1236" y="597"/>
                  </a:lnTo>
                  <a:lnTo>
                    <a:pt x="1234" y="597"/>
                  </a:lnTo>
                  <a:lnTo>
                    <a:pt x="1228" y="599"/>
                  </a:lnTo>
                  <a:lnTo>
                    <a:pt x="1225" y="600"/>
                  </a:lnTo>
                  <a:lnTo>
                    <a:pt x="1227" y="600"/>
                  </a:lnTo>
                  <a:lnTo>
                    <a:pt x="1225" y="602"/>
                  </a:lnTo>
                  <a:lnTo>
                    <a:pt x="1224" y="602"/>
                  </a:lnTo>
                  <a:lnTo>
                    <a:pt x="1222" y="602"/>
                  </a:lnTo>
                  <a:lnTo>
                    <a:pt x="1222" y="603"/>
                  </a:lnTo>
                  <a:lnTo>
                    <a:pt x="1221" y="605"/>
                  </a:lnTo>
                  <a:lnTo>
                    <a:pt x="1218" y="606"/>
                  </a:lnTo>
                  <a:lnTo>
                    <a:pt x="1215" y="611"/>
                  </a:lnTo>
                  <a:lnTo>
                    <a:pt x="1213" y="614"/>
                  </a:lnTo>
                  <a:lnTo>
                    <a:pt x="1210" y="617"/>
                  </a:lnTo>
                  <a:lnTo>
                    <a:pt x="1209" y="619"/>
                  </a:lnTo>
                  <a:lnTo>
                    <a:pt x="1209" y="619"/>
                  </a:lnTo>
                  <a:lnTo>
                    <a:pt x="1207" y="619"/>
                  </a:lnTo>
                  <a:lnTo>
                    <a:pt x="1206" y="617"/>
                  </a:lnTo>
                  <a:lnTo>
                    <a:pt x="1204" y="617"/>
                  </a:lnTo>
                  <a:lnTo>
                    <a:pt x="1201" y="616"/>
                  </a:lnTo>
                  <a:lnTo>
                    <a:pt x="1192" y="614"/>
                  </a:lnTo>
                  <a:lnTo>
                    <a:pt x="1193" y="614"/>
                  </a:lnTo>
                  <a:lnTo>
                    <a:pt x="1195" y="616"/>
                  </a:lnTo>
                  <a:lnTo>
                    <a:pt x="1196" y="616"/>
                  </a:lnTo>
                  <a:lnTo>
                    <a:pt x="1199" y="616"/>
                  </a:lnTo>
                  <a:lnTo>
                    <a:pt x="1203" y="617"/>
                  </a:lnTo>
                  <a:lnTo>
                    <a:pt x="1206" y="619"/>
                  </a:lnTo>
                  <a:lnTo>
                    <a:pt x="1207" y="619"/>
                  </a:lnTo>
                  <a:lnTo>
                    <a:pt x="1207" y="620"/>
                  </a:lnTo>
                  <a:lnTo>
                    <a:pt x="1207" y="623"/>
                  </a:lnTo>
                  <a:lnTo>
                    <a:pt x="1206" y="625"/>
                  </a:lnTo>
                  <a:lnTo>
                    <a:pt x="1206" y="626"/>
                  </a:lnTo>
                  <a:lnTo>
                    <a:pt x="1201" y="631"/>
                  </a:lnTo>
                  <a:lnTo>
                    <a:pt x="1199" y="632"/>
                  </a:lnTo>
                  <a:lnTo>
                    <a:pt x="1196" y="637"/>
                  </a:lnTo>
                  <a:lnTo>
                    <a:pt x="1193" y="640"/>
                  </a:lnTo>
                  <a:lnTo>
                    <a:pt x="1192" y="641"/>
                  </a:lnTo>
                  <a:lnTo>
                    <a:pt x="1189" y="644"/>
                  </a:lnTo>
                  <a:lnTo>
                    <a:pt x="1186" y="646"/>
                  </a:lnTo>
                  <a:lnTo>
                    <a:pt x="1183" y="646"/>
                  </a:lnTo>
                  <a:lnTo>
                    <a:pt x="1181" y="646"/>
                  </a:lnTo>
                  <a:lnTo>
                    <a:pt x="1180" y="647"/>
                  </a:lnTo>
                  <a:lnTo>
                    <a:pt x="1178" y="647"/>
                  </a:lnTo>
                  <a:lnTo>
                    <a:pt x="1177" y="649"/>
                  </a:lnTo>
                  <a:lnTo>
                    <a:pt x="1172" y="654"/>
                  </a:lnTo>
                  <a:lnTo>
                    <a:pt x="1171" y="654"/>
                  </a:lnTo>
                  <a:lnTo>
                    <a:pt x="1169" y="654"/>
                  </a:lnTo>
                  <a:lnTo>
                    <a:pt x="1168" y="655"/>
                  </a:lnTo>
                  <a:lnTo>
                    <a:pt x="1166" y="657"/>
                  </a:lnTo>
                  <a:lnTo>
                    <a:pt x="1166" y="658"/>
                  </a:lnTo>
                  <a:lnTo>
                    <a:pt x="1165" y="660"/>
                  </a:lnTo>
                  <a:lnTo>
                    <a:pt x="1163" y="663"/>
                  </a:lnTo>
                  <a:lnTo>
                    <a:pt x="1160" y="663"/>
                  </a:lnTo>
                  <a:lnTo>
                    <a:pt x="1158" y="664"/>
                  </a:lnTo>
                  <a:lnTo>
                    <a:pt x="1157" y="666"/>
                  </a:lnTo>
                  <a:lnTo>
                    <a:pt x="1155" y="667"/>
                  </a:lnTo>
                  <a:lnTo>
                    <a:pt x="1152" y="666"/>
                  </a:lnTo>
                  <a:lnTo>
                    <a:pt x="1152" y="667"/>
                  </a:lnTo>
                  <a:lnTo>
                    <a:pt x="1155" y="667"/>
                  </a:lnTo>
                  <a:lnTo>
                    <a:pt x="1157" y="669"/>
                  </a:lnTo>
                  <a:lnTo>
                    <a:pt x="1155" y="670"/>
                  </a:lnTo>
                  <a:lnTo>
                    <a:pt x="1151" y="672"/>
                  </a:lnTo>
                  <a:lnTo>
                    <a:pt x="1148" y="675"/>
                  </a:lnTo>
                  <a:lnTo>
                    <a:pt x="1149" y="675"/>
                  </a:lnTo>
                  <a:lnTo>
                    <a:pt x="1152" y="672"/>
                  </a:lnTo>
                  <a:lnTo>
                    <a:pt x="1155" y="672"/>
                  </a:lnTo>
                  <a:lnTo>
                    <a:pt x="1158" y="669"/>
                  </a:lnTo>
                  <a:lnTo>
                    <a:pt x="1161" y="669"/>
                  </a:lnTo>
                  <a:lnTo>
                    <a:pt x="1161" y="667"/>
                  </a:lnTo>
                  <a:lnTo>
                    <a:pt x="1161" y="666"/>
                  </a:lnTo>
                  <a:lnTo>
                    <a:pt x="1163" y="664"/>
                  </a:lnTo>
                  <a:lnTo>
                    <a:pt x="1163" y="663"/>
                  </a:lnTo>
                  <a:lnTo>
                    <a:pt x="1165" y="660"/>
                  </a:lnTo>
                  <a:lnTo>
                    <a:pt x="1166" y="658"/>
                  </a:lnTo>
                  <a:lnTo>
                    <a:pt x="1168" y="657"/>
                  </a:lnTo>
                  <a:lnTo>
                    <a:pt x="1172" y="655"/>
                  </a:lnTo>
                  <a:lnTo>
                    <a:pt x="1174" y="652"/>
                  </a:lnTo>
                  <a:lnTo>
                    <a:pt x="1177" y="650"/>
                  </a:lnTo>
                  <a:lnTo>
                    <a:pt x="1178" y="650"/>
                  </a:lnTo>
                  <a:lnTo>
                    <a:pt x="1178" y="649"/>
                  </a:lnTo>
                  <a:lnTo>
                    <a:pt x="1180" y="647"/>
                  </a:lnTo>
                  <a:lnTo>
                    <a:pt x="1181" y="646"/>
                  </a:lnTo>
                  <a:lnTo>
                    <a:pt x="1184" y="646"/>
                  </a:lnTo>
                  <a:lnTo>
                    <a:pt x="1187" y="644"/>
                  </a:lnTo>
                  <a:lnTo>
                    <a:pt x="1189" y="644"/>
                  </a:lnTo>
                  <a:lnTo>
                    <a:pt x="1190" y="643"/>
                  </a:lnTo>
                  <a:lnTo>
                    <a:pt x="1193" y="643"/>
                  </a:lnTo>
                  <a:lnTo>
                    <a:pt x="1198" y="640"/>
                  </a:lnTo>
                  <a:lnTo>
                    <a:pt x="1201" y="638"/>
                  </a:lnTo>
                  <a:lnTo>
                    <a:pt x="1203" y="635"/>
                  </a:lnTo>
                  <a:lnTo>
                    <a:pt x="1204" y="634"/>
                  </a:lnTo>
                  <a:lnTo>
                    <a:pt x="1204" y="632"/>
                  </a:lnTo>
                  <a:lnTo>
                    <a:pt x="1207" y="629"/>
                  </a:lnTo>
                  <a:lnTo>
                    <a:pt x="1210" y="625"/>
                  </a:lnTo>
                  <a:lnTo>
                    <a:pt x="1212" y="623"/>
                  </a:lnTo>
                  <a:lnTo>
                    <a:pt x="1213" y="622"/>
                  </a:lnTo>
                  <a:lnTo>
                    <a:pt x="1218" y="617"/>
                  </a:lnTo>
                  <a:lnTo>
                    <a:pt x="1219" y="616"/>
                  </a:lnTo>
                  <a:lnTo>
                    <a:pt x="1221" y="616"/>
                  </a:lnTo>
                  <a:lnTo>
                    <a:pt x="1222" y="614"/>
                  </a:lnTo>
                  <a:lnTo>
                    <a:pt x="1224" y="612"/>
                  </a:lnTo>
                  <a:lnTo>
                    <a:pt x="1227" y="611"/>
                  </a:lnTo>
                  <a:lnTo>
                    <a:pt x="1231" y="608"/>
                  </a:lnTo>
                  <a:lnTo>
                    <a:pt x="1234" y="606"/>
                  </a:lnTo>
                  <a:lnTo>
                    <a:pt x="1240" y="603"/>
                  </a:lnTo>
                  <a:lnTo>
                    <a:pt x="1247" y="600"/>
                  </a:lnTo>
                  <a:lnTo>
                    <a:pt x="1251" y="599"/>
                  </a:lnTo>
                  <a:lnTo>
                    <a:pt x="1256" y="599"/>
                  </a:lnTo>
                  <a:lnTo>
                    <a:pt x="1260" y="599"/>
                  </a:lnTo>
                  <a:lnTo>
                    <a:pt x="1262" y="599"/>
                  </a:lnTo>
                  <a:lnTo>
                    <a:pt x="1268" y="600"/>
                  </a:lnTo>
                  <a:lnTo>
                    <a:pt x="1272" y="602"/>
                  </a:lnTo>
                  <a:lnTo>
                    <a:pt x="1275" y="605"/>
                  </a:lnTo>
                  <a:lnTo>
                    <a:pt x="1275" y="606"/>
                  </a:lnTo>
                  <a:lnTo>
                    <a:pt x="1275" y="606"/>
                  </a:lnTo>
                  <a:lnTo>
                    <a:pt x="1274" y="606"/>
                  </a:lnTo>
                  <a:lnTo>
                    <a:pt x="1272" y="606"/>
                  </a:lnTo>
                  <a:lnTo>
                    <a:pt x="1274" y="606"/>
                  </a:lnTo>
                  <a:lnTo>
                    <a:pt x="1275" y="609"/>
                  </a:lnTo>
                  <a:lnTo>
                    <a:pt x="1275" y="612"/>
                  </a:lnTo>
                  <a:lnTo>
                    <a:pt x="1274" y="614"/>
                  </a:lnTo>
                  <a:lnTo>
                    <a:pt x="1271" y="616"/>
                  </a:lnTo>
                  <a:lnTo>
                    <a:pt x="1269" y="616"/>
                  </a:lnTo>
                  <a:lnTo>
                    <a:pt x="1269" y="617"/>
                  </a:lnTo>
                  <a:lnTo>
                    <a:pt x="1268" y="619"/>
                  </a:lnTo>
                  <a:lnTo>
                    <a:pt x="1266" y="619"/>
                  </a:lnTo>
                  <a:lnTo>
                    <a:pt x="1266" y="620"/>
                  </a:lnTo>
                  <a:lnTo>
                    <a:pt x="1263" y="622"/>
                  </a:lnTo>
                  <a:lnTo>
                    <a:pt x="1262" y="622"/>
                  </a:lnTo>
                  <a:lnTo>
                    <a:pt x="1260" y="622"/>
                  </a:lnTo>
                  <a:lnTo>
                    <a:pt x="1257" y="620"/>
                  </a:lnTo>
                  <a:lnTo>
                    <a:pt x="1256" y="619"/>
                  </a:lnTo>
                  <a:lnTo>
                    <a:pt x="1254" y="619"/>
                  </a:lnTo>
                  <a:lnTo>
                    <a:pt x="1253" y="620"/>
                  </a:lnTo>
                  <a:lnTo>
                    <a:pt x="1251" y="620"/>
                  </a:lnTo>
                  <a:lnTo>
                    <a:pt x="1250" y="620"/>
                  </a:lnTo>
                  <a:lnTo>
                    <a:pt x="1248" y="620"/>
                  </a:lnTo>
                  <a:lnTo>
                    <a:pt x="1245" y="622"/>
                  </a:lnTo>
                  <a:lnTo>
                    <a:pt x="1247" y="622"/>
                  </a:lnTo>
                  <a:lnTo>
                    <a:pt x="1248" y="620"/>
                  </a:lnTo>
                  <a:lnTo>
                    <a:pt x="1250" y="620"/>
                  </a:lnTo>
                  <a:lnTo>
                    <a:pt x="1251" y="622"/>
                  </a:lnTo>
                  <a:lnTo>
                    <a:pt x="1256" y="623"/>
                  </a:lnTo>
                  <a:lnTo>
                    <a:pt x="1257" y="625"/>
                  </a:lnTo>
                  <a:lnTo>
                    <a:pt x="1259" y="628"/>
                  </a:lnTo>
                  <a:lnTo>
                    <a:pt x="1259" y="628"/>
                  </a:lnTo>
                  <a:lnTo>
                    <a:pt x="1260" y="628"/>
                  </a:lnTo>
                  <a:lnTo>
                    <a:pt x="1262" y="626"/>
                  </a:lnTo>
                  <a:lnTo>
                    <a:pt x="1263" y="625"/>
                  </a:lnTo>
                  <a:lnTo>
                    <a:pt x="1266" y="625"/>
                  </a:lnTo>
                  <a:lnTo>
                    <a:pt x="1266" y="626"/>
                  </a:lnTo>
                  <a:lnTo>
                    <a:pt x="1268" y="626"/>
                  </a:lnTo>
                  <a:lnTo>
                    <a:pt x="1269" y="626"/>
                  </a:lnTo>
                  <a:lnTo>
                    <a:pt x="1269" y="628"/>
                  </a:lnTo>
                  <a:lnTo>
                    <a:pt x="1268" y="629"/>
                  </a:lnTo>
                  <a:lnTo>
                    <a:pt x="1268" y="634"/>
                  </a:lnTo>
                  <a:lnTo>
                    <a:pt x="1265" y="635"/>
                  </a:lnTo>
                  <a:lnTo>
                    <a:pt x="1262" y="638"/>
                  </a:lnTo>
                  <a:lnTo>
                    <a:pt x="1263" y="638"/>
                  </a:lnTo>
                  <a:lnTo>
                    <a:pt x="1263" y="640"/>
                  </a:lnTo>
                  <a:lnTo>
                    <a:pt x="1266" y="638"/>
                  </a:lnTo>
                  <a:lnTo>
                    <a:pt x="1266" y="638"/>
                  </a:lnTo>
                  <a:lnTo>
                    <a:pt x="1268" y="638"/>
                  </a:lnTo>
                  <a:lnTo>
                    <a:pt x="1268" y="641"/>
                  </a:lnTo>
                  <a:lnTo>
                    <a:pt x="1268" y="641"/>
                  </a:lnTo>
                  <a:lnTo>
                    <a:pt x="1268" y="643"/>
                  </a:lnTo>
                  <a:lnTo>
                    <a:pt x="1268" y="646"/>
                  </a:lnTo>
                  <a:lnTo>
                    <a:pt x="1269" y="646"/>
                  </a:lnTo>
                  <a:lnTo>
                    <a:pt x="1271" y="649"/>
                  </a:lnTo>
                  <a:lnTo>
                    <a:pt x="1271" y="650"/>
                  </a:lnTo>
                  <a:lnTo>
                    <a:pt x="1271" y="652"/>
                  </a:lnTo>
                  <a:lnTo>
                    <a:pt x="1272" y="652"/>
                  </a:lnTo>
                  <a:lnTo>
                    <a:pt x="1272" y="654"/>
                  </a:lnTo>
                  <a:lnTo>
                    <a:pt x="1275" y="654"/>
                  </a:lnTo>
                  <a:lnTo>
                    <a:pt x="1277" y="655"/>
                  </a:lnTo>
                  <a:lnTo>
                    <a:pt x="1280" y="655"/>
                  </a:lnTo>
                  <a:lnTo>
                    <a:pt x="1280" y="655"/>
                  </a:lnTo>
                  <a:lnTo>
                    <a:pt x="1280" y="657"/>
                  </a:lnTo>
                  <a:lnTo>
                    <a:pt x="1278" y="658"/>
                  </a:lnTo>
                  <a:lnTo>
                    <a:pt x="1280" y="658"/>
                  </a:lnTo>
                  <a:lnTo>
                    <a:pt x="1282" y="661"/>
                  </a:lnTo>
                  <a:lnTo>
                    <a:pt x="1285" y="660"/>
                  </a:lnTo>
                  <a:lnTo>
                    <a:pt x="1285" y="660"/>
                  </a:lnTo>
                  <a:lnTo>
                    <a:pt x="1286" y="661"/>
                  </a:lnTo>
                  <a:lnTo>
                    <a:pt x="1288" y="661"/>
                  </a:lnTo>
                  <a:lnTo>
                    <a:pt x="1288" y="663"/>
                  </a:lnTo>
                  <a:lnTo>
                    <a:pt x="1288" y="663"/>
                  </a:lnTo>
                  <a:lnTo>
                    <a:pt x="1289" y="661"/>
                  </a:lnTo>
                  <a:lnTo>
                    <a:pt x="1292" y="661"/>
                  </a:lnTo>
                  <a:lnTo>
                    <a:pt x="1295" y="663"/>
                  </a:lnTo>
                  <a:lnTo>
                    <a:pt x="1294" y="663"/>
                  </a:lnTo>
                  <a:lnTo>
                    <a:pt x="1294" y="664"/>
                  </a:lnTo>
                  <a:lnTo>
                    <a:pt x="1297" y="664"/>
                  </a:lnTo>
                  <a:lnTo>
                    <a:pt x="1297" y="664"/>
                  </a:lnTo>
                  <a:lnTo>
                    <a:pt x="1298" y="664"/>
                  </a:lnTo>
                  <a:lnTo>
                    <a:pt x="1298" y="664"/>
                  </a:lnTo>
                  <a:lnTo>
                    <a:pt x="1300" y="663"/>
                  </a:lnTo>
                  <a:lnTo>
                    <a:pt x="1304" y="660"/>
                  </a:lnTo>
                  <a:lnTo>
                    <a:pt x="1304" y="661"/>
                  </a:lnTo>
                  <a:lnTo>
                    <a:pt x="1304" y="661"/>
                  </a:lnTo>
                  <a:lnTo>
                    <a:pt x="1304" y="663"/>
                  </a:lnTo>
                  <a:lnTo>
                    <a:pt x="1306" y="664"/>
                  </a:lnTo>
                  <a:lnTo>
                    <a:pt x="1307" y="664"/>
                  </a:lnTo>
                  <a:lnTo>
                    <a:pt x="1309" y="663"/>
                  </a:lnTo>
                  <a:lnTo>
                    <a:pt x="1310" y="664"/>
                  </a:lnTo>
                  <a:lnTo>
                    <a:pt x="1310" y="666"/>
                  </a:lnTo>
                  <a:lnTo>
                    <a:pt x="1312" y="667"/>
                  </a:lnTo>
                  <a:lnTo>
                    <a:pt x="1312" y="667"/>
                  </a:lnTo>
                  <a:lnTo>
                    <a:pt x="1310" y="669"/>
                  </a:lnTo>
                  <a:lnTo>
                    <a:pt x="1310" y="669"/>
                  </a:lnTo>
                  <a:lnTo>
                    <a:pt x="1313" y="669"/>
                  </a:lnTo>
                  <a:lnTo>
                    <a:pt x="1315" y="670"/>
                  </a:lnTo>
                  <a:lnTo>
                    <a:pt x="1315" y="670"/>
                  </a:lnTo>
                  <a:lnTo>
                    <a:pt x="1315" y="670"/>
                  </a:lnTo>
                  <a:lnTo>
                    <a:pt x="1313" y="672"/>
                  </a:lnTo>
                  <a:lnTo>
                    <a:pt x="1313" y="670"/>
                  </a:lnTo>
                  <a:lnTo>
                    <a:pt x="1312" y="672"/>
                  </a:lnTo>
                  <a:lnTo>
                    <a:pt x="1310" y="672"/>
                  </a:lnTo>
                  <a:lnTo>
                    <a:pt x="1309" y="673"/>
                  </a:lnTo>
                  <a:lnTo>
                    <a:pt x="1309" y="673"/>
                  </a:lnTo>
                  <a:lnTo>
                    <a:pt x="1307" y="673"/>
                  </a:lnTo>
                  <a:lnTo>
                    <a:pt x="1307" y="673"/>
                  </a:lnTo>
                  <a:lnTo>
                    <a:pt x="1306" y="673"/>
                  </a:lnTo>
                  <a:lnTo>
                    <a:pt x="1303" y="675"/>
                  </a:lnTo>
                  <a:lnTo>
                    <a:pt x="1300" y="676"/>
                  </a:lnTo>
                  <a:lnTo>
                    <a:pt x="1297" y="678"/>
                  </a:lnTo>
                  <a:lnTo>
                    <a:pt x="1294" y="679"/>
                  </a:lnTo>
                  <a:lnTo>
                    <a:pt x="1291" y="681"/>
                  </a:lnTo>
                  <a:lnTo>
                    <a:pt x="1289" y="681"/>
                  </a:lnTo>
                  <a:lnTo>
                    <a:pt x="1289" y="681"/>
                  </a:lnTo>
                  <a:lnTo>
                    <a:pt x="1288" y="681"/>
                  </a:lnTo>
                  <a:lnTo>
                    <a:pt x="1286" y="681"/>
                  </a:lnTo>
                  <a:lnTo>
                    <a:pt x="1285" y="681"/>
                  </a:lnTo>
                  <a:lnTo>
                    <a:pt x="1285" y="681"/>
                  </a:lnTo>
                  <a:lnTo>
                    <a:pt x="1283" y="681"/>
                  </a:lnTo>
                  <a:lnTo>
                    <a:pt x="1285" y="682"/>
                  </a:lnTo>
                  <a:lnTo>
                    <a:pt x="1285" y="684"/>
                  </a:lnTo>
                  <a:lnTo>
                    <a:pt x="1285" y="684"/>
                  </a:lnTo>
                  <a:lnTo>
                    <a:pt x="1283" y="684"/>
                  </a:lnTo>
                  <a:lnTo>
                    <a:pt x="1282" y="684"/>
                  </a:lnTo>
                  <a:lnTo>
                    <a:pt x="1282" y="684"/>
                  </a:lnTo>
                  <a:lnTo>
                    <a:pt x="1280" y="684"/>
                  </a:lnTo>
                  <a:lnTo>
                    <a:pt x="1280" y="682"/>
                  </a:lnTo>
                  <a:lnTo>
                    <a:pt x="1278" y="681"/>
                  </a:lnTo>
                  <a:lnTo>
                    <a:pt x="1278" y="682"/>
                  </a:lnTo>
                  <a:lnTo>
                    <a:pt x="1278" y="684"/>
                  </a:lnTo>
                  <a:lnTo>
                    <a:pt x="1277" y="684"/>
                  </a:lnTo>
                  <a:lnTo>
                    <a:pt x="1277" y="682"/>
                  </a:lnTo>
                  <a:lnTo>
                    <a:pt x="1275" y="684"/>
                  </a:lnTo>
                  <a:lnTo>
                    <a:pt x="1274" y="685"/>
                  </a:lnTo>
                  <a:lnTo>
                    <a:pt x="1275" y="685"/>
                  </a:lnTo>
                  <a:lnTo>
                    <a:pt x="1275" y="687"/>
                  </a:lnTo>
                  <a:lnTo>
                    <a:pt x="1274" y="687"/>
                  </a:lnTo>
                  <a:lnTo>
                    <a:pt x="1274" y="687"/>
                  </a:lnTo>
                  <a:lnTo>
                    <a:pt x="1272" y="690"/>
                  </a:lnTo>
                  <a:lnTo>
                    <a:pt x="1271" y="690"/>
                  </a:lnTo>
                  <a:lnTo>
                    <a:pt x="1271" y="692"/>
                  </a:lnTo>
                  <a:lnTo>
                    <a:pt x="1268" y="695"/>
                  </a:lnTo>
                  <a:lnTo>
                    <a:pt x="1268" y="695"/>
                  </a:lnTo>
                  <a:lnTo>
                    <a:pt x="1265" y="698"/>
                  </a:lnTo>
                  <a:lnTo>
                    <a:pt x="1265" y="698"/>
                  </a:lnTo>
                  <a:lnTo>
                    <a:pt x="1263" y="698"/>
                  </a:lnTo>
                  <a:lnTo>
                    <a:pt x="1262" y="698"/>
                  </a:lnTo>
                  <a:lnTo>
                    <a:pt x="1262" y="701"/>
                  </a:lnTo>
                  <a:lnTo>
                    <a:pt x="1262" y="701"/>
                  </a:lnTo>
                  <a:lnTo>
                    <a:pt x="1262" y="701"/>
                  </a:lnTo>
                  <a:lnTo>
                    <a:pt x="1260" y="701"/>
                  </a:lnTo>
                  <a:lnTo>
                    <a:pt x="1260" y="701"/>
                  </a:lnTo>
                  <a:lnTo>
                    <a:pt x="1259" y="701"/>
                  </a:lnTo>
                  <a:lnTo>
                    <a:pt x="1259" y="701"/>
                  </a:lnTo>
                  <a:lnTo>
                    <a:pt x="1257" y="701"/>
                  </a:lnTo>
                  <a:lnTo>
                    <a:pt x="1256" y="698"/>
                  </a:lnTo>
                  <a:lnTo>
                    <a:pt x="1256" y="696"/>
                  </a:lnTo>
                  <a:lnTo>
                    <a:pt x="1254" y="696"/>
                  </a:lnTo>
                  <a:lnTo>
                    <a:pt x="1254" y="696"/>
                  </a:lnTo>
                  <a:lnTo>
                    <a:pt x="1254" y="698"/>
                  </a:lnTo>
                  <a:lnTo>
                    <a:pt x="1253" y="696"/>
                  </a:lnTo>
                  <a:lnTo>
                    <a:pt x="1251" y="692"/>
                  </a:lnTo>
                  <a:lnTo>
                    <a:pt x="1251" y="690"/>
                  </a:lnTo>
                  <a:lnTo>
                    <a:pt x="1253" y="687"/>
                  </a:lnTo>
                  <a:lnTo>
                    <a:pt x="1256" y="682"/>
                  </a:lnTo>
                  <a:lnTo>
                    <a:pt x="1254" y="682"/>
                  </a:lnTo>
                  <a:lnTo>
                    <a:pt x="1253" y="685"/>
                  </a:lnTo>
                  <a:lnTo>
                    <a:pt x="1253" y="684"/>
                  </a:lnTo>
                  <a:lnTo>
                    <a:pt x="1253" y="684"/>
                  </a:lnTo>
                  <a:lnTo>
                    <a:pt x="1254" y="682"/>
                  </a:lnTo>
                  <a:lnTo>
                    <a:pt x="1256" y="682"/>
                  </a:lnTo>
                  <a:lnTo>
                    <a:pt x="1257" y="681"/>
                  </a:lnTo>
                  <a:lnTo>
                    <a:pt x="1259" y="681"/>
                  </a:lnTo>
                  <a:lnTo>
                    <a:pt x="1259" y="681"/>
                  </a:lnTo>
                  <a:lnTo>
                    <a:pt x="1260" y="679"/>
                  </a:lnTo>
                  <a:lnTo>
                    <a:pt x="1260" y="679"/>
                  </a:lnTo>
                  <a:lnTo>
                    <a:pt x="1259" y="679"/>
                  </a:lnTo>
                  <a:lnTo>
                    <a:pt x="1257" y="681"/>
                  </a:lnTo>
                  <a:lnTo>
                    <a:pt x="1257" y="679"/>
                  </a:lnTo>
                  <a:lnTo>
                    <a:pt x="1259" y="679"/>
                  </a:lnTo>
                  <a:lnTo>
                    <a:pt x="1268" y="673"/>
                  </a:lnTo>
                  <a:lnTo>
                    <a:pt x="1269" y="672"/>
                  </a:lnTo>
                  <a:lnTo>
                    <a:pt x="1272" y="670"/>
                  </a:lnTo>
                  <a:lnTo>
                    <a:pt x="1274" y="670"/>
                  </a:lnTo>
                  <a:lnTo>
                    <a:pt x="1272" y="670"/>
                  </a:lnTo>
                  <a:lnTo>
                    <a:pt x="1274" y="670"/>
                  </a:lnTo>
                  <a:lnTo>
                    <a:pt x="1274" y="670"/>
                  </a:lnTo>
                  <a:lnTo>
                    <a:pt x="1274" y="672"/>
                  </a:lnTo>
                  <a:lnTo>
                    <a:pt x="1274" y="672"/>
                  </a:lnTo>
                  <a:lnTo>
                    <a:pt x="1274" y="673"/>
                  </a:lnTo>
                  <a:lnTo>
                    <a:pt x="1275" y="673"/>
                  </a:lnTo>
                  <a:lnTo>
                    <a:pt x="1277" y="675"/>
                  </a:lnTo>
                  <a:lnTo>
                    <a:pt x="1277" y="673"/>
                  </a:lnTo>
                  <a:lnTo>
                    <a:pt x="1277" y="672"/>
                  </a:lnTo>
                  <a:lnTo>
                    <a:pt x="1282" y="670"/>
                  </a:lnTo>
                  <a:lnTo>
                    <a:pt x="1285" y="670"/>
                  </a:lnTo>
                  <a:lnTo>
                    <a:pt x="1286" y="669"/>
                  </a:lnTo>
                  <a:lnTo>
                    <a:pt x="1283" y="669"/>
                  </a:lnTo>
                  <a:lnTo>
                    <a:pt x="1280" y="669"/>
                  </a:lnTo>
                  <a:lnTo>
                    <a:pt x="1277" y="669"/>
                  </a:lnTo>
                  <a:lnTo>
                    <a:pt x="1274" y="669"/>
                  </a:lnTo>
                  <a:lnTo>
                    <a:pt x="1271" y="669"/>
                  </a:lnTo>
                  <a:lnTo>
                    <a:pt x="1271" y="669"/>
                  </a:lnTo>
                  <a:lnTo>
                    <a:pt x="1269" y="670"/>
                  </a:lnTo>
                  <a:lnTo>
                    <a:pt x="1268" y="669"/>
                  </a:lnTo>
                  <a:lnTo>
                    <a:pt x="1268" y="669"/>
                  </a:lnTo>
                  <a:lnTo>
                    <a:pt x="1268" y="669"/>
                  </a:lnTo>
                  <a:lnTo>
                    <a:pt x="1268" y="667"/>
                  </a:lnTo>
                  <a:lnTo>
                    <a:pt x="1272" y="664"/>
                  </a:lnTo>
                  <a:lnTo>
                    <a:pt x="1274" y="663"/>
                  </a:lnTo>
                  <a:lnTo>
                    <a:pt x="1274" y="661"/>
                  </a:lnTo>
                  <a:lnTo>
                    <a:pt x="1275" y="661"/>
                  </a:lnTo>
                  <a:lnTo>
                    <a:pt x="1274" y="661"/>
                  </a:lnTo>
                  <a:lnTo>
                    <a:pt x="1272" y="661"/>
                  </a:lnTo>
                  <a:lnTo>
                    <a:pt x="1272" y="660"/>
                  </a:lnTo>
                  <a:lnTo>
                    <a:pt x="1271" y="658"/>
                  </a:lnTo>
                  <a:lnTo>
                    <a:pt x="1271" y="660"/>
                  </a:lnTo>
                  <a:lnTo>
                    <a:pt x="1271" y="661"/>
                  </a:lnTo>
                  <a:lnTo>
                    <a:pt x="1269" y="664"/>
                  </a:lnTo>
                  <a:lnTo>
                    <a:pt x="1268" y="664"/>
                  </a:lnTo>
                  <a:lnTo>
                    <a:pt x="1266" y="666"/>
                  </a:lnTo>
                  <a:lnTo>
                    <a:pt x="1263" y="667"/>
                  </a:lnTo>
                  <a:lnTo>
                    <a:pt x="1260" y="670"/>
                  </a:lnTo>
                  <a:lnTo>
                    <a:pt x="1256" y="672"/>
                  </a:lnTo>
                  <a:lnTo>
                    <a:pt x="1254" y="672"/>
                  </a:lnTo>
                  <a:lnTo>
                    <a:pt x="1253" y="670"/>
                  </a:lnTo>
                  <a:lnTo>
                    <a:pt x="1253" y="669"/>
                  </a:lnTo>
                  <a:lnTo>
                    <a:pt x="1254" y="669"/>
                  </a:lnTo>
                  <a:lnTo>
                    <a:pt x="1253" y="669"/>
                  </a:lnTo>
                  <a:lnTo>
                    <a:pt x="1253" y="669"/>
                  </a:lnTo>
                  <a:lnTo>
                    <a:pt x="1251" y="670"/>
                  </a:lnTo>
                  <a:lnTo>
                    <a:pt x="1253" y="670"/>
                  </a:lnTo>
                  <a:lnTo>
                    <a:pt x="1253" y="672"/>
                  </a:lnTo>
                  <a:lnTo>
                    <a:pt x="1251" y="672"/>
                  </a:lnTo>
                  <a:lnTo>
                    <a:pt x="1250" y="673"/>
                  </a:lnTo>
                  <a:lnTo>
                    <a:pt x="1248" y="673"/>
                  </a:lnTo>
                  <a:lnTo>
                    <a:pt x="1248" y="673"/>
                  </a:lnTo>
                  <a:lnTo>
                    <a:pt x="1245" y="673"/>
                  </a:lnTo>
                  <a:lnTo>
                    <a:pt x="1244" y="675"/>
                  </a:lnTo>
                  <a:lnTo>
                    <a:pt x="1244" y="673"/>
                  </a:lnTo>
                  <a:lnTo>
                    <a:pt x="1244" y="673"/>
                  </a:lnTo>
                  <a:lnTo>
                    <a:pt x="1242" y="673"/>
                  </a:lnTo>
                  <a:lnTo>
                    <a:pt x="1240" y="673"/>
                  </a:lnTo>
                  <a:lnTo>
                    <a:pt x="1240" y="672"/>
                  </a:lnTo>
                  <a:lnTo>
                    <a:pt x="1240" y="673"/>
                  </a:lnTo>
                  <a:lnTo>
                    <a:pt x="1240" y="673"/>
                  </a:lnTo>
                  <a:lnTo>
                    <a:pt x="1240" y="676"/>
                  </a:lnTo>
                  <a:lnTo>
                    <a:pt x="1240" y="676"/>
                  </a:lnTo>
                  <a:lnTo>
                    <a:pt x="1240" y="678"/>
                  </a:lnTo>
                  <a:lnTo>
                    <a:pt x="1242" y="678"/>
                  </a:lnTo>
                  <a:lnTo>
                    <a:pt x="1242" y="678"/>
                  </a:lnTo>
                  <a:lnTo>
                    <a:pt x="1242" y="678"/>
                  </a:lnTo>
                  <a:lnTo>
                    <a:pt x="1239" y="681"/>
                  </a:lnTo>
                  <a:lnTo>
                    <a:pt x="1237" y="681"/>
                  </a:lnTo>
                  <a:lnTo>
                    <a:pt x="1236" y="681"/>
                  </a:lnTo>
                  <a:lnTo>
                    <a:pt x="1234" y="681"/>
                  </a:lnTo>
                  <a:lnTo>
                    <a:pt x="1234" y="682"/>
                  </a:lnTo>
                  <a:lnTo>
                    <a:pt x="1234" y="682"/>
                  </a:lnTo>
                  <a:lnTo>
                    <a:pt x="1233" y="682"/>
                  </a:lnTo>
                  <a:lnTo>
                    <a:pt x="1231" y="682"/>
                  </a:lnTo>
                  <a:lnTo>
                    <a:pt x="1231" y="682"/>
                  </a:lnTo>
                  <a:lnTo>
                    <a:pt x="1231" y="685"/>
                  </a:lnTo>
                  <a:lnTo>
                    <a:pt x="1230" y="684"/>
                  </a:lnTo>
                  <a:lnTo>
                    <a:pt x="1230" y="685"/>
                  </a:lnTo>
                  <a:lnTo>
                    <a:pt x="1230" y="685"/>
                  </a:lnTo>
                  <a:lnTo>
                    <a:pt x="1228" y="685"/>
                  </a:lnTo>
                  <a:lnTo>
                    <a:pt x="1228" y="685"/>
                  </a:lnTo>
                  <a:lnTo>
                    <a:pt x="1228" y="684"/>
                  </a:lnTo>
                  <a:lnTo>
                    <a:pt x="1228" y="684"/>
                  </a:lnTo>
                  <a:lnTo>
                    <a:pt x="1227" y="684"/>
                  </a:lnTo>
                  <a:lnTo>
                    <a:pt x="1227" y="684"/>
                  </a:lnTo>
                  <a:lnTo>
                    <a:pt x="1227" y="684"/>
                  </a:lnTo>
                  <a:lnTo>
                    <a:pt x="1225" y="684"/>
                  </a:lnTo>
                  <a:lnTo>
                    <a:pt x="1225" y="685"/>
                  </a:lnTo>
                  <a:lnTo>
                    <a:pt x="1224" y="684"/>
                  </a:lnTo>
                  <a:lnTo>
                    <a:pt x="1224" y="684"/>
                  </a:lnTo>
                  <a:lnTo>
                    <a:pt x="1224" y="685"/>
                  </a:lnTo>
                  <a:lnTo>
                    <a:pt x="1224" y="685"/>
                  </a:lnTo>
                  <a:lnTo>
                    <a:pt x="1224" y="687"/>
                  </a:lnTo>
                  <a:lnTo>
                    <a:pt x="1222" y="689"/>
                  </a:lnTo>
                  <a:lnTo>
                    <a:pt x="1222" y="689"/>
                  </a:lnTo>
                  <a:lnTo>
                    <a:pt x="1222" y="687"/>
                  </a:lnTo>
                  <a:lnTo>
                    <a:pt x="1221" y="687"/>
                  </a:lnTo>
                  <a:lnTo>
                    <a:pt x="1219" y="687"/>
                  </a:lnTo>
                  <a:lnTo>
                    <a:pt x="1219" y="685"/>
                  </a:lnTo>
                  <a:lnTo>
                    <a:pt x="1221" y="685"/>
                  </a:lnTo>
                  <a:lnTo>
                    <a:pt x="1221" y="685"/>
                  </a:lnTo>
                  <a:lnTo>
                    <a:pt x="1221" y="685"/>
                  </a:lnTo>
                  <a:lnTo>
                    <a:pt x="1219" y="685"/>
                  </a:lnTo>
                  <a:lnTo>
                    <a:pt x="1221" y="684"/>
                  </a:lnTo>
                  <a:lnTo>
                    <a:pt x="1221" y="682"/>
                  </a:lnTo>
                  <a:lnTo>
                    <a:pt x="1219" y="684"/>
                  </a:lnTo>
                  <a:lnTo>
                    <a:pt x="1219" y="684"/>
                  </a:lnTo>
                  <a:lnTo>
                    <a:pt x="1218" y="685"/>
                  </a:lnTo>
                  <a:lnTo>
                    <a:pt x="1218" y="687"/>
                  </a:lnTo>
                  <a:lnTo>
                    <a:pt x="1216" y="690"/>
                  </a:lnTo>
                  <a:lnTo>
                    <a:pt x="1216" y="692"/>
                  </a:lnTo>
                  <a:lnTo>
                    <a:pt x="1216" y="692"/>
                  </a:lnTo>
                  <a:lnTo>
                    <a:pt x="1215" y="693"/>
                  </a:lnTo>
                  <a:lnTo>
                    <a:pt x="1213" y="693"/>
                  </a:lnTo>
                  <a:lnTo>
                    <a:pt x="1212" y="693"/>
                  </a:lnTo>
                  <a:lnTo>
                    <a:pt x="1212" y="695"/>
                  </a:lnTo>
                  <a:lnTo>
                    <a:pt x="1210" y="695"/>
                  </a:lnTo>
                  <a:lnTo>
                    <a:pt x="1210" y="693"/>
                  </a:lnTo>
                  <a:lnTo>
                    <a:pt x="1210" y="693"/>
                  </a:lnTo>
                  <a:lnTo>
                    <a:pt x="1210" y="695"/>
                  </a:lnTo>
                  <a:lnTo>
                    <a:pt x="1210" y="695"/>
                  </a:lnTo>
                  <a:lnTo>
                    <a:pt x="1210" y="693"/>
                  </a:lnTo>
                  <a:lnTo>
                    <a:pt x="1209" y="693"/>
                  </a:lnTo>
                  <a:lnTo>
                    <a:pt x="1209" y="693"/>
                  </a:lnTo>
                  <a:lnTo>
                    <a:pt x="1209" y="695"/>
                  </a:lnTo>
                  <a:lnTo>
                    <a:pt x="1209" y="695"/>
                  </a:lnTo>
                  <a:lnTo>
                    <a:pt x="1207" y="695"/>
                  </a:lnTo>
                  <a:lnTo>
                    <a:pt x="1207" y="695"/>
                  </a:lnTo>
                  <a:lnTo>
                    <a:pt x="1207" y="695"/>
                  </a:lnTo>
                  <a:lnTo>
                    <a:pt x="1207" y="696"/>
                  </a:lnTo>
                  <a:lnTo>
                    <a:pt x="1207" y="696"/>
                  </a:lnTo>
                  <a:lnTo>
                    <a:pt x="1207" y="696"/>
                  </a:lnTo>
                  <a:lnTo>
                    <a:pt x="1207" y="696"/>
                  </a:lnTo>
                  <a:lnTo>
                    <a:pt x="1206" y="696"/>
                  </a:lnTo>
                  <a:lnTo>
                    <a:pt x="1206" y="696"/>
                  </a:lnTo>
                  <a:lnTo>
                    <a:pt x="1206" y="696"/>
                  </a:lnTo>
                  <a:lnTo>
                    <a:pt x="1206" y="695"/>
                  </a:lnTo>
                  <a:lnTo>
                    <a:pt x="1204" y="696"/>
                  </a:lnTo>
                  <a:lnTo>
                    <a:pt x="1203" y="696"/>
                  </a:lnTo>
                  <a:lnTo>
                    <a:pt x="1201" y="698"/>
                  </a:lnTo>
                  <a:lnTo>
                    <a:pt x="1203" y="699"/>
                  </a:lnTo>
                  <a:lnTo>
                    <a:pt x="1203" y="699"/>
                  </a:lnTo>
                  <a:lnTo>
                    <a:pt x="1201" y="702"/>
                  </a:lnTo>
                  <a:lnTo>
                    <a:pt x="1198" y="704"/>
                  </a:lnTo>
                  <a:lnTo>
                    <a:pt x="1196" y="707"/>
                  </a:lnTo>
                  <a:lnTo>
                    <a:pt x="1196" y="708"/>
                  </a:lnTo>
                  <a:lnTo>
                    <a:pt x="1196" y="708"/>
                  </a:lnTo>
                  <a:lnTo>
                    <a:pt x="1195" y="711"/>
                  </a:lnTo>
                  <a:lnTo>
                    <a:pt x="1195" y="713"/>
                  </a:lnTo>
                  <a:lnTo>
                    <a:pt x="1195" y="713"/>
                  </a:lnTo>
                  <a:lnTo>
                    <a:pt x="1195" y="714"/>
                  </a:lnTo>
                  <a:lnTo>
                    <a:pt x="1196" y="714"/>
                  </a:lnTo>
                  <a:lnTo>
                    <a:pt x="1196" y="716"/>
                  </a:lnTo>
                  <a:lnTo>
                    <a:pt x="1196" y="714"/>
                  </a:lnTo>
                  <a:lnTo>
                    <a:pt x="1198" y="714"/>
                  </a:lnTo>
                  <a:lnTo>
                    <a:pt x="1198" y="716"/>
                  </a:lnTo>
                  <a:lnTo>
                    <a:pt x="1198" y="716"/>
                  </a:lnTo>
                  <a:lnTo>
                    <a:pt x="1196" y="716"/>
                  </a:lnTo>
                  <a:lnTo>
                    <a:pt x="1196" y="717"/>
                  </a:lnTo>
                  <a:lnTo>
                    <a:pt x="1195" y="717"/>
                  </a:lnTo>
                  <a:lnTo>
                    <a:pt x="1195" y="717"/>
                  </a:lnTo>
                  <a:lnTo>
                    <a:pt x="1193" y="719"/>
                  </a:lnTo>
                  <a:lnTo>
                    <a:pt x="1192" y="720"/>
                  </a:lnTo>
                  <a:lnTo>
                    <a:pt x="1193" y="722"/>
                  </a:lnTo>
                  <a:lnTo>
                    <a:pt x="1195" y="722"/>
                  </a:lnTo>
                  <a:lnTo>
                    <a:pt x="1196" y="722"/>
                  </a:lnTo>
                  <a:lnTo>
                    <a:pt x="1198" y="725"/>
                  </a:lnTo>
                  <a:lnTo>
                    <a:pt x="1196" y="727"/>
                  </a:lnTo>
                  <a:lnTo>
                    <a:pt x="1196" y="727"/>
                  </a:lnTo>
                  <a:lnTo>
                    <a:pt x="1198" y="727"/>
                  </a:lnTo>
                  <a:lnTo>
                    <a:pt x="1198" y="730"/>
                  </a:lnTo>
                  <a:lnTo>
                    <a:pt x="1199" y="730"/>
                  </a:lnTo>
                  <a:lnTo>
                    <a:pt x="1201" y="731"/>
                  </a:lnTo>
                  <a:lnTo>
                    <a:pt x="1204" y="730"/>
                  </a:lnTo>
                  <a:lnTo>
                    <a:pt x="1206" y="730"/>
                  </a:lnTo>
                  <a:lnTo>
                    <a:pt x="1206" y="728"/>
                  </a:lnTo>
                  <a:lnTo>
                    <a:pt x="1204" y="727"/>
                  </a:lnTo>
                  <a:lnTo>
                    <a:pt x="1204" y="725"/>
                  </a:lnTo>
                  <a:lnTo>
                    <a:pt x="1203" y="725"/>
                  </a:lnTo>
                  <a:lnTo>
                    <a:pt x="1203" y="725"/>
                  </a:lnTo>
                  <a:lnTo>
                    <a:pt x="1203" y="725"/>
                  </a:lnTo>
                  <a:lnTo>
                    <a:pt x="1203" y="725"/>
                  </a:lnTo>
                  <a:lnTo>
                    <a:pt x="1203" y="725"/>
                  </a:lnTo>
                  <a:lnTo>
                    <a:pt x="1203" y="725"/>
                  </a:lnTo>
                  <a:lnTo>
                    <a:pt x="1204" y="725"/>
                  </a:lnTo>
                  <a:lnTo>
                    <a:pt x="1206" y="727"/>
                  </a:lnTo>
                  <a:lnTo>
                    <a:pt x="1206" y="730"/>
                  </a:lnTo>
                  <a:lnTo>
                    <a:pt x="1206" y="731"/>
                  </a:lnTo>
                  <a:lnTo>
                    <a:pt x="1206" y="731"/>
                  </a:lnTo>
                  <a:lnTo>
                    <a:pt x="1206" y="731"/>
                  </a:lnTo>
                  <a:lnTo>
                    <a:pt x="1204" y="731"/>
                  </a:lnTo>
                  <a:lnTo>
                    <a:pt x="1199" y="733"/>
                  </a:lnTo>
                  <a:lnTo>
                    <a:pt x="1199" y="733"/>
                  </a:lnTo>
                  <a:lnTo>
                    <a:pt x="1196" y="734"/>
                  </a:lnTo>
                  <a:lnTo>
                    <a:pt x="1196" y="734"/>
                  </a:lnTo>
                  <a:lnTo>
                    <a:pt x="1196" y="733"/>
                  </a:lnTo>
                  <a:lnTo>
                    <a:pt x="1196" y="731"/>
                  </a:lnTo>
                  <a:lnTo>
                    <a:pt x="1196" y="731"/>
                  </a:lnTo>
                  <a:lnTo>
                    <a:pt x="1193" y="734"/>
                  </a:lnTo>
                  <a:lnTo>
                    <a:pt x="1192" y="734"/>
                  </a:lnTo>
                  <a:lnTo>
                    <a:pt x="1190" y="734"/>
                  </a:lnTo>
                  <a:lnTo>
                    <a:pt x="1190" y="734"/>
                  </a:lnTo>
                  <a:lnTo>
                    <a:pt x="1190" y="733"/>
                  </a:lnTo>
                  <a:lnTo>
                    <a:pt x="1190" y="731"/>
                  </a:lnTo>
                  <a:lnTo>
                    <a:pt x="1190" y="731"/>
                  </a:lnTo>
                  <a:lnTo>
                    <a:pt x="1189" y="731"/>
                  </a:lnTo>
                  <a:lnTo>
                    <a:pt x="1189" y="731"/>
                  </a:lnTo>
                  <a:lnTo>
                    <a:pt x="1189" y="730"/>
                  </a:lnTo>
                  <a:lnTo>
                    <a:pt x="1189" y="730"/>
                  </a:lnTo>
                  <a:lnTo>
                    <a:pt x="1187" y="730"/>
                  </a:lnTo>
                  <a:lnTo>
                    <a:pt x="1189" y="731"/>
                  </a:lnTo>
                  <a:lnTo>
                    <a:pt x="1187" y="733"/>
                  </a:lnTo>
                  <a:lnTo>
                    <a:pt x="1187" y="736"/>
                  </a:lnTo>
                  <a:lnTo>
                    <a:pt x="1186" y="737"/>
                  </a:lnTo>
                  <a:lnTo>
                    <a:pt x="1183" y="737"/>
                  </a:lnTo>
                  <a:lnTo>
                    <a:pt x="1181" y="737"/>
                  </a:lnTo>
                  <a:lnTo>
                    <a:pt x="1180" y="737"/>
                  </a:lnTo>
                  <a:lnTo>
                    <a:pt x="1177" y="737"/>
                  </a:lnTo>
                  <a:lnTo>
                    <a:pt x="1175" y="737"/>
                  </a:lnTo>
                  <a:lnTo>
                    <a:pt x="1175" y="739"/>
                  </a:lnTo>
                  <a:lnTo>
                    <a:pt x="1171" y="739"/>
                  </a:lnTo>
                  <a:lnTo>
                    <a:pt x="1169" y="739"/>
                  </a:lnTo>
                  <a:lnTo>
                    <a:pt x="1168" y="739"/>
                  </a:lnTo>
                  <a:lnTo>
                    <a:pt x="1166" y="740"/>
                  </a:lnTo>
                  <a:lnTo>
                    <a:pt x="1161" y="742"/>
                  </a:lnTo>
                  <a:lnTo>
                    <a:pt x="1160" y="743"/>
                  </a:lnTo>
                  <a:lnTo>
                    <a:pt x="1158" y="745"/>
                  </a:lnTo>
                  <a:lnTo>
                    <a:pt x="1158" y="745"/>
                  </a:lnTo>
                  <a:lnTo>
                    <a:pt x="1157" y="746"/>
                  </a:lnTo>
                  <a:lnTo>
                    <a:pt x="1157" y="746"/>
                  </a:lnTo>
                  <a:lnTo>
                    <a:pt x="1155" y="746"/>
                  </a:lnTo>
                  <a:lnTo>
                    <a:pt x="1157" y="745"/>
                  </a:lnTo>
                  <a:lnTo>
                    <a:pt x="1157" y="745"/>
                  </a:lnTo>
                  <a:lnTo>
                    <a:pt x="1157" y="742"/>
                  </a:lnTo>
                  <a:lnTo>
                    <a:pt x="1157" y="740"/>
                  </a:lnTo>
                  <a:lnTo>
                    <a:pt x="1157" y="739"/>
                  </a:lnTo>
                  <a:lnTo>
                    <a:pt x="1157" y="739"/>
                  </a:lnTo>
                  <a:lnTo>
                    <a:pt x="1157" y="740"/>
                  </a:lnTo>
                  <a:lnTo>
                    <a:pt x="1157" y="743"/>
                  </a:lnTo>
                  <a:lnTo>
                    <a:pt x="1157" y="745"/>
                  </a:lnTo>
                  <a:lnTo>
                    <a:pt x="1155" y="746"/>
                  </a:lnTo>
                  <a:lnTo>
                    <a:pt x="1155" y="748"/>
                  </a:lnTo>
                  <a:lnTo>
                    <a:pt x="1154" y="748"/>
                  </a:lnTo>
                  <a:lnTo>
                    <a:pt x="1154" y="748"/>
                  </a:lnTo>
                  <a:lnTo>
                    <a:pt x="1154" y="748"/>
                  </a:lnTo>
                  <a:lnTo>
                    <a:pt x="1152" y="749"/>
                  </a:lnTo>
                  <a:lnTo>
                    <a:pt x="1152" y="751"/>
                  </a:lnTo>
                  <a:lnTo>
                    <a:pt x="1152" y="751"/>
                  </a:lnTo>
                  <a:lnTo>
                    <a:pt x="1155" y="752"/>
                  </a:lnTo>
                  <a:lnTo>
                    <a:pt x="1155" y="751"/>
                  </a:lnTo>
                  <a:lnTo>
                    <a:pt x="1157" y="752"/>
                  </a:lnTo>
                  <a:lnTo>
                    <a:pt x="1157" y="754"/>
                  </a:lnTo>
                  <a:lnTo>
                    <a:pt x="1157" y="755"/>
                  </a:lnTo>
                  <a:lnTo>
                    <a:pt x="1155" y="755"/>
                  </a:lnTo>
                  <a:lnTo>
                    <a:pt x="1155" y="757"/>
                  </a:lnTo>
                  <a:lnTo>
                    <a:pt x="1155" y="760"/>
                  </a:lnTo>
                  <a:lnTo>
                    <a:pt x="1155" y="762"/>
                  </a:lnTo>
                  <a:lnTo>
                    <a:pt x="1155" y="762"/>
                  </a:lnTo>
                  <a:lnTo>
                    <a:pt x="1155" y="758"/>
                  </a:lnTo>
                  <a:lnTo>
                    <a:pt x="1155" y="758"/>
                  </a:lnTo>
                  <a:lnTo>
                    <a:pt x="1154" y="760"/>
                  </a:lnTo>
                  <a:lnTo>
                    <a:pt x="1154" y="763"/>
                  </a:lnTo>
                  <a:lnTo>
                    <a:pt x="1152" y="765"/>
                  </a:lnTo>
                  <a:lnTo>
                    <a:pt x="1152" y="766"/>
                  </a:lnTo>
                  <a:lnTo>
                    <a:pt x="1151" y="766"/>
                  </a:lnTo>
                  <a:lnTo>
                    <a:pt x="1151" y="768"/>
                  </a:lnTo>
                  <a:lnTo>
                    <a:pt x="1151" y="768"/>
                  </a:lnTo>
                  <a:lnTo>
                    <a:pt x="1151" y="769"/>
                  </a:lnTo>
                  <a:lnTo>
                    <a:pt x="1149" y="769"/>
                  </a:lnTo>
                  <a:lnTo>
                    <a:pt x="1149" y="769"/>
                  </a:lnTo>
                  <a:lnTo>
                    <a:pt x="1149" y="769"/>
                  </a:lnTo>
                  <a:lnTo>
                    <a:pt x="1148" y="771"/>
                  </a:lnTo>
                  <a:lnTo>
                    <a:pt x="1148" y="771"/>
                  </a:lnTo>
                  <a:lnTo>
                    <a:pt x="1148" y="772"/>
                  </a:lnTo>
                  <a:lnTo>
                    <a:pt x="1146" y="775"/>
                  </a:lnTo>
                  <a:lnTo>
                    <a:pt x="1145" y="775"/>
                  </a:lnTo>
                  <a:lnTo>
                    <a:pt x="1145" y="775"/>
                  </a:lnTo>
                  <a:lnTo>
                    <a:pt x="1145" y="774"/>
                  </a:lnTo>
                  <a:lnTo>
                    <a:pt x="1145" y="772"/>
                  </a:lnTo>
                  <a:lnTo>
                    <a:pt x="1143" y="772"/>
                  </a:lnTo>
                  <a:lnTo>
                    <a:pt x="1143" y="771"/>
                  </a:lnTo>
                  <a:lnTo>
                    <a:pt x="1142" y="772"/>
                  </a:lnTo>
                  <a:lnTo>
                    <a:pt x="1140" y="771"/>
                  </a:lnTo>
                  <a:lnTo>
                    <a:pt x="1139" y="769"/>
                  </a:lnTo>
                  <a:lnTo>
                    <a:pt x="1137" y="768"/>
                  </a:lnTo>
                  <a:lnTo>
                    <a:pt x="1137" y="766"/>
                  </a:lnTo>
                  <a:lnTo>
                    <a:pt x="1137" y="765"/>
                  </a:lnTo>
                  <a:lnTo>
                    <a:pt x="1137" y="763"/>
                  </a:lnTo>
                  <a:lnTo>
                    <a:pt x="1139" y="762"/>
                  </a:lnTo>
                  <a:lnTo>
                    <a:pt x="1139" y="762"/>
                  </a:lnTo>
                  <a:lnTo>
                    <a:pt x="1142" y="762"/>
                  </a:lnTo>
                  <a:lnTo>
                    <a:pt x="1142" y="760"/>
                  </a:lnTo>
                  <a:lnTo>
                    <a:pt x="1143" y="758"/>
                  </a:lnTo>
                  <a:lnTo>
                    <a:pt x="1142" y="760"/>
                  </a:lnTo>
                  <a:lnTo>
                    <a:pt x="1140" y="762"/>
                  </a:lnTo>
                  <a:lnTo>
                    <a:pt x="1139" y="762"/>
                  </a:lnTo>
                  <a:lnTo>
                    <a:pt x="1139" y="763"/>
                  </a:lnTo>
                  <a:lnTo>
                    <a:pt x="1137" y="763"/>
                  </a:lnTo>
                  <a:lnTo>
                    <a:pt x="1136" y="765"/>
                  </a:lnTo>
                  <a:lnTo>
                    <a:pt x="1137" y="766"/>
                  </a:lnTo>
                  <a:lnTo>
                    <a:pt x="1137" y="766"/>
                  </a:lnTo>
                  <a:lnTo>
                    <a:pt x="1137" y="768"/>
                  </a:lnTo>
                  <a:lnTo>
                    <a:pt x="1137" y="768"/>
                  </a:lnTo>
                  <a:lnTo>
                    <a:pt x="1139" y="771"/>
                  </a:lnTo>
                  <a:lnTo>
                    <a:pt x="1139" y="774"/>
                  </a:lnTo>
                  <a:lnTo>
                    <a:pt x="1140" y="775"/>
                  </a:lnTo>
                  <a:lnTo>
                    <a:pt x="1142" y="778"/>
                  </a:lnTo>
                  <a:lnTo>
                    <a:pt x="1143" y="778"/>
                  </a:lnTo>
                  <a:lnTo>
                    <a:pt x="1143" y="780"/>
                  </a:lnTo>
                  <a:lnTo>
                    <a:pt x="1142" y="780"/>
                  </a:lnTo>
                  <a:lnTo>
                    <a:pt x="1142" y="781"/>
                  </a:lnTo>
                  <a:lnTo>
                    <a:pt x="1142" y="781"/>
                  </a:lnTo>
                  <a:lnTo>
                    <a:pt x="1143" y="781"/>
                  </a:lnTo>
                  <a:lnTo>
                    <a:pt x="1143" y="783"/>
                  </a:lnTo>
                  <a:lnTo>
                    <a:pt x="1143" y="784"/>
                  </a:lnTo>
                  <a:lnTo>
                    <a:pt x="1143" y="784"/>
                  </a:lnTo>
                  <a:lnTo>
                    <a:pt x="1143" y="784"/>
                  </a:lnTo>
                  <a:lnTo>
                    <a:pt x="1143" y="784"/>
                  </a:lnTo>
                  <a:lnTo>
                    <a:pt x="1143" y="784"/>
                  </a:lnTo>
                  <a:lnTo>
                    <a:pt x="1142" y="784"/>
                  </a:lnTo>
                  <a:lnTo>
                    <a:pt x="1142" y="784"/>
                  </a:lnTo>
                  <a:lnTo>
                    <a:pt x="1142" y="786"/>
                  </a:lnTo>
                  <a:lnTo>
                    <a:pt x="1142" y="786"/>
                  </a:lnTo>
                  <a:lnTo>
                    <a:pt x="1140" y="787"/>
                  </a:lnTo>
                  <a:lnTo>
                    <a:pt x="1140" y="789"/>
                  </a:lnTo>
                  <a:lnTo>
                    <a:pt x="1139" y="789"/>
                  </a:lnTo>
                  <a:lnTo>
                    <a:pt x="1136" y="796"/>
                  </a:lnTo>
                  <a:lnTo>
                    <a:pt x="1136" y="798"/>
                  </a:lnTo>
                  <a:lnTo>
                    <a:pt x="1136" y="798"/>
                  </a:lnTo>
                  <a:lnTo>
                    <a:pt x="1136" y="798"/>
                  </a:lnTo>
                  <a:lnTo>
                    <a:pt x="1134" y="798"/>
                  </a:lnTo>
                  <a:lnTo>
                    <a:pt x="1134" y="800"/>
                  </a:lnTo>
                  <a:lnTo>
                    <a:pt x="1133" y="801"/>
                  </a:lnTo>
                  <a:lnTo>
                    <a:pt x="1133" y="804"/>
                  </a:lnTo>
                  <a:lnTo>
                    <a:pt x="1131" y="803"/>
                  </a:lnTo>
                  <a:lnTo>
                    <a:pt x="1131" y="803"/>
                  </a:lnTo>
                  <a:lnTo>
                    <a:pt x="1131" y="800"/>
                  </a:lnTo>
                  <a:lnTo>
                    <a:pt x="1133" y="796"/>
                  </a:lnTo>
                  <a:lnTo>
                    <a:pt x="1134" y="793"/>
                  </a:lnTo>
                  <a:lnTo>
                    <a:pt x="1134" y="793"/>
                  </a:lnTo>
                  <a:lnTo>
                    <a:pt x="1136" y="790"/>
                  </a:lnTo>
                  <a:lnTo>
                    <a:pt x="1134" y="790"/>
                  </a:lnTo>
                  <a:lnTo>
                    <a:pt x="1133" y="790"/>
                  </a:lnTo>
                  <a:lnTo>
                    <a:pt x="1134" y="790"/>
                  </a:lnTo>
                  <a:lnTo>
                    <a:pt x="1134" y="789"/>
                  </a:lnTo>
                  <a:lnTo>
                    <a:pt x="1133" y="789"/>
                  </a:lnTo>
                  <a:lnTo>
                    <a:pt x="1133" y="787"/>
                  </a:lnTo>
                  <a:lnTo>
                    <a:pt x="1133" y="787"/>
                  </a:lnTo>
                  <a:lnTo>
                    <a:pt x="1133" y="787"/>
                  </a:lnTo>
                  <a:lnTo>
                    <a:pt x="1133" y="786"/>
                  </a:lnTo>
                  <a:lnTo>
                    <a:pt x="1133" y="786"/>
                  </a:lnTo>
                  <a:lnTo>
                    <a:pt x="1133" y="784"/>
                  </a:lnTo>
                  <a:lnTo>
                    <a:pt x="1133" y="784"/>
                  </a:lnTo>
                  <a:lnTo>
                    <a:pt x="1133" y="786"/>
                  </a:lnTo>
                  <a:lnTo>
                    <a:pt x="1131" y="786"/>
                  </a:lnTo>
                  <a:lnTo>
                    <a:pt x="1131" y="786"/>
                  </a:lnTo>
                  <a:lnTo>
                    <a:pt x="1131" y="786"/>
                  </a:lnTo>
                  <a:lnTo>
                    <a:pt x="1131" y="786"/>
                  </a:lnTo>
                  <a:lnTo>
                    <a:pt x="1131" y="786"/>
                  </a:lnTo>
                  <a:lnTo>
                    <a:pt x="1130" y="786"/>
                  </a:lnTo>
                  <a:lnTo>
                    <a:pt x="1128" y="784"/>
                  </a:lnTo>
                  <a:lnTo>
                    <a:pt x="1128" y="784"/>
                  </a:lnTo>
                  <a:lnTo>
                    <a:pt x="1128" y="783"/>
                  </a:lnTo>
                  <a:lnTo>
                    <a:pt x="1128" y="781"/>
                  </a:lnTo>
                  <a:lnTo>
                    <a:pt x="1130" y="781"/>
                  </a:lnTo>
                  <a:lnTo>
                    <a:pt x="1130" y="781"/>
                  </a:lnTo>
                  <a:lnTo>
                    <a:pt x="1131" y="781"/>
                  </a:lnTo>
                  <a:lnTo>
                    <a:pt x="1131" y="781"/>
                  </a:lnTo>
                  <a:lnTo>
                    <a:pt x="1131" y="781"/>
                  </a:lnTo>
                  <a:lnTo>
                    <a:pt x="1130" y="780"/>
                  </a:lnTo>
                  <a:lnTo>
                    <a:pt x="1128" y="778"/>
                  </a:lnTo>
                  <a:lnTo>
                    <a:pt x="1128" y="778"/>
                  </a:lnTo>
                  <a:lnTo>
                    <a:pt x="1128" y="780"/>
                  </a:lnTo>
                  <a:lnTo>
                    <a:pt x="1127" y="780"/>
                  </a:lnTo>
                  <a:lnTo>
                    <a:pt x="1128" y="778"/>
                  </a:lnTo>
                  <a:lnTo>
                    <a:pt x="1128" y="778"/>
                  </a:lnTo>
                  <a:lnTo>
                    <a:pt x="1130" y="777"/>
                  </a:lnTo>
                  <a:lnTo>
                    <a:pt x="1130" y="777"/>
                  </a:lnTo>
                  <a:lnTo>
                    <a:pt x="1128" y="775"/>
                  </a:lnTo>
                  <a:lnTo>
                    <a:pt x="1127" y="777"/>
                  </a:lnTo>
                  <a:lnTo>
                    <a:pt x="1128" y="775"/>
                  </a:lnTo>
                  <a:lnTo>
                    <a:pt x="1128" y="775"/>
                  </a:lnTo>
                  <a:lnTo>
                    <a:pt x="1128" y="775"/>
                  </a:lnTo>
                  <a:lnTo>
                    <a:pt x="1130" y="775"/>
                  </a:lnTo>
                  <a:lnTo>
                    <a:pt x="1130" y="774"/>
                  </a:lnTo>
                  <a:lnTo>
                    <a:pt x="1130" y="772"/>
                  </a:lnTo>
                  <a:lnTo>
                    <a:pt x="1128" y="774"/>
                  </a:lnTo>
                  <a:lnTo>
                    <a:pt x="1128" y="772"/>
                  </a:lnTo>
                  <a:lnTo>
                    <a:pt x="1130" y="769"/>
                  </a:lnTo>
                  <a:lnTo>
                    <a:pt x="1131" y="769"/>
                  </a:lnTo>
                  <a:lnTo>
                    <a:pt x="1131" y="769"/>
                  </a:lnTo>
                  <a:lnTo>
                    <a:pt x="1133" y="769"/>
                  </a:lnTo>
                  <a:lnTo>
                    <a:pt x="1133" y="769"/>
                  </a:lnTo>
                  <a:lnTo>
                    <a:pt x="1131" y="768"/>
                  </a:lnTo>
                  <a:lnTo>
                    <a:pt x="1133" y="768"/>
                  </a:lnTo>
                  <a:lnTo>
                    <a:pt x="1133" y="768"/>
                  </a:lnTo>
                  <a:lnTo>
                    <a:pt x="1133" y="766"/>
                  </a:lnTo>
                  <a:lnTo>
                    <a:pt x="1131" y="766"/>
                  </a:lnTo>
                  <a:lnTo>
                    <a:pt x="1131" y="766"/>
                  </a:lnTo>
                  <a:lnTo>
                    <a:pt x="1131" y="766"/>
                  </a:lnTo>
                  <a:lnTo>
                    <a:pt x="1131" y="766"/>
                  </a:lnTo>
                  <a:lnTo>
                    <a:pt x="1130" y="766"/>
                  </a:lnTo>
                  <a:lnTo>
                    <a:pt x="1131" y="768"/>
                  </a:lnTo>
                  <a:lnTo>
                    <a:pt x="1130" y="768"/>
                  </a:lnTo>
                  <a:lnTo>
                    <a:pt x="1130" y="768"/>
                  </a:lnTo>
                  <a:lnTo>
                    <a:pt x="1128" y="769"/>
                  </a:lnTo>
                  <a:lnTo>
                    <a:pt x="1128" y="768"/>
                  </a:lnTo>
                  <a:lnTo>
                    <a:pt x="1128" y="768"/>
                  </a:lnTo>
                  <a:lnTo>
                    <a:pt x="1128" y="769"/>
                  </a:lnTo>
                  <a:lnTo>
                    <a:pt x="1128" y="769"/>
                  </a:lnTo>
                  <a:lnTo>
                    <a:pt x="1127" y="768"/>
                  </a:lnTo>
                  <a:lnTo>
                    <a:pt x="1127" y="769"/>
                  </a:lnTo>
                  <a:lnTo>
                    <a:pt x="1127" y="769"/>
                  </a:lnTo>
                  <a:lnTo>
                    <a:pt x="1127" y="769"/>
                  </a:lnTo>
                  <a:lnTo>
                    <a:pt x="1127" y="771"/>
                  </a:lnTo>
                  <a:lnTo>
                    <a:pt x="1127" y="771"/>
                  </a:lnTo>
                  <a:lnTo>
                    <a:pt x="1127" y="771"/>
                  </a:lnTo>
                  <a:lnTo>
                    <a:pt x="1125" y="771"/>
                  </a:lnTo>
                  <a:lnTo>
                    <a:pt x="1125" y="771"/>
                  </a:lnTo>
                  <a:lnTo>
                    <a:pt x="1125" y="772"/>
                  </a:lnTo>
                  <a:lnTo>
                    <a:pt x="1127" y="772"/>
                  </a:lnTo>
                  <a:lnTo>
                    <a:pt x="1127" y="774"/>
                  </a:lnTo>
                  <a:lnTo>
                    <a:pt x="1125" y="774"/>
                  </a:lnTo>
                  <a:lnTo>
                    <a:pt x="1125" y="774"/>
                  </a:lnTo>
                  <a:lnTo>
                    <a:pt x="1125" y="774"/>
                  </a:lnTo>
                  <a:lnTo>
                    <a:pt x="1125" y="775"/>
                  </a:lnTo>
                  <a:lnTo>
                    <a:pt x="1125" y="775"/>
                  </a:lnTo>
                  <a:lnTo>
                    <a:pt x="1125" y="777"/>
                  </a:lnTo>
                  <a:lnTo>
                    <a:pt x="1125" y="777"/>
                  </a:lnTo>
                  <a:lnTo>
                    <a:pt x="1125" y="778"/>
                  </a:lnTo>
                  <a:lnTo>
                    <a:pt x="1125" y="778"/>
                  </a:lnTo>
                  <a:lnTo>
                    <a:pt x="1125" y="783"/>
                  </a:lnTo>
                  <a:lnTo>
                    <a:pt x="1125" y="783"/>
                  </a:lnTo>
                  <a:lnTo>
                    <a:pt x="1127" y="784"/>
                  </a:lnTo>
                  <a:lnTo>
                    <a:pt x="1127" y="784"/>
                  </a:lnTo>
                  <a:lnTo>
                    <a:pt x="1127" y="784"/>
                  </a:lnTo>
                  <a:lnTo>
                    <a:pt x="1125" y="784"/>
                  </a:lnTo>
                  <a:lnTo>
                    <a:pt x="1125" y="784"/>
                  </a:lnTo>
                  <a:lnTo>
                    <a:pt x="1123" y="781"/>
                  </a:lnTo>
                  <a:lnTo>
                    <a:pt x="1123" y="781"/>
                  </a:lnTo>
                  <a:lnTo>
                    <a:pt x="1123" y="781"/>
                  </a:lnTo>
                  <a:lnTo>
                    <a:pt x="1123" y="781"/>
                  </a:lnTo>
                  <a:lnTo>
                    <a:pt x="1123" y="783"/>
                  </a:lnTo>
                  <a:lnTo>
                    <a:pt x="1127" y="786"/>
                  </a:lnTo>
                  <a:lnTo>
                    <a:pt x="1127" y="787"/>
                  </a:lnTo>
                  <a:lnTo>
                    <a:pt x="1127" y="789"/>
                  </a:lnTo>
                  <a:lnTo>
                    <a:pt x="1127" y="789"/>
                  </a:lnTo>
                  <a:lnTo>
                    <a:pt x="1127" y="789"/>
                  </a:lnTo>
                  <a:lnTo>
                    <a:pt x="1127" y="787"/>
                  </a:lnTo>
                  <a:lnTo>
                    <a:pt x="1123" y="787"/>
                  </a:lnTo>
                  <a:lnTo>
                    <a:pt x="1122" y="786"/>
                  </a:lnTo>
                  <a:lnTo>
                    <a:pt x="1120" y="784"/>
                  </a:lnTo>
                  <a:lnTo>
                    <a:pt x="1120" y="786"/>
                  </a:lnTo>
                  <a:lnTo>
                    <a:pt x="1120" y="786"/>
                  </a:lnTo>
                  <a:lnTo>
                    <a:pt x="1119" y="784"/>
                  </a:lnTo>
                  <a:lnTo>
                    <a:pt x="1119" y="784"/>
                  </a:lnTo>
                  <a:lnTo>
                    <a:pt x="1119" y="783"/>
                  </a:lnTo>
                  <a:lnTo>
                    <a:pt x="1117" y="783"/>
                  </a:lnTo>
                  <a:lnTo>
                    <a:pt x="1117" y="784"/>
                  </a:lnTo>
                  <a:lnTo>
                    <a:pt x="1116" y="784"/>
                  </a:lnTo>
                  <a:lnTo>
                    <a:pt x="1116" y="783"/>
                  </a:lnTo>
                  <a:lnTo>
                    <a:pt x="1116" y="781"/>
                  </a:lnTo>
                  <a:lnTo>
                    <a:pt x="1117" y="780"/>
                  </a:lnTo>
                  <a:lnTo>
                    <a:pt x="1119" y="780"/>
                  </a:lnTo>
                  <a:lnTo>
                    <a:pt x="1119" y="778"/>
                  </a:lnTo>
                  <a:lnTo>
                    <a:pt x="1119" y="777"/>
                  </a:lnTo>
                  <a:lnTo>
                    <a:pt x="1119" y="778"/>
                  </a:lnTo>
                  <a:lnTo>
                    <a:pt x="1117" y="780"/>
                  </a:lnTo>
                  <a:lnTo>
                    <a:pt x="1117" y="780"/>
                  </a:lnTo>
                  <a:lnTo>
                    <a:pt x="1116" y="781"/>
                  </a:lnTo>
                  <a:lnTo>
                    <a:pt x="1116" y="783"/>
                  </a:lnTo>
                  <a:lnTo>
                    <a:pt x="1116" y="784"/>
                  </a:lnTo>
                  <a:lnTo>
                    <a:pt x="1116" y="784"/>
                  </a:lnTo>
                  <a:lnTo>
                    <a:pt x="1116" y="786"/>
                  </a:lnTo>
                  <a:lnTo>
                    <a:pt x="1117" y="784"/>
                  </a:lnTo>
                  <a:lnTo>
                    <a:pt x="1119" y="784"/>
                  </a:lnTo>
                  <a:lnTo>
                    <a:pt x="1120" y="787"/>
                  </a:lnTo>
                  <a:lnTo>
                    <a:pt x="1123" y="789"/>
                  </a:lnTo>
                  <a:lnTo>
                    <a:pt x="1125" y="789"/>
                  </a:lnTo>
                  <a:lnTo>
                    <a:pt x="1125" y="790"/>
                  </a:lnTo>
                  <a:lnTo>
                    <a:pt x="1127" y="790"/>
                  </a:lnTo>
                  <a:lnTo>
                    <a:pt x="1128" y="792"/>
                  </a:lnTo>
                  <a:lnTo>
                    <a:pt x="1128" y="793"/>
                  </a:lnTo>
                  <a:lnTo>
                    <a:pt x="1128" y="793"/>
                  </a:lnTo>
                  <a:lnTo>
                    <a:pt x="1128" y="795"/>
                  </a:lnTo>
                  <a:lnTo>
                    <a:pt x="1127" y="795"/>
                  </a:lnTo>
                  <a:lnTo>
                    <a:pt x="1127" y="795"/>
                  </a:lnTo>
                  <a:lnTo>
                    <a:pt x="1125" y="795"/>
                  </a:lnTo>
                  <a:lnTo>
                    <a:pt x="1122" y="792"/>
                  </a:lnTo>
                  <a:lnTo>
                    <a:pt x="1120" y="790"/>
                  </a:lnTo>
                  <a:lnTo>
                    <a:pt x="1120" y="789"/>
                  </a:lnTo>
                  <a:lnTo>
                    <a:pt x="1119" y="787"/>
                  </a:lnTo>
                  <a:lnTo>
                    <a:pt x="1117" y="787"/>
                  </a:lnTo>
                  <a:lnTo>
                    <a:pt x="1120" y="790"/>
                  </a:lnTo>
                  <a:lnTo>
                    <a:pt x="1120" y="792"/>
                  </a:lnTo>
                  <a:lnTo>
                    <a:pt x="1122" y="793"/>
                  </a:lnTo>
                  <a:lnTo>
                    <a:pt x="1123" y="795"/>
                  </a:lnTo>
                  <a:lnTo>
                    <a:pt x="1125" y="795"/>
                  </a:lnTo>
                  <a:lnTo>
                    <a:pt x="1125" y="796"/>
                  </a:lnTo>
                  <a:lnTo>
                    <a:pt x="1128" y="796"/>
                  </a:lnTo>
                  <a:lnTo>
                    <a:pt x="1127" y="798"/>
                  </a:lnTo>
                  <a:lnTo>
                    <a:pt x="1128" y="798"/>
                  </a:lnTo>
                  <a:lnTo>
                    <a:pt x="1128" y="800"/>
                  </a:lnTo>
                  <a:lnTo>
                    <a:pt x="1128" y="801"/>
                  </a:lnTo>
                  <a:lnTo>
                    <a:pt x="1127" y="800"/>
                  </a:lnTo>
                  <a:lnTo>
                    <a:pt x="1127" y="801"/>
                  </a:lnTo>
                  <a:lnTo>
                    <a:pt x="1127" y="801"/>
                  </a:lnTo>
                  <a:lnTo>
                    <a:pt x="1127" y="801"/>
                  </a:lnTo>
                  <a:lnTo>
                    <a:pt x="1125" y="801"/>
                  </a:lnTo>
                  <a:lnTo>
                    <a:pt x="1122" y="798"/>
                  </a:lnTo>
                  <a:lnTo>
                    <a:pt x="1122" y="798"/>
                  </a:lnTo>
                  <a:lnTo>
                    <a:pt x="1122" y="800"/>
                  </a:lnTo>
                  <a:lnTo>
                    <a:pt x="1123" y="801"/>
                  </a:lnTo>
                  <a:lnTo>
                    <a:pt x="1125" y="803"/>
                  </a:lnTo>
                  <a:lnTo>
                    <a:pt x="1127" y="803"/>
                  </a:lnTo>
                  <a:lnTo>
                    <a:pt x="1128" y="804"/>
                  </a:lnTo>
                  <a:lnTo>
                    <a:pt x="1128" y="804"/>
                  </a:lnTo>
                  <a:lnTo>
                    <a:pt x="1128" y="806"/>
                  </a:lnTo>
                  <a:lnTo>
                    <a:pt x="1127" y="806"/>
                  </a:lnTo>
                  <a:lnTo>
                    <a:pt x="1127" y="806"/>
                  </a:lnTo>
                  <a:lnTo>
                    <a:pt x="1125" y="806"/>
                  </a:lnTo>
                  <a:lnTo>
                    <a:pt x="1125" y="804"/>
                  </a:lnTo>
                  <a:lnTo>
                    <a:pt x="1123" y="804"/>
                  </a:lnTo>
                  <a:lnTo>
                    <a:pt x="1123" y="803"/>
                  </a:lnTo>
                  <a:lnTo>
                    <a:pt x="1122" y="803"/>
                  </a:lnTo>
                  <a:lnTo>
                    <a:pt x="1119" y="801"/>
                  </a:lnTo>
                  <a:lnTo>
                    <a:pt x="1116" y="801"/>
                  </a:lnTo>
                  <a:lnTo>
                    <a:pt x="1116" y="801"/>
                  </a:lnTo>
                  <a:lnTo>
                    <a:pt x="1117" y="801"/>
                  </a:lnTo>
                  <a:lnTo>
                    <a:pt x="1119" y="801"/>
                  </a:lnTo>
                  <a:lnTo>
                    <a:pt x="1120" y="803"/>
                  </a:lnTo>
                  <a:lnTo>
                    <a:pt x="1122" y="803"/>
                  </a:lnTo>
                  <a:lnTo>
                    <a:pt x="1123" y="803"/>
                  </a:lnTo>
                  <a:lnTo>
                    <a:pt x="1123" y="806"/>
                  </a:lnTo>
                  <a:lnTo>
                    <a:pt x="1125" y="807"/>
                  </a:lnTo>
                  <a:lnTo>
                    <a:pt x="1125" y="807"/>
                  </a:lnTo>
                  <a:lnTo>
                    <a:pt x="1127" y="807"/>
                  </a:lnTo>
                  <a:lnTo>
                    <a:pt x="1128" y="807"/>
                  </a:lnTo>
                  <a:lnTo>
                    <a:pt x="1130" y="807"/>
                  </a:lnTo>
                  <a:lnTo>
                    <a:pt x="1131" y="807"/>
                  </a:lnTo>
                  <a:lnTo>
                    <a:pt x="1131" y="809"/>
                  </a:lnTo>
                  <a:lnTo>
                    <a:pt x="1133" y="810"/>
                  </a:lnTo>
                  <a:lnTo>
                    <a:pt x="1133" y="812"/>
                  </a:lnTo>
                  <a:lnTo>
                    <a:pt x="1134" y="818"/>
                  </a:lnTo>
                  <a:lnTo>
                    <a:pt x="1137" y="822"/>
                  </a:lnTo>
                  <a:lnTo>
                    <a:pt x="1137" y="824"/>
                  </a:lnTo>
                  <a:lnTo>
                    <a:pt x="1137" y="822"/>
                  </a:lnTo>
                  <a:lnTo>
                    <a:pt x="1134" y="819"/>
                  </a:lnTo>
                  <a:lnTo>
                    <a:pt x="1134" y="818"/>
                  </a:lnTo>
                  <a:lnTo>
                    <a:pt x="1133" y="813"/>
                  </a:lnTo>
                  <a:lnTo>
                    <a:pt x="1133" y="812"/>
                  </a:lnTo>
                  <a:lnTo>
                    <a:pt x="1133" y="812"/>
                  </a:lnTo>
                  <a:lnTo>
                    <a:pt x="1131" y="812"/>
                  </a:lnTo>
                  <a:lnTo>
                    <a:pt x="1131" y="812"/>
                  </a:lnTo>
                  <a:lnTo>
                    <a:pt x="1131" y="813"/>
                  </a:lnTo>
                  <a:lnTo>
                    <a:pt x="1131" y="813"/>
                  </a:lnTo>
                  <a:lnTo>
                    <a:pt x="1131" y="815"/>
                  </a:lnTo>
                  <a:lnTo>
                    <a:pt x="1133" y="815"/>
                  </a:lnTo>
                  <a:lnTo>
                    <a:pt x="1133" y="818"/>
                  </a:lnTo>
                  <a:lnTo>
                    <a:pt x="1134" y="819"/>
                  </a:lnTo>
                  <a:lnTo>
                    <a:pt x="1133" y="818"/>
                  </a:lnTo>
                  <a:lnTo>
                    <a:pt x="1133" y="818"/>
                  </a:lnTo>
                  <a:lnTo>
                    <a:pt x="1131" y="818"/>
                  </a:lnTo>
                  <a:lnTo>
                    <a:pt x="1130" y="816"/>
                  </a:lnTo>
                  <a:lnTo>
                    <a:pt x="1130" y="818"/>
                  </a:lnTo>
                  <a:lnTo>
                    <a:pt x="1130" y="819"/>
                  </a:lnTo>
                  <a:lnTo>
                    <a:pt x="1128" y="819"/>
                  </a:lnTo>
                  <a:lnTo>
                    <a:pt x="1128" y="818"/>
                  </a:lnTo>
                  <a:lnTo>
                    <a:pt x="1128" y="819"/>
                  </a:lnTo>
                  <a:lnTo>
                    <a:pt x="1128" y="819"/>
                  </a:lnTo>
                  <a:lnTo>
                    <a:pt x="1127" y="819"/>
                  </a:lnTo>
                  <a:lnTo>
                    <a:pt x="1127" y="821"/>
                  </a:lnTo>
                  <a:lnTo>
                    <a:pt x="1125" y="821"/>
                  </a:lnTo>
                  <a:lnTo>
                    <a:pt x="1125" y="821"/>
                  </a:lnTo>
                  <a:lnTo>
                    <a:pt x="1123" y="819"/>
                  </a:lnTo>
                  <a:lnTo>
                    <a:pt x="1122" y="819"/>
                  </a:lnTo>
                  <a:lnTo>
                    <a:pt x="1122" y="818"/>
                  </a:lnTo>
                  <a:lnTo>
                    <a:pt x="1122" y="819"/>
                  </a:lnTo>
                  <a:lnTo>
                    <a:pt x="1122" y="821"/>
                  </a:lnTo>
                  <a:lnTo>
                    <a:pt x="1122" y="822"/>
                  </a:lnTo>
                  <a:lnTo>
                    <a:pt x="1123" y="822"/>
                  </a:lnTo>
                  <a:lnTo>
                    <a:pt x="1125" y="822"/>
                  </a:lnTo>
                  <a:lnTo>
                    <a:pt x="1127" y="822"/>
                  </a:lnTo>
                  <a:lnTo>
                    <a:pt x="1128" y="822"/>
                  </a:lnTo>
                  <a:lnTo>
                    <a:pt x="1128" y="821"/>
                  </a:lnTo>
                  <a:lnTo>
                    <a:pt x="1131" y="822"/>
                  </a:lnTo>
                  <a:lnTo>
                    <a:pt x="1131" y="822"/>
                  </a:lnTo>
                  <a:lnTo>
                    <a:pt x="1131" y="824"/>
                  </a:lnTo>
                  <a:lnTo>
                    <a:pt x="1130" y="825"/>
                  </a:lnTo>
                  <a:lnTo>
                    <a:pt x="1131" y="825"/>
                  </a:lnTo>
                  <a:lnTo>
                    <a:pt x="1131" y="825"/>
                  </a:lnTo>
                  <a:lnTo>
                    <a:pt x="1131" y="822"/>
                  </a:lnTo>
                  <a:lnTo>
                    <a:pt x="1133" y="822"/>
                  </a:lnTo>
                  <a:lnTo>
                    <a:pt x="1134" y="822"/>
                  </a:lnTo>
                  <a:lnTo>
                    <a:pt x="1134" y="822"/>
                  </a:lnTo>
                  <a:lnTo>
                    <a:pt x="1134" y="824"/>
                  </a:lnTo>
                  <a:lnTo>
                    <a:pt x="1134" y="825"/>
                  </a:lnTo>
                  <a:lnTo>
                    <a:pt x="1134" y="827"/>
                  </a:lnTo>
                  <a:lnTo>
                    <a:pt x="1131" y="828"/>
                  </a:lnTo>
                  <a:lnTo>
                    <a:pt x="1130" y="830"/>
                  </a:lnTo>
                  <a:lnTo>
                    <a:pt x="1130" y="831"/>
                  </a:lnTo>
                  <a:lnTo>
                    <a:pt x="1128" y="830"/>
                  </a:lnTo>
                  <a:lnTo>
                    <a:pt x="1127" y="830"/>
                  </a:lnTo>
                  <a:lnTo>
                    <a:pt x="1127" y="830"/>
                  </a:lnTo>
                  <a:lnTo>
                    <a:pt x="1125" y="830"/>
                  </a:lnTo>
                  <a:lnTo>
                    <a:pt x="1125" y="830"/>
                  </a:lnTo>
                  <a:lnTo>
                    <a:pt x="1125" y="828"/>
                  </a:lnTo>
                  <a:lnTo>
                    <a:pt x="1123" y="828"/>
                  </a:lnTo>
                  <a:lnTo>
                    <a:pt x="1123" y="828"/>
                  </a:lnTo>
                  <a:lnTo>
                    <a:pt x="1123" y="830"/>
                  </a:lnTo>
                  <a:lnTo>
                    <a:pt x="1122" y="830"/>
                  </a:lnTo>
                  <a:lnTo>
                    <a:pt x="1120" y="830"/>
                  </a:lnTo>
                  <a:lnTo>
                    <a:pt x="1119" y="828"/>
                  </a:lnTo>
                  <a:lnTo>
                    <a:pt x="1119" y="830"/>
                  </a:lnTo>
                  <a:lnTo>
                    <a:pt x="1123" y="831"/>
                  </a:lnTo>
                  <a:lnTo>
                    <a:pt x="1125" y="831"/>
                  </a:lnTo>
                  <a:lnTo>
                    <a:pt x="1125" y="831"/>
                  </a:lnTo>
                  <a:lnTo>
                    <a:pt x="1125" y="833"/>
                  </a:lnTo>
                  <a:lnTo>
                    <a:pt x="1123" y="834"/>
                  </a:lnTo>
                  <a:lnTo>
                    <a:pt x="1123" y="834"/>
                  </a:lnTo>
                  <a:lnTo>
                    <a:pt x="1123" y="834"/>
                  </a:lnTo>
                  <a:lnTo>
                    <a:pt x="1122" y="836"/>
                  </a:lnTo>
                  <a:lnTo>
                    <a:pt x="1120" y="836"/>
                  </a:lnTo>
                  <a:lnTo>
                    <a:pt x="1119" y="834"/>
                  </a:lnTo>
                  <a:lnTo>
                    <a:pt x="1119" y="836"/>
                  </a:lnTo>
                  <a:lnTo>
                    <a:pt x="1120" y="836"/>
                  </a:lnTo>
                  <a:lnTo>
                    <a:pt x="1122" y="838"/>
                  </a:lnTo>
                  <a:lnTo>
                    <a:pt x="1125" y="836"/>
                  </a:lnTo>
                  <a:lnTo>
                    <a:pt x="1127" y="838"/>
                  </a:lnTo>
                  <a:lnTo>
                    <a:pt x="1127" y="839"/>
                  </a:lnTo>
                  <a:lnTo>
                    <a:pt x="1125" y="839"/>
                  </a:lnTo>
                  <a:lnTo>
                    <a:pt x="1123" y="839"/>
                  </a:lnTo>
                  <a:lnTo>
                    <a:pt x="1122" y="841"/>
                  </a:lnTo>
                  <a:lnTo>
                    <a:pt x="1122" y="841"/>
                  </a:lnTo>
                  <a:lnTo>
                    <a:pt x="1122" y="841"/>
                  </a:lnTo>
                  <a:lnTo>
                    <a:pt x="1120" y="841"/>
                  </a:lnTo>
                  <a:lnTo>
                    <a:pt x="1119" y="841"/>
                  </a:lnTo>
                  <a:lnTo>
                    <a:pt x="1117" y="841"/>
                  </a:lnTo>
                  <a:lnTo>
                    <a:pt x="1116" y="842"/>
                  </a:lnTo>
                  <a:lnTo>
                    <a:pt x="1116" y="842"/>
                  </a:lnTo>
                  <a:lnTo>
                    <a:pt x="1114" y="842"/>
                  </a:lnTo>
                  <a:lnTo>
                    <a:pt x="1114" y="841"/>
                  </a:lnTo>
                  <a:lnTo>
                    <a:pt x="1114" y="841"/>
                  </a:lnTo>
                  <a:lnTo>
                    <a:pt x="1114" y="842"/>
                  </a:lnTo>
                  <a:lnTo>
                    <a:pt x="1114" y="844"/>
                  </a:lnTo>
                  <a:lnTo>
                    <a:pt x="1114" y="844"/>
                  </a:lnTo>
                  <a:lnTo>
                    <a:pt x="1113" y="845"/>
                  </a:lnTo>
                  <a:lnTo>
                    <a:pt x="1111" y="845"/>
                  </a:lnTo>
                  <a:lnTo>
                    <a:pt x="1110" y="847"/>
                  </a:lnTo>
                  <a:lnTo>
                    <a:pt x="1110" y="847"/>
                  </a:lnTo>
                  <a:lnTo>
                    <a:pt x="1108" y="848"/>
                  </a:lnTo>
                  <a:lnTo>
                    <a:pt x="1108" y="850"/>
                  </a:lnTo>
                  <a:lnTo>
                    <a:pt x="1108" y="853"/>
                  </a:lnTo>
                  <a:lnTo>
                    <a:pt x="1108" y="851"/>
                  </a:lnTo>
                  <a:lnTo>
                    <a:pt x="1108" y="850"/>
                  </a:lnTo>
                  <a:lnTo>
                    <a:pt x="1107" y="848"/>
                  </a:lnTo>
                  <a:lnTo>
                    <a:pt x="1107" y="851"/>
                  </a:lnTo>
                  <a:lnTo>
                    <a:pt x="1107" y="853"/>
                  </a:lnTo>
                  <a:lnTo>
                    <a:pt x="1102" y="853"/>
                  </a:lnTo>
                  <a:lnTo>
                    <a:pt x="1099" y="853"/>
                  </a:lnTo>
                  <a:lnTo>
                    <a:pt x="1096" y="856"/>
                  </a:lnTo>
                  <a:lnTo>
                    <a:pt x="1096" y="856"/>
                  </a:lnTo>
                  <a:lnTo>
                    <a:pt x="1093" y="860"/>
                  </a:lnTo>
                  <a:lnTo>
                    <a:pt x="1092" y="862"/>
                  </a:lnTo>
                  <a:lnTo>
                    <a:pt x="1092" y="862"/>
                  </a:lnTo>
                  <a:lnTo>
                    <a:pt x="1092" y="860"/>
                  </a:lnTo>
                  <a:lnTo>
                    <a:pt x="1092" y="860"/>
                  </a:lnTo>
                  <a:lnTo>
                    <a:pt x="1092" y="862"/>
                  </a:lnTo>
                  <a:lnTo>
                    <a:pt x="1092" y="863"/>
                  </a:lnTo>
                  <a:lnTo>
                    <a:pt x="1092" y="863"/>
                  </a:lnTo>
                  <a:lnTo>
                    <a:pt x="1090" y="865"/>
                  </a:lnTo>
                  <a:lnTo>
                    <a:pt x="1089" y="865"/>
                  </a:lnTo>
                  <a:lnTo>
                    <a:pt x="1087" y="866"/>
                  </a:lnTo>
                  <a:lnTo>
                    <a:pt x="1087" y="868"/>
                  </a:lnTo>
                  <a:lnTo>
                    <a:pt x="1086" y="868"/>
                  </a:lnTo>
                  <a:lnTo>
                    <a:pt x="1084" y="869"/>
                  </a:lnTo>
                  <a:lnTo>
                    <a:pt x="1082" y="868"/>
                  </a:lnTo>
                  <a:lnTo>
                    <a:pt x="1084" y="869"/>
                  </a:lnTo>
                  <a:lnTo>
                    <a:pt x="1082" y="871"/>
                  </a:lnTo>
                  <a:lnTo>
                    <a:pt x="1082" y="871"/>
                  </a:lnTo>
                  <a:lnTo>
                    <a:pt x="1081" y="873"/>
                  </a:lnTo>
                  <a:lnTo>
                    <a:pt x="1079" y="873"/>
                  </a:lnTo>
                  <a:lnTo>
                    <a:pt x="1079" y="873"/>
                  </a:lnTo>
                  <a:lnTo>
                    <a:pt x="1079" y="873"/>
                  </a:lnTo>
                  <a:lnTo>
                    <a:pt x="1078" y="873"/>
                  </a:lnTo>
                  <a:lnTo>
                    <a:pt x="1076" y="873"/>
                  </a:lnTo>
                  <a:lnTo>
                    <a:pt x="1075" y="873"/>
                  </a:lnTo>
                  <a:lnTo>
                    <a:pt x="1075" y="873"/>
                  </a:lnTo>
                  <a:lnTo>
                    <a:pt x="1076" y="874"/>
                  </a:lnTo>
                  <a:lnTo>
                    <a:pt x="1076" y="874"/>
                  </a:lnTo>
                  <a:lnTo>
                    <a:pt x="1076" y="876"/>
                  </a:lnTo>
                  <a:lnTo>
                    <a:pt x="1076" y="876"/>
                  </a:lnTo>
                  <a:lnTo>
                    <a:pt x="1075" y="876"/>
                  </a:lnTo>
                  <a:lnTo>
                    <a:pt x="1075" y="876"/>
                  </a:lnTo>
                  <a:lnTo>
                    <a:pt x="1075" y="876"/>
                  </a:lnTo>
                  <a:lnTo>
                    <a:pt x="1075" y="874"/>
                  </a:lnTo>
                  <a:lnTo>
                    <a:pt x="1073" y="876"/>
                  </a:lnTo>
                  <a:lnTo>
                    <a:pt x="1073" y="876"/>
                  </a:lnTo>
                  <a:lnTo>
                    <a:pt x="1073" y="876"/>
                  </a:lnTo>
                  <a:lnTo>
                    <a:pt x="1072" y="874"/>
                  </a:lnTo>
                  <a:lnTo>
                    <a:pt x="1072" y="876"/>
                  </a:lnTo>
                  <a:lnTo>
                    <a:pt x="1073" y="876"/>
                  </a:lnTo>
                  <a:lnTo>
                    <a:pt x="1073" y="877"/>
                  </a:lnTo>
                  <a:lnTo>
                    <a:pt x="1073" y="877"/>
                  </a:lnTo>
                  <a:lnTo>
                    <a:pt x="1073" y="877"/>
                  </a:lnTo>
                  <a:lnTo>
                    <a:pt x="1073" y="879"/>
                  </a:lnTo>
                  <a:lnTo>
                    <a:pt x="1072" y="879"/>
                  </a:lnTo>
                  <a:lnTo>
                    <a:pt x="1072" y="879"/>
                  </a:lnTo>
                  <a:lnTo>
                    <a:pt x="1072" y="880"/>
                  </a:lnTo>
                  <a:lnTo>
                    <a:pt x="1072" y="880"/>
                  </a:lnTo>
                  <a:lnTo>
                    <a:pt x="1070" y="882"/>
                  </a:lnTo>
                  <a:lnTo>
                    <a:pt x="1069" y="882"/>
                  </a:lnTo>
                  <a:lnTo>
                    <a:pt x="1069" y="882"/>
                  </a:lnTo>
                  <a:lnTo>
                    <a:pt x="1069" y="882"/>
                  </a:lnTo>
                  <a:lnTo>
                    <a:pt x="1069" y="883"/>
                  </a:lnTo>
                  <a:lnTo>
                    <a:pt x="1069" y="883"/>
                  </a:lnTo>
                  <a:lnTo>
                    <a:pt x="1069" y="883"/>
                  </a:lnTo>
                  <a:lnTo>
                    <a:pt x="1069" y="885"/>
                  </a:lnTo>
                  <a:lnTo>
                    <a:pt x="1067" y="885"/>
                  </a:lnTo>
                  <a:lnTo>
                    <a:pt x="1067" y="885"/>
                  </a:lnTo>
                  <a:lnTo>
                    <a:pt x="1067" y="885"/>
                  </a:lnTo>
                  <a:lnTo>
                    <a:pt x="1067" y="886"/>
                  </a:lnTo>
                  <a:lnTo>
                    <a:pt x="1067" y="886"/>
                  </a:lnTo>
                  <a:lnTo>
                    <a:pt x="1067" y="886"/>
                  </a:lnTo>
                  <a:lnTo>
                    <a:pt x="1067" y="888"/>
                  </a:lnTo>
                  <a:lnTo>
                    <a:pt x="1067" y="888"/>
                  </a:lnTo>
                  <a:lnTo>
                    <a:pt x="1067" y="888"/>
                  </a:lnTo>
                  <a:lnTo>
                    <a:pt x="1067" y="888"/>
                  </a:lnTo>
                  <a:lnTo>
                    <a:pt x="1067" y="888"/>
                  </a:lnTo>
                  <a:lnTo>
                    <a:pt x="1067" y="889"/>
                  </a:lnTo>
                  <a:lnTo>
                    <a:pt x="1066" y="889"/>
                  </a:lnTo>
                  <a:lnTo>
                    <a:pt x="1066" y="889"/>
                  </a:lnTo>
                  <a:lnTo>
                    <a:pt x="1066" y="891"/>
                  </a:lnTo>
                  <a:lnTo>
                    <a:pt x="1066" y="891"/>
                  </a:lnTo>
                  <a:lnTo>
                    <a:pt x="1066" y="891"/>
                  </a:lnTo>
                  <a:lnTo>
                    <a:pt x="1066" y="892"/>
                  </a:lnTo>
                  <a:lnTo>
                    <a:pt x="1064" y="892"/>
                  </a:lnTo>
                  <a:lnTo>
                    <a:pt x="1064" y="892"/>
                  </a:lnTo>
                  <a:lnTo>
                    <a:pt x="1064" y="892"/>
                  </a:lnTo>
                  <a:lnTo>
                    <a:pt x="1064" y="894"/>
                  </a:lnTo>
                  <a:lnTo>
                    <a:pt x="1064" y="895"/>
                  </a:lnTo>
                  <a:lnTo>
                    <a:pt x="1064" y="895"/>
                  </a:lnTo>
                  <a:lnTo>
                    <a:pt x="1064" y="897"/>
                  </a:lnTo>
                  <a:lnTo>
                    <a:pt x="1064" y="898"/>
                  </a:lnTo>
                  <a:lnTo>
                    <a:pt x="1064" y="898"/>
                  </a:lnTo>
                  <a:lnTo>
                    <a:pt x="1064" y="900"/>
                  </a:lnTo>
                  <a:lnTo>
                    <a:pt x="1066" y="906"/>
                  </a:lnTo>
                  <a:lnTo>
                    <a:pt x="1066" y="907"/>
                  </a:lnTo>
                  <a:lnTo>
                    <a:pt x="1067" y="912"/>
                  </a:lnTo>
                  <a:lnTo>
                    <a:pt x="1069" y="917"/>
                  </a:lnTo>
                  <a:lnTo>
                    <a:pt x="1072" y="923"/>
                  </a:lnTo>
                  <a:lnTo>
                    <a:pt x="1075" y="929"/>
                  </a:lnTo>
                  <a:lnTo>
                    <a:pt x="1076" y="930"/>
                  </a:lnTo>
                  <a:lnTo>
                    <a:pt x="1075" y="932"/>
                  </a:lnTo>
                  <a:lnTo>
                    <a:pt x="1075" y="932"/>
                  </a:lnTo>
                  <a:lnTo>
                    <a:pt x="1075" y="933"/>
                  </a:lnTo>
                  <a:lnTo>
                    <a:pt x="1075" y="935"/>
                  </a:lnTo>
                  <a:lnTo>
                    <a:pt x="1076" y="936"/>
                  </a:lnTo>
                  <a:lnTo>
                    <a:pt x="1076" y="938"/>
                  </a:lnTo>
                  <a:lnTo>
                    <a:pt x="1076" y="938"/>
                  </a:lnTo>
                  <a:lnTo>
                    <a:pt x="1075" y="935"/>
                  </a:lnTo>
                  <a:lnTo>
                    <a:pt x="1075" y="933"/>
                  </a:lnTo>
                  <a:lnTo>
                    <a:pt x="1075" y="930"/>
                  </a:lnTo>
                  <a:lnTo>
                    <a:pt x="1075" y="930"/>
                  </a:lnTo>
                  <a:lnTo>
                    <a:pt x="1075" y="930"/>
                  </a:lnTo>
                  <a:lnTo>
                    <a:pt x="1073" y="932"/>
                  </a:lnTo>
                  <a:lnTo>
                    <a:pt x="1073" y="932"/>
                  </a:lnTo>
                  <a:lnTo>
                    <a:pt x="1073" y="930"/>
                  </a:lnTo>
                  <a:lnTo>
                    <a:pt x="1073" y="930"/>
                  </a:lnTo>
                  <a:lnTo>
                    <a:pt x="1073" y="929"/>
                  </a:lnTo>
                  <a:lnTo>
                    <a:pt x="1073" y="929"/>
                  </a:lnTo>
                  <a:lnTo>
                    <a:pt x="1073" y="929"/>
                  </a:lnTo>
                  <a:lnTo>
                    <a:pt x="1073" y="927"/>
                  </a:lnTo>
                  <a:lnTo>
                    <a:pt x="1073" y="927"/>
                  </a:lnTo>
                  <a:lnTo>
                    <a:pt x="1072" y="927"/>
                  </a:lnTo>
                  <a:lnTo>
                    <a:pt x="1072" y="927"/>
                  </a:lnTo>
                  <a:lnTo>
                    <a:pt x="1072" y="929"/>
                  </a:lnTo>
                  <a:lnTo>
                    <a:pt x="1073" y="929"/>
                  </a:lnTo>
                  <a:lnTo>
                    <a:pt x="1073" y="932"/>
                  </a:lnTo>
                  <a:lnTo>
                    <a:pt x="1073" y="933"/>
                  </a:lnTo>
                  <a:lnTo>
                    <a:pt x="1075" y="935"/>
                  </a:lnTo>
                  <a:lnTo>
                    <a:pt x="1079" y="949"/>
                  </a:lnTo>
                  <a:lnTo>
                    <a:pt x="1081" y="950"/>
                  </a:lnTo>
                  <a:lnTo>
                    <a:pt x="1081" y="952"/>
                  </a:lnTo>
                  <a:lnTo>
                    <a:pt x="1081" y="953"/>
                  </a:lnTo>
                  <a:lnTo>
                    <a:pt x="1082" y="958"/>
                  </a:lnTo>
                  <a:lnTo>
                    <a:pt x="1081" y="962"/>
                  </a:lnTo>
                  <a:lnTo>
                    <a:pt x="1081" y="967"/>
                  </a:lnTo>
                  <a:lnTo>
                    <a:pt x="1081" y="967"/>
                  </a:lnTo>
                  <a:lnTo>
                    <a:pt x="1081" y="967"/>
                  </a:lnTo>
                  <a:lnTo>
                    <a:pt x="1081" y="967"/>
                  </a:lnTo>
                  <a:lnTo>
                    <a:pt x="1079" y="968"/>
                  </a:lnTo>
                  <a:lnTo>
                    <a:pt x="1078" y="970"/>
                  </a:lnTo>
                  <a:lnTo>
                    <a:pt x="1078" y="973"/>
                  </a:lnTo>
                  <a:lnTo>
                    <a:pt x="1078" y="974"/>
                  </a:lnTo>
                  <a:lnTo>
                    <a:pt x="1076" y="976"/>
                  </a:lnTo>
                  <a:lnTo>
                    <a:pt x="1075" y="976"/>
                  </a:lnTo>
                  <a:lnTo>
                    <a:pt x="1073" y="976"/>
                  </a:lnTo>
                  <a:lnTo>
                    <a:pt x="1072" y="976"/>
                  </a:lnTo>
                  <a:lnTo>
                    <a:pt x="1070" y="976"/>
                  </a:lnTo>
                  <a:lnTo>
                    <a:pt x="1069" y="976"/>
                  </a:lnTo>
                  <a:lnTo>
                    <a:pt x="1067" y="976"/>
                  </a:lnTo>
                  <a:lnTo>
                    <a:pt x="1069" y="974"/>
                  </a:lnTo>
                  <a:lnTo>
                    <a:pt x="1069" y="974"/>
                  </a:lnTo>
                  <a:lnTo>
                    <a:pt x="1069" y="974"/>
                  </a:lnTo>
                  <a:lnTo>
                    <a:pt x="1070" y="976"/>
                  </a:lnTo>
                  <a:lnTo>
                    <a:pt x="1070" y="974"/>
                  </a:lnTo>
                  <a:lnTo>
                    <a:pt x="1070" y="974"/>
                  </a:lnTo>
                  <a:lnTo>
                    <a:pt x="1069" y="974"/>
                  </a:lnTo>
                  <a:lnTo>
                    <a:pt x="1069" y="973"/>
                  </a:lnTo>
                  <a:lnTo>
                    <a:pt x="1067" y="970"/>
                  </a:lnTo>
                  <a:lnTo>
                    <a:pt x="1066" y="968"/>
                  </a:lnTo>
                  <a:lnTo>
                    <a:pt x="1066" y="967"/>
                  </a:lnTo>
                  <a:lnTo>
                    <a:pt x="1063" y="967"/>
                  </a:lnTo>
                  <a:lnTo>
                    <a:pt x="1061" y="965"/>
                  </a:lnTo>
                  <a:lnTo>
                    <a:pt x="1060" y="962"/>
                  </a:lnTo>
                  <a:lnTo>
                    <a:pt x="1060" y="959"/>
                  </a:lnTo>
                  <a:lnTo>
                    <a:pt x="1058" y="958"/>
                  </a:lnTo>
                  <a:lnTo>
                    <a:pt x="1058" y="958"/>
                  </a:lnTo>
                  <a:lnTo>
                    <a:pt x="1060" y="956"/>
                  </a:lnTo>
                  <a:lnTo>
                    <a:pt x="1060" y="955"/>
                  </a:lnTo>
                  <a:lnTo>
                    <a:pt x="1060" y="956"/>
                  </a:lnTo>
                  <a:lnTo>
                    <a:pt x="1058" y="956"/>
                  </a:lnTo>
                  <a:lnTo>
                    <a:pt x="1058" y="958"/>
                  </a:lnTo>
                  <a:lnTo>
                    <a:pt x="1058" y="958"/>
                  </a:lnTo>
                  <a:lnTo>
                    <a:pt x="1057" y="958"/>
                  </a:lnTo>
                  <a:lnTo>
                    <a:pt x="1057" y="955"/>
                  </a:lnTo>
                  <a:lnTo>
                    <a:pt x="1057" y="953"/>
                  </a:lnTo>
                  <a:lnTo>
                    <a:pt x="1058" y="952"/>
                  </a:lnTo>
                  <a:lnTo>
                    <a:pt x="1057" y="952"/>
                  </a:lnTo>
                  <a:lnTo>
                    <a:pt x="1055" y="952"/>
                  </a:lnTo>
                  <a:lnTo>
                    <a:pt x="1055" y="953"/>
                  </a:lnTo>
                  <a:lnTo>
                    <a:pt x="1055" y="953"/>
                  </a:lnTo>
                  <a:lnTo>
                    <a:pt x="1055" y="953"/>
                  </a:lnTo>
                  <a:lnTo>
                    <a:pt x="1054" y="953"/>
                  </a:lnTo>
                  <a:lnTo>
                    <a:pt x="1054" y="952"/>
                  </a:lnTo>
                  <a:lnTo>
                    <a:pt x="1052" y="950"/>
                  </a:lnTo>
                  <a:lnTo>
                    <a:pt x="1051" y="945"/>
                  </a:lnTo>
                  <a:lnTo>
                    <a:pt x="1049" y="945"/>
                  </a:lnTo>
                  <a:lnTo>
                    <a:pt x="1049" y="944"/>
                  </a:lnTo>
                  <a:lnTo>
                    <a:pt x="1049" y="944"/>
                  </a:lnTo>
                  <a:lnTo>
                    <a:pt x="1051" y="944"/>
                  </a:lnTo>
                  <a:lnTo>
                    <a:pt x="1052" y="941"/>
                  </a:lnTo>
                  <a:lnTo>
                    <a:pt x="1052" y="941"/>
                  </a:lnTo>
                  <a:lnTo>
                    <a:pt x="1052" y="939"/>
                  </a:lnTo>
                  <a:lnTo>
                    <a:pt x="1052" y="939"/>
                  </a:lnTo>
                  <a:lnTo>
                    <a:pt x="1052" y="938"/>
                  </a:lnTo>
                  <a:lnTo>
                    <a:pt x="1052" y="939"/>
                  </a:lnTo>
                  <a:lnTo>
                    <a:pt x="1052" y="939"/>
                  </a:lnTo>
                  <a:lnTo>
                    <a:pt x="1051" y="938"/>
                  </a:lnTo>
                  <a:lnTo>
                    <a:pt x="1051" y="938"/>
                  </a:lnTo>
                  <a:lnTo>
                    <a:pt x="1049" y="938"/>
                  </a:lnTo>
                  <a:lnTo>
                    <a:pt x="1051" y="938"/>
                  </a:lnTo>
                  <a:lnTo>
                    <a:pt x="1051" y="939"/>
                  </a:lnTo>
                  <a:lnTo>
                    <a:pt x="1051" y="941"/>
                  </a:lnTo>
                  <a:lnTo>
                    <a:pt x="1051" y="941"/>
                  </a:lnTo>
                  <a:lnTo>
                    <a:pt x="1049" y="941"/>
                  </a:lnTo>
                  <a:lnTo>
                    <a:pt x="1049" y="941"/>
                  </a:lnTo>
                  <a:lnTo>
                    <a:pt x="1049" y="941"/>
                  </a:lnTo>
                  <a:lnTo>
                    <a:pt x="1048" y="941"/>
                  </a:lnTo>
                  <a:lnTo>
                    <a:pt x="1048" y="941"/>
                  </a:lnTo>
                  <a:lnTo>
                    <a:pt x="1048" y="939"/>
                  </a:lnTo>
                  <a:lnTo>
                    <a:pt x="1049" y="933"/>
                  </a:lnTo>
                  <a:lnTo>
                    <a:pt x="1049" y="930"/>
                  </a:lnTo>
                  <a:lnTo>
                    <a:pt x="1049" y="926"/>
                  </a:lnTo>
                  <a:lnTo>
                    <a:pt x="1051" y="926"/>
                  </a:lnTo>
                  <a:lnTo>
                    <a:pt x="1049" y="924"/>
                  </a:lnTo>
                  <a:lnTo>
                    <a:pt x="1048" y="923"/>
                  </a:lnTo>
                  <a:lnTo>
                    <a:pt x="1041" y="917"/>
                  </a:lnTo>
                  <a:lnTo>
                    <a:pt x="1037" y="911"/>
                  </a:lnTo>
                  <a:lnTo>
                    <a:pt x="1032" y="907"/>
                  </a:lnTo>
                  <a:lnTo>
                    <a:pt x="1029" y="907"/>
                  </a:lnTo>
                  <a:lnTo>
                    <a:pt x="1029" y="909"/>
                  </a:lnTo>
                  <a:lnTo>
                    <a:pt x="1029" y="909"/>
                  </a:lnTo>
                  <a:lnTo>
                    <a:pt x="1029" y="911"/>
                  </a:lnTo>
                  <a:lnTo>
                    <a:pt x="1028" y="911"/>
                  </a:lnTo>
                  <a:lnTo>
                    <a:pt x="1028" y="911"/>
                  </a:lnTo>
                  <a:lnTo>
                    <a:pt x="1026" y="911"/>
                  </a:lnTo>
                  <a:lnTo>
                    <a:pt x="1023" y="912"/>
                  </a:lnTo>
                  <a:lnTo>
                    <a:pt x="1022" y="912"/>
                  </a:lnTo>
                  <a:lnTo>
                    <a:pt x="1022" y="912"/>
                  </a:lnTo>
                  <a:lnTo>
                    <a:pt x="1020" y="914"/>
                  </a:lnTo>
                  <a:lnTo>
                    <a:pt x="1019" y="914"/>
                  </a:lnTo>
                  <a:lnTo>
                    <a:pt x="1017" y="914"/>
                  </a:lnTo>
                  <a:lnTo>
                    <a:pt x="1016" y="914"/>
                  </a:lnTo>
                  <a:lnTo>
                    <a:pt x="1016" y="912"/>
                  </a:lnTo>
                  <a:lnTo>
                    <a:pt x="1016" y="912"/>
                  </a:lnTo>
                  <a:lnTo>
                    <a:pt x="1016" y="912"/>
                  </a:lnTo>
                  <a:lnTo>
                    <a:pt x="1017" y="912"/>
                  </a:lnTo>
                  <a:lnTo>
                    <a:pt x="1017" y="912"/>
                  </a:lnTo>
                  <a:lnTo>
                    <a:pt x="1017" y="912"/>
                  </a:lnTo>
                  <a:lnTo>
                    <a:pt x="1017" y="911"/>
                  </a:lnTo>
                  <a:lnTo>
                    <a:pt x="1014" y="909"/>
                  </a:lnTo>
                  <a:lnTo>
                    <a:pt x="1013" y="907"/>
                  </a:lnTo>
                  <a:lnTo>
                    <a:pt x="1013" y="907"/>
                  </a:lnTo>
                  <a:lnTo>
                    <a:pt x="1014" y="907"/>
                  </a:lnTo>
                  <a:lnTo>
                    <a:pt x="1013" y="906"/>
                  </a:lnTo>
                  <a:lnTo>
                    <a:pt x="1013" y="906"/>
                  </a:lnTo>
                  <a:lnTo>
                    <a:pt x="1014" y="904"/>
                  </a:lnTo>
                  <a:lnTo>
                    <a:pt x="1013" y="904"/>
                  </a:lnTo>
                  <a:lnTo>
                    <a:pt x="1011" y="906"/>
                  </a:lnTo>
                  <a:lnTo>
                    <a:pt x="1011" y="906"/>
                  </a:lnTo>
                  <a:lnTo>
                    <a:pt x="1011" y="906"/>
                  </a:lnTo>
                  <a:lnTo>
                    <a:pt x="1011" y="906"/>
                  </a:lnTo>
                  <a:lnTo>
                    <a:pt x="1011" y="906"/>
                  </a:lnTo>
                  <a:lnTo>
                    <a:pt x="1007" y="904"/>
                  </a:lnTo>
                  <a:lnTo>
                    <a:pt x="1003" y="903"/>
                  </a:lnTo>
                  <a:lnTo>
                    <a:pt x="1005" y="903"/>
                  </a:lnTo>
                  <a:lnTo>
                    <a:pt x="1007" y="903"/>
                  </a:lnTo>
                  <a:lnTo>
                    <a:pt x="1007" y="903"/>
                  </a:lnTo>
                  <a:lnTo>
                    <a:pt x="1007" y="903"/>
                  </a:lnTo>
                  <a:lnTo>
                    <a:pt x="1005" y="901"/>
                  </a:lnTo>
                  <a:lnTo>
                    <a:pt x="1003" y="903"/>
                  </a:lnTo>
                  <a:lnTo>
                    <a:pt x="1003" y="901"/>
                  </a:lnTo>
                  <a:lnTo>
                    <a:pt x="1002" y="903"/>
                  </a:lnTo>
                  <a:lnTo>
                    <a:pt x="1002" y="903"/>
                  </a:lnTo>
                  <a:lnTo>
                    <a:pt x="1000" y="903"/>
                  </a:lnTo>
                  <a:lnTo>
                    <a:pt x="997" y="904"/>
                  </a:lnTo>
                  <a:lnTo>
                    <a:pt x="994" y="904"/>
                  </a:lnTo>
                  <a:lnTo>
                    <a:pt x="994" y="904"/>
                  </a:lnTo>
                  <a:lnTo>
                    <a:pt x="994" y="903"/>
                  </a:lnTo>
                  <a:lnTo>
                    <a:pt x="996" y="903"/>
                  </a:lnTo>
                  <a:lnTo>
                    <a:pt x="997" y="901"/>
                  </a:lnTo>
                  <a:lnTo>
                    <a:pt x="996" y="901"/>
                  </a:lnTo>
                  <a:lnTo>
                    <a:pt x="996" y="901"/>
                  </a:lnTo>
                  <a:lnTo>
                    <a:pt x="996" y="901"/>
                  </a:lnTo>
                  <a:lnTo>
                    <a:pt x="994" y="901"/>
                  </a:lnTo>
                  <a:lnTo>
                    <a:pt x="994" y="901"/>
                  </a:lnTo>
                  <a:lnTo>
                    <a:pt x="994" y="903"/>
                  </a:lnTo>
                  <a:lnTo>
                    <a:pt x="993" y="903"/>
                  </a:lnTo>
                  <a:lnTo>
                    <a:pt x="993" y="904"/>
                  </a:lnTo>
                  <a:lnTo>
                    <a:pt x="990" y="904"/>
                  </a:lnTo>
                  <a:lnTo>
                    <a:pt x="990" y="904"/>
                  </a:lnTo>
                  <a:lnTo>
                    <a:pt x="991" y="904"/>
                  </a:lnTo>
                  <a:lnTo>
                    <a:pt x="991" y="903"/>
                  </a:lnTo>
                  <a:lnTo>
                    <a:pt x="990" y="904"/>
                  </a:lnTo>
                  <a:lnTo>
                    <a:pt x="988" y="906"/>
                  </a:lnTo>
                  <a:lnTo>
                    <a:pt x="984" y="906"/>
                  </a:lnTo>
                  <a:lnTo>
                    <a:pt x="984" y="906"/>
                  </a:lnTo>
                  <a:lnTo>
                    <a:pt x="985" y="906"/>
                  </a:lnTo>
                  <a:lnTo>
                    <a:pt x="987" y="904"/>
                  </a:lnTo>
                  <a:lnTo>
                    <a:pt x="987" y="904"/>
                  </a:lnTo>
                  <a:lnTo>
                    <a:pt x="985" y="903"/>
                  </a:lnTo>
                  <a:lnTo>
                    <a:pt x="985" y="903"/>
                  </a:lnTo>
                  <a:lnTo>
                    <a:pt x="985" y="903"/>
                  </a:lnTo>
                  <a:lnTo>
                    <a:pt x="985" y="901"/>
                  </a:lnTo>
                  <a:lnTo>
                    <a:pt x="985" y="900"/>
                  </a:lnTo>
                  <a:lnTo>
                    <a:pt x="984" y="900"/>
                  </a:lnTo>
                  <a:lnTo>
                    <a:pt x="984" y="900"/>
                  </a:lnTo>
                  <a:lnTo>
                    <a:pt x="984" y="901"/>
                  </a:lnTo>
                  <a:lnTo>
                    <a:pt x="982" y="903"/>
                  </a:lnTo>
                  <a:lnTo>
                    <a:pt x="982" y="904"/>
                  </a:lnTo>
                  <a:lnTo>
                    <a:pt x="981" y="904"/>
                  </a:lnTo>
                  <a:lnTo>
                    <a:pt x="979" y="904"/>
                  </a:lnTo>
                  <a:lnTo>
                    <a:pt x="976" y="904"/>
                  </a:lnTo>
                  <a:lnTo>
                    <a:pt x="975" y="903"/>
                  </a:lnTo>
                  <a:lnTo>
                    <a:pt x="973" y="903"/>
                  </a:lnTo>
                  <a:lnTo>
                    <a:pt x="973" y="903"/>
                  </a:lnTo>
                  <a:lnTo>
                    <a:pt x="972" y="904"/>
                  </a:lnTo>
                  <a:lnTo>
                    <a:pt x="969" y="904"/>
                  </a:lnTo>
                  <a:lnTo>
                    <a:pt x="969" y="904"/>
                  </a:lnTo>
                  <a:lnTo>
                    <a:pt x="969" y="904"/>
                  </a:lnTo>
                  <a:lnTo>
                    <a:pt x="967" y="906"/>
                  </a:lnTo>
                  <a:lnTo>
                    <a:pt x="964" y="906"/>
                  </a:lnTo>
                  <a:lnTo>
                    <a:pt x="959" y="906"/>
                  </a:lnTo>
                  <a:lnTo>
                    <a:pt x="959" y="904"/>
                  </a:lnTo>
                  <a:lnTo>
                    <a:pt x="958" y="904"/>
                  </a:lnTo>
                  <a:lnTo>
                    <a:pt x="956" y="904"/>
                  </a:lnTo>
                  <a:lnTo>
                    <a:pt x="955" y="904"/>
                  </a:lnTo>
                  <a:lnTo>
                    <a:pt x="955" y="907"/>
                  </a:lnTo>
                  <a:lnTo>
                    <a:pt x="956" y="907"/>
                  </a:lnTo>
                  <a:lnTo>
                    <a:pt x="958" y="909"/>
                  </a:lnTo>
                  <a:lnTo>
                    <a:pt x="959" y="909"/>
                  </a:lnTo>
                  <a:lnTo>
                    <a:pt x="961" y="907"/>
                  </a:lnTo>
                  <a:lnTo>
                    <a:pt x="962" y="907"/>
                  </a:lnTo>
                  <a:lnTo>
                    <a:pt x="962" y="907"/>
                  </a:lnTo>
                  <a:lnTo>
                    <a:pt x="962" y="906"/>
                  </a:lnTo>
                  <a:lnTo>
                    <a:pt x="964" y="907"/>
                  </a:lnTo>
                  <a:lnTo>
                    <a:pt x="964" y="907"/>
                  </a:lnTo>
                  <a:lnTo>
                    <a:pt x="962" y="907"/>
                  </a:lnTo>
                  <a:lnTo>
                    <a:pt x="962" y="909"/>
                  </a:lnTo>
                  <a:lnTo>
                    <a:pt x="962" y="909"/>
                  </a:lnTo>
                  <a:lnTo>
                    <a:pt x="962" y="911"/>
                  </a:lnTo>
                  <a:lnTo>
                    <a:pt x="964" y="911"/>
                  </a:lnTo>
                  <a:lnTo>
                    <a:pt x="964" y="911"/>
                  </a:lnTo>
                  <a:lnTo>
                    <a:pt x="965" y="909"/>
                  </a:lnTo>
                  <a:lnTo>
                    <a:pt x="965" y="909"/>
                  </a:lnTo>
                  <a:lnTo>
                    <a:pt x="967" y="909"/>
                  </a:lnTo>
                  <a:lnTo>
                    <a:pt x="967" y="909"/>
                  </a:lnTo>
                  <a:lnTo>
                    <a:pt x="967" y="909"/>
                  </a:lnTo>
                  <a:lnTo>
                    <a:pt x="967" y="911"/>
                  </a:lnTo>
                  <a:lnTo>
                    <a:pt x="967" y="912"/>
                  </a:lnTo>
                  <a:lnTo>
                    <a:pt x="967" y="912"/>
                  </a:lnTo>
                  <a:lnTo>
                    <a:pt x="965" y="912"/>
                  </a:lnTo>
                  <a:lnTo>
                    <a:pt x="965" y="912"/>
                  </a:lnTo>
                  <a:lnTo>
                    <a:pt x="964" y="914"/>
                  </a:lnTo>
                  <a:lnTo>
                    <a:pt x="965" y="914"/>
                  </a:lnTo>
                  <a:lnTo>
                    <a:pt x="964" y="914"/>
                  </a:lnTo>
                  <a:lnTo>
                    <a:pt x="964" y="914"/>
                  </a:lnTo>
                  <a:lnTo>
                    <a:pt x="964" y="914"/>
                  </a:lnTo>
                  <a:lnTo>
                    <a:pt x="964" y="914"/>
                  </a:lnTo>
                  <a:lnTo>
                    <a:pt x="962" y="915"/>
                  </a:lnTo>
                  <a:lnTo>
                    <a:pt x="964" y="915"/>
                  </a:lnTo>
                  <a:lnTo>
                    <a:pt x="964" y="917"/>
                  </a:lnTo>
                  <a:lnTo>
                    <a:pt x="965" y="917"/>
                  </a:lnTo>
                  <a:lnTo>
                    <a:pt x="969" y="918"/>
                  </a:lnTo>
                  <a:lnTo>
                    <a:pt x="970" y="918"/>
                  </a:lnTo>
                  <a:lnTo>
                    <a:pt x="970" y="920"/>
                  </a:lnTo>
                  <a:lnTo>
                    <a:pt x="972" y="920"/>
                  </a:lnTo>
                  <a:lnTo>
                    <a:pt x="972" y="920"/>
                  </a:lnTo>
                  <a:lnTo>
                    <a:pt x="972" y="921"/>
                  </a:lnTo>
                  <a:lnTo>
                    <a:pt x="970" y="921"/>
                  </a:lnTo>
                  <a:lnTo>
                    <a:pt x="970" y="923"/>
                  </a:lnTo>
                  <a:lnTo>
                    <a:pt x="970" y="923"/>
                  </a:lnTo>
                  <a:lnTo>
                    <a:pt x="970" y="923"/>
                  </a:lnTo>
                  <a:lnTo>
                    <a:pt x="969" y="923"/>
                  </a:lnTo>
                  <a:lnTo>
                    <a:pt x="969" y="923"/>
                  </a:lnTo>
                  <a:lnTo>
                    <a:pt x="967" y="924"/>
                  </a:lnTo>
                  <a:lnTo>
                    <a:pt x="967" y="923"/>
                  </a:lnTo>
                  <a:lnTo>
                    <a:pt x="967" y="921"/>
                  </a:lnTo>
                  <a:lnTo>
                    <a:pt x="967" y="921"/>
                  </a:lnTo>
                  <a:lnTo>
                    <a:pt x="965" y="920"/>
                  </a:lnTo>
                  <a:lnTo>
                    <a:pt x="965" y="920"/>
                  </a:lnTo>
                  <a:lnTo>
                    <a:pt x="964" y="920"/>
                  </a:lnTo>
                  <a:lnTo>
                    <a:pt x="964" y="918"/>
                  </a:lnTo>
                  <a:lnTo>
                    <a:pt x="962" y="918"/>
                  </a:lnTo>
                  <a:lnTo>
                    <a:pt x="962" y="918"/>
                  </a:lnTo>
                  <a:lnTo>
                    <a:pt x="962" y="918"/>
                  </a:lnTo>
                  <a:lnTo>
                    <a:pt x="962" y="917"/>
                  </a:lnTo>
                  <a:lnTo>
                    <a:pt x="961" y="917"/>
                  </a:lnTo>
                  <a:lnTo>
                    <a:pt x="958" y="915"/>
                  </a:lnTo>
                  <a:lnTo>
                    <a:pt x="958" y="917"/>
                  </a:lnTo>
                  <a:lnTo>
                    <a:pt x="958" y="917"/>
                  </a:lnTo>
                  <a:lnTo>
                    <a:pt x="958" y="917"/>
                  </a:lnTo>
                  <a:lnTo>
                    <a:pt x="959" y="917"/>
                  </a:lnTo>
                  <a:lnTo>
                    <a:pt x="959" y="918"/>
                  </a:lnTo>
                  <a:lnTo>
                    <a:pt x="959" y="920"/>
                  </a:lnTo>
                  <a:lnTo>
                    <a:pt x="958" y="920"/>
                  </a:lnTo>
                  <a:lnTo>
                    <a:pt x="958" y="921"/>
                  </a:lnTo>
                  <a:lnTo>
                    <a:pt x="958" y="921"/>
                  </a:lnTo>
                  <a:lnTo>
                    <a:pt x="956" y="921"/>
                  </a:lnTo>
                  <a:lnTo>
                    <a:pt x="956" y="921"/>
                  </a:lnTo>
                  <a:lnTo>
                    <a:pt x="956" y="920"/>
                  </a:lnTo>
                  <a:lnTo>
                    <a:pt x="955" y="920"/>
                  </a:lnTo>
                  <a:lnTo>
                    <a:pt x="953" y="920"/>
                  </a:lnTo>
                  <a:lnTo>
                    <a:pt x="952" y="920"/>
                  </a:lnTo>
                  <a:lnTo>
                    <a:pt x="952" y="921"/>
                  </a:lnTo>
                  <a:lnTo>
                    <a:pt x="950" y="921"/>
                  </a:lnTo>
                  <a:lnTo>
                    <a:pt x="947" y="921"/>
                  </a:lnTo>
                  <a:lnTo>
                    <a:pt x="944" y="920"/>
                  </a:lnTo>
                  <a:lnTo>
                    <a:pt x="944" y="918"/>
                  </a:lnTo>
                  <a:lnTo>
                    <a:pt x="944" y="918"/>
                  </a:lnTo>
                  <a:lnTo>
                    <a:pt x="946" y="918"/>
                  </a:lnTo>
                  <a:lnTo>
                    <a:pt x="946" y="918"/>
                  </a:lnTo>
                  <a:lnTo>
                    <a:pt x="944" y="917"/>
                  </a:lnTo>
                  <a:lnTo>
                    <a:pt x="944" y="917"/>
                  </a:lnTo>
                  <a:lnTo>
                    <a:pt x="944" y="915"/>
                  </a:lnTo>
                  <a:lnTo>
                    <a:pt x="944" y="915"/>
                  </a:lnTo>
                  <a:lnTo>
                    <a:pt x="943" y="917"/>
                  </a:lnTo>
                  <a:lnTo>
                    <a:pt x="941" y="915"/>
                  </a:lnTo>
                  <a:lnTo>
                    <a:pt x="940" y="915"/>
                  </a:lnTo>
                  <a:lnTo>
                    <a:pt x="940" y="912"/>
                  </a:lnTo>
                  <a:lnTo>
                    <a:pt x="937" y="912"/>
                  </a:lnTo>
                  <a:lnTo>
                    <a:pt x="937" y="912"/>
                  </a:lnTo>
                  <a:lnTo>
                    <a:pt x="935" y="912"/>
                  </a:lnTo>
                  <a:lnTo>
                    <a:pt x="934" y="912"/>
                  </a:lnTo>
                  <a:lnTo>
                    <a:pt x="934" y="914"/>
                  </a:lnTo>
                  <a:lnTo>
                    <a:pt x="934" y="914"/>
                  </a:lnTo>
                  <a:lnTo>
                    <a:pt x="934" y="915"/>
                  </a:lnTo>
                  <a:lnTo>
                    <a:pt x="934" y="915"/>
                  </a:lnTo>
                  <a:lnTo>
                    <a:pt x="932" y="915"/>
                  </a:lnTo>
                  <a:lnTo>
                    <a:pt x="927" y="915"/>
                  </a:lnTo>
                  <a:lnTo>
                    <a:pt x="926" y="914"/>
                  </a:lnTo>
                  <a:lnTo>
                    <a:pt x="923" y="914"/>
                  </a:lnTo>
                  <a:lnTo>
                    <a:pt x="920" y="912"/>
                  </a:lnTo>
                  <a:lnTo>
                    <a:pt x="920" y="912"/>
                  </a:lnTo>
                  <a:lnTo>
                    <a:pt x="918" y="912"/>
                  </a:lnTo>
                  <a:lnTo>
                    <a:pt x="914" y="912"/>
                  </a:lnTo>
                  <a:lnTo>
                    <a:pt x="914" y="912"/>
                  </a:lnTo>
                  <a:lnTo>
                    <a:pt x="912" y="914"/>
                  </a:lnTo>
                  <a:lnTo>
                    <a:pt x="912" y="912"/>
                  </a:lnTo>
                  <a:lnTo>
                    <a:pt x="912" y="912"/>
                  </a:lnTo>
                  <a:lnTo>
                    <a:pt x="912" y="912"/>
                  </a:lnTo>
                  <a:lnTo>
                    <a:pt x="912" y="911"/>
                  </a:lnTo>
                  <a:lnTo>
                    <a:pt x="914" y="911"/>
                  </a:lnTo>
                  <a:lnTo>
                    <a:pt x="914" y="909"/>
                  </a:lnTo>
                  <a:lnTo>
                    <a:pt x="912" y="909"/>
                  </a:lnTo>
                  <a:lnTo>
                    <a:pt x="912" y="909"/>
                  </a:lnTo>
                  <a:lnTo>
                    <a:pt x="911" y="912"/>
                  </a:lnTo>
                  <a:lnTo>
                    <a:pt x="912" y="914"/>
                  </a:lnTo>
                  <a:lnTo>
                    <a:pt x="912" y="914"/>
                  </a:lnTo>
                  <a:lnTo>
                    <a:pt x="909" y="914"/>
                  </a:lnTo>
                  <a:lnTo>
                    <a:pt x="903" y="917"/>
                  </a:lnTo>
                  <a:lnTo>
                    <a:pt x="902" y="918"/>
                  </a:lnTo>
                  <a:lnTo>
                    <a:pt x="902" y="917"/>
                  </a:lnTo>
                  <a:lnTo>
                    <a:pt x="905" y="915"/>
                  </a:lnTo>
                  <a:lnTo>
                    <a:pt x="903" y="915"/>
                  </a:lnTo>
                  <a:lnTo>
                    <a:pt x="902" y="915"/>
                  </a:lnTo>
                  <a:lnTo>
                    <a:pt x="902" y="915"/>
                  </a:lnTo>
                  <a:lnTo>
                    <a:pt x="902" y="914"/>
                  </a:lnTo>
                  <a:lnTo>
                    <a:pt x="902" y="912"/>
                  </a:lnTo>
                  <a:lnTo>
                    <a:pt x="900" y="912"/>
                  </a:lnTo>
                  <a:lnTo>
                    <a:pt x="900" y="914"/>
                  </a:lnTo>
                  <a:lnTo>
                    <a:pt x="899" y="914"/>
                  </a:lnTo>
                  <a:lnTo>
                    <a:pt x="899" y="914"/>
                  </a:lnTo>
                  <a:lnTo>
                    <a:pt x="899" y="914"/>
                  </a:lnTo>
                  <a:lnTo>
                    <a:pt x="899" y="915"/>
                  </a:lnTo>
                  <a:lnTo>
                    <a:pt x="899" y="917"/>
                  </a:lnTo>
                  <a:lnTo>
                    <a:pt x="900" y="918"/>
                  </a:lnTo>
                  <a:lnTo>
                    <a:pt x="899" y="920"/>
                  </a:lnTo>
                  <a:lnTo>
                    <a:pt x="897" y="921"/>
                  </a:lnTo>
                  <a:lnTo>
                    <a:pt x="896" y="923"/>
                  </a:lnTo>
                  <a:lnTo>
                    <a:pt x="894" y="924"/>
                  </a:lnTo>
                  <a:lnTo>
                    <a:pt x="894" y="924"/>
                  </a:lnTo>
                  <a:lnTo>
                    <a:pt x="890" y="927"/>
                  </a:lnTo>
                  <a:lnTo>
                    <a:pt x="890" y="927"/>
                  </a:lnTo>
                  <a:lnTo>
                    <a:pt x="888" y="929"/>
                  </a:lnTo>
                  <a:lnTo>
                    <a:pt x="885" y="929"/>
                  </a:lnTo>
                  <a:lnTo>
                    <a:pt x="883" y="930"/>
                  </a:lnTo>
                  <a:lnTo>
                    <a:pt x="883" y="930"/>
                  </a:lnTo>
                  <a:lnTo>
                    <a:pt x="885" y="929"/>
                  </a:lnTo>
                  <a:lnTo>
                    <a:pt x="886" y="929"/>
                  </a:lnTo>
                  <a:lnTo>
                    <a:pt x="885" y="929"/>
                  </a:lnTo>
                  <a:lnTo>
                    <a:pt x="882" y="929"/>
                  </a:lnTo>
                  <a:lnTo>
                    <a:pt x="882" y="927"/>
                  </a:lnTo>
                  <a:lnTo>
                    <a:pt x="882" y="929"/>
                  </a:lnTo>
                  <a:lnTo>
                    <a:pt x="880" y="929"/>
                  </a:lnTo>
                  <a:lnTo>
                    <a:pt x="879" y="929"/>
                  </a:lnTo>
                  <a:lnTo>
                    <a:pt x="879" y="927"/>
                  </a:lnTo>
                  <a:lnTo>
                    <a:pt x="879" y="927"/>
                  </a:lnTo>
                  <a:lnTo>
                    <a:pt x="879" y="927"/>
                  </a:lnTo>
                  <a:lnTo>
                    <a:pt x="877" y="927"/>
                  </a:lnTo>
                  <a:lnTo>
                    <a:pt x="879" y="930"/>
                  </a:lnTo>
                  <a:lnTo>
                    <a:pt x="880" y="930"/>
                  </a:lnTo>
                  <a:lnTo>
                    <a:pt x="880" y="930"/>
                  </a:lnTo>
                  <a:lnTo>
                    <a:pt x="880" y="932"/>
                  </a:lnTo>
                  <a:lnTo>
                    <a:pt x="879" y="932"/>
                  </a:lnTo>
                  <a:lnTo>
                    <a:pt x="877" y="932"/>
                  </a:lnTo>
                  <a:lnTo>
                    <a:pt x="876" y="932"/>
                  </a:lnTo>
                  <a:lnTo>
                    <a:pt x="876" y="933"/>
                  </a:lnTo>
                  <a:lnTo>
                    <a:pt x="876" y="935"/>
                  </a:lnTo>
                  <a:lnTo>
                    <a:pt x="876" y="935"/>
                  </a:lnTo>
                  <a:lnTo>
                    <a:pt x="874" y="935"/>
                  </a:lnTo>
                  <a:lnTo>
                    <a:pt x="874" y="935"/>
                  </a:lnTo>
                  <a:lnTo>
                    <a:pt x="874" y="933"/>
                  </a:lnTo>
                  <a:lnTo>
                    <a:pt x="874" y="935"/>
                  </a:lnTo>
                  <a:lnTo>
                    <a:pt x="873" y="935"/>
                  </a:lnTo>
                  <a:lnTo>
                    <a:pt x="873" y="935"/>
                  </a:lnTo>
                  <a:lnTo>
                    <a:pt x="871" y="935"/>
                  </a:lnTo>
                  <a:lnTo>
                    <a:pt x="871" y="936"/>
                  </a:lnTo>
                  <a:lnTo>
                    <a:pt x="871" y="936"/>
                  </a:lnTo>
                  <a:lnTo>
                    <a:pt x="873" y="936"/>
                  </a:lnTo>
                  <a:lnTo>
                    <a:pt x="873" y="938"/>
                  </a:lnTo>
                  <a:lnTo>
                    <a:pt x="871" y="939"/>
                  </a:lnTo>
                  <a:lnTo>
                    <a:pt x="871" y="939"/>
                  </a:lnTo>
                  <a:lnTo>
                    <a:pt x="870" y="939"/>
                  </a:lnTo>
                  <a:lnTo>
                    <a:pt x="868" y="939"/>
                  </a:lnTo>
                  <a:lnTo>
                    <a:pt x="868" y="939"/>
                  </a:lnTo>
                  <a:lnTo>
                    <a:pt x="870" y="942"/>
                  </a:lnTo>
                  <a:lnTo>
                    <a:pt x="868" y="945"/>
                  </a:lnTo>
                  <a:lnTo>
                    <a:pt x="868" y="947"/>
                  </a:lnTo>
                  <a:lnTo>
                    <a:pt x="868" y="947"/>
                  </a:lnTo>
                  <a:lnTo>
                    <a:pt x="867" y="947"/>
                  </a:lnTo>
                  <a:lnTo>
                    <a:pt x="865" y="945"/>
                  </a:lnTo>
                  <a:lnTo>
                    <a:pt x="864" y="944"/>
                  </a:lnTo>
                  <a:lnTo>
                    <a:pt x="865" y="947"/>
                  </a:lnTo>
                  <a:lnTo>
                    <a:pt x="868" y="947"/>
                  </a:lnTo>
                  <a:lnTo>
                    <a:pt x="868" y="949"/>
                  </a:lnTo>
                  <a:lnTo>
                    <a:pt x="868" y="950"/>
                  </a:lnTo>
                  <a:lnTo>
                    <a:pt x="867" y="950"/>
                  </a:lnTo>
                  <a:lnTo>
                    <a:pt x="867" y="952"/>
                  </a:lnTo>
                  <a:lnTo>
                    <a:pt x="867" y="952"/>
                  </a:lnTo>
                  <a:lnTo>
                    <a:pt x="868" y="955"/>
                  </a:lnTo>
                  <a:lnTo>
                    <a:pt x="868" y="955"/>
                  </a:lnTo>
                  <a:lnTo>
                    <a:pt x="868" y="958"/>
                  </a:lnTo>
                  <a:lnTo>
                    <a:pt x="868" y="959"/>
                  </a:lnTo>
                  <a:lnTo>
                    <a:pt x="871" y="964"/>
                  </a:lnTo>
                  <a:lnTo>
                    <a:pt x="871" y="964"/>
                  </a:lnTo>
                  <a:lnTo>
                    <a:pt x="871" y="964"/>
                  </a:lnTo>
                  <a:lnTo>
                    <a:pt x="871" y="965"/>
                  </a:lnTo>
                  <a:lnTo>
                    <a:pt x="871" y="968"/>
                  </a:lnTo>
                  <a:lnTo>
                    <a:pt x="871" y="970"/>
                  </a:lnTo>
                  <a:lnTo>
                    <a:pt x="868" y="976"/>
                  </a:lnTo>
                  <a:lnTo>
                    <a:pt x="867" y="977"/>
                  </a:lnTo>
                  <a:lnTo>
                    <a:pt x="865" y="987"/>
                  </a:lnTo>
                  <a:lnTo>
                    <a:pt x="865" y="993"/>
                  </a:lnTo>
                  <a:lnTo>
                    <a:pt x="865" y="994"/>
                  </a:lnTo>
                  <a:lnTo>
                    <a:pt x="865" y="996"/>
                  </a:lnTo>
                  <a:lnTo>
                    <a:pt x="865" y="996"/>
                  </a:lnTo>
                  <a:lnTo>
                    <a:pt x="864" y="1002"/>
                  </a:lnTo>
                  <a:lnTo>
                    <a:pt x="865" y="1006"/>
                  </a:lnTo>
                  <a:lnTo>
                    <a:pt x="864" y="1006"/>
                  </a:lnTo>
                  <a:lnTo>
                    <a:pt x="864" y="1008"/>
                  </a:lnTo>
                  <a:lnTo>
                    <a:pt x="864" y="1011"/>
                  </a:lnTo>
                  <a:lnTo>
                    <a:pt x="864" y="1011"/>
                  </a:lnTo>
                  <a:lnTo>
                    <a:pt x="864" y="1012"/>
                  </a:lnTo>
                  <a:lnTo>
                    <a:pt x="864" y="1015"/>
                  </a:lnTo>
                  <a:lnTo>
                    <a:pt x="864" y="1017"/>
                  </a:lnTo>
                  <a:lnTo>
                    <a:pt x="867" y="1022"/>
                  </a:lnTo>
                  <a:lnTo>
                    <a:pt x="868" y="1023"/>
                  </a:lnTo>
                  <a:lnTo>
                    <a:pt x="870" y="1023"/>
                  </a:lnTo>
                  <a:lnTo>
                    <a:pt x="870" y="1025"/>
                  </a:lnTo>
                  <a:lnTo>
                    <a:pt x="870" y="1026"/>
                  </a:lnTo>
                  <a:lnTo>
                    <a:pt x="868" y="1026"/>
                  </a:lnTo>
                  <a:lnTo>
                    <a:pt x="868" y="1028"/>
                  </a:lnTo>
                  <a:lnTo>
                    <a:pt x="868" y="1028"/>
                  </a:lnTo>
                  <a:lnTo>
                    <a:pt x="868" y="1026"/>
                  </a:lnTo>
                  <a:lnTo>
                    <a:pt x="868" y="1025"/>
                  </a:lnTo>
                  <a:lnTo>
                    <a:pt x="868" y="1025"/>
                  </a:lnTo>
                  <a:lnTo>
                    <a:pt x="868" y="1023"/>
                  </a:lnTo>
                  <a:lnTo>
                    <a:pt x="867" y="1022"/>
                  </a:lnTo>
                  <a:lnTo>
                    <a:pt x="864" y="1018"/>
                  </a:lnTo>
                  <a:lnTo>
                    <a:pt x="865" y="1023"/>
                  </a:lnTo>
                  <a:lnTo>
                    <a:pt x="867" y="1025"/>
                  </a:lnTo>
                  <a:lnTo>
                    <a:pt x="867" y="1025"/>
                  </a:lnTo>
                  <a:lnTo>
                    <a:pt x="867" y="1026"/>
                  </a:lnTo>
                  <a:lnTo>
                    <a:pt x="868" y="1026"/>
                  </a:lnTo>
                  <a:lnTo>
                    <a:pt x="868" y="1026"/>
                  </a:lnTo>
                  <a:lnTo>
                    <a:pt x="870" y="1031"/>
                  </a:lnTo>
                  <a:lnTo>
                    <a:pt x="871" y="1034"/>
                  </a:lnTo>
                  <a:lnTo>
                    <a:pt x="871" y="1035"/>
                  </a:lnTo>
                  <a:lnTo>
                    <a:pt x="873" y="1037"/>
                  </a:lnTo>
                  <a:lnTo>
                    <a:pt x="877" y="1043"/>
                  </a:lnTo>
                  <a:lnTo>
                    <a:pt x="880" y="1046"/>
                  </a:lnTo>
                  <a:lnTo>
                    <a:pt x="882" y="1050"/>
                  </a:lnTo>
                  <a:lnTo>
                    <a:pt x="882" y="1052"/>
                  </a:lnTo>
                  <a:lnTo>
                    <a:pt x="882" y="1053"/>
                  </a:lnTo>
                  <a:lnTo>
                    <a:pt x="885" y="1055"/>
                  </a:lnTo>
                  <a:lnTo>
                    <a:pt x="885" y="1056"/>
                  </a:lnTo>
                  <a:lnTo>
                    <a:pt x="886" y="1056"/>
                  </a:lnTo>
                  <a:lnTo>
                    <a:pt x="886" y="1060"/>
                  </a:lnTo>
                  <a:lnTo>
                    <a:pt x="888" y="1061"/>
                  </a:lnTo>
                  <a:lnTo>
                    <a:pt x="888" y="1061"/>
                  </a:lnTo>
                  <a:lnTo>
                    <a:pt x="886" y="1060"/>
                  </a:lnTo>
                  <a:lnTo>
                    <a:pt x="886" y="1060"/>
                  </a:lnTo>
                  <a:lnTo>
                    <a:pt x="888" y="1061"/>
                  </a:lnTo>
                  <a:lnTo>
                    <a:pt x="891" y="1063"/>
                  </a:lnTo>
                  <a:lnTo>
                    <a:pt x="891" y="1063"/>
                  </a:lnTo>
                  <a:lnTo>
                    <a:pt x="890" y="1061"/>
                  </a:lnTo>
                  <a:lnTo>
                    <a:pt x="890" y="1061"/>
                  </a:lnTo>
                  <a:lnTo>
                    <a:pt x="890" y="1061"/>
                  </a:lnTo>
                  <a:lnTo>
                    <a:pt x="891" y="1061"/>
                  </a:lnTo>
                  <a:lnTo>
                    <a:pt x="896" y="1061"/>
                  </a:lnTo>
                  <a:lnTo>
                    <a:pt x="899" y="1064"/>
                  </a:lnTo>
                  <a:lnTo>
                    <a:pt x="900" y="1064"/>
                  </a:lnTo>
                  <a:lnTo>
                    <a:pt x="902" y="1066"/>
                  </a:lnTo>
                  <a:lnTo>
                    <a:pt x="903" y="1069"/>
                  </a:lnTo>
                  <a:lnTo>
                    <a:pt x="905" y="1069"/>
                  </a:lnTo>
                  <a:lnTo>
                    <a:pt x="906" y="1069"/>
                  </a:lnTo>
                  <a:lnTo>
                    <a:pt x="908" y="1069"/>
                  </a:lnTo>
                  <a:lnTo>
                    <a:pt x="912" y="1067"/>
                  </a:lnTo>
                  <a:lnTo>
                    <a:pt x="914" y="1066"/>
                  </a:lnTo>
                  <a:lnTo>
                    <a:pt x="915" y="1066"/>
                  </a:lnTo>
                  <a:lnTo>
                    <a:pt x="920" y="1066"/>
                  </a:lnTo>
                  <a:lnTo>
                    <a:pt x="921" y="1066"/>
                  </a:lnTo>
                  <a:lnTo>
                    <a:pt x="924" y="1064"/>
                  </a:lnTo>
                  <a:lnTo>
                    <a:pt x="926" y="1064"/>
                  </a:lnTo>
                  <a:lnTo>
                    <a:pt x="926" y="1064"/>
                  </a:lnTo>
                  <a:lnTo>
                    <a:pt x="926" y="1063"/>
                  </a:lnTo>
                  <a:lnTo>
                    <a:pt x="929" y="1063"/>
                  </a:lnTo>
                  <a:lnTo>
                    <a:pt x="929" y="1063"/>
                  </a:lnTo>
                  <a:lnTo>
                    <a:pt x="932" y="1063"/>
                  </a:lnTo>
                  <a:lnTo>
                    <a:pt x="934" y="1061"/>
                  </a:lnTo>
                  <a:lnTo>
                    <a:pt x="935" y="1061"/>
                  </a:lnTo>
                  <a:lnTo>
                    <a:pt x="937" y="1063"/>
                  </a:lnTo>
                  <a:lnTo>
                    <a:pt x="937" y="1063"/>
                  </a:lnTo>
                  <a:lnTo>
                    <a:pt x="935" y="1064"/>
                  </a:lnTo>
                  <a:lnTo>
                    <a:pt x="937" y="1064"/>
                  </a:lnTo>
                  <a:lnTo>
                    <a:pt x="938" y="1064"/>
                  </a:lnTo>
                  <a:lnTo>
                    <a:pt x="940" y="1066"/>
                  </a:lnTo>
                  <a:lnTo>
                    <a:pt x="941" y="1066"/>
                  </a:lnTo>
                  <a:lnTo>
                    <a:pt x="941" y="1064"/>
                  </a:lnTo>
                  <a:lnTo>
                    <a:pt x="944" y="1063"/>
                  </a:lnTo>
                  <a:lnTo>
                    <a:pt x="944" y="1061"/>
                  </a:lnTo>
                  <a:lnTo>
                    <a:pt x="944" y="1061"/>
                  </a:lnTo>
                  <a:lnTo>
                    <a:pt x="943" y="1061"/>
                  </a:lnTo>
                  <a:lnTo>
                    <a:pt x="943" y="1061"/>
                  </a:lnTo>
                  <a:lnTo>
                    <a:pt x="943" y="1060"/>
                  </a:lnTo>
                  <a:lnTo>
                    <a:pt x="943" y="1060"/>
                  </a:lnTo>
                  <a:lnTo>
                    <a:pt x="941" y="1060"/>
                  </a:lnTo>
                  <a:lnTo>
                    <a:pt x="941" y="1060"/>
                  </a:lnTo>
                  <a:lnTo>
                    <a:pt x="941" y="1060"/>
                  </a:lnTo>
                  <a:lnTo>
                    <a:pt x="941" y="1060"/>
                  </a:lnTo>
                  <a:lnTo>
                    <a:pt x="946" y="1058"/>
                  </a:lnTo>
                  <a:lnTo>
                    <a:pt x="947" y="1056"/>
                  </a:lnTo>
                  <a:lnTo>
                    <a:pt x="947" y="1056"/>
                  </a:lnTo>
                  <a:lnTo>
                    <a:pt x="950" y="1053"/>
                  </a:lnTo>
                  <a:lnTo>
                    <a:pt x="950" y="1049"/>
                  </a:lnTo>
                  <a:lnTo>
                    <a:pt x="952" y="1047"/>
                  </a:lnTo>
                  <a:lnTo>
                    <a:pt x="953" y="1046"/>
                  </a:lnTo>
                  <a:lnTo>
                    <a:pt x="953" y="1046"/>
                  </a:lnTo>
                  <a:lnTo>
                    <a:pt x="953" y="1044"/>
                  </a:lnTo>
                  <a:lnTo>
                    <a:pt x="953" y="1041"/>
                  </a:lnTo>
                  <a:lnTo>
                    <a:pt x="953" y="1040"/>
                  </a:lnTo>
                  <a:lnTo>
                    <a:pt x="953" y="1038"/>
                  </a:lnTo>
                  <a:lnTo>
                    <a:pt x="953" y="1035"/>
                  </a:lnTo>
                  <a:lnTo>
                    <a:pt x="955" y="1035"/>
                  </a:lnTo>
                  <a:lnTo>
                    <a:pt x="955" y="1032"/>
                  </a:lnTo>
                  <a:lnTo>
                    <a:pt x="958" y="1031"/>
                  </a:lnTo>
                  <a:lnTo>
                    <a:pt x="961" y="1029"/>
                  </a:lnTo>
                  <a:lnTo>
                    <a:pt x="962" y="1028"/>
                  </a:lnTo>
                  <a:lnTo>
                    <a:pt x="973" y="1026"/>
                  </a:lnTo>
                  <a:lnTo>
                    <a:pt x="975" y="1026"/>
                  </a:lnTo>
                  <a:lnTo>
                    <a:pt x="978" y="1025"/>
                  </a:lnTo>
                  <a:lnTo>
                    <a:pt x="978" y="1025"/>
                  </a:lnTo>
                  <a:lnTo>
                    <a:pt x="981" y="1025"/>
                  </a:lnTo>
                  <a:lnTo>
                    <a:pt x="982" y="1025"/>
                  </a:lnTo>
                  <a:lnTo>
                    <a:pt x="982" y="1025"/>
                  </a:lnTo>
                  <a:lnTo>
                    <a:pt x="982" y="1023"/>
                  </a:lnTo>
                  <a:lnTo>
                    <a:pt x="982" y="1023"/>
                  </a:lnTo>
                  <a:lnTo>
                    <a:pt x="984" y="1023"/>
                  </a:lnTo>
                  <a:lnTo>
                    <a:pt x="987" y="1025"/>
                  </a:lnTo>
                  <a:lnTo>
                    <a:pt x="988" y="1025"/>
                  </a:lnTo>
                  <a:lnTo>
                    <a:pt x="990" y="1026"/>
                  </a:lnTo>
                  <a:lnTo>
                    <a:pt x="993" y="1026"/>
                  </a:lnTo>
                  <a:lnTo>
                    <a:pt x="994" y="1026"/>
                  </a:lnTo>
                  <a:lnTo>
                    <a:pt x="994" y="1026"/>
                  </a:lnTo>
                  <a:lnTo>
                    <a:pt x="994" y="1025"/>
                  </a:lnTo>
                  <a:lnTo>
                    <a:pt x="994" y="1025"/>
                  </a:lnTo>
                  <a:lnTo>
                    <a:pt x="994" y="1025"/>
                  </a:lnTo>
                  <a:lnTo>
                    <a:pt x="993" y="1025"/>
                  </a:lnTo>
                  <a:lnTo>
                    <a:pt x="993" y="1025"/>
                  </a:lnTo>
                  <a:lnTo>
                    <a:pt x="991" y="1025"/>
                  </a:lnTo>
                  <a:lnTo>
                    <a:pt x="991" y="1025"/>
                  </a:lnTo>
                  <a:lnTo>
                    <a:pt x="993" y="1025"/>
                  </a:lnTo>
                  <a:lnTo>
                    <a:pt x="994" y="1025"/>
                  </a:lnTo>
                  <a:lnTo>
                    <a:pt x="994" y="1023"/>
                  </a:lnTo>
                  <a:lnTo>
                    <a:pt x="996" y="1025"/>
                  </a:lnTo>
                  <a:lnTo>
                    <a:pt x="997" y="1026"/>
                  </a:lnTo>
                  <a:lnTo>
                    <a:pt x="999" y="1026"/>
                  </a:lnTo>
                  <a:lnTo>
                    <a:pt x="999" y="1029"/>
                  </a:lnTo>
                  <a:lnTo>
                    <a:pt x="999" y="1029"/>
                  </a:lnTo>
                  <a:lnTo>
                    <a:pt x="999" y="1029"/>
                  </a:lnTo>
                  <a:lnTo>
                    <a:pt x="999" y="1032"/>
                  </a:lnTo>
                  <a:lnTo>
                    <a:pt x="997" y="1034"/>
                  </a:lnTo>
                  <a:lnTo>
                    <a:pt x="997" y="1035"/>
                  </a:lnTo>
                  <a:lnTo>
                    <a:pt x="996" y="1037"/>
                  </a:lnTo>
                  <a:lnTo>
                    <a:pt x="994" y="1038"/>
                  </a:lnTo>
                  <a:lnTo>
                    <a:pt x="991" y="1041"/>
                  </a:lnTo>
                  <a:lnTo>
                    <a:pt x="991" y="1043"/>
                  </a:lnTo>
                  <a:lnTo>
                    <a:pt x="991" y="1044"/>
                  </a:lnTo>
                  <a:lnTo>
                    <a:pt x="991" y="1046"/>
                  </a:lnTo>
                  <a:lnTo>
                    <a:pt x="991" y="1047"/>
                  </a:lnTo>
                  <a:lnTo>
                    <a:pt x="991" y="1047"/>
                  </a:lnTo>
                  <a:lnTo>
                    <a:pt x="990" y="1047"/>
                  </a:lnTo>
                  <a:lnTo>
                    <a:pt x="990" y="1047"/>
                  </a:lnTo>
                  <a:lnTo>
                    <a:pt x="988" y="1049"/>
                  </a:lnTo>
                  <a:lnTo>
                    <a:pt x="988" y="1050"/>
                  </a:lnTo>
                  <a:lnTo>
                    <a:pt x="988" y="1050"/>
                  </a:lnTo>
                  <a:lnTo>
                    <a:pt x="990" y="1050"/>
                  </a:lnTo>
                  <a:lnTo>
                    <a:pt x="990" y="1050"/>
                  </a:lnTo>
                  <a:lnTo>
                    <a:pt x="991" y="1050"/>
                  </a:lnTo>
                  <a:lnTo>
                    <a:pt x="991" y="1050"/>
                  </a:lnTo>
                  <a:lnTo>
                    <a:pt x="991" y="1052"/>
                  </a:lnTo>
                  <a:lnTo>
                    <a:pt x="990" y="1052"/>
                  </a:lnTo>
                  <a:lnTo>
                    <a:pt x="990" y="1052"/>
                  </a:lnTo>
                  <a:lnTo>
                    <a:pt x="990" y="1052"/>
                  </a:lnTo>
                  <a:lnTo>
                    <a:pt x="988" y="1053"/>
                  </a:lnTo>
                  <a:lnTo>
                    <a:pt x="988" y="1053"/>
                  </a:lnTo>
                  <a:lnTo>
                    <a:pt x="988" y="1055"/>
                  </a:lnTo>
                  <a:lnTo>
                    <a:pt x="988" y="1055"/>
                  </a:lnTo>
                  <a:lnTo>
                    <a:pt x="990" y="1053"/>
                  </a:lnTo>
                  <a:lnTo>
                    <a:pt x="990" y="1053"/>
                  </a:lnTo>
                  <a:lnTo>
                    <a:pt x="990" y="1053"/>
                  </a:lnTo>
                  <a:lnTo>
                    <a:pt x="990" y="1056"/>
                  </a:lnTo>
                  <a:lnTo>
                    <a:pt x="988" y="1061"/>
                  </a:lnTo>
                  <a:lnTo>
                    <a:pt x="987" y="1063"/>
                  </a:lnTo>
                  <a:lnTo>
                    <a:pt x="987" y="1066"/>
                  </a:lnTo>
                  <a:lnTo>
                    <a:pt x="987" y="1066"/>
                  </a:lnTo>
                  <a:lnTo>
                    <a:pt x="985" y="1067"/>
                  </a:lnTo>
                  <a:lnTo>
                    <a:pt x="985" y="1067"/>
                  </a:lnTo>
                  <a:lnTo>
                    <a:pt x="985" y="1066"/>
                  </a:lnTo>
                  <a:lnTo>
                    <a:pt x="984" y="1064"/>
                  </a:lnTo>
                  <a:lnTo>
                    <a:pt x="984" y="1064"/>
                  </a:lnTo>
                  <a:lnTo>
                    <a:pt x="984" y="1061"/>
                  </a:lnTo>
                  <a:lnTo>
                    <a:pt x="984" y="1060"/>
                  </a:lnTo>
                  <a:lnTo>
                    <a:pt x="984" y="1060"/>
                  </a:lnTo>
                  <a:lnTo>
                    <a:pt x="982" y="1061"/>
                  </a:lnTo>
                  <a:lnTo>
                    <a:pt x="982" y="1061"/>
                  </a:lnTo>
                  <a:lnTo>
                    <a:pt x="982" y="1063"/>
                  </a:lnTo>
                  <a:lnTo>
                    <a:pt x="981" y="1064"/>
                  </a:lnTo>
                  <a:lnTo>
                    <a:pt x="981" y="1064"/>
                  </a:lnTo>
                  <a:lnTo>
                    <a:pt x="979" y="1066"/>
                  </a:lnTo>
                  <a:lnTo>
                    <a:pt x="981" y="1067"/>
                  </a:lnTo>
                  <a:lnTo>
                    <a:pt x="981" y="1066"/>
                  </a:lnTo>
                  <a:lnTo>
                    <a:pt x="982" y="1066"/>
                  </a:lnTo>
                  <a:lnTo>
                    <a:pt x="984" y="1069"/>
                  </a:lnTo>
                  <a:lnTo>
                    <a:pt x="982" y="1069"/>
                  </a:lnTo>
                  <a:lnTo>
                    <a:pt x="982" y="1073"/>
                  </a:lnTo>
                  <a:lnTo>
                    <a:pt x="981" y="1075"/>
                  </a:lnTo>
                  <a:lnTo>
                    <a:pt x="981" y="1076"/>
                  </a:lnTo>
                  <a:lnTo>
                    <a:pt x="982" y="1078"/>
                  </a:lnTo>
                  <a:lnTo>
                    <a:pt x="981" y="1079"/>
                  </a:lnTo>
                  <a:lnTo>
                    <a:pt x="981" y="1079"/>
                  </a:lnTo>
                  <a:lnTo>
                    <a:pt x="981" y="1081"/>
                  </a:lnTo>
                  <a:lnTo>
                    <a:pt x="981" y="1084"/>
                  </a:lnTo>
                  <a:lnTo>
                    <a:pt x="981" y="1088"/>
                  </a:lnTo>
                  <a:lnTo>
                    <a:pt x="979" y="1090"/>
                  </a:lnTo>
                  <a:lnTo>
                    <a:pt x="979" y="1091"/>
                  </a:lnTo>
                  <a:lnTo>
                    <a:pt x="978" y="1093"/>
                  </a:lnTo>
                  <a:lnTo>
                    <a:pt x="976" y="1093"/>
                  </a:lnTo>
                  <a:lnTo>
                    <a:pt x="973" y="1096"/>
                  </a:lnTo>
                  <a:lnTo>
                    <a:pt x="973" y="1098"/>
                  </a:lnTo>
                  <a:lnTo>
                    <a:pt x="973" y="1098"/>
                  </a:lnTo>
                  <a:lnTo>
                    <a:pt x="973" y="1098"/>
                  </a:lnTo>
                  <a:lnTo>
                    <a:pt x="975" y="1098"/>
                  </a:lnTo>
                  <a:lnTo>
                    <a:pt x="976" y="1099"/>
                  </a:lnTo>
                  <a:lnTo>
                    <a:pt x="976" y="1099"/>
                  </a:lnTo>
                  <a:lnTo>
                    <a:pt x="978" y="1099"/>
                  </a:lnTo>
                  <a:lnTo>
                    <a:pt x="978" y="1098"/>
                  </a:lnTo>
                  <a:lnTo>
                    <a:pt x="976" y="1098"/>
                  </a:lnTo>
                  <a:lnTo>
                    <a:pt x="976" y="1098"/>
                  </a:lnTo>
                  <a:lnTo>
                    <a:pt x="981" y="1101"/>
                  </a:lnTo>
                  <a:lnTo>
                    <a:pt x="982" y="1101"/>
                  </a:lnTo>
                  <a:lnTo>
                    <a:pt x="984" y="1099"/>
                  </a:lnTo>
                  <a:lnTo>
                    <a:pt x="984" y="1099"/>
                  </a:lnTo>
                  <a:lnTo>
                    <a:pt x="985" y="1098"/>
                  </a:lnTo>
                  <a:lnTo>
                    <a:pt x="985" y="1098"/>
                  </a:lnTo>
                  <a:lnTo>
                    <a:pt x="988" y="1098"/>
                  </a:lnTo>
                  <a:lnTo>
                    <a:pt x="988" y="1098"/>
                  </a:lnTo>
                  <a:lnTo>
                    <a:pt x="990" y="1099"/>
                  </a:lnTo>
                  <a:lnTo>
                    <a:pt x="990" y="1099"/>
                  </a:lnTo>
                  <a:lnTo>
                    <a:pt x="991" y="1099"/>
                  </a:lnTo>
                  <a:lnTo>
                    <a:pt x="993" y="1099"/>
                  </a:lnTo>
                  <a:lnTo>
                    <a:pt x="997" y="1099"/>
                  </a:lnTo>
                  <a:lnTo>
                    <a:pt x="999" y="1099"/>
                  </a:lnTo>
                  <a:lnTo>
                    <a:pt x="1003" y="1099"/>
                  </a:lnTo>
                  <a:lnTo>
                    <a:pt x="1005" y="1099"/>
                  </a:lnTo>
                  <a:lnTo>
                    <a:pt x="1007" y="1098"/>
                  </a:lnTo>
                  <a:lnTo>
                    <a:pt x="1008" y="1098"/>
                  </a:lnTo>
                  <a:lnTo>
                    <a:pt x="1010" y="1098"/>
                  </a:lnTo>
                  <a:lnTo>
                    <a:pt x="1010" y="1096"/>
                  </a:lnTo>
                  <a:lnTo>
                    <a:pt x="1010" y="1096"/>
                  </a:lnTo>
                  <a:lnTo>
                    <a:pt x="1011" y="1096"/>
                  </a:lnTo>
                  <a:lnTo>
                    <a:pt x="1016" y="1098"/>
                  </a:lnTo>
                  <a:lnTo>
                    <a:pt x="1019" y="1098"/>
                  </a:lnTo>
                  <a:lnTo>
                    <a:pt x="1020" y="1098"/>
                  </a:lnTo>
                  <a:lnTo>
                    <a:pt x="1022" y="1096"/>
                  </a:lnTo>
                  <a:lnTo>
                    <a:pt x="1025" y="1098"/>
                  </a:lnTo>
                  <a:lnTo>
                    <a:pt x="1026" y="1099"/>
                  </a:lnTo>
                  <a:lnTo>
                    <a:pt x="1028" y="1099"/>
                  </a:lnTo>
                  <a:lnTo>
                    <a:pt x="1028" y="1099"/>
                  </a:lnTo>
                  <a:lnTo>
                    <a:pt x="1028" y="1099"/>
                  </a:lnTo>
                  <a:lnTo>
                    <a:pt x="1028" y="1099"/>
                  </a:lnTo>
                  <a:lnTo>
                    <a:pt x="1026" y="1098"/>
                  </a:lnTo>
                  <a:lnTo>
                    <a:pt x="1029" y="1099"/>
                  </a:lnTo>
                  <a:lnTo>
                    <a:pt x="1035" y="1104"/>
                  </a:lnTo>
                  <a:lnTo>
                    <a:pt x="1035" y="1104"/>
                  </a:lnTo>
                  <a:lnTo>
                    <a:pt x="1034" y="1102"/>
                  </a:lnTo>
                  <a:lnTo>
                    <a:pt x="1032" y="1102"/>
                  </a:lnTo>
                  <a:lnTo>
                    <a:pt x="1032" y="1104"/>
                  </a:lnTo>
                  <a:lnTo>
                    <a:pt x="1032" y="1104"/>
                  </a:lnTo>
                  <a:lnTo>
                    <a:pt x="1032" y="1104"/>
                  </a:lnTo>
                  <a:lnTo>
                    <a:pt x="1032" y="1104"/>
                  </a:lnTo>
                  <a:lnTo>
                    <a:pt x="1032" y="1104"/>
                  </a:lnTo>
                  <a:lnTo>
                    <a:pt x="1034" y="1104"/>
                  </a:lnTo>
                  <a:lnTo>
                    <a:pt x="1035" y="1105"/>
                  </a:lnTo>
                  <a:lnTo>
                    <a:pt x="1035" y="1105"/>
                  </a:lnTo>
                  <a:lnTo>
                    <a:pt x="1035" y="1107"/>
                  </a:lnTo>
                  <a:lnTo>
                    <a:pt x="1037" y="1107"/>
                  </a:lnTo>
                  <a:lnTo>
                    <a:pt x="1037" y="1107"/>
                  </a:lnTo>
                  <a:lnTo>
                    <a:pt x="1038" y="1105"/>
                  </a:lnTo>
                  <a:lnTo>
                    <a:pt x="1038" y="1107"/>
                  </a:lnTo>
                  <a:lnTo>
                    <a:pt x="1040" y="1107"/>
                  </a:lnTo>
                  <a:lnTo>
                    <a:pt x="1038" y="1105"/>
                  </a:lnTo>
                  <a:lnTo>
                    <a:pt x="1037" y="1105"/>
                  </a:lnTo>
                  <a:lnTo>
                    <a:pt x="1037" y="1105"/>
                  </a:lnTo>
                  <a:lnTo>
                    <a:pt x="1041" y="1107"/>
                  </a:lnTo>
                  <a:lnTo>
                    <a:pt x="1041" y="1108"/>
                  </a:lnTo>
                  <a:lnTo>
                    <a:pt x="1043" y="1108"/>
                  </a:lnTo>
                  <a:lnTo>
                    <a:pt x="1043" y="1110"/>
                  </a:lnTo>
                  <a:lnTo>
                    <a:pt x="1043" y="1110"/>
                  </a:lnTo>
                  <a:lnTo>
                    <a:pt x="1043" y="1110"/>
                  </a:lnTo>
                  <a:lnTo>
                    <a:pt x="1041" y="1111"/>
                  </a:lnTo>
                  <a:lnTo>
                    <a:pt x="1041" y="1111"/>
                  </a:lnTo>
                  <a:lnTo>
                    <a:pt x="1041" y="1111"/>
                  </a:lnTo>
                  <a:lnTo>
                    <a:pt x="1041" y="1111"/>
                  </a:lnTo>
                  <a:lnTo>
                    <a:pt x="1040" y="1111"/>
                  </a:lnTo>
                  <a:lnTo>
                    <a:pt x="1040" y="1111"/>
                  </a:lnTo>
                  <a:lnTo>
                    <a:pt x="1041" y="1113"/>
                  </a:lnTo>
                  <a:lnTo>
                    <a:pt x="1041" y="1113"/>
                  </a:lnTo>
                  <a:lnTo>
                    <a:pt x="1041" y="1113"/>
                  </a:lnTo>
                  <a:lnTo>
                    <a:pt x="1043" y="1117"/>
                  </a:lnTo>
                  <a:lnTo>
                    <a:pt x="1043" y="1119"/>
                  </a:lnTo>
                  <a:lnTo>
                    <a:pt x="1041" y="1120"/>
                  </a:lnTo>
                  <a:lnTo>
                    <a:pt x="1041" y="1122"/>
                  </a:lnTo>
                  <a:lnTo>
                    <a:pt x="1040" y="1122"/>
                  </a:lnTo>
                  <a:lnTo>
                    <a:pt x="1040" y="1125"/>
                  </a:lnTo>
                  <a:lnTo>
                    <a:pt x="1038" y="1131"/>
                  </a:lnTo>
                  <a:lnTo>
                    <a:pt x="1038" y="1136"/>
                  </a:lnTo>
                  <a:lnTo>
                    <a:pt x="1038" y="1140"/>
                  </a:lnTo>
                  <a:lnTo>
                    <a:pt x="1038" y="1140"/>
                  </a:lnTo>
                  <a:lnTo>
                    <a:pt x="1040" y="1142"/>
                  </a:lnTo>
                  <a:lnTo>
                    <a:pt x="1038" y="1142"/>
                  </a:lnTo>
                  <a:lnTo>
                    <a:pt x="1038" y="1142"/>
                  </a:lnTo>
                  <a:lnTo>
                    <a:pt x="1038" y="1142"/>
                  </a:lnTo>
                  <a:lnTo>
                    <a:pt x="1038" y="1140"/>
                  </a:lnTo>
                  <a:lnTo>
                    <a:pt x="1038" y="1140"/>
                  </a:lnTo>
                  <a:lnTo>
                    <a:pt x="1038" y="1139"/>
                  </a:lnTo>
                  <a:lnTo>
                    <a:pt x="1038" y="1139"/>
                  </a:lnTo>
                  <a:lnTo>
                    <a:pt x="1038" y="1140"/>
                  </a:lnTo>
                  <a:lnTo>
                    <a:pt x="1037" y="1140"/>
                  </a:lnTo>
                  <a:lnTo>
                    <a:pt x="1037" y="1140"/>
                  </a:lnTo>
                  <a:lnTo>
                    <a:pt x="1037" y="1140"/>
                  </a:lnTo>
                  <a:lnTo>
                    <a:pt x="1037" y="1142"/>
                  </a:lnTo>
                  <a:lnTo>
                    <a:pt x="1037" y="1143"/>
                  </a:lnTo>
                  <a:lnTo>
                    <a:pt x="1037" y="1143"/>
                  </a:lnTo>
                  <a:lnTo>
                    <a:pt x="1037" y="1145"/>
                  </a:lnTo>
                  <a:lnTo>
                    <a:pt x="1037" y="1146"/>
                  </a:lnTo>
                  <a:lnTo>
                    <a:pt x="1037" y="1146"/>
                  </a:lnTo>
                  <a:lnTo>
                    <a:pt x="1037" y="1146"/>
                  </a:lnTo>
                  <a:lnTo>
                    <a:pt x="1035" y="1146"/>
                  </a:lnTo>
                  <a:lnTo>
                    <a:pt x="1035" y="1148"/>
                  </a:lnTo>
                  <a:lnTo>
                    <a:pt x="1035" y="1148"/>
                  </a:lnTo>
                  <a:lnTo>
                    <a:pt x="1035" y="1148"/>
                  </a:lnTo>
                  <a:lnTo>
                    <a:pt x="1035" y="1149"/>
                  </a:lnTo>
                  <a:lnTo>
                    <a:pt x="1035" y="1149"/>
                  </a:lnTo>
                  <a:lnTo>
                    <a:pt x="1037" y="1149"/>
                  </a:lnTo>
                  <a:lnTo>
                    <a:pt x="1037" y="1149"/>
                  </a:lnTo>
                  <a:lnTo>
                    <a:pt x="1037" y="1151"/>
                  </a:lnTo>
                  <a:lnTo>
                    <a:pt x="1037" y="1152"/>
                  </a:lnTo>
                  <a:lnTo>
                    <a:pt x="1037" y="1152"/>
                  </a:lnTo>
                  <a:lnTo>
                    <a:pt x="1035" y="1154"/>
                  </a:lnTo>
                  <a:lnTo>
                    <a:pt x="1035" y="1154"/>
                  </a:lnTo>
                  <a:lnTo>
                    <a:pt x="1035" y="1155"/>
                  </a:lnTo>
                  <a:lnTo>
                    <a:pt x="1035" y="1155"/>
                  </a:lnTo>
                  <a:lnTo>
                    <a:pt x="1035" y="1158"/>
                  </a:lnTo>
                  <a:lnTo>
                    <a:pt x="1035" y="1160"/>
                  </a:lnTo>
                  <a:lnTo>
                    <a:pt x="1037" y="1160"/>
                  </a:lnTo>
                  <a:lnTo>
                    <a:pt x="1037" y="1161"/>
                  </a:lnTo>
                  <a:lnTo>
                    <a:pt x="1038" y="1161"/>
                  </a:lnTo>
                  <a:lnTo>
                    <a:pt x="1038" y="1161"/>
                  </a:lnTo>
                  <a:lnTo>
                    <a:pt x="1038" y="1163"/>
                  </a:lnTo>
                  <a:lnTo>
                    <a:pt x="1040" y="1166"/>
                  </a:lnTo>
                  <a:lnTo>
                    <a:pt x="1041" y="1167"/>
                  </a:lnTo>
                  <a:lnTo>
                    <a:pt x="1044" y="1172"/>
                  </a:lnTo>
                  <a:lnTo>
                    <a:pt x="1044" y="1172"/>
                  </a:lnTo>
                  <a:lnTo>
                    <a:pt x="1048" y="1175"/>
                  </a:lnTo>
                  <a:lnTo>
                    <a:pt x="1048" y="1175"/>
                  </a:lnTo>
                  <a:lnTo>
                    <a:pt x="1048" y="1177"/>
                  </a:lnTo>
                  <a:lnTo>
                    <a:pt x="1051" y="1177"/>
                  </a:lnTo>
                  <a:lnTo>
                    <a:pt x="1051" y="1178"/>
                  </a:lnTo>
                  <a:lnTo>
                    <a:pt x="1052" y="1178"/>
                  </a:lnTo>
                  <a:lnTo>
                    <a:pt x="1054" y="1180"/>
                  </a:lnTo>
                  <a:lnTo>
                    <a:pt x="1054" y="1180"/>
                  </a:lnTo>
                  <a:lnTo>
                    <a:pt x="1054" y="1181"/>
                  </a:lnTo>
                  <a:lnTo>
                    <a:pt x="1054" y="1183"/>
                  </a:lnTo>
                  <a:lnTo>
                    <a:pt x="1055" y="1183"/>
                  </a:lnTo>
                  <a:lnTo>
                    <a:pt x="1055" y="1183"/>
                  </a:lnTo>
                  <a:lnTo>
                    <a:pt x="1055" y="1183"/>
                  </a:lnTo>
                  <a:lnTo>
                    <a:pt x="1055" y="1183"/>
                  </a:lnTo>
                  <a:lnTo>
                    <a:pt x="1055" y="1183"/>
                  </a:lnTo>
                  <a:lnTo>
                    <a:pt x="1055" y="1184"/>
                  </a:lnTo>
                  <a:lnTo>
                    <a:pt x="1057" y="1184"/>
                  </a:lnTo>
                  <a:lnTo>
                    <a:pt x="1057" y="1186"/>
                  </a:lnTo>
                  <a:lnTo>
                    <a:pt x="1060" y="1186"/>
                  </a:lnTo>
                  <a:lnTo>
                    <a:pt x="1060" y="1186"/>
                  </a:lnTo>
                  <a:lnTo>
                    <a:pt x="1060" y="1186"/>
                  </a:lnTo>
                  <a:lnTo>
                    <a:pt x="1060" y="1184"/>
                  </a:lnTo>
                  <a:lnTo>
                    <a:pt x="1060" y="1183"/>
                  </a:lnTo>
                  <a:lnTo>
                    <a:pt x="1060" y="1183"/>
                  </a:lnTo>
                  <a:lnTo>
                    <a:pt x="1060" y="1183"/>
                  </a:lnTo>
                  <a:lnTo>
                    <a:pt x="1060" y="1184"/>
                  </a:lnTo>
                  <a:lnTo>
                    <a:pt x="1061" y="1184"/>
                  </a:lnTo>
                  <a:lnTo>
                    <a:pt x="1063" y="1187"/>
                  </a:lnTo>
                  <a:lnTo>
                    <a:pt x="1066" y="1187"/>
                  </a:lnTo>
                  <a:lnTo>
                    <a:pt x="1067" y="1187"/>
                  </a:lnTo>
                  <a:lnTo>
                    <a:pt x="1069" y="1187"/>
                  </a:lnTo>
                  <a:lnTo>
                    <a:pt x="1072" y="1186"/>
                  </a:lnTo>
                  <a:lnTo>
                    <a:pt x="1073" y="1184"/>
                  </a:lnTo>
                  <a:lnTo>
                    <a:pt x="1075" y="1184"/>
                  </a:lnTo>
                  <a:lnTo>
                    <a:pt x="1081" y="1183"/>
                  </a:lnTo>
                  <a:lnTo>
                    <a:pt x="1082" y="1180"/>
                  </a:lnTo>
                  <a:lnTo>
                    <a:pt x="1084" y="1180"/>
                  </a:lnTo>
                  <a:lnTo>
                    <a:pt x="1084" y="1180"/>
                  </a:lnTo>
                  <a:lnTo>
                    <a:pt x="1086" y="1178"/>
                  </a:lnTo>
                  <a:lnTo>
                    <a:pt x="1087" y="1178"/>
                  </a:lnTo>
                  <a:lnTo>
                    <a:pt x="1087" y="1177"/>
                  </a:lnTo>
                  <a:lnTo>
                    <a:pt x="1090" y="1178"/>
                  </a:lnTo>
                  <a:lnTo>
                    <a:pt x="1092" y="1178"/>
                  </a:lnTo>
                  <a:lnTo>
                    <a:pt x="1093" y="1178"/>
                  </a:lnTo>
                  <a:lnTo>
                    <a:pt x="1095" y="1178"/>
                  </a:lnTo>
                  <a:lnTo>
                    <a:pt x="1095" y="1180"/>
                  </a:lnTo>
                  <a:lnTo>
                    <a:pt x="1095" y="1180"/>
                  </a:lnTo>
                  <a:lnTo>
                    <a:pt x="1098" y="1180"/>
                  </a:lnTo>
                  <a:lnTo>
                    <a:pt x="1101" y="1180"/>
                  </a:lnTo>
                  <a:lnTo>
                    <a:pt x="1105" y="1181"/>
                  </a:lnTo>
                  <a:lnTo>
                    <a:pt x="1108" y="1184"/>
                  </a:lnTo>
                  <a:lnTo>
                    <a:pt x="1110" y="1186"/>
                  </a:lnTo>
                  <a:lnTo>
                    <a:pt x="1114" y="1189"/>
                  </a:lnTo>
                  <a:lnTo>
                    <a:pt x="1114" y="1189"/>
                  </a:lnTo>
                  <a:lnTo>
                    <a:pt x="1116" y="1190"/>
                  </a:lnTo>
                  <a:lnTo>
                    <a:pt x="1117" y="1192"/>
                  </a:lnTo>
                  <a:lnTo>
                    <a:pt x="1119" y="1193"/>
                  </a:lnTo>
                  <a:lnTo>
                    <a:pt x="1120" y="1195"/>
                  </a:lnTo>
                  <a:lnTo>
                    <a:pt x="1120" y="1195"/>
                  </a:lnTo>
                  <a:lnTo>
                    <a:pt x="1120" y="1196"/>
                  </a:lnTo>
                  <a:lnTo>
                    <a:pt x="1120" y="1196"/>
                  </a:lnTo>
                  <a:lnTo>
                    <a:pt x="1120" y="1196"/>
                  </a:lnTo>
                  <a:lnTo>
                    <a:pt x="1120" y="1198"/>
                  </a:lnTo>
                  <a:lnTo>
                    <a:pt x="1120" y="1198"/>
                  </a:lnTo>
                  <a:lnTo>
                    <a:pt x="1120" y="1198"/>
                  </a:lnTo>
                  <a:lnTo>
                    <a:pt x="1122" y="1198"/>
                  </a:lnTo>
                  <a:lnTo>
                    <a:pt x="1122" y="1196"/>
                  </a:lnTo>
                  <a:lnTo>
                    <a:pt x="1122" y="1193"/>
                  </a:lnTo>
                  <a:lnTo>
                    <a:pt x="1122" y="1192"/>
                  </a:lnTo>
                  <a:lnTo>
                    <a:pt x="1120" y="1190"/>
                  </a:lnTo>
                  <a:lnTo>
                    <a:pt x="1120" y="1190"/>
                  </a:lnTo>
                  <a:lnTo>
                    <a:pt x="1120" y="1189"/>
                  </a:lnTo>
                  <a:lnTo>
                    <a:pt x="1122" y="1189"/>
                  </a:lnTo>
                  <a:lnTo>
                    <a:pt x="1123" y="1189"/>
                  </a:lnTo>
                  <a:lnTo>
                    <a:pt x="1128" y="1184"/>
                  </a:lnTo>
                  <a:lnTo>
                    <a:pt x="1130" y="1181"/>
                  </a:lnTo>
                  <a:lnTo>
                    <a:pt x="1131" y="1180"/>
                  </a:lnTo>
                  <a:lnTo>
                    <a:pt x="1133" y="1180"/>
                  </a:lnTo>
                  <a:lnTo>
                    <a:pt x="1134" y="1180"/>
                  </a:lnTo>
                  <a:lnTo>
                    <a:pt x="1136" y="1180"/>
                  </a:lnTo>
                  <a:lnTo>
                    <a:pt x="1136" y="1178"/>
                  </a:lnTo>
                  <a:lnTo>
                    <a:pt x="1136" y="1177"/>
                  </a:lnTo>
                  <a:lnTo>
                    <a:pt x="1136" y="1175"/>
                  </a:lnTo>
                  <a:lnTo>
                    <a:pt x="1136" y="1174"/>
                  </a:lnTo>
                  <a:lnTo>
                    <a:pt x="1136" y="1172"/>
                  </a:lnTo>
                  <a:lnTo>
                    <a:pt x="1136" y="1171"/>
                  </a:lnTo>
                  <a:lnTo>
                    <a:pt x="1137" y="1169"/>
                  </a:lnTo>
                  <a:lnTo>
                    <a:pt x="1137" y="1169"/>
                  </a:lnTo>
                  <a:lnTo>
                    <a:pt x="1136" y="1171"/>
                  </a:lnTo>
                  <a:lnTo>
                    <a:pt x="1136" y="1171"/>
                  </a:lnTo>
                  <a:lnTo>
                    <a:pt x="1136" y="1169"/>
                  </a:lnTo>
                  <a:lnTo>
                    <a:pt x="1137" y="1167"/>
                  </a:lnTo>
                  <a:lnTo>
                    <a:pt x="1137" y="1166"/>
                  </a:lnTo>
                  <a:lnTo>
                    <a:pt x="1139" y="1164"/>
                  </a:lnTo>
                  <a:lnTo>
                    <a:pt x="1140" y="1163"/>
                  </a:lnTo>
                  <a:lnTo>
                    <a:pt x="1140" y="1163"/>
                  </a:lnTo>
                  <a:lnTo>
                    <a:pt x="1142" y="1161"/>
                  </a:lnTo>
                  <a:lnTo>
                    <a:pt x="1145" y="1158"/>
                  </a:lnTo>
                  <a:lnTo>
                    <a:pt x="1145" y="1158"/>
                  </a:lnTo>
                  <a:lnTo>
                    <a:pt x="1151" y="1160"/>
                  </a:lnTo>
                  <a:lnTo>
                    <a:pt x="1152" y="1160"/>
                  </a:lnTo>
                  <a:lnTo>
                    <a:pt x="1151" y="1160"/>
                  </a:lnTo>
                  <a:lnTo>
                    <a:pt x="1151" y="1160"/>
                  </a:lnTo>
                  <a:lnTo>
                    <a:pt x="1149" y="1160"/>
                  </a:lnTo>
                  <a:lnTo>
                    <a:pt x="1149" y="1161"/>
                  </a:lnTo>
                  <a:lnTo>
                    <a:pt x="1151" y="1163"/>
                  </a:lnTo>
                  <a:lnTo>
                    <a:pt x="1151" y="1163"/>
                  </a:lnTo>
                  <a:lnTo>
                    <a:pt x="1152" y="1161"/>
                  </a:lnTo>
                  <a:lnTo>
                    <a:pt x="1152" y="1160"/>
                  </a:lnTo>
                  <a:lnTo>
                    <a:pt x="1154" y="1158"/>
                  </a:lnTo>
                  <a:lnTo>
                    <a:pt x="1154" y="1157"/>
                  </a:lnTo>
                  <a:lnTo>
                    <a:pt x="1154" y="1155"/>
                  </a:lnTo>
                  <a:lnTo>
                    <a:pt x="1155" y="1155"/>
                  </a:lnTo>
                  <a:lnTo>
                    <a:pt x="1157" y="1155"/>
                  </a:lnTo>
                  <a:lnTo>
                    <a:pt x="1158" y="1157"/>
                  </a:lnTo>
                  <a:lnTo>
                    <a:pt x="1160" y="1157"/>
                  </a:lnTo>
                  <a:lnTo>
                    <a:pt x="1165" y="1155"/>
                  </a:lnTo>
                  <a:lnTo>
                    <a:pt x="1172" y="1151"/>
                  </a:lnTo>
                  <a:lnTo>
                    <a:pt x="1175" y="1149"/>
                  </a:lnTo>
                  <a:lnTo>
                    <a:pt x="1177" y="1149"/>
                  </a:lnTo>
                  <a:lnTo>
                    <a:pt x="1178" y="1146"/>
                  </a:lnTo>
                  <a:lnTo>
                    <a:pt x="1178" y="1145"/>
                  </a:lnTo>
                  <a:lnTo>
                    <a:pt x="1180" y="1145"/>
                  </a:lnTo>
                  <a:lnTo>
                    <a:pt x="1181" y="1145"/>
                  </a:lnTo>
                  <a:lnTo>
                    <a:pt x="1181" y="1143"/>
                  </a:lnTo>
                  <a:lnTo>
                    <a:pt x="1181" y="1143"/>
                  </a:lnTo>
                  <a:lnTo>
                    <a:pt x="1184" y="1142"/>
                  </a:lnTo>
                  <a:lnTo>
                    <a:pt x="1186" y="1142"/>
                  </a:lnTo>
                  <a:lnTo>
                    <a:pt x="1187" y="1142"/>
                  </a:lnTo>
                  <a:lnTo>
                    <a:pt x="1189" y="1143"/>
                  </a:lnTo>
                  <a:lnTo>
                    <a:pt x="1190" y="1145"/>
                  </a:lnTo>
                  <a:lnTo>
                    <a:pt x="1190" y="1146"/>
                  </a:lnTo>
                  <a:lnTo>
                    <a:pt x="1189" y="1148"/>
                  </a:lnTo>
                  <a:lnTo>
                    <a:pt x="1189" y="1149"/>
                  </a:lnTo>
                  <a:lnTo>
                    <a:pt x="1189" y="1149"/>
                  </a:lnTo>
                  <a:lnTo>
                    <a:pt x="1187" y="1151"/>
                  </a:lnTo>
                  <a:lnTo>
                    <a:pt x="1187" y="1151"/>
                  </a:lnTo>
                  <a:lnTo>
                    <a:pt x="1183" y="1152"/>
                  </a:lnTo>
                  <a:lnTo>
                    <a:pt x="1181" y="1152"/>
                  </a:lnTo>
                  <a:lnTo>
                    <a:pt x="1181" y="1152"/>
                  </a:lnTo>
                  <a:lnTo>
                    <a:pt x="1181" y="1154"/>
                  </a:lnTo>
                  <a:lnTo>
                    <a:pt x="1181" y="1154"/>
                  </a:lnTo>
                  <a:lnTo>
                    <a:pt x="1183" y="1157"/>
                  </a:lnTo>
                  <a:lnTo>
                    <a:pt x="1183" y="1158"/>
                  </a:lnTo>
                  <a:lnTo>
                    <a:pt x="1184" y="1160"/>
                  </a:lnTo>
                  <a:lnTo>
                    <a:pt x="1184" y="1160"/>
                  </a:lnTo>
                  <a:lnTo>
                    <a:pt x="1184" y="1160"/>
                  </a:lnTo>
                  <a:lnTo>
                    <a:pt x="1184" y="1161"/>
                  </a:lnTo>
                  <a:lnTo>
                    <a:pt x="1186" y="1163"/>
                  </a:lnTo>
                  <a:lnTo>
                    <a:pt x="1186" y="1164"/>
                  </a:lnTo>
                  <a:lnTo>
                    <a:pt x="1184" y="1166"/>
                  </a:lnTo>
                  <a:lnTo>
                    <a:pt x="1183" y="1167"/>
                  </a:lnTo>
                  <a:lnTo>
                    <a:pt x="1181" y="1171"/>
                  </a:lnTo>
                  <a:lnTo>
                    <a:pt x="1181" y="1171"/>
                  </a:lnTo>
                  <a:lnTo>
                    <a:pt x="1180" y="1175"/>
                  </a:lnTo>
                  <a:lnTo>
                    <a:pt x="1181" y="1177"/>
                  </a:lnTo>
                  <a:lnTo>
                    <a:pt x="1181" y="1178"/>
                  </a:lnTo>
                  <a:lnTo>
                    <a:pt x="1181" y="1180"/>
                  </a:lnTo>
                  <a:lnTo>
                    <a:pt x="1183" y="1180"/>
                  </a:lnTo>
                  <a:lnTo>
                    <a:pt x="1183" y="1181"/>
                  </a:lnTo>
                  <a:lnTo>
                    <a:pt x="1183" y="1181"/>
                  </a:lnTo>
                  <a:lnTo>
                    <a:pt x="1184" y="1183"/>
                  </a:lnTo>
                  <a:lnTo>
                    <a:pt x="1184" y="1184"/>
                  </a:lnTo>
                  <a:lnTo>
                    <a:pt x="1186" y="1184"/>
                  </a:lnTo>
                  <a:lnTo>
                    <a:pt x="1186" y="1184"/>
                  </a:lnTo>
                  <a:lnTo>
                    <a:pt x="1189" y="1183"/>
                  </a:lnTo>
                  <a:lnTo>
                    <a:pt x="1190" y="1183"/>
                  </a:lnTo>
                  <a:lnTo>
                    <a:pt x="1190" y="1181"/>
                  </a:lnTo>
                  <a:lnTo>
                    <a:pt x="1192" y="1180"/>
                  </a:lnTo>
                  <a:lnTo>
                    <a:pt x="1192" y="1178"/>
                  </a:lnTo>
                  <a:lnTo>
                    <a:pt x="1192" y="1175"/>
                  </a:lnTo>
                  <a:lnTo>
                    <a:pt x="1192" y="1174"/>
                  </a:lnTo>
                  <a:lnTo>
                    <a:pt x="1190" y="1172"/>
                  </a:lnTo>
                  <a:lnTo>
                    <a:pt x="1189" y="1171"/>
                  </a:lnTo>
                  <a:lnTo>
                    <a:pt x="1187" y="1169"/>
                  </a:lnTo>
                  <a:lnTo>
                    <a:pt x="1187" y="1166"/>
                  </a:lnTo>
                  <a:lnTo>
                    <a:pt x="1187" y="1166"/>
                  </a:lnTo>
                  <a:lnTo>
                    <a:pt x="1186" y="1164"/>
                  </a:lnTo>
                  <a:lnTo>
                    <a:pt x="1186" y="1163"/>
                  </a:lnTo>
                  <a:lnTo>
                    <a:pt x="1187" y="1161"/>
                  </a:lnTo>
                  <a:lnTo>
                    <a:pt x="1187" y="1160"/>
                  </a:lnTo>
                  <a:lnTo>
                    <a:pt x="1189" y="1160"/>
                  </a:lnTo>
                  <a:lnTo>
                    <a:pt x="1195" y="1157"/>
                  </a:lnTo>
                  <a:lnTo>
                    <a:pt x="1198" y="1157"/>
                  </a:lnTo>
                  <a:lnTo>
                    <a:pt x="1203" y="1155"/>
                  </a:lnTo>
                  <a:lnTo>
                    <a:pt x="1203" y="1154"/>
                  </a:lnTo>
                  <a:lnTo>
                    <a:pt x="1204" y="1154"/>
                  </a:lnTo>
                  <a:lnTo>
                    <a:pt x="1204" y="1152"/>
                  </a:lnTo>
                  <a:lnTo>
                    <a:pt x="1207" y="1154"/>
                  </a:lnTo>
                  <a:lnTo>
                    <a:pt x="1207" y="1154"/>
                  </a:lnTo>
                  <a:lnTo>
                    <a:pt x="1207" y="1152"/>
                  </a:lnTo>
                  <a:lnTo>
                    <a:pt x="1207" y="1151"/>
                  </a:lnTo>
                  <a:lnTo>
                    <a:pt x="1206" y="1151"/>
                  </a:lnTo>
                  <a:lnTo>
                    <a:pt x="1203" y="1152"/>
                  </a:lnTo>
                  <a:lnTo>
                    <a:pt x="1203" y="1151"/>
                  </a:lnTo>
                  <a:lnTo>
                    <a:pt x="1203" y="1151"/>
                  </a:lnTo>
                  <a:lnTo>
                    <a:pt x="1201" y="1149"/>
                  </a:lnTo>
                  <a:lnTo>
                    <a:pt x="1203" y="1148"/>
                  </a:lnTo>
                  <a:lnTo>
                    <a:pt x="1203" y="1146"/>
                  </a:lnTo>
                  <a:lnTo>
                    <a:pt x="1204" y="1145"/>
                  </a:lnTo>
                  <a:lnTo>
                    <a:pt x="1206" y="1145"/>
                  </a:lnTo>
                  <a:lnTo>
                    <a:pt x="1206" y="1146"/>
                  </a:lnTo>
                  <a:lnTo>
                    <a:pt x="1207" y="1146"/>
                  </a:lnTo>
                  <a:lnTo>
                    <a:pt x="1207" y="1148"/>
                  </a:lnTo>
                  <a:lnTo>
                    <a:pt x="1207" y="1149"/>
                  </a:lnTo>
                  <a:lnTo>
                    <a:pt x="1209" y="1151"/>
                  </a:lnTo>
                  <a:lnTo>
                    <a:pt x="1209" y="1152"/>
                  </a:lnTo>
                  <a:lnTo>
                    <a:pt x="1210" y="1154"/>
                  </a:lnTo>
                  <a:lnTo>
                    <a:pt x="1210" y="1154"/>
                  </a:lnTo>
                  <a:lnTo>
                    <a:pt x="1210" y="1154"/>
                  </a:lnTo>
                  <a:lnTo>
                    <a:pt x="1215" y="1154"/>
                  </a:lnTo>
                  <a:lnTo>
                    <a:pt x="1216" y="1154"/>
                  </a:lnTo>
                  <a:lnTo>
                    <a:pt x="1219" y="1154"/>
                  </a:lnTo>
                  <a:lnTo>
                    <a:pt x="1222" y="1155"/>
                  </a:lnTo>
                  <a:lnTo>
                    <a:pt x="1225" y="1158"/>
                  </a:lnTo>
                  <a:lnTo>
                    <a:pt x="1225" y="1158"/>
                  </a:lnTo>
                  <a:lnTo>
                    <a:pt x="1225" y="1160"/>
                  </a:lnTo>
                  <a:lnTo>
                    <a:pt x="1227" y="1161"/>
                  </a:lnTo>
                  <a:lnTo>
                    <a:pt x="1225" y="1161"/>
                  </a:lnTo>
                  <a:lnTo>
                    <a:pt x="1225" y="1163"/>
                  </a:lnTo>
                  <a:lnTo>
                    <a:pt x="1227" y="1164"/>
                  </a:lnTo>
                  <a:lnTo>
                    <a:pt x="1228" y="1166"/>
                  </a:lnTo>
                  <a:lnTo>
                    <a:pt x="1231" y="1166"/>
                  </a:lnTo>
                  <a:lnTo>
                    <a:pt x="1234" y="1166"/>
                  </a:lnTo>
                  <a:lnTo>
                    <a:pt x="1240" y="1164"/>
                  </a:lnTo>
                  <a:lnTo>
                    <a:pt x="1242" y="1164"/>
                  </a:lnTo>
                  <a:lnTo>
                    <a:pt x="1251" y="1164"/>
                  </a:lnTo>
                  <a:lnTo>
                    <a:pt x="1253" y="1164"/>
                  </a:lnTo>
                  <a:lnTo>
                    <a:pt x="1253" y="1166"/>
                  </a:lnTo>
                  <a:lnTo>
                    <a:pt x="1253" y="1166"/>
                  </a:lnTo>
                  <a:lnTo>
                    <a:pt x="1256" y="1169"/>
                  </a:lnTo>
                  <a:lnTo>
                    <a:pt x="1259" y="1169"/>
                  </a:lnTo>
                  <a:lnTo>
                    <a:pt x="1260" y="1171"/>
                  </a:lnTo>
                  <a:lnTo>
                    <a:pt x="1262" y="1171"/>
                  </a:lnTo>
                  <a:lnTo>
                    <a:pt x="1265" y="1171"/>
                  </a:lnTo>
                  <a:lnTo>
                    <a:pt x="1266" y="1171"/>
                  </a:lnTo>
                  <a:lnTo>
                    <a:pt x="1266" y="1171"/>
                  </a:lnTo>
                  <a:lnTo>
                    <a:pt x="1268" y="1171"/>
                  </a:lnTo>
                  <a:lnTo>
                    <a:pt x="1277" y="1166"/>
                  </a:lnTo>
                  <a:lnTo>
                    <a:pt x="1280" y="1166"/>
                  </a:lnTo>
                  <a:lnTo>
                    <a:pt x="1282" y="1166"/>
                  </a:lnTo>
                  <a:lnTo>
                    <a:pt x="1282" y="1166"/>
                  </a:lnTo>
                  <a:lnTo>
                    <a:pt x="1280" y="1164"/>
                  </a:lnTo>
                  <a:lnTo>
                    <a:pt x="1277" y="1164"/>
                  </a:lnTo>
                  <a:lnTo>
                    <a:pt x="1275" y="1166"/>
                  </a:lnTo>
                  <a:lnTo>
                    <a:pt x="1275" y="1164"/>
                  </a:lnTo>
                  <a:lnTo>
                    <a:pt x="1275" y="1164"/>
                  </a:lnTo>
                  <a:lnTo>
                    <a:pt x="1280" y="1164"/>
                  </a:lnTo>
                  <a:lnTo>
                    <a:pt x="1285" y="1164"/>
                  </a:lnTo>
                  <a:lnTo>
                    <a:pt x="1289" y="1163"/>
                  </a:lnTo>
                  <a:lnTo>
                    <a:pt x="1291" y="1163"/>
                  </a:lnTo>
                  <a:lnTo>
                    <a:pt x="1292" y="1163"/>
                  </a:lnTo>
                  <a:lnTo>
                    <a:pt x="1295" y="1163"/>
                  </a:lnTo>
                  <a:lnTo>
                    <a:pt x="1300" y="1163"/>
                  </a:lnTo>
                  <a:lnTo>
                    <a:pt x="1304" y="1163"/>
                  </a:lnTo>
                  <a:lnTo>
                    <a:pt x="1304" y="1163"/>
                  </a:lnTo>
                  <a:lnTo>
                    <a:pt x="1303" y="1164"/>
                  </a:lnTo>
                  <a:lnTo>
                    <a:pt x="1300" y="1164"/>
                  </a:lnTo>
                  <a:lnTo>
                    <a:pt x="1298" y="1166"/>
                  </a:lnTo>
                  <a:lnTo>
                    <a:pt x="1295" y="1164"/>
                  </a:lnTo>
                  <a:lnTo>
                    <a:pt x="1292" y="1166"/>
                  </a:lnTo>
                  <a:lnTo>
                    <a:pt x="1292" y="1166"/>
                  </a:lnTo>
                  <a:lnTo>
                    <a:pt x="1292" y="1167"/>
                  </a:lnTo>
                  <a:lnTo>
                    <a:pt x="1294" y="1167"/>
                  </a:lnTo>
                  <a:lnTo>
                    <a:pt x="1294" y="1167"/>
                  </a:lnTo>
                  <a:lnTo>
                    <a:pt x="1295" y="1167"/>
                  </a:lnTo>
                  <a:lnTo>
                    <a:pt x="1295" y="1169"/>
                  </a:lnTo>
                  <a:lnTo>
                    <a:pt x="1295" y="1169"/>
                  </a:lnTo>
                  <a:lnTo>
                    <a:pt x="1295" y="1171"/>
                  </a:lnTo>
                  <a:lnTo>
                    <a:pt x="1294" y="1172"/>
                  </a:lnTo>
                  <a:lnTo>
                    <a:pt x="1295" y="1171"/>
                  </a:lnTo>
                  <a:lnTo>
                    <a:pt x="1295" y="1171"/>
                  </a:lnTo>
                  <a:lnTo>
                    <a:pt x="1295" y="1171"/>
                  </a:lnTo>
                  <a:lnTo>
                    <a:pt x="1295" y="1169"/>
                  </a:lnTo>
                  <a:lnTo>
                    <a:pt x="1297" y="1169"/>
                  </a:lnTo>
                  <a:lnTo>
                    <a:pt x="1297" y="1171"/>
                  </a:lnTo>
                  <a:lnTo>
                    <a:pt x="1298" y="1174"/>
                  </a:lnTo>
                  <a:lnTo>
                    <a:pt x="1300" y="1175"/>
                  </a:lnTo>
                  <a:lnTo>
                    <a:pt x="1300" y="1175"/>
                  </a:lnTo>
                  <a:lnTo>
                    <a:pt x="1300" y="1175"/>
                  </a:lnTo>
                  <a:lnTo>
                    <a:pt x="1300" y="1175"/>
                  </a:lnTo>
                  <a:lnTo>
                    <a:pt x="1300" y="1174"/>
                  </a:lnTo>
                  <a:lnTo>
                    <a:pt x="1301" y="1174"/>
                  </a:lnTo>
                  <a:lnTo>
                    <a:pt x="1301" y="1174"/>
                  </a:lnTo>
                  <a:lnTo>
                    <a:pt x="1301" y="1175"/>
                  </a:lnTo>
                  <a:lnTo>
                    <a:pt x="1301" y="1174"/>
                  </a:lnTo>
                  <a:lnTo>
                    <a:pt x="1301" y="1172"/>
                  </a:lnTo>
                  <a:lnTo>
                    <a:pt x="1301" y="1172"/>
                  </a:lnTo>
                  <a:lnTo>
                    <a:pt x="1301" y="1172"/>
                  </a:lnTo>
                  <a:lnTo>
                    <a:pt x="1303" y="1172"/>
                  </a:lnTo>
                  <a:lnTo>
                    <a:pt x="1303" y="1172"/>
                  </a:lnTo>
                  <a:lnTo>
                    <a:pt x="1304" y="1174"/>
                  </a:lnTo>
                  <a:lnTo>
                    <a:pt x="1306" y="1175"/>
                  </a:lnTo>
                  <a:lnTo>
                    <a:pt x="1306" y="1175"/>
                  </a:lnTo>
                  <a:lnTo>
                    <a:pt x="1306" y="1177"/>
                  </a:lnTo>
                  <a:lnTo>
                    <a:pt x="1306" y="1177"/>
                  </a:lnTo>
                  <a:lnTo>
                    <a:pt x="1306" y="1177"/>
                  </a:lnTo>
                  <a:lnTo>
                    <a:pt x="1306" y="1177"/>
                  </a:lnTo>
                  <a:lnTo>
                    <a:pt x="1306" y="1175"/>
                  </a:lnTo>
                  <a:lnTo>
                    <a:pt x="1306" y="1175"/>
                  </a:lnTo>
                  <a:lnTo>
                    <a:pt x="1307" y="1175"/>
                  </a:lnTo>
                  <a:lnTo>
                    <a:pt x="1309" y="1174"/>
                  </a:lnTo>
                  <a:lnTo>
                    <a:pt x="1309" y="1174"/>
                  </a:lnTo>
                  <a:lnTo>
                    <a:pt x="1312" y="1177"/>
                  </a:lnTo>
                  <a:lnTo>
                    <a:pt x="1312" y="1177"/>
                  </a:lnTo>
                  <a:lnTo>
                    <a:pt x="1315" y="1178"/>
                  </a:lnTo>
                  <a:lnTo>
                    <a:pt x="1316" y="1180"/>
                  </a:lnTo>
                  <a:lnTo>
                    <a:pt x="1318" y="1180"/>
                  </a:lnTo>
                  <a:lnTo>
                    <a:pt x="1318" y="1181"/>
                  </a:lnTo>
                  <a:lnTo>
                    <a:pt x="1316" y="1183"/>
                  </a:lnTo>
                  <a:lnTo>
                    <a:pt x="1315" y="1183"/>
                  </a:lnTo>
                  <a:lnTo>
                    <a:pt x="1315" y="1183"/>
                  </a:lnTo>
                  <a:lnTo>
                    <a:pt x="1315" y="1184"/>
                  </a:lnTo>
                  <a:lnTo>
                    <a:pt x="1315" y="1186"/>
                  </a:lnTo>
                  <a:lnTo>
                    <a:pt x="1315" y="1186"/>
                  </a:lnTo>
                  <a:lnTo>
                    <a:pt x="1313" y="1187"/>
                  </a:lnTo>
                  <a:lnTo>
                    <a:pt x="1313" y="1189"/>
                  </a:lnTo>
                  <a:lnTo>
                    <a:pt x="1312" y="1190"/>
                  </a:lnTo>
                  <a:lnTo>
                    <a:pt x="1307" y="1190"/>
                  </a:lnTo>
                  <a:lnTo>
                    <a:pt x="1309" y="1190"/>
                  </a:lnTo>
                  <a:lnTo>
                    <a:pt x="1310" y="1190"/>
                  </a:lnTo>
                  <a:lnTo>
                    <a:pt x="1312" y="1192"/>
                  </a:lnTo>
                  <a:lnTo>
                    <a:pt x="1313" y="1190"/>
                  </a:lnTo>
                  <a:lnTo>
                    <a:pt x="1315" y="1190"/>
                  </a:lnTo>
                  <a:lnTo>
                    <a:pt x="1316" y="1190"/>
                  </a:lnTo>
                  <a:lnTo>
                    <a:pt x="1318" y="1190"/>
                  </a:lnTo>
                  <a:lnTo>
                    <a:pt x="1323" y="1190"/>
                  </a:lnTo>
                  <a:lnTo>
                    <a:pt x="1323" y="1189"/>
                  </a:lnTo>
                  <a:lnTo>
                    <a:pt x="1324" y="1189"/>
                  </a:lnTo>
                  <a:lnTo>
                    <a:pt x="1326" y="1189"/>
                  </a:lnTo>
                  <a:lnTo>
                    <a:pt x="1327" y="1190"/>
                  </a:lnTo>
                  <a:lnTo>
                    <a:pt x="1329" y="1190"/>
                  </a:lnTo>
                  <a:lnTo>
                    <a:pt x="1330" y="1192"/>
                  </a:lnTo>
                  <a:lnTo>
                    <a:pt x="1330" y="1193"/>
                  </a:lnTo>
                  <a:lnTo>
                    <a:pt x="1330" y="1193"/>
                  </a:lnTo>
                  <a:lnTo>
                    <a:pt x="1330" y="1192"/>
                  </a:lnTo>
                  <a:lnTo>
                    <a:pt x="1332" y="1192"/>
                  </a:lnTo>
                  <a:lnTo>
                    <a:pt x="1335" y="1193"/>
                  </a:lnTo>
                  <a:lnTo>
                    <a:pt x="1338" y="1196"/>
                  </a:lnTo>
                  <a:lnTo>
                    <a:pt x="1342" y="1201"/>
                  </a:lnTo>
                  <a:lnTo>
                    <a:pt x="1344" y="1202"/>
                  </a:lnTo>
                  <a:lnTo>
                    <a:pt x="1344" y="1202"/>
                  </a:lnTo>
                  <a:lnTo>
                    <a:pt x="1345" y="1204"/>
                  </a:lnTo>
                  <a:lnTo>
                    <a:pt x="1347" y="1206"/>
                  </a:lnTo>
                  <a:lnTo>
                    <a:pt x="1347" y="1209"/>
                  </a:lnTo>
                  <a:lnTo>
                    <a:pt x="1345" y="1212"/>
                  </a:lnTo>
                  <a:lnTo>
                    <a:pt x="1345" y="1213"/>
                  </a:lnTo>
                  <a:lnTo>
                    <a:pt x="1345" y="1216"/>
                  </a:lnTo>
                  <a:lnTo>
                    <a:pt x="1344" y="1218"/>
                  </a:lnTo>
                  <a:lnTo>
                    <a:pt x="1345" y="1216"/>
                  </a:lnTo>
                  <a:lnTo>
                    <a:pt x="1345" y="1215"/>
                  </a:lnTo>
                  <a:lnTo>
                    <a:pt x="1345" y="1213"/>
                  </a:lnTo>
                  <a:lnTo>
                    <a:pt x="1347" y="1212"/>
                  </a:lnTo>
                  <a:lnTo>
                    <a:pt x="1348" y="1212"/>
                  </a:lnTo>
                  <a:lnTo>
                    <a:pt x="1350" y="1212"/>
                  </a:lnTo>
                  <a:lnTo>
                    <a:pt x="1351" y="1212"/>
                  </a:lnTo>
                  <a:lnTo>
                    <a:pt x="1353" y="1212"/>
                  </a:lnTo>
                  <a:lnTo>
                    <a:pt x="1354" y="1215"/>
                  </a:lnTo>
                  <a:lnTo>
                    <a:pt x="1357" y="1216"/>
                  </a:lnTo>
                  <a:lnTo>
                    <a:pt x="1357" y="1218"/>
                  </a:lnTo>
                  <a:lnTo>
                    <a:pt x="1361" y="1218"/>
                  </a:lnTo>
                  <a:lnTo>
                    <a:pt x="1362" y="1219"/>
                  </a:lnTo>
                  <a:lnTo>
                    <a:pt x="1362" y="1221"/>
                  </a:lnTo>
                  <a:lnTo>
                    <a:pt x="1362" y="1224"/>
                  </a:lnTo>
                  <a:lnTo>
                    <a:pt x="1362" y="1227"/>
                  </a:lnTo>
                  <a:lnTo>
                    <a:pt x="1362" y="1227"/>
                  </a:lnTo>
                  <a:lnTo>
                    <a:pt x="1362" y="1228"/>
                  </a:lnTo>
                  <a:lnTo>
                    <a:pt x="1362" y="1227"/>
                  </a:lnTo>
                  <a:lnTo>
                    <a:pt x="1364" y="1225"/>
                  </a:lnTo>
                  <a:lnTo>
                    <a:pt x="1364" y="1224"/>
                  </a:lnTo>
                  <a:lnTo>
                    <a:pt x="1364" y="1222"/>
                  </a:lnTo>
                  <a:lnTo>
                    <a:pt x="1365" y="1221"/>
                  </a:lnTo>
                  <a:lnTo>
                    <a:pt x="1371" y="1222"/>
                  </a:lnTo>
                  <a:lnTo>
                    <a:pt x="1374" y="1224"/>
                  </a:lnTo>
                  <a:lnTo>
                    <a:pt x="1377" y="1224"/>
                  </a:lnTo>
                  <a:lnTo>
                    <a:pt x="1379" y="1225"/>
                  </a:lnTo>
                  <a:lnTo>
                    <a:pt x="1379" y="1224"/>
                  </a:lnTo>
                  <a:lnTo>
                    <a:pt x="1377" y="1224"/>
                  </a:lnTo>
                  <a:lnTo>
                    <a:pt x="1379" y="1222"/>
                  </a:lnTo>
                  <a:lnTo>
                    <a:pt x="1382" y="1221"/>
                  </a:lnTo>
                  <a:lnTo>
                    <a:pt x="1385" y="1222"/>
                  </a:lnTo>
                  <a:lnTo>
                    <a:pt x="1388" y="1221"/>
                  </a:lnTo>
                  <a:lnTo>
                    <a:pt x="1391" y="1221"/>
                  </a:lnTo>
                  <a:lnTo>
                    <a:pt x="1397" y="1222"/>
                  </a:lnTo>
                  <a:lnTo>
                    <a:pt x="1400" y="1224"/>
                  </a:lnTo>
                  <a:lnTo>
                    <a:pt x="1400" y="1224"/>
                  </a:lnTo>
                  <a:lnTo>
                    <a:pt x="1402" y="1225"/>
                  </a:lnTo>
                  <a:lnTo>
                    <a:pt x="1400" y="1227"/>
                  </a:lnTo>
                  <a:lnTo>
                    <a:pt x="1400" y="1228"/>
                  </a:lnTo>
                  <a:lnTo>
                    <a:pt x="1400" y="1230"/>
                  </a:lnTo>
                  <a:lnTo>
                    <a:pt x="1400" y="1228"/>
                  </a:lnTo>
                  <a:lnTo>
                    <a:pt x="1402" y="1225"/>
                  </a:lnTo>
                  <a:lnTo>
                    <a:pt x="1402" y="1225"/>
                  </a:lnTo>
                  <a:lnTo>
                    <a:pt x="1403" y="1224"/>
                  </a:lnTo>
                  <a:lnTo>
                    <a:pt x="1408" y="1227"/>
                  </a:lnTo>
                  <a:lnTo>
                    <a:pt x="1411" y="1227"/>
                  </a:lnTo>
                  <a:lnTo>
                    <a:pt x="1415" y="1228"/>
                  </a:lnTo>
                  <a:lnTo>
                    <a:pt x="1417" y="1231"/>
                  </a:lnTo>
                  <a:lnTo>
                    <a:pt x="1420" y="1234"/>
                  </a:lnTo>
                  <a:lnTo>
                    <a:pt x="1423" y="1234"/>
                  </a:lnTo>
                  <a:lnTo>
                    <a:pt x="1423" y="1236"/>
                  </a:lnTo>
                  <a:lnTo>
                    <a:pt x="1421" y="1237"/>
                  </a:lnTo>
                  <a:lnTo>
                    <a:pt x="1423" y="1236"/>
                  </a:lnTo>
                  <a:lnTo>
                    <a:pt x="1426" y="1237"/>
                  </a:lnTo>
                  <a:lnTo>
                    <a:pt x="1426" y="1239"/>
                  </a:lnTo>
                  <a:lnTo>
                    <a:pt x="1426" y="1240"/>
                  </a:lnTo>
                  <a:lnTo>
                    <a:pt x="1426" y="1240"/>
                  </a:lnTo>
                  <a:lnTo>
                    <a:pt x="1426" y="1242"/>
                  </a:lnTo>
                  <a:lnTo>
                    <a:pt x="1426" y="1242"/>
                  </a:lnTo>
                  <a:lnTo>
                    <a:pt x="1426" y="1242"/>
                  </a:lnTo>
                  <a:lnTo>
                    <a:pt x="1427" y="1240"/>
                  </a:lnTo>
                  <a:lnTo>
                    <a:pt x="1427" y="1240"/>
                  </a:lnTo>
                  <a:lnTo>
                    <a:pt x="1427" y="1239"/>
                  </a:lnTo>
                  <a:lnTo>
                    <a:pt x="1427" y="1239"/>
                  </a:lnTo>
                  <a:lnTo>
                    <a:pt x="1429" y="1239"/>
                  </a:lnTo>
                  <a:lnTo>
                    <a:pt x="1429" y="1244"/>
                  </a:lnTo>
                  <a:lnTo>
                    <a:pt x="1430" y="1244"/>
                  </a:lnTo>
                  <a:lnTo>
                    <a:pt x="1430" y="1245"/>
                  </a:lnTo>
                  <a:lnTo>
                    <a:pt x="1430" y="1245"/>
                  </a:lnTo>
                  <a:lnTo>
                    <a:pt x="1430" y="1245"/>
                  </a:lnTo>
                  <a:lnTo>
                    <a:pt x="1432" y="1244"/>
                  </a:lnTo>
                  <a:lnTo>
                    <a:pt x="1432" y="1242"/>
                  </a:lnTo>
                  <a:lnTo>
                    <a:pt x="1432" y="1242"/>
                  </a:lnTo>
                  <a:lnTo>
                    <a:pt x="1433" y="1244"/>
                  </a:lnTo>
                  <a:lnTo>
                    <a:pt x="1435" y="1245"/>
                  </a:lnTo>
                  <a:lnTo>
                    <a:pt x="1436" y="1251"/>
                  </a:lnTo>
                  <a:lnTo>
                    <a:pt x="1438" y="1256"/>
                  </a:lnTo>
                  <a:lnTo>
                    <a:pt x="1438" y="1257"/>
                  </a:lnTo>
                  <a:lnTo>
                    <a:pt x="1440" y="1263"/>
                  </a:lnTo>
                  <a:lnTo>
                    <a:pt x="1441" y="1263"/>
                  </a:lnTo>
                  <a:lnTo>
                    <a:pt x="1441" y="1265"/>
                  </a:lnTo>
                  <a:lnTo>
                    <a:pt x="1441" y="1266"/>
                  </a:lnTo>
                  <a:lnTo>
                    <a:pt x="1443" y="1268"/>
                  </a:lnTo>
                  <a:lnTo>
                    <a:pt x="1443" y="1269"/>
                  </a:lnTo>
                  <a:lnTo>
                    <a:pt x="1441" y="1269"/>
                  </a:lnTo>
                  <a:lnTo>
                    <a:pt x="1443" y="1269"/>
                  </a:lnTo>
                  <a:lnTo>
                    <a:pt x="1443" y="1269"/>
                  </a:lnTo>
                  <a:lnTo>
                    <a:pt x="1444" y="1271"/>
                  </a:lnTo>
                  <a:lnTo>
                    <a:pt x="1444" y="1272"/>
                  </a:lnTo>
                  <a:lnTo>
                    <a:pt x="1444" y="1272"/>
                  </a:lnTo>
                  <a:lnTo>
                    <a:pt x="1447" y="1274"/>
                  </a:lnTo>
                  <a:lnTo>
                    <a:pt x="1449" y="1274"/>
                  </a:lnTo>
                  <a:lnTo>
                    <a:pt x="1450" y="1274"/>
                  </a:lnTo>
                  <a:lnTo>
                    <a:pt x="1452" y="1274"/>
                  </a:lnTo>
                  <a:lnTo>
                    <a:pt x="1452" y="1279"/>
                  </a:lnTo>
                  <a:lnTo>
                    <a:pt x="1452" y="1280"/>
                  </a:lnTo>
                  <a:lnTo>
                    <a:pt x="1452" y="1282"/>
                  </a:lnTo>
                  <a:lnTo>
                    <a:pt x="1452" y="1282"/>
                  </a:lnTo>
                  <a:lnTo>
                    <a:pt x="1450" y="1283"/>
                  </a:lnTo>
                  <a:lnTo>
                    <a:pt x="1450" y="1283"/>
                  </a:lnTo>
                  <a:lnTo>
                    <a:pt x="1447" y="1286"/>
                  </a:lnTo>
                  <a:lnTo>
                    <a:pt x="1446" y="1286"/>
                  </a:lnTo>
                  <a:lnTo>
                    <a:pt x="1444" y="1288"/>
                  </a:lnTo>
                  <a:lnTo>
                    <a:pt x="1443" y="1291"/>
                  </a:lnTo>
                  <a:lnTo>
                    <a:pt x="1441" y="1292"/>
                  </a:lnTo>
                  <a:lnTo>
                    <a:pt x="1441" y="1294"/>
                  </a:lnTo>
                  <a:lnTo>
                    <a:pt x="1440" y="1294"/>
                  </a:lnTo>
                  <a:lnTo>
                    <a:pt x="1438" y="1294"/>
                  </a:lnTo>
                  <a:lnTo>
                    <a:pt x="1436" y="1297"/>
                  </a:lnTo>
                  <a:lnTo>
                    <a:pt x="1435" y="1297"/>
                  </a:lnTo>
                  <a:lnTo>
                    <a:pt x="1435" y="1298"/>
                  </a:lnTo>
                  <a:lnTo>
                    <a:pt x="1433" y="1300"/>
                  </a:lnTo>
                  <a:lnTo>
                    <a:pt x="1432" y="1301"/>
                  </a:lnTo>
                  <a:lnTo>
                    <a:pt x="1432" y="1303"/>
                  </a:lnTo>
                  <a:lnTo>
                    <a:pt x="1429" y="1304"/>
                  </a:lnTo>
                  <a:lnTo>
                    <a:pt x="1429" y="1306"/>
                  </a:lnTo>
                  <a:lnTo>
                    <a:pt x="1429" y="1307"/>
                  </a:lnTo>
                  <a:lnTo>
                    <a:pt x="1427" y="1309"/>
                  </a:lnTo>
                  <a:lnTo>
                    <a:pt x="1427" y="1310"/>
                  </a:lnTo>
                  <a:lnTo>
                    <a:pt x="1427" y="1312"/>
                  </a:lnTo>
                  <a:lnTo>
                    <a:pt x="1426" y="1312"/>
                  </a:lnTo>
                  <a:lnTo>
                    <a:pt x="1426" y="1313"/>
                  </a:lnTo>
                  <a:lnTo>
                    <a:pt x="1423" y="1312"/>
                  </a:lnTo>
                  <a:lnTo>
                    <a:pt x="1420" y="1313"/>
                  </a:lnTo>
                  <a:lnTo>
                    <a:pt x="1418" y="1315"/>
                  </a:lnTo>
                  <a:lnTo>
                    <a:pt x="1423" y="1315"/>
                  </a:lnTo>
                  <a:lnTo>
                    <a:pt x="1423" y="1316"/>
                  </a:lnTo>
                  <a:lnTo>
                    <a:pt x="1426" y="1315"/>
                  </a:lnTo>
                  <a:lnTo>
                    <a:pt x="1430" y="1313"/>
                  </a:lnTo>
                  <a:lnTo>
                    <a:pt x="1432" y="1312"/>
                  </a:lnTo>
                  <a:lnTo>
                    <a:pt x="1435" y="1310"/>
                  </a:lnTo>
                  <a:lnTo>
                    <a:pt x="1435" y="1309"/>
                  </a:lnTo>
                  <a:lnTo>
                    <a:pt x="1438" y="1309"/>
                  </a:lnTo>
                  <a:lnTo>
                    <a:pt x="1438" y="1307"/>
                  </a:lnTo>
                  <a:lnTo>
                    <a:pt x="1440" y="1307"/>
                  </a:lnTo>
                  <a:lnTo>
                    <a:pt x="1440" y="1307"/>
                  </a:lnTo>
                  <a:lnTo>
                    <a:pt x="1440" y="1309"/>
                  </a:lnTo>
                  <a:lnTo>
                    <a:pt x="1440" y="1309"/>
                  </a:lnTo>
                  <a:lnTo>
                    <a:pt x="1440" y="1310"/>
                  </a:lnTo>
                  <a:lnTo>
                    <a:pt x="1440" y="1310"/>
                  </a:lnTo>
                  <a:lnTo>
                    <a:pt x="1440" y="1312"/>
                  </a:lnTo>
                  <a:lnTo>
                    <a:pt x="1441" y="1312"/>
                  </a:lnTo>
                  <a:lnTo>
                    <a:pt x="1441" y="1313"/>
                  </a:lnTo>
                  <a:lnTo>
                    <a:pt x="1443" y="1316"/>
                  </a:lnTo>
                  <a:lnTo>
                    <a:pt x="1443" y="1316"/>
                  </a:lnTo>
                  <a:lnTo>
                    <a:pt x="1443" y="1316"/>
                  </a:lnTo>
                  <a:lnTo>
                    <a:pt x="1443" y="1318"/>
                  </a:lnTo>
                  <a:lnTo>
                    <a:pt x="1443" y="1318"/>
                  </a:lnTo>
                  <a:lnTo>
                    <a:pt x="1446" y="1321"/>
                  </a:lnTo>
                  <a:lnTo>
                    <a:pt x="1447" y="1320"/>
                  </a:lnTo>
                  <a:lnTo>
                    <a:pt x="1449" y="1320"/>
                  </a:lnTo>
                  <a:lnTo>
                    <a:pt x="1449" y="1318"/>
                  </a:lnTo>
                  <a:lnTo>
                    <a:pt x="1450" y="1318"/>
                  </a:lnTo>
                  <a:lnTo>
                    <a:pt x="1452" y="1318"/>
                  </a:lnTo>
                  <a:lnTo>
                    <a:pt x="1453" y="1320"/>
                  </a:lnTo>
                  <a:lnTo>
                    <a:pt x="1456" y="1318"/>
                  </a:lnTo>
                  <a:lnTo>
                    <a:pt x="1459" y="1316"/>
                  </a:lnTo>
                  <a:lnTo>
                    <a:pt x="1458" y="1320"/>
                  </a:lnTo>
                  <a:lnTo>
                    <a:pt x="1458" y="1322"/>
                  </a:lnTo>
                  <a:lnTo>
                    <a:pt x="1456" y="1324"/>
                  </a:lnTo>
                  <a:lnTo>
                    <a:pt x="1456" y="1327"/>
                  </a:lnTo>
                  <a:lnTo>
                    <a:pt x="1455" y="1327"/>
                  </a:lnTo>
                  <a:lnTo>
                    <a:pt x="1455" y="1328"/>
                  </a:lnTo>
                  <a:lnTo>
                    <a:pt x="1456" y="1328"/>
                  </a:lnTo>
                  <a:lnTo>
                    <a:pt x="1456" y="1327"/>
                  </a:lnTo>
                  <a:lnTo>
                    <a:pt x="1458" y="1326"/>
                  </a:lnTo>
                  <a:lnTo>
                    <a:pt x="1458" y="1324"/>
                  </a:lnTo>
                  <a:lnTo>
                    <a:pt x="1461" y="1320"/>
                  </a:lnTo>
                  <a:lnTo>
                    <a:pt x="1461" y="1318"/>
                  </a:lnTo>
                  <a:lnTo>
                    <a:pt x="1462" y="1318"/>
                  </a:lnTo>
                  <a:lnTo>
                    <a:pt x="1467" y="1313"/>
                  </a:lnTo>
                  <a:lnTo>
                    <a:pt x="1467" y="1313"/>
                  </a:lnTo>
                  <a:lnTo>
                    <a:pt x="1468" y="1315"/>
                  </a:lnTo>
                  <a:lnTo>
                    <a:pt x="1470" y="1315"/>
                  </a:lnTo>
                  <a:lnTo>
                    <a:pt x="1470" y="1315"/>
                  </a:lnTo>
                  <a:lnTo>
                    <a:pt x="1470" y="1313"/>
                  </a:lnTo>
                  <a:lnTo>
                    <a:pt x="1470" y="1313"/>
                  </a:lnTo>
                  <a:lnTo>
                    <a:pt x="1470" y="1313"/>
                  </a:lnTo>
                  <a:lnTo>
                    <a:pt x="1468" y="1312"/>
                  </a:lnTo>
                  <a:lnTo>
                    <a:pt x="1470" y="1310"/>
                  </a:lnTo>
                  <a:lnTo>
                    <a:pt x="1470" y="1310"/>
                  </a:lnTo>
                  <a:lnTo>
                    <a:pt x="1471" y="1309"/>
                  </a:lnTo>
                  <a:lnTo>
                    <a:pt x="1471" y="1307"/>
                  </a:lnTo>
                  <a:lnTo>
                    <a:pt x="1471" y="1306"/>
                  </a:lnTo>
                  <a:lnTo>
                    <a:pt x="1473" y="1306"/>
                  </a:lnTo>
                  <a:lnTo>
                    <a:pt x="1473" y="1306"/>
                  </a:lnTo>
                  <a:lnTo>
                    <a:pt x="1473" y="1304"/>
                  </a:lnTo>
                  <a:lnTo>
                    <a:pt x="1474" y="1304"/>
                  </a:lnTo>
                  <a:lnTo>
                    <a:pt x="1474" y="1304"/>
                  </a:lnTo>
                  <a:lnTo>
                    <a:pt x="1476" y="1304"/>
                  </a:lnTo>
                  <a:lnTo>
                    <a:pt x="1476" y="1304"/>
                  </a:lnTo>
                  <a:lnTo>
                    <a:pt x="1478" y="1304"/>
                  </a:lnTo>
                  <a:lnTo>
                    <a:pt x="1478" y="1304"/>
                  </a:lnTo>
                  <a:lnTo>
                    <a:pt x="1478" y="1304"/>
                  </a:lnTo>
                  <a:lnTo>
                    <a:pt x="1479" y="1304"/>
                  </a:lnTo>
                  <a:lnTo>
                    <a:pt x="1479" y="1304"/>
                  </a:lnTo>
                  <a:lnTo>
                    <a:pt x="1481" y="1304"/>
                  </a:lnTo>
                  <a:lnTo>
                    <a:pt x="1482" y="1304"/>
                  </a:lnTo>
                  <a:lnTo>
                    <a:pt x="1482" y="1304"/>
                  </a:lnTo>
                  <a:lnTo>
                    <a:pt x="1482" y="1304"/>
                  </a:lnTo>
                  <a:lnTo>
                    <a:pt x="1482" y="1304"/>
                  </a:lnTo>
                  <a:lnTo>
                    <a:pt x="1482" y="1303"/>
                  </a:lnTo>
                  <a:lnTo>
                    <a:pt x="1482" y="1303"/>
                  </a:lnTo>
                  <a:lnTo>
                    <a:pt x="1484" y="1303"/>
                  </a:lnTo>
                  <a:lnTo>
                    <a:pt x="1485" y="1304"/>
                  </a:lnTo>
                  <a:lnTo>
                    <a:pt x="1485" y="1304"/>
                  </a:lnTo>
                  <a:lnTo>
                    <a:pt x="1487" y="1304"/>
                  </a:lnTo>
                  <a:lnTo>
                    <a:pt x="1488" y="1304"/>
                  </a:lnTo>
                  <a:lnTo>
                    <a:pt x="1488" y="1306"/>
                  </a:lnTo>
                  <a:lnTo>
                    <a:pt x="1490" y="1306"/>
                  </a:lnTo>
                  <a:lnTo>
                    <a:pt x="1490" y="1306"/>
                  </a:lnTo>
                  <a:lnTo>
                    <a:pt x="1491" y="1307"/>
                  </a:lnTo>
                  <a:lnTo>
                    <a:pt x="1491" y="1307"/>
                  </a:lnTo>
                  <a:lnTo>
                    <a:pt x="1493" y="1307"/>
                  </a:lnTo>
                  <a:lnTo>
                    <a:pt x="1494" y="1309"/>
                  </a:lnTo>
                  <a:lnTo>
                    <a:pt x="1496" y="1309"/>
                  </a:lnTo>
                  <a:lnTo>
                    <a:pt x="1497" y="1309"/>
                  </a:lnTo>
                  <a:lnTo>
                    <a:pt x="1497" y="1309"/>
                  </a:lnTo>
                  <a:lnTo>
                    <a:pt x="1497" y="1309"/>
                  </a:lnTo>
                  <a:lnTo>
                    <a:pt x="1499" y="1309"/>
                  </a:lnTo>
                  <a:lnTo>
                    <a:pt x="1500" y="1310"/>
                  </a:lnTo>
                  <a:lnTo>
                    <a:pt x="1502" y="1310"/>
                  </a:lnTo>
                  <a:lnTo>
                    <a:pt x="1503" y="1312"/>
                  </a:lnTo>
                  <a:lnTo>
                    <a:pt x="1505" y="1312"/>
                  </a:lnTo>
                  <a:lnTo>
                    <a:pt x="1506" y="1312"/>
                  </a:lnTo>
                  <a:lnTo>
                    <a:pt x="1508" y="1315"/>
                  </a:lnTo>
                  <a:lnTo>
                    <a:pt x="1508" y="1316"/>
                  </a:lnTo>
                  <a:lnTo>
                    <a:pt x="1508" y="1316"/>
                  </a:lnTo>
                  <a:lnTo>
                    <a:pt x="1509" y="1315"/>
                  </a:lnTo>
                  <a:lnTo>
                    <a:pt x="1509" y="1313"/>
                  </a:lnTo>
                  <a:lnTo>
                    <a:pt x="1511" y="1313"/>
                  </a:lnTo>
                  <a:lnTo>
                    <a:pt x="1511" y="1313"/>
                  </a:lnTo>
                  <a:lnTo>
                    <a:pt x="1512" y="1315"/>
                  </a:lnTo>
                  <a:lnTo>
                    <a:pt x="1514" y="1316"/>
                  </a:lnTo>
                  <a:lnTo>
                    <a:pt x="1514" y="1316"/>
                  </a:lnTo>
                  <a:lnTo>
                    <a:pt x="1515" y="1316"/>
                  </a:lnTo>
                  <a:lnTo>
                    <a:pt x="1514" y="1318"/>
                  </a:lnTo>
                  <a:lnTo>
                    <a:pt x="1515" y="1318"/>
                  </a:lnTo>
                  <a:lnTo>
                    <a:pt x="1515" y="1316"/>
                  </a:lnTo>
                  <a:lnTo>
                    <a:pt x="1517" y="1318"/>
                  </a:lnTo>
                  <a:lnTo>
                    <a:pt x="1517" y="1320"/>
                  </a:lnTo>
                  <a:lnTo>
                    <a:pt x="1517" y="1321"/>
                  </a:lnTo>
                  <a:lnTo>
                    <a:pt x="1517" y="1321"/>
                  </a:lnTo>
                  <a:lnTo>
                    <a:pt x="1517" y="1322"/>
                  </a:lnTo>
                  <a:lnTo>
                    <a:pt x="1515" y="1322"/>
                  </a:lnTo>
                  <a:lnTo>
                    <a:pt x="1515" y="1322"/>
                  </a:lnTo>
                  <a:lnTo>
                    <a:pt x="1515" y="1324"/>
                  </a:lnTo>
                  <a:lnTo>
                    <a:pt x="1515" y="1324"/>
                  </a:lnTo>
                  <a:lnTo>
                    <a:pt x="1515" y="1324"/>
                  </a:lnTo>
                  <a:lnTo>
                    <a:pt x="1517" y="1322"/>
                  </a:lnTo>
                  <a:lnTo>
                    <a:pt x="1517" y="1322"/>
                  </a:lnTo>
                  <a:lnTo>
                    <a:pt x="1519" y="1322"/>
                  </a:lnTo>
                  <a:lnTo>
                    <a:pt x="1519" y="1324"/>
                  </a:lnTo>
                  <a:lnTo>
                    <a:pt x="1520" y="1324"/>
                  </a:lnTo>
                  <a:lnTo>
                    <a:pt x="1517" y="1326"/>
                  </a:lnTo>
                  <a:lnTo>
                    <a:pt x="1517" y="1326"/>
                  </a:lnTo>
                  <a:lnTo>
                    <a:pt x="1517" y="1327"/>
                  </a:lnTo>
                  <a:lnTo>
                    <a:pt x="1517" y="1327"/>
                  </a:lnTo>
                  <a:lnTo>
                    <a:pt x="1517" y="1328"/>
                  </a:lnTo>
                  <a:lnTo>
                    <a:pt x="1515" y="1330"/>
                  </a:lnTo>
                  <a:lnTo>
                    <a:pt x="1515" y="1334"/>
                  </a:lnTo>
                  <a:lnTo>
                    <a:pt x="1515" y="1334"/>
                  </a:lnTo>
                  <a:lnTo>
                    <a:pt x="1517" y="1334"/>
                  </a:lnTo>
                  <a:lnTo>
                    <a:pt x="1519" y="1332"/>
                  </a:lnTo>
                  <a:lnTo>
                    <a:pt x="1520" y="1328"/>
                  </a:lnTo>
                  <a:lnTo>
                    <a:pt x="1520" y="1327"/>
                  </a:lnTo>
                  <a:lnTo>
                    <a:pt x="1522" y="1326"/>
                  </a:lnTo>
                  <a:lnTo>
                    <a:pt x="1522" y="1326"/>
                  </a:lnTo>
                  <a:lnTo>
                    <a:pt x="1523" y="1326"/>
                  </a:lnTo>
                  <a:lnTo>
                    <a:pt x="1523" y="1327"/>
                  </a:lnTo>
                  <a:lnTo>
                    <a:pt x="1523" y="1327"/>
                  </a:lnTo>
                  <a:lnTo>
                    <a:pt x="1522" y="1328"/>
                  </a:lnTo>
                  <a:lnTo>
                    <a:pt x="1522" y="1330"/>
                  </a:lnTo>
                  <a:lnTo>
                    <a:pt x="1522" y="1330"/>
                  </a:lnTo>
                  <a:lnTo>
                    <a:pt x="1525" y="1328"/>
                  </a:lnTo>
                  <a:lnTo>
                    <a:pt x="1525" y="1327"/>
                  </a:lnTo>
                  <a:lnTo>
                    <a:pt x="1526" y="1327"/>
                  </a:lnTo>
                  <a:lnTo>
                    <a:pt x="1528" y="1327"/>
                  </a:lnTo>
                  <a:lnTo>
                    <a:pt x="1531" y="1326"/>
                  </a:lnTo>
                  <a:lnTo>
                    <a:pt x="1531" y="1326"/>
                  </a:lnTo>
                  <a:lnTo>
                    <a:pt x="1532" y="1324"/>
                  </a:lnTo>
                  <a:lnTo>
                    <a:pt x="1534" y="1326"/>
                  </a:lnTo>
                  <a:lnTo>
                    <a:pt x="1537" y="1326"/>
                  </a:lnTo>
                  <a:lnTo>
                    <a:pt x="1538" y="1327"/>
                  </a:lnTo>
                  <a:lnTo>
                    <a:pt x="1540" y="1327"/>
                  </a:lnTo>
                  <a:lnTo>
                    <a:pt x="1541" y="1328"/>
                  </a:lnTo>
                  <a:lnTo>
                    <a:pt x="1546" y="1330"/>
                  </a:lnTo>
                  <a:lnTo>
                    <a:pt x="1549" y="1330"/>
                  </a:lnTo>
                  <a:lnTo>
                    <a:pt x="1550" y="1328"/>
                  </a:lnTo>
                  <a:lnTo>
                    <a:pt x="1552" y="1330"/>
                  </a:lnTo>
                  <a:lnTo>
                    <a:pt x="1553" y="1332"/>
                  </a:lnTo>
                  <a:lnTo>
                    <a:pt x="1555" y="1332"/>
                  </a:lnTo>
                  <a:lnTo>
                    <a:pt x="1557" y="1332"/>
                  </a:lnTo>
                  <a:lnTo>
                    <a:pt x="1558" y="1332"/>
                  </a:lnTo>
                  <a:lnTo>
                    <a:pt x="1563" y="1330"/>
                  </a:lnTo>
                  <a:lnTo>
                    <a:pt x="1567" y="1330"/>
                  </a:lnTo>
                  <a:lnTo>
                    <a:pt x="1570" y="1330"/>
                  </a:lnTo>
                  <a:lnTo>
                    <a:pt x="1573" y="1330"/>
                  </a:lnTo>
                  <a:lnTo>
                    <a:pt x="1576" y="1332"/>
                  </a:lnTo>
                  <a:lnTo>
                    <a:pt x="1578" y="1333"/>
                  </a:lnTo>
                  <a:lnTo>
                    <a:pt x="1579" y="1334"/>
                  </a:lnTo>
                  <a:lnTo>
                    <a:pt x="1581" y="1334"/>
                  </a:lnTo>
                  <a:lnTo>
                    <a:pt x="1585" y="1338"/>
                  </a:lnTo>
                  <a:lnTo>
                    <a:pt x="1587" y="1339"/>
                  </a:lnTo>
                  <a:lnTo>
                    <a:pt x="1590" y="1340"/>
                  </a:lnTo>
                  <a:lnTo>
                    <a:pt x="1591" y="1340"/>
                  </a:lnTo>
                  <a:lnTo>
                    <a:pt x="1593" y="1344"/>
                  </a:lnTo>
                  <a:lnTo>
                    <a:pt x="1595" y="1344"/>
                  </a:lnTo>
                  <a:lnTo>
                    <a:pt x="1598" y="1346"/>
                  </a:lnTo>
                  <a:lnTo>
                    <a:pt x="1601" y="1350"/>
                  </a:lnTo>
                  <a:lnTo>
                    <a:pt x="1602" y="1351"/>
                  </a:lnTo>
                  <a:lnTo>
                    <a:pt x="1607" y="1352"/>
                  </a:lnTo>
                  <a:lnTo>
                    <a:pt x="1608" y="1356"/>
                  </a:lnTo>
                  <a:lnTo>
                    <a:pt x="1611" y="1356"/>
                  </a:lnTo>
                  <a:lnTo>
                    <a:pt x="1611" y="1356"/>
                  </a:lnTo>
                  <a:lnTo>
                    <a:pt x="1613" y="1357"/>
                  </a:lnTo>
                  <a:lnTo>
                    <a:pt x="1614" y="1357"/>
                  </a:lnTo>
                  <a:lnTo>
                    <a:pt x="1617" y="1357"/>
                  </a:lnTo>
                  <a:lnTo>
                    <a:pt x="1620" y="1357"/>
                  </a:lnTo>
                  <a:lnTo>
                    <a:pt x="1622" y="1357"/>
                  </a:lnTo>
                  <a:lnTo>
                    <a:pt x="1628" y="1358"/>
                  </a:lnTo>
                  <a:lnTo>
                    <a:pt x="1628" y="1358"/>
                  </a:lnTo>
                  <a:lnTo>
                    <a:pt x="1629" y="1361"/>
                  </a:lnTo>
                  <a:lnTo>
                    <a:pt x="1631" y="1363"/>
                  </a:lnTo>
                  <a:lnTo>
                    <a:pt x="1632" y="1368"/>
                  </a:lnTo>
                  <a:lnTo>
                    <a:pt x="1634" y="1370"/>
                  </a:lnTo>
                  <a:lnTo>
                    <a:pt x="1634" y="1374"/>
                  </a:lnTo>
                  <a:lnTo>
                    <a:pt x="1636" y="1379"/>
                  </a:lnTo>
                  <a:lnTo>
                    <a:pt x="1636" y="1380"/>
                  </a:lnTo>
                  <a:lnTo>
                    <a:pt x="1636" y="1381"/>
                  </a:lnTo>
                  <a:lnTo>
                    <a:pt x="1637" y="1381"/>
                  </a:lnTo>
                  <a:lnTo>
                    <a:pt x="1637" y="1385"/>
                  </a:lnTo>
                  <a:lnTo>
                    <a:pt x="1637" y="1386"/>
                  </a:lnTo>
                  <a:lnTo>
                    <a:pt x="1636" y="1387"/>
                  </a:lnTo>
                  <a:lnTo>
                    <a:pt x="1636" y="1390"/>
                  </a:lnTo>
                  <a:lnTo>
                    <a:pt x="1636" y="1390"/>
                  </a:lnTo>
                  <a:lnTo>
                    <a:pt x="1636" y="1391"/>
                  </a:lnTo>
                  <a:lnTo>
                    <a:pt x="1636" y="1391"/>
                  </a:lnTo>
                  <a:lnTo>
                    <a:pt x="1637" y="1393"/>
                  </a:lnTo>
                  <a:lnTo>
                    <a:pt x="1637" y="1393"/>
                  </a:lnTo>
                  <a:lnTo>
                    <a:pt x="1636" y="1396"/>
                  </a:lnTo>
                  <a:lnTo>
                    <a:pt x="1636" y="1399"/>
                  </a:lnTo>
                  <a:lnTo>
                    <a:pt x="1632" y="1405"/>
                  </a:lnTo>
                  <a:lnTo>
                    <a:pt x="1631" y="1409"/>
                  </a:lnTo>
                  <a:lnTo>
                    <a:pt x="1626" y="1414"/>
                  </a:lnTo>
                  <a:lnTo>
                    <a:pt x="1625" y="1415"/>
                  </a:lnTo>
                  <a:lnTo>
                    <a:pt x="1625" y="1415"/>
                  </a:lnTo>
                  <a:lnTo>
                    <a:pt x="1623" y="1415"/>
                  </a:lnTo>
                  <a:lnTo>
                    <a:pt x="1623" y="1417"/>
                  </a:lnTo>
                  <a:lnTo>
                    <a:pt x="1623" y="1417"/>
                  </a:lnTo>
                  <a:lnTo>
                    <a:pt x="1622" y="1420"/>
                  </a:lnTo>
                  <a:lnTo>
                    <a:pt x="1619" y="1421"/>
                  </a:lnTo>
                  <a:lnTo>
                    <a:pt x="1617" y="1423"/>
                  </a:lnTo>
                  <a:lnTo>
                    <a:pt x="1617" y="1423"/>
                  </a:lnTo>
                  <a:lnTo>
                    <a:pt x="1614" y="1426"/>
                  </a:lnTo>
                  <a:lnTo>
                    <a:pt x="1613" y="1428"/>
                  </a:lnTo>
                  <a:lnTo>
                    <a:pt x="1611" y="1428"/>
                  </a:lnTo>
                  <a:lnTo>
                    <a:pt x="1608" y="1432"/>
                  </a:lnTo>
                  <a:lnTo>
                    <a:pt x="1608" y="1432"/>
                  </a:lnTo>
                  <a:lnTo>
                    <a:pt x="1608" y="1432"/>
                  </a:lnTo>
                  <a:lnTo>
                    <a:pt x="1608" y="1434"/>
                  </a:lnTo>
                  <a:lnTo>
                    <a:pt x="1607" y="1436"/>
                  </a:lnTo>
                  <a:lnTo>
                    <a:pt x="1605" y="1436"/>
                  </a:lnTo>
                  <a:lnTo>
                    <a:pt x="1605" y="1436"/>
                  </a:lnTo>
                  <a:lnTo>
                    <a:pt x="1605" y="1434"/>
                  </a:lnTo>
                  <a:lnTo>
                    <a:pt x="1607" y="1434"/>
                  </a:lnTo>
                  <a:lnTo>
                    <a:pt x="1607" y="1434"/>
                  </a:lnTo>
                  <a:lnTo>
                    <a:pt x="1605" y="1434"/>
                  </a:lnTo>
                  <a:lnTo>
                    <a:pt x="1605" y="1436"/>
                  </a:lnTo>
                  <a:lnTo>
                    <a:pt x="1605" y="1438"/>
                  </a:lnTo>
                  <a:lnTo>
                    <a:pt x="1604" y="1440"/>
                  </a:lnTo>
                  <a:lnTo>
                    <a:pt x="1602" y="1446"/>
                  </a:lnTo>
                  <a:lnTo>
                    <a:pt x="1598" y="1450"/>
                  </a:lnTo>
                  <a:lnTo>
                    <a:pt x="1598" y="1452"/>
                  </a:lnTo>
                  <a:lnTo>
                    <a:pt x="1595" y="1454"/>
                  </a:lnTo>
                  <a:lnTo>
                    <a:pt x="1593" y="1456"/>
                  </a:lnTo>
                  <a:lnTo>
                    <a:pt x="1591" y="1456"/>
                  </a:lnTo>
                  <a:lnTo>
                    <a:pt x="1591" y="1456"/>
                  </a:lnTo>
                  <a:lnTo>
                    <a:pt x="1591" y="1452"/>
                  </a:lnTo>
                  <a:lnTo>
                    <a:pt x="1590" y="1452"/>
                  </a:lnTo>
                  <a:lnTo>
                    <a:pt x="1590" y="1452"/>
                  </a:lnTo>
                  <a:lnTo>
                    <a:pt x="1588" y="1452"/>
                  </a:lnTo>
                  <a:lnTo>
                    <a:pt x="1588" y="1452"/>
                  </a:lnTo>
                  <a:lnTo>
                    <a:pt x="1587" y="1452"/>
                  </a:lnTo>
                  <a:lnTo>
                    <a:pt x="1588" y="1454"/>
                  </a:lnTo>
                  <a:lnTo>
                    <a:pt x="1588" y="1454"/>
                  </a:lnTo>
                  <a:lnTo>
                    <a:pt x="1587" y="1456"/>
                  </a:lnTo>
                  <a:lnTo>
                    <a:pt x="1587" y="1458"/>
                  </a:lnTo>
                  <a:lnTo>
                    <a:pt x="1585" y="1458"/>
                  </a:lnTo>
                  <a:lnTo>
                    <a:pt x="1585" y="1460"/>
                  </a:lnTo>
                  <a:lnTo>
                    <a:pt x="1584" y="1462"/>
                  </a:lnTo>
                  <a:lnTo>
                    <a:pt x="1584" y="1464"/>
                  </a:lnTo>
                  <a:lnTo>
                    <a:pt x="1585" y="1464"/>
                  </a:lnTo>
                  <a:lnTo>
                    <a:pt x="1585" y="1464"/>
                  </a:lnTo>
                  <a:lnTo>
                    <a:pt x="1585" y="1464"/>
                  </a:lnTo>
                  <a:lnTo>
                    <a:pt x="1585" y="1465"/>
                  </a:lnTo>
                  <a:lnTo>
                    <a:pt x="1585" y="1465"/>
                  </a:lnTo>
                  <a:lnTo>
                    <a:pt x="1585" y="1469"/>
                  </a:lnTo>
                  <a:lnTo>
                    <a:pt x="1585" y="1470"/>
                  </a:lnTo>
                  <a:lnTo>
                    <a:pt x="1585" y="1470"/>
                  </a:lnTo>
                  <a:lnTo>
                    <a:pt x="1585" y="1470"/>
                  </a:lnTo>
                  <a:lnTo>
                    <a:pt x="1585" y="1470"/>
                  </a:lnTo>
                  <a:lnTo>
                    <a:pt x="1585" y="1477"/>
                  </a:lnTo>
                  <a:lnTo>
                    <a:pt x="1585" y="1481"/>
                  </a:lnTo>
                  <a:lnTo>
                    <a:pt x="1585" y="1484"/>
                  </a:lnTo>
                  <a:lnTo>
                    <a:pt x="1585" y="1489"/>
                  </a:lnTo>
                  <a:lnTo>
                    <a:pt x="1587" y="1493"/>
                  </a:lnTo>
                  <a:lnTo>
                    <a:pt x="1587" y="1493"/>
                  </a:lnTo>
                  <a:lnTo>
                    <a:pt x="1585" y="1496"/>
                  </a:lnTo>
                  <a:lnTo>
                    <a:pt x="1585" y="1500"/>
                  </a:lnTo>
                  <a:lnTo>
                    <a:pt x="1584" y="1505"/>
                  </a:lnTo>
                  <a:lnTo>
                    <a:pt x="1584" y="1507"/>
                  </a:lnTo>
                  <a:lnTo>
                    <a:pt x="1582" y="1510"/>
                  </a:lnTo>
                  <a:lnTo>
                    <a:pt x="1582" y="1511"/>
                  </a:lnTo>
                  <a:lnTo>
                    <a:pt x="1584" y="1516"/>
                  </a:lnTo>
                  <a:lnTo>
                    <a:pt x="1584" y="1517"/>
                  </a:lnTo>
                  <a:lnTo>
                    <a:pt x="1582" y="1518"/>
                  </a:lnTo>
                  <a:lnTo>
                    <a:pt x="1581" y="1518"/>
                  </a:lnTo>
                  <a:lnTo>
                    <a:pt x="1579" y="1519"/>
                  </a:lnTo>
                  <a:lnTo>
                    <a:pt x="1578" y="1523"/>
                  </a:lnTo>
                  <a:lnTo>
                    <a:pt x="1576" y="1529"/>
                  </a:lnTo>
                  <a:lnTo>
                    <a:pt x="1576" y="1530"/>
                  </a:lnTo>
                  <a:lnTo>
                    <a:pt x="1576" y="1536"/>
                  </a:lnTo>
                  <a:lnTo>
                    <a:pt x="1576" y="1538"/>
                  </a:lnTo>
                  <a:lnTo>
                    <a:pt x="1576" y="1540"/>
                  </a:lnTo>
                  <a:lnTo>
                    <a:pt x="1575" y="1541"/>
                  </a:lnTo>
                  <a:lnTo>
                    <a:pt x="1573" y="1542"/>
                  </a:lnTo>
                  <a:lnTo>
                    <a:pt x="1572" y="1546"/>
                  </a:lnTo>
                  <a:lnTo>
                    <a:pt x="1570" y="1548"/>
                  </a:lnTo>
                  <a:lnTo>
                    <a:pt x="1570" y="1550"/>
                  </a:lnTo>
                  <a:lnTo>
                    <a:pt x="1569" y="1552"/>
                  </a:lnTo>
                  <a:lnTo>
                    <a:pt x="1569" y="1553"/>
                  </a:lnTo>
                  <a:lnTo>
                    <a:pt x="1566" y="1556"/>
                  </a:lnTo>
                  <a:lnTo>
                    <a:pt x="1564" y="1556"/>
                  </a:lnTo>
                  <a:lnTo>
                    <a:pt x="1564" y="1558"/>
                  </a:lnTo>
                  <a:lnTo>
                    <a:pt x="1563" y="1559"/>
                  </a:lnTo>
                  <a:lnTo>
                    <a:pt x="1561" y="1562"/>
                  </a:lnTo>
                  <a:lnTo>
                    <a:pt x="1560" y="1565"/>
                  </a:lnTo>
                  <a:lnTo>
                    <a:pt x="1561" y="1566"/>
                  </a:lnTo>
                  <a:lnTo>
                    <a:pt x="1561" y="1566"/>
                  </a:lnTo>
                  <a:lnTo>
                    <a:pt x="1561" y="1571"/>
                  </a:lnTo>
                  <a:lnTo>
                    <a:pt x="1561" y="1571"/>
                  </a:lnTo>
                  <a:lnTo>
                    <a:pt x="1560" y="1572"/>
                  </a:lnTo>
                  <a:lnTo>
                    <a:pt x="1553" y="1577"/>
                  </a:lnTo>
                  <a:lnTo>
                    <a:pt x="1552" y="1577"/>
                  </a:lnTo>
                  <a:lnTo>
                    <a:pt x="1549" y="1580"/>
                  </a:lnTo>
                  <a:lnTo>
                    <a:pt x="1549" y="1580"/>
                  </a:lnTo>
                  <a:lnTo>
                    <a:pt x="1549" y="1583"/>
                  </a:lnTo>
                  <a:lnTo>
                    <a:pt x="1549" y="1583"/>
                  </a:lnTo>
                  <a:lnTo>
                    <a:pt x="1549" y="1583"/>
                  </a:lnTo>
                  <a:lnTo>
                    <a:pt x="1547" y="1585"/>
                  </a:lnTo>
                  <a:lnTo>
                    <a:pt x="1547" y="1585"/>
                  </a:lnTo>
                  <a:lnTo>
                    <a:pt x="1541" y="1585"/>
                  </a:lnTo>
                  <a:lnTo>
                    <a:pt x="1538" y="1585"/>
                  </a:lnTo>
                  <a:lnTo>
                    <a:pt x="1537" y="1585"/>
                  </a:lnTo>
                  <a:lnTo>
                    <a:pt x="1537" y="1585"/>
                  </a:lnTo>
                  <a:lnTo>
                    <a:pt x="1535" y="1583"/>
                  </a:lnTo>
                  <a:lnTo>
                    <a:pt x="1535" y="1583"/>
                  </a:lnTo>
                  <a:lnTo>
                    <a:pt x="1535" y="1583"/>
                  </a:lnTo>
                  <a:lnTo>
                    <a:pt x="1535" y="1583"/>
                  </a:lnTo>
                  <a:lnTo>
                    <a:pt x="1534" y="1583"/>
                  </a:lnTo>
                  <a:lnTo>
                    <a:pt x="1534" y="1583"/>
                  </a:lnTo>
                  <a:lnTo>
                    <a:pt x="1534" y="1583"/>
                  </a:lnTo>
                  <a:lnTo>
                    <a:pt x="1534" y="1583"/>
                  </a:lnTo>
                  <a:lnTo>
                    <a:pt x="1534" y="1583"/>
                  </a:lnTo>
                  <a:lnTo>
                    <a:pt x="1534" y="1585"/>
                  </a:lnTo>
                  <a:lnTo>
                    <a:pt x="1534" y="1585"/>
                  </a:lnTo>
                  <a:lnTo>
                    <a:pt x="1532" y="1585"/>
                  </a:lnTo>
                  <a:lnTo>
                    <a:pt x="1529" y="1586"/>
                  </a:lnTo>
                  <a:lnTo>
                    <a:pt x="1528" y="1586"/>
                  </a:lnTo>
                  <a:lnTo>
                    <a:pt x="1525" y="1586"/>
                  </a:lnTo>
                  <a:lnTo>
                    <a:pt x="1525" y="1586"/>
                  </a:lnTo>
                  <a:lnTo>
                    <a:pt x="1525" y="1586"/>
                  </a:lnTo>
                  <a:lnTo>
                    <a:pt x="1526" y="1586"/>
                  </a:lnTo>
                  <a:lnTo>
                    <a:pt x="1528" y="1585"/>
                  </a:lnTo>
                  <a:lnTo>
                    <a:pt x="1528" y="1585"/>
                  </a:lnTo>
                  <a:lnTo>
                    <a:pt x="1526" y="1583"/>
                  </a:lnTo>
                  <a:lnTo>
                    <a:pt x="1523" y="1585"/>
                  </a:lnTo>
                  <a:lnTo>
                    <a:pt x="1522" y="1585"/>
                  </a:lnTo>
                  <a:lnTo>
                    <a:pt x="1520" y="1585"/>
                  </a:lnTo>
                  <a:lnTo>
                    <a:pt x="1515" y="1586"/>
                  </a:lnTo>
                  <a:lnTo>
                    <a:pt x="1515" y="1586"/>
                  </a:lnTo>
                  <a:lnTo>
                    <a:pt x="1515" y="1588"/>
                  </a:lnTo>
                  <a:lnTo>
                    <a:pt x="1517" y="1588"/>
                  </a:lnTo>
                  <a:lnTo>
                    <a:pt x="1517" y="1589"/>
                  </a:lnTo>
                  <a:lnTo>
                    <a:pt x="1517" y="1589"/>
                  </a:lnTo>
                  <a:lnTo>
                    <a:pt x="1515" y="1589"/>
                  </a:lnTo>
                  <a:lnTo>
                    <a:pt x="1512" y="1591"/>
                  </a:lnTo>
                  <a:lnTo>
                    <a:pt x="1509" y="1592"/>
                  </a:lnTo>
                  <a:lnTo>
                    <a:pt x="1508" y="1592"/>
                  </a:lnTo>
                  <a:lnTo>
                    <a:pt x="1506" y="1594"/>
                  </a:lnTo>
                  <a:lnTo>
                    <a:pt x="1506" y="1595"/>
                  </a:lnTo>
                  <a:lnTo>
                    <a:pt x="1506" y="1595"/>
                  </a:lnTo>
                  <a:lnTo>
                    <a:pt x="1505" y="1595"/>
                  </a:lnTo>
                  <a:lnTo>
                    <a:pt x="1503" y="1595"/>
                  </a:lnTo>
                  <a:lnTo>
                    <a:pt x="1502" y="1595"/>
                  </a:lnTo>
                  <a:lnTo>
                    <a:pt x="1500" y="1595"/>
                  </a:lnTo>
                  <a:lnTo>
                    <a:pt x="1491" y="1600"/>
                  </a:lnTo>
                  <a:lnTo>
                    <a:pt x="1488" y="1601"/>
                  </a:lnTo>
                  <a:lnTo>
                    <a:pt x="1485" y="1604"/>
                  </a:lnTo>
                  <a:lnTo>
                    <a:pt x="1481" y="1609"/>
                  </a:lnTo>
                  <a:lnTo>
                    <a:pt x="1478" y="1612"/>
                  </a:lnTo>
                  <a:lnTo>
                    <a:pt x="1476" y="1612"/>
                  </a:lnTo>
                  <a:lnTo>
                    <a:pt x="1476" y="1612"/>
                  </a:lnTo>
                  <a:lnTo>
                    <a:pt x="1474" y="1612"/>
                  </a:lnTo>
                  <a:lnTo>
                    <a:pt x="1476" y="1612"/>
                  </a:lnTo>
                  <a:lnTo>
                    <a:pt x="1476" y="1614"/>
                  </a:lnTo>
                  <a:lnTo>
                    <a:pt x="1476" y="1614"/>
                  </a:lnTo>
                  <a:lnTo>
                    <a:pt x="1474" y="1615"/>
                  </a:lnTo>
                  <a:lnTo>
                    <a:pt x="1473" y="1618"/>
                  </a:lnTo>
                  <a:lnTo>
                    <a:pt x="1471" y="1618"/>
                  </a:lnTo>
                  <a:lnTo>
                    <a:pt x="1473" y="1618"/>
                  </a:lnTo>
                  <a:lnTo>
                    <a:pt x="1471" y="1618"/>
                  </a:lnTo>
                  <a:lnTo>
                    <a:pt x="1470" y="1615"/>
                  </a:lnTo>
                  <a:lnTo>
                    <a:pt x="1470" y="1618"/>
                  </a:lnTo>
                  <a:lnTo>
                    <a:pt x="1470" y="1618"/>
                  </a:lnTo>
                  <a:lnTo>
                    <a:pt x="1468" y="1618"/>
                  </a:lnTo>
                  <a:lnTo>
                    <a:pt x="1468" y="1618"/>
                  </a:lnTo>
                  <a:lnTo>
                    <a:pt x="1467" y="1618"/>
                  </a:lnTo>
                  <a:lnTo>
                    <a:pt x="1465" y="1618"/>
                  </a:lnTo>
                  <a:lnTo>
                    <a:pt x="1467" y="1618"/>
                  </a:lnTo>
                  <a:lnTo>
                    <a:pt x="1468" y="1620"/>
                  </a:lnTo>
                  <a:lnTo>
                    <a:pt x="1470" y="1620"/>
                  </a:lnTo>
                  <a:lnTo>
                    <a:pt x="1470" y="1620"/>
                  </a:lnTo>
                  <a:lnTo>
                    <a:pt x="1468" y="1624"/>
                  </a:lnTo>
                  <a:lnTo>
                    <a:pt x="1467" y="1624"/>
                  </a:lnTo>
                  <a:lnTo>
                    <a:pt x="1467" y="1624"/>
                  </a:lnTo>
                  <a:lnTo>
                    <a:pt x="1467" y="1624"/>
                  </a:lnTo>
                  <a:lnTo>
                    <a:pt x="1468" y="1624"/>
                  </a:lnTo>
                  <a:lnTo>
                    <a:pt x="1467" y="1627"/>
                  </a:lnTo>
                  <a:lnTo>
                    <a:pt x="1467" y="1630"/>
                  </a:lnTo>
                  <a:lnTo>
                    <a:pt x="1467" y="1630"/>
                  </a:lnTo>
                  <a:lnTo>
                    <a:pt x="1465" y="1630"/>
                  </a:lnTo>
                  <a:lnTo>
                    <a:pt x="1467" y="1630"/>
                  </a:lnTo>
                  <a:lnTo>
                    <a:pt x="1467" y="1632"/>
                  </a:lnTo>
                  <a:lnTo>
                    <a:pt x="1467" y="1633"/>
                  </a:lnTo>
                  <a:lnTo>
                    <a:pt x="1467" y="1633"/>
                  </a:lnTo>
                  <a:lnTo>
                    <a:pt x="1467" y="1636"/>
                  </a:lnTo>
                  <a:lnTo>
                    <a:pt x="1467" y="1638"/>
                  </a:lnTo>
                  <a:lnTo>
                    <a:pt x="1468" y="1639"/>
                  </a:lnTo>
                  <a:lnTo>
                    <a:pt x="1468" y="1642"/>
                  </a:lnTo>
                  <a:lnTo>
                    <a:pt x="1468" y="1642"/>
                  </a:lnTo>
                  <a:lnTo>
                    <a:pt x="1468" y="1642"/>
                  </a:lnTo>
                  <a:lnTo>
                    <a:pt x="1468" y="1644"/>
                  </a:lnTo>
                  <a:lnTo>
                    <a:pt x="1467" y="1648"/>
                  </a:lnTo>
                  <a:lnTo>
                    <a:pt x="1467" y="1650"/>
                  </a:lnTo>
                  <a:lnTo>
                    <a:pt x="1467" y="1655"/>
                  </a:lnTo>
                  <a:lnTo>
                    <a:pt x="1467" y="1656"/>
                  </a:lnTo>
                  <a:lnTo>
                    <a:pt x="1467" y="1658"/>
                  </a:lnTo>
                  <a:lnTo>
                    <a:pt x="1465" y="1660"/>
                  </a:lnTo>
                  <a:lnTo>
                    <a:pt x="1465" y="1661"/>
                  </a:lnTo>
                  <a:lnTo>
                    <a:pt x="1462" y="1662"/>
                  </a:lnTo>
                  <a:lnTo>
                    <a:pt x="1459" y="1665"/>
                  </a:lnTo>
                  <a:lnTo>
                    <a:pt x="1456" y="1668"/>
                  </a:lnTo>
                  <a:lnTo>
                    <a:pt x="1453" y="1673"/>
                  </a:lnTo>
                  <a:lnTo>
                    <a:pt x="1450" y="1679"/>
                  </a:lnTo>
                  <a:lnTo>
                    <a:pt x="1447" y="1687"/>
                  </a:lnTo>
                  <a:lnTo>
                    <a:pt x="1443" y="1695"/>
                  </a:lnTo>
                  <a:lnTo>
                    <a:pt x="1441" y="1696"/>
                  </a:lnTo>
                  <a:lnTo>
                    <a:pt x="1440" y="1699"/>
                  </a:lnTo>
                  <a:lnTo>
                    <a:pt x="1436" y="1702"/>
                  </a:lnTo>
                  <a:lnTo>
                    <a:pt x="1432" y="1705"/>
                  </a:lnTo>
                  <a:lnTo>
                    <a:pt x="1429" y="1708"/>
                  </a:lnTo>
                  <a:lnTo>
                    <a:pt x="1427" y="1709"/>
                  </a:lnTo>
                  <a:lnTo>
                    <a:pt x="1426" y="1711"/>
                  </a:lnTo>
                  <a:lnTo>
                    <a:pt x="1424" y="1711"/>
                  </a:lnTo>
                  <a:lnTo>
                    <a:pt x="1426" y="1709"/>
                  </a:lnTo>
                  <a:lnTo>
                    <a:pt x="1426" y="1708"/>
                  </a:lnTo>
                  <a:lnTo>
                    <a:pt x="1424" y="1708"/>
                  </a:lnTo>
                  <a:lnTo>
                    <a:pt x="1426" y="1708"/>
                  </a:lnTo>
                  <a:lnTo>
                    <a:pt x="1427" y="1708"/>
                  </a:lnTo>
                  <a:lnTo>
                    <a:pt x="1427" y="1708"/>
                  </a:lnTo>
                  <a:lnTo>
                    <a:pt x="1429" y="1707"/>
                  </a:lnTo>
                  <a:lnTo>
                    <a:pt x="1430" y="1707"/>
                  </a:lnTo>
                  <a:lnTo>
                    <a:pt x="1432" y="1703"/>
                  </a:lnTo>
                  <a:lnTo>
                    <a:pt x="1435" y="1702"/>
                  </a:lnTo>
                  <a:lnTo>
                    <a:pt x="1436" y="1701"/>
                  </a:lnTo>
                  <a:lnTo>
                    <a:pt x="1436" y="1699"/>
                  </a:lnTo>
                  <a:lnTo>
                    <a:pt x="1436" y="1697"/>
                  </a:lnTo>
                  <a:lnTo>
                    <a:pt x="1436" y="1697"/>
                  </a:lnTo>
                  <a:lnTo>
                    <a:pt x="1438" y="1697"/>
                  </a:lnTo>
                  <a:lnTo>
                    <a:pt x="1438" y="1696"/>
                  </a:lnTo>
                  <a:lnTo>
                    <a:pt x="1438" y="1696"/>
                  </a:lnTo>
                  <a:lnTo>
                    <a:pt x="1440" y="1695"/>
                  </a:lnTo>
                  <a:lnTo>
                    <a:pt x="1441" y="1693"/>
                  </a:lnTo>
                  <a:lnTo>
                    <a:pt x="1443" y="1691"/>
                  </a:lnTo>
                  <a:lnTo>
                    <a:pt x="1441" y="1687"/>
                  </a:lnTo>
                  <a:lnTo>
                    <a:pt x="1443" y="1687"/>
                  </a:lnTo>
                  <a:lnTo>
                    <a:pt x="1443" y="1689"/>
                  </a:lnTo>
                  <a:lnTo>
                    <a:pt x="1443" y="1689"/>
                  </a:lnTo>
                  <a:lnTo>
                    <a:pt x="1444" y="1685"/>
                  </a:lnTo>
                  <a:lnTo>
                    <a:pt x="1444" y="1685"/>
                  </a:lnTo>
                  <a:lnTo>
                    <a:pt x="1443" y="1685"/>
                  </a:lnTo>
                  <a:lnTo>
                    <a:pt x="1440" y="1687"/>
                  </a:lnTo>
                  <a:lnTo>
                    <a:pt x="1438" y="1687"/>
                  </a:lnTo>
                  <a:lnTo>
                    <a:pt x="1438" y="1685"/>
                  </a:lnTo>
                  <a:lnTo>
                    <a:pt x="1436" y="1683"/>
                  </a:lnTo>
                  <a:lnTo>
                    <a:pt x="1435" y="1683"/>
                  </a:lnTo>
                  <a:lnTo>
                    <a:pt x="1435" y="1683"/>
                  </a:lnTo>
                  <a:lnTo>
                    <a:pt x="1435" y="1683"/>
                  </a:lnTo>
                  <a:lnTo>
                    <a:pt x="1435" y="1683"/>
                  </a:lnTo>
                  <a:lnTo>
                    <a:pt x="1435" y="1685"/>
                  </a:lnTo>
                  <a:lnTo>
                    <a:pt x="1436" y="1687"/>
                  </a:lnTo>
                  <a:lnTo>
                    <a:pt x="1436" y="1687"/>
                  </a:lnTo>
                  <a:lnTo>
                    <a:pt x="1435" y="1689"/>
                  </a:lnTo>
                  <a:lnTo>
                    <a:pt x="1435" y="1690"/>
                  </a:lnTo>
                  <a:lnTo>
                    <a:pt x="1435" y="1691"/>
                  </a:lnTo>
                  <a:lnTo>
                    <a:pt x="1435" y="1691"/>
                  </a:lnTo>
                  <a:lnTo>
                    <a:pt x="1433" y="1691"/>
                  </a:lnTo>
                  <a:lnTo>
                    <a:pt x="1433" y="1693"/>
                  </a:lnTo>
                  <a:lnTo>
                    <a:pt x="1432" y="1695"/>
                  </a:lnTo>
                  <a:lnTo>
                    <a:pt x="1432" y="1696"/>
                  </a:lnTo>
                  <a:lnTo>
                    <a:pt x="1432" y="1696"/>
                  </a:lnTo>
                  <a:lnTo>
                    <a:pt x="1432" y="1697"/>
                  </a:lnTo>
                  <a:lnTo>
                    <a:pt x="1429" y="1699"/>
                  </a:lnTo>
                  <a:lnTo>
                    <a:pt x="1427" y="1701"/>
                  </a:lnTo>
                  <a:lnTo>
                    <a:pt x="1426" y="1701"/>
                  </a:lnTo>
                  <a:lnTo>
                    <a:pt x="1426" y="1702"/>
                  </a:lnTo>
                  <a:lnTo>
                    <a:pt x="1426" y="1703"/>
                  </a:lnTo>
                  <a:lnTo>
                    <a:pt x="1424" y="1705"/>
                  </a:lnTo>
                  <a:lnTo>
                    <a:pt x="1423" y="1708"/>
                  </a:lnTo>
                  <a:lnTo>
                    <a:pt x="1423" y="1709"/>
                  </a:lnTo>
                  <a:lnTo>
                    <a:pt x="1424" y="1711"/>
                  </a:lnTo>
                  <a:lnTo>
                    <a:pt x="1424" y="1713"/>
                  </a:lnTo>
                  <a:lnTo>
                    <a:pt x="1423" y="1713"/>
                  </a:lnTo>
                  <a:lnTo>
                    <a:pt x="1423" y="1714"/>
                  </a:lnTo>
                  <a:lnTo>
                    <a:pt x="1421" y="1715"/>
                  </a:lnTo>
                  <a:lnTo>
                    <a:pt x="1420" y="1723"/>
                  </a:lnTo>
                  <a:lnTo>
                    <a:pt x="1418" y="1726"/>
                  </a:lnTo>
                  <a:lnTo>
                    <a:pt x="1417" y="1728"/>
                  </a:lnTo>
                  <a:lnTo>
                    <a:pt x="1415" y="1731"/>
                  </a:lnTo>
                  <a:lnTo>
                    <a:pt x="1409" y="1735"/>
                  </a:lnTo>
                  <a:lnTo>
                    <a:pt x="1409" y="1735"/>
                  </a:lnTo>
                  <a:lnTo>
                    <a:pt x="1408" y="1737"/>
                  </a:lnTo>
                  <a:lnTo>
                    <a:pt x="1408" y="1740"/>
                  </a:lnTo>
                  <a:lnTo>
                    <a:pt x="1405" y="1743"/>
                  </a:lnTo>
                  <a:lnTo>
                    <a:pt x="1405" y="1744"/>
                  </a:lnTo>
                  <a:lnTo>
                    <a:pt x="1402" y="1747"/>
                  </a:lnTo>
                  <a:lnTo>
                    <a:pt x="1400" y="1749"/>
                  </a:lnTo>
                  <a:lnTo>
                    <a:pt x="1399" y="1749"/>
                  </a:lnTo>
                  <a:lnTo>
                    <a:pt x="1397" y="1750"/>
                  </a:lnTo>
                  <a:lnTo>
                    <a:pt x="1391" y="1753"/>
                  </a:lnTo>
                  <a:lnTo>
                    <a:pt x="1388" y="1752"/>
                  </a:lnTo>
                  <a:lnTo>
                    <a:pt x="1386" y="1752"/>
                  </a:lnTo>
                  <a:lnTo>
                    <a:pt x="1385" y="1750"/>
                  </a:lnTo>
                  <a:lnTo>
                    <a:pt x="1380" y="1750"/>
                  </a:lnTo>
                  <a:lnTo>
                    <a:pt x="1379" y="1752"/>
                  </a:lnTo>
                  <a:lnTo>
                    <a:pt x="1376" y="1752"/>
                  </a:lnTo>
                  <a:lnTo>
                    <a:pt x="1374" y="1752"/>
                  </a:lnTo>
                  <a:lnTo>
                    <a:pt x="1374" y="1752"/>
                  </a:lnTo>
                  <a:lnTo>
                    <a:pt x="1373" y="1752"/>
                  </a:lnTo>
                  <a:lnTo>
                    <a:pt x="1371" y="1750"/>
                  </a:lnTo>
                  <a:lnTo>
                    <a:pt x="1367" y="1749"/>
                  </a:lnTo>
                  <a:lnTo>
                    <a:pt x="1362" y="1746"/>
                  </a:lnTo>
                  <a:lnTo>
                    <a:pt x="1357" y="1746"/>
                  </a:lnTo>
                  <a:lnTo>
                    <a:pt x="1354" y="1746"/>
                  </a:lnTo>
                  <a:lnTo>
                    <a:pt x="1354" y="1746"/>
                  </a:lnTo>
                  <a:lnTo>
                    <a:pt x="1353" y="1744"/>
                  </a:lnTo>
                  <a:lnTo>
                    <a:pt x="1353" y="1744"/>
                  </a:lnTo>
                  <a:lnTo>
                    <a:pt x="1350" y="1741"/>
                  </a:lnTo>
                  <a:lnTo>
                    <a:pt x="1347" y="1738"/>
                  </a:lnTo>
                  <a:lnTo>
                    <a:pt x="1347" y="1735"/>
                  </a:lnTo>
                  <a:lnTo>
                    <a:pt x="1347" y="1732"/>
                  </a:lnTo>
                  <a:lnTo>
                    <a:pt x="1348" y="1728"/>
                  </a:lnTo>
                  <a:lnTo>
                    <a:pt x="1348" y="1728"/>
                  </a:lnTo>
                  <a:lnTo>
                    <a:pt x="1348" y="1726"/>
                  </a:lnTo>
                  <a:lnTo>
                    <a:pt x="1350" y="1726"/>
                  </a:lnTo>
                  <a:lnTo>
                    <a:pt x="1350" y="1726"/>
                  </a:lnTo>
                  <a:lnTo>
                    <a:pt x="1351" y="1725"/>
                  </a:lnTo>
                  <a:lnTo>
                    <a:pt x="1351" y="1723"/>
                  </a:lnTo>
                  <a:lnTo>
                    <a:pt x="1351" y="1722"/>
                  </a:lnTo>
                  <a:lnTo>
                    <a:pt x="1350" y="1719"/>
                  </a:lnTo>
                  <a:lnTo>
                    <a:pt x="1350" y="1717"/>
                  </a:lnTo>
                  <a:lnTo>
                    <a:pt x="1350" y="1719"/>
                  </a:lnTo>
                  <a:lnTo>
                    <a:pt x="1350" y="1723"/>
                  </a:lnTo>
                  <a:lnTo>
                    <a:pt x="1350" y="1725"/>
                  </a:lnTo>
                  <a:lnTo>
                    <a:pt x="1350" y="1726"/>
                  </a:lnTo>
                  <a:lnTo>
                    <a:pt x="1348" y="1726"/>
                  </a:lnTo>
                  <a:lnTo>
                    <a:pt x="1348" y="1726"/>
                  </a:lnTo>
                  <a:lnTo>
                    <a:pt x="1347" y="1726"/>
                  </a:lnTo>
                  <a:lnTo>
                    <a:pt x="1347" y="1729"/>
                  </a:lnTo>
                  <a:lnTo>
                    <a:pt x="1345" y="1734"/>
                  </a:lnTo>
                  <a:lnTo>
                    <a:pt x="1345" y="1735"/>
                  </a:lnTo>
                  <a:lnTo>
                    <a:pt x="1347" y="1738"/>
                  </a:lnTo>
                  <a:lnTo>
                    <a:pt x="1347" y="1738"/>
                  </a:lnTo>
                  <a:lnTo>
                    <a:pt x="1347" y="1740"/>
                  </a:lnTo>
                  <a:lnTo>
                    <a:pt x="1347" y="1741"/>
                  </a:lnTo>
                  <a:lnTo>
                    <a:pt x="1347" y="1743"/>
                  </a:lnTo>
                  <a:lnTo>
                    <a:pt x="1347" y="1743"/>
                  </a:lnTo>
                  <a:lnTo>
                    <a:pt x="1345" y="1743"/>
                  </a:lnTo>
                  <a:lnTo>
                    <a:pt x="1347" y="1746"/>
                  </a:lnTo>
                  <a:lnTo>
                    <a:pt x="1347" y="1747"/>
                  </a:lnTo>
                  <a:lnTo>
                    <a:pt x="1348" y="1749"/>
                  </a:lnTo>
                  <a:lnTo>
                    <a:pt x="1354" y="1752"/>
                  </a:lnTo>
                  <a:lnTo>
                    <a:pt x="1357" y="1755"/>
                  </a:lnTo>
                  <a:lnTo>
                    <a:pt x="1361" y="1756"/>
                  </a:lnTo>
                  <a:lnTo>
                    <a:pt x="1362" y="1760"/>
                  </a:lnTo>
                  <a:lnTo>
                    <a:pt x="1362" y="1761"/>
                  </a:lnTo>
                  <a:lnTo>
                    <a:pt x="1361" y="1764"/>
                  </a:lnTo>
                  <a:lnTo>
                    <a:pt x="1361" y="1767"/>
                  </a:lnTo>
                  <a:lnTo>
                    <a:pt x="1361" y="1770"/>
                  </a:lnTo>
                  <a:lnTo>
                    <a:pt x="1361" y="1772"/>
                  </a:lnTo>
                  <a:lnTo>
                    <a:pt x="1364" y="1773"/>
                  </a:lnTo>
                  <a:lnTo>
                    <a:pt x="1365" y="1775"/>
                  </a:lnTo>
                  <a:lnTo>
                    <a:pt x="1368" y="1775"/>
                  </a:lnTo>
                  <a:lnTo>
                    <a:pt x="1368" y="1775"/>
                  </a:lnTo>
                  <a:lnTo>
                    <a:pt x="1368" y="1776"/>
                  </a:lnTo>
                  <a:lnTo>
                    <a:pt x="1368" y="1781"/>
                  </a:lnTo>
                  <a:lnTo>
                    <a:pt x="1368" y="1782"/>
                  </a:lnTo>
                  <a:lnTo>
                    <a:pt x="1368" y="1784"/>
                  </a:lnTo>
                  <a:lnTo>
                    <a:pt x="1364" y="1791"/>
                  </a:lnTo>
                  <a:lnTo>
                    <a:pt x="1359" y="1796"/>
                  </a:lnTo>
                  <a:lnTo>
                    <a:pt x="1359" y="1799"/>
                  </a:lnTo>
                  <a:lnTo>
                    <a:pt x="1357" y="1801"/>
                  </a:lnTo>
                  <a:lnTo>
                    <a:pt x="1356" y="1802"/>
                  </a:lnTo>
                  <a:lnTo>
                    <a:pt x="1350" y="1807"/>
                  </a:lnTo>
                  <a:lnTo>
                    <a:pt x="1339" y="1810"/>
                  </a:lnTo>
                  <a:lnTo>
                    <a:pt x="1332" y="1813"/>
                  </a:lnTo>
                  <a:lnTo>
                    <a:pt x="1330" y="1813"/>
                  </a:lnTo>
                  <a:lnTo>
                    <a:pt x="1316" y="1816"/>
                  </a:lnTo>
                  <a:lnTo>
                    <a:pt x="1313" y="1816"/>
                  </a:lnTo>
                  <a:lnTo>
                    <a:pt x="1310" y="1816"/>
                  </a:lnTo>
                  <a:lnTo>
                    <a:pt x="1307" y="1816"/>
                  </a:lnTo>
                  <a:lnTo>
                    <a:pt x="1304" y="1814"/>
                  </a:lnTo>
                  <a:lnTo>
                    <a:pt x="1303" y="1814"/>
                  </a:lnTo>
                  <a:lnTo>
                    <a:pt x="1301" y="1813"/>
                  </a:lnTo>
                  <a:lnTo>
                    <a:pt x="1300" y="1813"/>
                  </a:lnTo>
                  <a:lnTo>
                    <a:pt x="1298" y="1813"/>
                  </a:lnTo>
                  <a:lnTo>
                    <a:pt x="1300" y="1816"/>
                  </a:lnTo>
                  <a:lnTo>
                    <a:pt x="1300" y="1817"/>
                  </a:lnTo>
                  <a:lnTo>
                    <a:pt x="1300" y="1819"/>
                  </a:lnTo>
                  <a:lnTo>
                    <a:pt x="1301" y="1820"/>
                  </a:lnTo>
                  <a:lnTo>
                    <a:pt x="1301" y="1820"/>
                  </a:lnTo>
                  <a:lnTo>
                    <a:pt x="1303" y="1822"/>
                  </a:lnTo>
                  <a:lnTo>
                    <a:pt x="1301" y="1822"/>
                  </a:lnTo>
                  <a:lnTo>
                    <a:pt x="1301" y="1822"/>
                  </a:lnTo>
                  <a:lnTo>
                    <a:pt x="1303" y="1823"/>
                  </a:lnTo>
                  <a:lnTo>
                    <a:pt x="1303" y="1825"/>
                  </a:lnTo>
                  <a:lnTo>
                    <a:pt x="1301" y="1828"/>
                  </a:lnTo>
                  <a:lnTo>
                    <a:pt x="1300" y="1829"/>
                  </a:lnTo>
                  <a:lnTo>
                    <a:pt x="1300" y="1829"/>
                  </a:lnTo>
                  <a:lnTo>
                    <a:pt x="1300" y="1831"/>
                  </a:lnTo>
                  <a:lnTo>
                    <a:pt x="1298" y="1834"/>
                  </a:lnTo>
                  <a:lnTo>
                    <a:pt x="1298" y="1837"/>
                  </a:lnTo>
                  <a:lnTo>
                    <a:pt x="1298" y="1839"/>
                  </a:lnTo>
                  <a:lnTo>
                    <a:pt x="1300" y="1842"/>
                  </a:lnTo>
                  <a:lnTo>
                    <a:pt x="1300" y="1845"/>
                  </a:lnTo>
                  <a:lnTo>
                    <a:pt x="1298" y="1846"/>
                  </a:lnTo>
                  <a:lnTo>
                    <a:pt x="1294" y="1848"/>
                  </a:lnTo>
                  <a:lnTo>
                    <a:pt x="1291" y="1849"/>
                  </a:lnTo>
                  <a:lnTo>
                    <a:pt x="1288" y="1851"/>
                  </a:lnTo>
                  <a:lnTo>
                    <a:pt x="1283" y="1851"/>
                  </a:lnTo>
                  <a:lnTo>
                    <a:pt x="1282" y="1851"/>
                  </a:lnTo>
                  <a:lnTo>
                    <a:pt x="1277" y="1848"/>
                  </a:lnTo>
                  <a:lnTo>
                    <a:pt x="1274" y="1846"/>
                  </a:lnTo>
                  <a:lnTo>
                    <a:pt x="1271" y="1845"/>
                  </a:lnTo>
                  <a:lnTo>
                    <a:pt x="1268" y="1845"/>
                  </a:lnTo>
                  <a:lnTo>
                    <a:pt x="1268" y="1845"/>
                  </a:lnTo>
                  <a:lnTo>
                    <a:pt x="1269" y="1843"/>
                  </a:lnTo>
                  <a:lnTo>
                    <a:pt x="1268" y="1843"/>
                  </a:lnTo>
                  <a:lnTo>
                    <a:pt x="1268" y="1843"/>
                  </a:lnTo>
                  <a:lnTo>
                    <a:pt x="1265" y="1845"/>
                  </a:lnTo>
                  <a:lnTo>
                    <a:pt x="1265" y="1846"/>
                  </a:lnTo>
                  <a:lnTo>
                    <a:pt x="1265" y="1846"/>
                  </a:lnTo>
                  <a:lnTo>
                    <a:pt x="1265" y="1849"/>
                  </a:lnTo>
                  <a:lnTo>
                    <a:pt x="1265" y="1851"/>
                  </a:lnTo>
                  <a:lnTo>
                    <a:pt x="1266" y="1857"/>
                  </a:lnTo>
                  <a:lnTo>
                    <a:pt x="1266" y="1860"/>
                  </a:lnTo>
                  <a:lnTo>
                    <a:pt x="1266" y="1863"/>
                  </a:lnTo>
                  <a:lnTo>
                    <a:pt x="1266" y="1866"/>
                  </a:lnTo>
                  <a:lnTo>
                    <a:pt x="1268" y="1866"/>
                  </a:lnTo>
                  <a:lnTo>
                    <a:pt x="1269" y="1867"/>
                  </a:lnTo>
                  <a:lnTo>
                    <a:pt x="1271" y="1869"/>
                  </a:lnTo>
                  <a:lnTo>
                    <a:pt x="1272" y="1867"/>
                  </a:lnTo>
                  <a:lnTo>
                    <a:pt x="1272" y="1869"/>
                  </a:lnTo>
                  <a:lnTo>
                    <a:pt x="1272" y="1869"/>
                  </a:lnTo>
                  <a:lnTo>
                    <a:pt x="1271" y="1871"/>
                  </a:lnTo>
                  <a:lnTo>
                    <a:pt x="1271" y="1871"/>
                  </a:lnTo>
                  <a:lnTo>
                    <a:pt x="1274" y="1871"/>
                  </a:lnTo>
                  <a:lnTo>
                    <a:pt x="1275" y="1871"/>
                  </a:lnTo>
                  <a:lnTo>
                    <a:pt x="1277" y="1871"/>
                  </a:lnTo>
                  <a:lnTo>
                    <a:pt x="1278" y="1871"/>
                  </a:lnTo>
                  <a:lnTo>
                    <a:pt x="1278" y="1869"/>
                  </a:lnTo>
                  <a:lnTo>
                    <a:pt x="1275" y="1867"/>
                  </a:lnTo>
                  <a:lnTo>
                    <a:pt x="1275" y="1867"/>
                  </a:lnTo>
                  <a:lnTo>
                    <a:pt x="1277" y="1867"/>
                  </a:lnTo>
                  <a:lnTo>
                    <a:pt x="1280" y="1866"/>
                  </a:lnTo>
                  <a:lnTo>
                    <a:pt x="1282" y="1866"/>
                  </a:lnTo>
                  <a:lnTo>
                    <a:pt x="1282" y="1866"/>
                  </a:lnTo>
                  <a:lnTo>
                    <a:pt x="1283" y="1867"/>
                  </a:lnTo>
                  <a:lnTo>
                    <a:pt x="1283" y="1869"/>
                  </a:lnTo>
                  <a:lnTo>
                    <a:pt x="1283" y="1871"/>
                  </a:lnTo>
                  <a:lnTo>
                    <a:pt x="1283" y="1874"/>
                  </a:lnTo>
                  <a:lnTo>
                    <a:pt x="1283" y="1875"/>
                  </a:lnTo>
                  <a:lnTo>
                    <a:pt x="1283" y="1877"/>
                  </a:lnTo>
                  <a:lnTo>
                    <a:pt x="1283" y="1878"/>
                  </a:lnTo>
                  <a:lnTo>
                    <a:pt x="1278" y="1878"/>
                  </a:lnTo>
                  <a:lnTo>
                    <a:pt x="1277" y="1878"/>
                  </a:lnTo>
                  <a:lnTo>
                    <a:pt x="1275" y="1877"/>
                  </a:lnTo>
                  <a:lnTo>
                    <a:pt x="1275" y="1875"/>
                  </a:lnTo>
                  <a:lnTo>
                    <a:pt x="1274" y="1874"/>
                  </a:lnTo>
                  <a:lnTo>
                    <a:pt x="1272" y="1872"/>
                  </a:lnTo>
                  <a:lnTo>
                    <a:pt x="1271" y="1874"/>
                  </a:lnTo>
                  <a:lnTo>
                    <a:pt x="1269" y="1875"/>
                  </a:lnTo>
                  <a:lnTo>
                    <a:pt x="1266" y="1875"/>
                  </a:lnTo>
                  <a:lnTo>
                    <a:pt x="1266" y="1877"/>
                  </a:lnTo>
                  <a:lnTo>
                    <a:pt x="1271" y="1880"/>
                  </a:lnTo>
                  <a:lnTo>
                    <a:pt x="1274" y="1880"/>
                  </a:lnTo>
                  <a:lnTo>
                    <a:pt x="1274" y="1880"/>
                  </a:lnTo>
                  <a:lnTo>
                    <a:pt x="1275" y="1880"/>
                  </a:lnTo>
                  <a:lnTo>
                    <a:pt x="1274" y="1881"/>
                  </a:lnTo>
                  <a:lnTo>
                    <a:pt x="1274" y="1881"/>
                  </a:lnTo>
                  <a:lnTo>
                    <a:pt x="1269" y="1883"/>
                  </a:lnTo>
                  <a:lnTo>
                    <a:pt x="1268" y="1884"/>
                  </a:lnTo>
                  <a:lnTo>
                    <a:pt x="1266" y="1886"/>
                  </a:lnTo>
                  <a:lnTo>
                    <a:pt x="1263" y="1889"/>
                  </a:lnTo>
                  <a:lnTo>
                    <a:pt x="1263" y="1890"/>
                  </a:lnTo>
                  <a:lnTo>
                    <a:pt x="1263" y="1892"/>
                  </a:lnTo>
                  <a:lnTo>
                    <a:pt x="1263" y="1893"/>
                  </a:lnTo>
                  <a:lnTo>
                    <a:pt x="1263" y="1898"/>
                  </a:lnTo>
                  <a:lnTo>
                    <a:pt x="1263" y="1901"/>
                  </a:lnTo>
                  <a:lnTo>
                    <a:pt x="1263" y="1902"/>
                  </a:lnTo>
                  <a:lnTo>
                    <a:pt x="1263" y="1904"/>
                  </a:lnTo>
                  <a:lnTo>
                    <a:pt x="1262" y="1906"/>
                  </a:lnTo>
                  <a:lnTo>
                    <a:pt x="1259" y="1909"/>
                  </a:lnTo>
                  <a:lnTo>
                    <a:pt x="1257" y="1912"/>
                  </a:lnTo>
                  <a:lnTo>
                    <a:pt x="1259" y="1913"/>
                  </a:lnTo>
                  <a:lnTo>
                    <a:pt x="1259" y="1915"/>
                  </a:lnTo>
                  <a:lnTo>
                    <a:pt x="1259" y="1915"/>
                  </a:lnTo>
                  <a:lnTo>
                    <a:pt x="1257" y="1915"/>
                  </a:lnTo>
                  <a:lnTo>
                    <a:pt x="1251" y="1915"/>
                  </a:lnTo>
                  <a:lnTo>
                    <a:pt x="1250" y="1916"/>
                  </a:lnTo>
                  <a:lnTo>
                    <a:pt x="1248" y="1916"/>
                  </a:lnTo>
                  <a:lnTo>
                    <a:pt x="1248" y="1918"/>
                  </a:lnTo>
                  <a:lnTo>
                    <a:pt x="1247" y="1918"/>
                  </a:lnTo>
                  <a:lnTo>
                    <a:pt x="1244" y="1919"/>
                  </a:lnTo>
                  <a:lnTo>
                    <a:pt x="1242" y="1919"/>
                  </a:lnTo>
                  <a:lnTo>
                    <a:pt x="1239" y="1925"/>
                  </a:lnTo>
                  <a:lnTo>
                    <a:pt x="1237" y="1928"/>
                  </a:lnTo>
                  <a:lnTo>
                    <a:pt x="1234" y="1931"/>
                  </a:lnTo>
                  <a:lnTo>
                    <a:pt x="1234" y="1933"/>
                  </a:lnTo>
                  <a:lnTo>
                    <a:pt x="1234" y="1936"/>
                  </a:lnTo>
                  <a:lnTo>
                    <a:pt x="1234" y="1937"/>
                  </a:lnTo>
                  <a:lnTo>
                    <a:pt x="1234" y="1939"/>
                  </a:lnTo>
                  <a:lnTo>
                    <a:pt x="1236" y="1940"/>
                  </a:lnTo>
                  <a:lnTo>
                    <a:pt x="1237" y="1942"/>
                  </a:lnTo>
                  <a:lnTo>
                    <a:pt x="1245" y="1950"/>
                  </a:lnTo>
                  <a:lnTo>
                    <a:pt x="1247" y="1951"/>
                  </a:lnTo>
                  <a:lnTo>
                    <a:pt x="1254" y="1951"/>
                  </a:lnTo>
                  <a:lnTo>
                    <a:pt x="1256" y="1953"/>
                  </a:lnTo>
                  <a:lnTo>
                    <a:pt x="1257" y="1954"/>
                  </a:lnTo>
                  <a:lnTo>
                    <a:pt x="1257" y="1956"/>
                  </a:lnTo>
                  <a:lnTo>
                    <a:pt x="1257" y="1960"/>
                  </a:lnTo>
                  <a:lnTo>
                    <a:pt x="1256" y="1962"/>
                  </a:lnTo>
                  <a:lnTo>
                    <a:pt x="1256" y="1963"/>
                  </a:lnTo>
                  <a:lnTo>
                    <a:pt x="1254" y="1965"/>
                  </a:lnTo>
                  <a:lnTo>
                    <a:pt x="1251" y="1965"/>
                  </a:lnTo>
                  <a:lnTo>
                    <a:pt x="1253" y="1966"/>
                  </a:lnTo>
                  <a:lnTo>
                    <a:pt x="1253" y="1966"/>
                  </a:lnTo>
                  <a:lnTo>
                    <a:pt x="1254" y="1965"/>
                  </a:lnTo>
                  <a:lnTo>
                    <a:pt x="1256" y="1966"/>
                  </a:lnTo>
                  <a:lnTo>
                    <a:pt x="1256" y="1968"/>
                  </a:lnTo>
                  <a:lnTo>
                    <a:pt x="1256" y="1968"/>
                  </a:lnTo>
                  <a:lnTo>
                    <a:pt x="1254" y="1969"/>
                  </a:lnTo>
                  <a:lnTo>
                    <a:pt x="1254" y="1969"/>
                  </a:lnTo>
                  <a:lnTo>
                    <a:pt x="1250" y="1974"/>
                  </a:lnTo>
                  <a:lnTo>
                    <a:pt x="1247" y="1975"/>
                  </a:lnTo>
                  <a:lnTo>
                    <a:pt x="1245" y="1978"/>
                  </a:lnTo>
                  <a:lnTo>
                    <a:pt x="1242" y="1980"/>
                  </a:lnTo>
                  <a:lnTo>
                    <a:pt x="1240" y="1982"/>
                  </a:lnTo>
                  <a:lnTo>
                    <a:pt x="1239" y="1983"/>
                  </a:lnTo>
                  <a:lnTo>
                    <a:pt x="1236" y="1986"/>
                  </a:lnTo>
                  <a:lnTo>
                    <a:pt x="1233" y="1992"/>
                  </a:lnTo>
                  <a:lnTo>
                    <a:pt x="1233" y="1992"/>
                  </a:lnTo>
                  <a:lnTo>
                    <a:pt x="1234" y="1994"/>
                  </a:lnTo>
                  <a:lnTo>
                    <a:pt x="1233" y="2003"/>
                  </a:lnTo>
                  <a:lnTo>
                    <a:pt x="1231" y="2004"/>
                  </a:lnTo>
                  <a:lnTo>
                    <a:pt x="1230" y="2006"/>
                  </a:lnTo>
                  <a:lnTo>
                    <a:pt x="1228" y="2007"/>
                  </a:lnTo>
                  <a:lnTo>
                    <a:pt x="1227" y="2007"/>
                  </a:lnTo>
                  <a:lnTo>
                    <a:pt x="1225" y="2007"/>
                  </a:lnTo>
                  <a:lnTo>
                    <a:pt x="1224" y="2006"/>
                  </a:lnTo>
                  <a:lnTo>
                    <a:pt x="1222" y="2003"/>
                  </a:lnTo>
                  <a:lnTo>
                    <a:pt x="1221" y="2001"/>
                  </a:lnTo>
                  <a:lnTo>
                    <a:pt x="1221" y="2001"/>
                  </a:lnTo>
                  <a:lnTo>
                    <a:pt x="1222" y="2003"/>
                  </a:lnTo>
                  <a:lnTo>
                    <a:pt x="1221" y="2004"/>
                  </a:lnTo>
                  <a:lnTo>
                    <a:pt x="1218" y="2006"/>
                  </a:lnTo>
                  <a:lnTo>
                    <a:pt x="1218" y="2006"/>
                  </a:lnTo>
                  <a:lnTo>
                    <a:pt x="1221" y="2006"/>
                  </a:lnTo>
                  <a:lnTo>
                    <a:pt x="1222" y="2006"/>
                  </a:lnTo>
                  <a:lnTo>
                    <a:pt x="1222" y="2006"/>
                  </a:lnTo>
                  <a:lnTo>
                    <a:pt x="1224" y="2007"/>
                  </a:lnTo>
                  <a:lnTo>
                    <a:pt x="1224" y="2009"/>
                  </a:lnTo>
                  <a:lnTo>
                    <a:pt x="1224" y="2009"/>
                  </a:lnTo>
                  <a:lnTo>
                    <a:pt x="1222" y="2010"/>
                  </a:lnTo>
                  <a:lnTo>
                    <a:pt x="1221" y="2012"/>
                  </a:lnTo>
                  <a:lnTo>
                    <a:pt x="1218" y="2013"/>
                  </a:lnTo>
                  <a:lnTo>
                    <a:pt x="1216" y="2015"/>
                  </a:lnTo>
                  <a:lnTo>
                    <a:pt x="1216" y="2017"/>
                  </a:lnTo>
                  <a:lnTo>
                    <a:pt x="1216" y="2020"/>
                  </a:lnTo>
                  <a:lnTo>
                    <a:pt x="1215" y="2023"/>
                  </a:lnTo>
                  <a:lnTo>
                    <a:pt x="1215" y="2024"/>
                  </a:lnTo>
                  <a:lnTo>
                    <a:pt x="1213" y="2026"/>
                  </a:lnTo>
                  <a:lnTo>
                    <a:pt x="1213" y="2026"/>
                  </a:lnTo>
                  <a:lnTo>
                    <a:pt x="1215" y="2026"/>
                  </a:lnTo>
                  <a:lnTo>
                    <a:pt x="1215" y="2026"/>
                  </a:lnTo>
                  <a:lnTo>
                    <a:pt x="1216" y="2027"/>
                  </a:lnTo>
                  <a:lnTo>
                    <a:pt x="1216" y="2032"/>
                  </a:lnTo>
                  <a:lnTo>
                    <a:pt x="1216" y="2033"/>
                  </a:lnTo>
                  <a:lnTo>
                    <a:pt x="1216" y="2035"/>
                  </a:lnTo>
                  <a:lnTo>
                    <a:pt x="1216" y="2036"/>
                  </a:lnTo>
                  <a:lnTo>
                    <a:pt x="1215" y="2036"/>
                  </a:lnTo>
                  <a:lnTo>
                    <a:pt x="1213" y="2036"/>
                  </a:lnTo>
                  <a:lnTo>
                    <a:pt x="1212" y="2036"/>
                  </a:lnTo>
                  <a:lnTo>
                    <a:pt x="1212" y="2038"/>
                  </a:lnTo>
                  <a:lnTo>
                    <a:pt x="1213" y="2036"/>
                  </a:lnTo>
                  <a:lnTo>
                    <a:pt x="1215" y="2038"/>
                  </a:lnTo>
                  <a:lnTo>
                    <a:pt x="1216" y="2038"/>
                  </a:lnTo>
                  <a:lnTo>
                    <a:pt x="1218" y="2038"/>
                  </a:lnTo>
                  <a:lnTo>
                    <a:pt x="1218" y="2039"/>
                  </a:lnTo>
                  <a:lnTo>
                    <a:pt x="1221" y="2045"/>
                  </a:lnTo>
                  <a:lnTo>
                    <a:pt x="1224" y="2048"/>
                  </a:lnTo>
                  <a:lnTo>
                    <a:pt x="1225" y="2051"/>
                  </a:lnTo>
                  <a:lnTo>
                    <a:pt x="1224" y="2051"/>
                  </a:lnTo>
                  <a:lnTo>
                    <a:pt x="1218" y="2050"/>
                  </a:lnTo>
                  <a:lnTo>
                    <a:pt x="1216" y="2048"/>
                  </a:lnTo>
                  <a:lnTo>
                    <a:pt x="1215" y="2048"/>
                  </a:lnTo>
                  <a:lnTo>
                    <a:pt x="1212" y="2050"/>
                  </a:lnTo>
                  <a:lnTo>
                    <a:pt x="1210" y="2053"/>
                  </a:lnTo>
                  <a:lnTo>
                    <a:pt x="1210" y="2055"/>
                  </a:lnTo>
                  <a:lnTo>
                    <a:pt x="1209" y="2055"/>
                  </a:lnTo>
                  <a:lnTo>
                    <a:pt x="1206" y="2055"/>
                  </a:lnTo>
                  <a:lnTo>
                    <a:pt x="1199" y="2058"/>
                  </a:lnTo>
                  <a:lnTo>
                    <a:pt x="1198" y="2059"/>
                  </a:lnTo>
                  <a:lnTo>
                    <a:pt x="1196" y="2059"/>
                  </a:lnTo>
                  <a:lnTo>
                    <a:pt x="1195" y="2061"/>
                  </a:lnTo>
                  <a:lnTo>
                    <a:pt x="1195" y="2062"/>
                  </a:lnTo>
                  <a:lnTo>
                    <a:pt x="1195" y="2064"/>
                  </a:lnTo>
                  <a:lnTo>
                    <a:pt x="1193" y="2070"/>
                  </a:lnTo>
                  <a:lnTo>
                    <a:pt x="1193" y="2073"/>
                  </a:lnTo>
                  <a:lnTo>
                    <a:pt x="1193" y="2074"/>
                  </a:lnTo>
                  <a:lnTo>
                    <a:pt x="1193" y="2077"/>
                  </a:lnTo>
                  <a:lnTo>
                    <a:pt x="1193" y="2080"/>
                  </a:lnTo>
                  <a:lnTo>
                    <a:pt x="1192" y="2082"/>
                  </a:lnTo>
                  <a:lnTo>
                    <a:pt x="1189" y="2083"/>
                  </a:lnTo>
                  <a:lnTo>
                    <a:pt x="1187" y="2082"/>
                  </a:lnTo>
                  <a:lnTo>
                    <a:pt x="1184" y="2082"/>
                  </a:lnTo>
                  <a:lnTo>
                    <a:pt x="1183" y="2080"/>
                  </a:lnTo>
                  <a:lnTo>
                    <a:pt x="1180" y="2079"/>
                  </a:lnTo>
                  <a:lnTo>
                    <a:pt x="1178" y="2077"/>
                  </a:lnTo>
                  <a:lnTo>
                    <a:pt x="1175" y="2074"/>
                  </a:lnTo>
                  <a:lnTo>
                    <a:pt x="1175" y="2074"/>
                  </a:lnTo>
                  <a:lnTo>
                    <a:pt x="1175" y="2073"/>
                  </a:lnTo>
                  <a:lnTo>
                    <a:pt x="1177" y="2070"/>
                  </a:lnTo>
                  <a:lnTo>
                    <a:pt x="1177" y="2070"/>
                  </a:lnTo>
                  <a:lnTo>
                    <a:pt x="1180" y="2070"/>
                  </a:lnTo>
                  <a:lnTo>
                    <a:pt x="1181" y="2070"/>
                  </a:lnTo>
                  <a:lnTo>
                    <a:pt x="1183" y="2071"/>
                  </a:lnTo>
                  <a:lnTo>
                    <a:pt x="1183" y="2073"/>
                  </a:lnTo>
                  <a:lnTo>
                    <a:pt x="1183" y="2074"/>
                  </a:lnTo>
                  <a:lnTo>
                    <a:pt x="1181" y="2076"/>
                  </a:lnTo>
                  <a:lnTo>
                    <a:pt x="1181" y="2076"/>
                  </a:lnTo>
                  <a:lnTo>
                    <a:pt x="1183" y="2074"/>
                  </a:lnTo>
                  <a:lnTo>
                    <a:pt x="1184" y="2070"/>
                  </a:lnTo>
                  <a:lnTo>
                    <a:pt x="1187" y="2067"/>
                  </a:lnTo>
                  <a:lnTo>
                    <a:pt x="1189" y="2065"/>
                  </a:lnTo>
                  <a:lnTo>
                    <a:pt x="1190" y="2064"/>
                  </a:lnTo>
                  <a:lnTo>
                    <a:pt x="1190" y="2062"/>
                  </a:lnTo>
                  <a:lnTo>
                    <a:pt x="1190" y="2062"/>
                  </a:lnTo>
                  <a:lnTo>
                    <a:pt x="1190" y="2061"/>
                  </a:lnTo>
                  <a:lnTo>
                    <a:pt x="1187" y="2061"/>
                  </a:lnTo>
                  <a:lnTo>
                    <a:pt x="1181" y="2065"/>
                  </a:lnTo>
                  <a:lnTo>
                    <a:pt x="1178" y="2067"/>
                  </a:lnTo>
                  <a:lnTo>
                    <a:pt x="1177" y="2068"/>
                  </a:lnTo>
                  <a:lnTo>
                    <a:pt x="1175" y="2070"/>
                  </a:lnTo>
                  <a:lnTo>
                    <a:pt x="1175" y="2071"/>
                  </a:lnTo>
                  <a:lnTo>
                    <a:pt x="1174" y="2073"/>
                  </a:lnTo>
                  <a:lnTo>
                    <a:pt x="1174" y="2074"/>
                  </a:lnTo>
                  <a:lnTo>
                    <a:pt x="1172" y="2074"/>
                  </a:lnTo>
                  <a:lnTo>
                    <a:pt x="1168" y="2071"/>
                  </a:lnTo>
                  <a:lnTo>
                    <a:pt x="1168" y="2070"/>
                  </a:lnTo>
                  <a:lnTo>
                    <a:pt x="1168" y="2068"/>
                  </a:lnTo>
                  <a:lnTo>
                    <a:pt x="1169" y="2068"/>
                  </a:lnTo>
                  <a:lnTo>
                    <a:pt x="1169" y="2064"/>
                  </a:lnTo>
                  <a:lnTo>
                    <a:pt x="1169" y="2062"/>
                  </a:lnTo>
                  <a:lnTo>
                    <a:pt x="1171" y="2061"/>
                  </a:lnTo>
                  <a:lnTo>
                    <a:pt x="1172" y="2061"/>
                  </a:lnTo>
                  <a:lnTo>
                    <a:pt x="1172" y="2061"/>
                  </a:lnTo>
                  <a:lnTo>
                    <a:pt x="1172" y="2061"/>
                  </a:lnTo>
                  <a:lnTo>
                    <a:pt x="1172" y="2061"/>
                  </a:lnTo>
                  <a:lnTo>
                    <a:pt x="1175" y="2061"/>
                  </a:lnTo>
                  <a:lnTo>
                    <a:pt x="1180" y="2058"/>
                  </a:lnTo>
                  <a:lnTo>
                    <a:pt x="1181" y="2058"/>
                  </a:lnTo>
                  <a:lnTo>
                    <a:pt x="1183" y="2059"/>
                  </a:lnTo>
                  <a:lnTo>
                    <a:pt x="1186" y="2058"/>
                  </a:lnTo>
                  <a:lnTo>
                    <a:pt x="1186" y="2058"/>
                  </a:lnTo>
                  <a:lnTo>
                    <a:pt x="1186" y="2058"/>
                  </a:lnTo>
                  <a:lnTo>
                    <a:pt x="1184" y="2056"/>
                  </a:lnTo>
                  <a:lnTo>
                    <a:pt x="1183" y="2056"/>
                  </a:lnTo>
                  <a:lnTo>
                    <a:pt x="1178" y="2056"/>
                  </a:lnTo>
                  <a:lnTo>
                    <a:pt x="1177" y="2056"/>
                  </a:lnTo>
                  <a:lnTo>
                    <a:pt x="1175" y="2058"/>
                  </a:lnTo>
                  <a:lnTo>
                    <a:pt x="1175" y="2058"/>
                  </a:lnTo>
                  <a:lnTo>
                    <a:pt x="1174" y="2056"/>
                  </a:lnTo>
                  <a:lnTo>
                    <a:pt x="1172" y="2056"/>
                  </a:lnTo>
                  <a:lnTo>
                    <a:pt x="1172" y="2056"/>
                  </a:lnTo>
                  <a:lnTo>
                    <a:pt x="1171" y="2056"/>
                  </a:lnTo>
                  <a:lnTo>
                    <a:pt x="1171" y="2058"/>
                  </a:lnTo>
                  <a:lnTo>
                    <a:pt x="1171" y="2059"/>
                  </a:lnTo>
                  <a:lnTo>
                    <a:pt x="1169" y="2061"/>
                  </a:lnTo>
                  <a:lnTo>
                    <a:pt x="1168" y="2062"/>
                  </a:lnTo>
                  <a:lnTo>
                    <a:pt x="1168" y="2065"/>
                  </a:lnTo>
                  <a:lnTo>
                    <a:pt x="1168" y="2065"/>
                  </a:lnTo>
                  <a:lnTo>
                    <a:pt x="1168" y="2067"/>
                  </a:lnTo>
                  <a:lnTo>
                    <a:pt x="1166" y="2067"/>
                  </a:lnTo>
                  <a:lnTo>
                    <a:pt x="1165" y="2067"/>
                  </a:lnTo>
                  <a:lnTo>
                    <a:pt x="1163" y="2064"/>
                  </a:lnTo>
                  <a:lnTo>
                    <a:pt x="1161" y="2064"/>
                  </a:lnTo>
                  <a:lnTo>
                    <a:pt x="1160" y="2062"/>
                  </a:lnTo>
                  <a:lnTo>
                    <a:pt x="1165" y="2061"/>
                  </a:lnTo>
                  <a:lnTo>
                    <a:pt x="1165" y="2059"/>
                  </a:lnTo>
                  <a:lnTo>
                    <a:pt x="1166" y="2058"/>
                  </a:lnTo>
                  <a:lnTo>
                    <a:pt x="1168" y="2056"/>
                  </a:lnTo>
                  <a:lnTo>
                    <a:pt x="1166" y="2055"/>
                  </a:lnTo>
                  <a:lnTo>
                    <a:pt x="1166" y="2055"/>
                  </a:lnTo>
                  <a:lnTo>
                    <a:pt x="1166" y="2056"/>
                  </a:lnTo>
                  <a:lnTo>
                    <a:pt x="1165" y="2058"/>
                  </a:lnTo>
                  <a:lnTo>
                    <a:pt x="1163" y="2056"/>
                  </a:lnTo>
                  <a:lnTo>
                    <a:pt x="1161" y="2059"/>
                  </a:lnTo>
                  <a:lnTo>
                    <a:pt x="1160" y="2058"/>
                  </a:lnTo>
                  <a:lnTo>
                    <a:pt x="1157" y="2059"/>
                  </a:lnTo>
                  <a:lnTo>
                    <a:pt x="1155" y="2058"/>
                  </a:lnTo>
                  <a:lnTo>
                    <a:pt x="1155" y="2056"/>
                  </a:lnTo>
                  <a:lnTo>
                    <a:pt x="1155" y="2055"/>
                  </a:lnTo>
                  <a:lnTo>
                    <a:pt x="1155" y="2053"/>
                  </a:lnTo>
                  <a:lnTo>
                    <a:pt x="1155" y="2053"/>
                  </a:lnTo>
                  <a:lnTo>
                    <a:pt x="1154" y="2053"/>
                  </a:lnTo>
                  <a:lnTo>
                    <a:pt x="1154" y="2051"/>
                  </a:lnTo>
                  <a:lnTo>
                    <a:pt x="1152" y="2048"/>
                  </a:lnTo>
                  <a:lnTo>
                    <a:pt x="1152" y="2048"/>
                  </a:lnTo>
                  <a:lnTo>
                    <a:pt x="1152" y="2047"/>
                  </a:lnTo>
                  <a:lnTo>
                    <a:pt x="1152" y="2047"/>
                  </a:lnTo>
                  <a:lnTo>
                    <a:pt x="1154" y="2047"/>
                  </a:lnTo>
                  <a:lnTo>
                    <a:pt x="1154" y="2048"/>
                  </a:lnTo>
                  <a:lnTo>
                    <a:pt x="1155" y="2048"/>
                  </a:lnTo>
                  <a:lnTo>
                    <a:pt x="1158" y="2050"/>
                  </a:lnTo>
                  <a:lnTo>
                    <a:pt x="1158" y="2048"/>
                  </a:lnTo>
                  <a:lnTo>
                    <a:pt x="1160" y="2048"/>
                  </a:lnTo>
                  <a:lnTo>
                    <a:pt x="1160" y="2047"/>
                  </a:lnTo>
                  <a:lnTo>
                    <a:pt x="1160" y="2047"/>
                  </a:lnTo>
                  <a:lnTo>
                    <a:pt x="1160" y="2047"/>
                  </a:lnTo>
                  <a:lnTo>
                    <a:pt x="1161" y="2048"/>
                  </a:lnTo>
                  <a:lnTo>
                    <a:pt x="1163" y="2048"/>
                  </a:lnTo>
                  <a:lnTo>
                    <a:pt x="1165" y="2048"/>
                  </a:lnTo>
                  <a:lnTo>
                    <a:pt x="1165" y="2048"/>
                  </a:lnTo>
                  <a:lnTo>
                    <a:pt x="1166" y="2047"/>
                  </a:lnTo>
                  <a:lnTo>
                    <a:pt x="1169" y="2045"/>
                  </a:lnTo>
                  <a:lnTo>
                    <a:pt x="1171" y="2044"/>
                  </a:lnTo>
                  <a:lnTo>
                    <a:pt x="1171" y="2044"/>
                  </a:lnTo>
                  <a:lnTo>
                    <a:pt x="1172" y="2044"/>
                  </a:lnTo>
                  <a:lnTo>
                    <a:pt x="1172" y="2044"/>
                  </a:lnTo>
                  <a:lnTo>
                    <a:pt x="1172" y="2045"/>
                  </a:lnTo>
                  <a:lnTo>
                    <a:pt x="1172" y="2047"/>
                  </a:lnTo>
                  <a:lnTo>
                    <a:pt x="1174" y="2048"/>
                  </a:lnTo>
                  <a:lnTo>
                    <a:pt x="1174" y="2048"/>
                  </a:lnTo>
                  <a:lnTo>
                    <a:pt x="1174" y="2050"/>
                  </a:lnTo>
                  <a:lnTo>
                    <a:pt x="1172" y="2051"/>
                  </a:lnTo>
                  <a:lnTo>
                    <a:pt x="1172" y="2051"/>
                  </a:lnTo>
                  <a:lnTo>
                    <a:pt x="1172" y="2053"/>
                  </a:lnTo>
                  <a:lnTo>
                    <a:pt x="1172" y="2053"/>
                  </a:lnTo>
                  <a:lnTo>
                    <a:pt x="1174" y="2051"/>
                  </a:lnTo>
                  <a:lnTo>
                    <a:pt x="1174" y="2050"/>
                  </a:lnTo>
                  <a:lnTo>
                    <a:pt x="1174" y="2050"/>
                  </a:lnTo>
                  <a:lnTo>
                    <a:pt x="1174" y="2048"/>
                  </a:lnTo>
                  <a:lnTo>
                    <a:pt x="1174" y="2048"/>
                  </a:lnTo>
                  <a:lnTo>
                    <a:pt x="1174" y="2045"/>
                  </a:lnTo>
                  <a:lnTo>
                    <a:pt x="1172" y="2045"/>
                  </a:lnTo>
                  <a:lnTo>
                    <a:pt x="1172" y="2044"/>
                  </a:lnTo>
                  <a:lnTo>
                    <a:pt x="1174" y="2042"/>
                  </a:lnTo>
                  <a:lnTo>
                    <a:pt x="1174" y="2042"/>
                  </a:lnTo>
                  <a:lnTo>
                    <a:pt x="1175" y="2041"/>
                  </a:lnTo>
                  <a:lnTo>
                    <a:pt x="1174" y="2039"/>
                  </a:lnTo>
                  <a:lnTo>
                    <a:pt x="1171" y="2036"/>
                  </a:lnTo>
                  <a:lnTo>
                    <a:pt x="1166" y="2033"/>
                  </a:lnTo>
                  <a:lnTo>
                    <a:pt x="1166" y="2035"/>
                  </a:lnTo>
                  <a:lnTo>
                    <a:pt x="1166" y="2035"/>
                  </a:lnTo>
                  <a:lnTo>
                    <a:pt x="1166" y="2035"/>
                  </a:lnTo>
                  <a:lnTo>
                    <a:pt x="1166" y="2035"/>
                  </a:lnTo>
                  <a:lnTo>
                    <a:pt x="1171" y="2038"/>
                  </a:lnTo>
                  <a:lnTo>
                    <a:pt x="1172" y="2038"/>
                  </a:lnTo>
                  <a:lnTo>
                    <a:pt x="1172" y="2039"/>
                  </a:lnTo>
                  <a:lnTo>
                    <a:pt x="1174" y="2039"/>
                  </a:lnTo>
                  <a:lnTo>
                    <a:pt x="1174" y="2041"/>
                  </a:lnTo>
                  <a:lnTo>
                    <a:pt x="1169" y="2042"/>
                  </a:lnTo>
                  <a:lnTo>
                    <a:pt x="1166" y="2045"/>
                  </a:lnTo>
                  <a:lnTo>
                    <a:pt x="1163" y="2047"/>
                  </a:lnTo>
                  <a:lnTo>
                    <a:pt x="1161" y="2045"/>
                  </a:lnTo>
                  <a:lnTo>
                    <a:pt x="1161" y="2044"/>
                  </a:lnTo>
                  <a:lnTo>
                    <a:pt x="1160" y="2042"/>
                  </a:lnTo>
                  <a:lnTo>
                    <a:pt x="1158" y="2041"/>
                  </a:lnTo>
                  <a:lnTo>
                    <a:pt x="1158" y="2041"/>
                  </a:lnTo>
                  <a:lnTo>
                    <a:pt x="1157" y="2041"/>
                  </a:lnTo>
                  <a:lnTo>
                    <a:pt x="1157" y="2039"/>
                  </a:lnTo>
                  <a:lnTo>
                    <a:pt x="1157" y="2041"/>
                  </a:lnTo>
                  <a:lnTo>
                    <a:pt x="1154" y="2039"/>
                  </a:lnTo>
                  <a:lnTo>
                    <a:pt x="1154" y="2038"/>
                  </a:lnTo>
                  <a:lnTo>
                    <a:pt x="1155" y="2036"/>
                  </a:lnTo>
                  <a:lnTo>
                    <a:pt x="1157" y="2038"/>
                  </a:lnTo>
                  <a:lnTo>
                    <a:pt x="1157" y="2032"/>
                  </a:lnTo>
                  <a:lnTo>
                    <a:pt x="1157" y="2030"/>
                  </a:lnTo>
                  <a:lnTo>
                    <a:pt x="1154" y="2029"/>
                  </a:lnTo>
                  <a:lnTo>
                    <a:pt x="1154" y="2029"/>
                  </a:lnTo>
                  <a:lnTo>
                    <a:pt x="1152" y="2029"/>
                  </a:lnTo>
                  <a:lnTo>
                    <a:pt x="1151" y="2029"/>
                  </a:lnTo>
                  <a:lnTo>
                    <a:pt x="1149" y="2029"/>
                  </a:lnTo>
                  <a:lnTo>
                    <a:pt x="1149" y="2027"/>
                  </a:lnTo>
                  <a:lnTo>
                    <a:pt x="1148" y="2027"/>
                  </a:lnTo>
                  <a:lnTo>
                    <a:pt x="1146" y="2026"/>
                  </a:lnTo>
                  <a:lnTo>
                    <a:pt x="1143" y="2023"/>
                  </a:lnTo>
                  <a:lnTo>
                    <a:pt x="1143" y="2021"/>
                  </a:lnTo>
                  <a:lnTo>
                    <a:pt x="1142" y="2020"/>
                  </a:lnTo>
                  <a:lnTo>
                    <a:pt x="1146" y="2020"/>
                  </a:lnTo>
                  <a:lnTo>
                    <a:pt x="1148" y="2018"/>
                  </a:lnTo>
                  <a:lnTo>
                    <a:pt x="1148" y="2018"/>
                  </a:lnTo>
                  <a:lnTo>
                    <a:pt x="1148" y="2017"/>
                  </a:lnTo>
                  <a:lnTo>
                    <a:pt x="1146" y="2015"/>
                  </a:lnTo>
                  <a:lnTo>
                    <a:pt x="1146" y="2013"/>
                  </a:lnTo>
                  <a:lnTo>
                    <a:pt x="1148" y="2013"/>
                  </a:lnTo>
                  <a:lnTo>
                    <a:pt x="1149" y="2013"/>
                  </a:lnTo>
                  <a:lnTo>
                    <a:pt x="1151" y="2015"/>
                  </a:lnTo>
                  <a:lnTo>
                    <a:pt x="1152" y="2017"/>
                  </a:lnTo>
                  <a:lnTo>
                    <a:pt x="1154" y="2021"/>
                  </a:lnTo>
                  <a:lnTo>
                    <a:pt x="1154" y="2021"/>
                  </a:lnTo>
                  <a:lnTo>
                    <a:pt x="1154" y="2021"/>
                  </a:lnTo>
                  <a:lnTo>
                    <a:pt x="1158" y="2024"/>
                  </a:lnTo>
                  <a:lnTo>
                    <a:pt x="1158" y="2024"/>
                  </a:lnTo>
                  <a:lnTo>
                    <a:pt x="1158" y="2023"/>
                  </a:lnTo>
                  <a:lnTo>
                    <a:pt x="1158" y="2020"/>
                  </a:lnTo>
                  <a:lnTo>
                    <a:pt x="1160" y="2018"/>
                  </a:lnTo>
                  <a:lnTo>
                    <a:pt x="1160" y="2018"/>
                  </a:lnTo>
                  <a:lnTo>
                    <a:pt x="1160" y="2018"/>
                  </a:lnTo>
                  <a:lnTo>
                    <a:pt x="1160" y="2017"/>
                  </a:lnTo>
                  <a:lnTo>
                    <a:pt x="1160" y="2015"/>
                  </a:lnTo>
                  <a:lnTo>
                    <a:pt x="1160" y="2015"/>
                  </a:lnTo>
                  <a:lnTo>
                    <a:pt x="1158" y="2017"/>
                  </a:lnTo>
                  <a:lnTo>
                    <a:pt x="1157" y="2021"/>
                  </a:lnTo>
                  <a:lnTo>
                    <a:pt x="1155" y="2021"/>
                  </a:lnTo>
                  <a:lnTo>
                    <a:pt x="1155" y="2020"/>
                  </a:lnTo>
                  <a:lnTo>
                    <a:pt x="1154" y="2018"/>
                  </a:lnTo>
                  <a:lnTo>
                    <a:pt x="1154" y="2018"/>
                  </a:lnTo>
                  <a:lnTo>
                    <a:pt x="1154" y="2015"/>
                  </a:lnTo>
                  <a:lnTo>
                    <a:pt x="1157" y="2015"/>
                  </a:lnTo>
                  <a:lnTo>
                    <a:pt x="1155" y="2015"/>
                  </a:lnTo>
                  <a:lnTo>
                    <a:pt x="1152" y="2013"/>
                  </a:lnTo>
                  <a:lnTo>
                    <a:pt x="1151" y="2013"/>
                  </a:lnTo>
                  <a:lnTo>
                    <a:pt x="1151" y="2012"/>
                  </a:lnTo>
                  <a:lnTo>
                    <a:pt x="1149" y="2010"/>
                  </a:lnTo>
                  <a:lnTo>
                    <a:pt x="1148" y="2009"/>
                  </a:lnTo>
                  <a:lnTo>
                    <a:pt x="1151" y="2007"/>
                  </a:lnTo>
                  <a:lnTo>
                    <a:pt x="1152" y="2006"/>
                  </a:lnTo>
                  <a:lnTo>
                    <a:pt x="1155" y="2006"/>
                  </a:lnTo>
                  <a:lnTo>
                    <a:pt x="1157" y="2006"/>
                  </a:lnTo>
                  <a:lnTo>
                    <a:pt x="1155" y="2004"/>
                  </a:lnTo>
                  <a:lnTo>
                    <a:pt x="1155" y="2004"/>
                  </a:lnTo>
                  <a:lnTo>
                    <a:pt x="1154" y="2004"/>
                  </a:lnTo>
                  <a:lnTo>
                    <a:pt x="1152" y="2001"/>
                  </a:lnTo>
                  <a:lnTo>
                    <a:pt x="1152" y="2000"/>
                  </a:lnTo>
                  <a:lnTo>
                    <a:pt x="1152" y="1998"/>
                  </a:lnTo>
                  <a:lnTo>
                    <a:pt x="1152" y="1998"/>
                  </a:lnTo>
                  <a:lnTo>
                    <a:pt x="1154" y="1997"/>
                  </a:lnTo>
                  <a:lnTo>
                    <a:pt x="1157" y="1998"/>
                  </a:lnTo>
                  <a:lnTo>
                    <a:pt x="1157" y="1998"/>
                  </a:lnTo>
                  <a:lnTo>
                    <a:pt x="1158" y="1998"/>
                  </a:lnTo>
                  <a:lnTo>
                    <a:pt x="1157" y="1997"/>
                  </a:lnTo>
                  <a:lnTo>
                    <a:pt x="1155" y="1997"/>
                  </a:lnTo>
                  <a:lnTo>
                    <a:pt x="1155" y="1995"/>
                  </a:lnTo>
                  <a:lnTo>
                    <a:pt x="1155" y="1994"/>
                  </a:lnTo>
                  <a:lnTo>
                    <a:pt x="1155" y="1992"/>
                  </a:lnTo>
                  <a:lnTo>
                    <a:pt x="1155" y="1992"/>
                  </a:lnTo>
                  <a:lnTo>
                    <a:pt x="1155" y="1989"/>
                  </a:lnTo>
                  <a:lnTo>
                    <a:pt x="1155" y="1989"/>
                  </a:lnTo>
                  <a:lnTo>
                    <a:pt x="1155" y="1988"/>
                  </a:lnTo>
                  <a:lnTo>
                    <a:pt x="1157" y="1988"/>
                  </a:lnTo>
                  <a:lnTo>
                    <a:pt x="1157" y="1988"/>
                  </a:lnTo>
                  <a:lnTo>
                    <a:pt x="1155" y="1988"/>
                  </a:lnTo>
                  <a:lnTo>
                    <a:pt x="1155" y="1989"/>
                  </a:lnTo>
                  <a:lnTo>
                    <a:pt x="1155" y="1991"/>
                  </a:lnTo>
                  <a:lnTo>
                    <a:pt x="1154" y="1992"/>
                  </a:lnTo>
                  <a:lnTo>
                    <a:pt x="1154" y="1992"/>
                  </a:lnTo>
                  <a:lnTo>
                    <a:pt x="1154" y="1995"/>
                  </a:lnTo>
                  <a:lnTo>
                    <a:pt x="1154" y="1997"/>
                  </a:lnTo>
                  <a:lnTo>
                    <a:pt x="1152" y="1995"/>
                  </a:lnTo>
                  <a:lnTo>
                    <a:pt x="1152" y="1995"/>
                  </a:lnTo>
                  <a:lnTo>
                    <a:pt x="1151" y="1994"/>
                  </a:lnTo>
                  <a:lnTo>
                    <a:pt x="1151" y="1994"/>
                  </a:lnTo>
                  <a:lnTo>
                    <a:pt x="1151" y="1988"/>
                  </a:lnTo>
                  <a:lnTo>
                    <a:pt x="1151" y="1983"/>
                  </a:lnTo>
                  <a:lnTo>
                    <a:pt x="1152" y="1980"/>
                  </a:lnTo>
                  <a:lnTo>
                    <a:pt x="1152" y="1978"/>
                  </a:lnTo>
                  <a:lnTo>
                    <a:pt x="1154" y="1977"/>
                  </a:lnTo>
                  <a:lnTo>
                    <a:pt x="1154" y="1977"/>
                  </a:lnTo>
                  <a:lnTo>
                    <a:pt x="1155" y="1977"/>
                  </a:lnTo>
                  <a:lnTo>
                    <a:pt x="1155" y="1977"/>
                  </a:lnTo>
                  <a:lnTo>
                    <a:pt x="1154" y="1977"/>
                  </a:lnTo>
                  <a:lnTo>
                    <a:pt x="1152" y="1977"/>
                  </a:lnTo>
                  <a:lnTo>
                    <a:pt x="1152" y="1977"/>
                  </a:lnTo>
                  <a:lnTo>
                    <a:pt x="1149" y="1977"/>
                  </a:lnTo>
                  <a:lnTo>
                    <a:pt x="1149" y="1975"/>
                  </a:lnTo>
                  <a:lnTo>
                    <a:pt x="1149" y="1974"/>
                  </a:lnTo>
                  <a:lnTo>
                    <a:pt x="1149" y="1971"/>
                  </a:lnTo>
                  <a:lnTo>
                    <a:pt x="1149" y="1968"/>
                  </a:lnTo>
                  <a:lnTo>
                    <a:pt x="1151" y="1968"/>
                  </a:lnTo>
                  <a:lnTo>
                    <a:pt x="1152" y="1969"/>
                  </a:lnTo>
                  <a:lnTo>
                    <a:pt x="1158" y="1969"/>
                  </a:lnTo>
                  <a:lnTo>
                    <a:pt x="1161" y="1972"/>
                  </a:lnTo>
                  <a:lnTo>
                    <a:pt x="1163" y="1971"/>
                  </a:lnTo>
                  <a:lnTo>
                    <a:pt x="1163" y="1971"/>
                  </a:lnTo>
                  <a:lnTo>
                    <a:pt x="1161" y="1971"/>
                  </a:lnTo>
                  <a:lnTo>
                    <a:pt x="1161" y="1969"/>
                  </a:lnTo>
                  <a:lnTo>
                    <a:pt x="1160" y="1968"/>
                  </a:lnTo>
                  <a:lnTo>
                    <a:pt x="1160" y="1968"/>
                  </a:lnTo>
                  <a:lnTo>
                    <a:pt x="1160" y="1966"/>
                  </a:lnTo>
                  <a:lnTo>
                    <a:pt x="1160" y="1962"/>
                  </a:lnTo>
                  <a:lnTo>
                    <a:pt x="1158" y="1962"/>
                  </a:lnTo>
                  <a:lnTo>
                    <a:pt x="1158" y="1963"/>
                  </a:lnTo>
                  <a:lnTo>
                    <a:pt x="1158" y="1966"/>
                  </a:lnTo>
                  <a:lnTo>
                    <a:pt x="1157" y="1966"/>
                  </a:lnTo>
                  <a:lnTo>
                    <a:pt x="1155" y="1968"/>
                  </a:lnTo>
                  <a:lnTo>
                    <a:pt x="1152" y="1968"/>
                  </a:lnTo>
                  <a:lnTo>
                    <a:pt x="1151" y="1968"/>
                  </a:lnTo>
                  <a:lnTo>
                    <a:pt x="1151" y="1966"/>
                  </a:lnTo>
                  <a:lnTo>
                    <a:pt x="1151" y="1965"/>
                  </a:lnTo>
                  <a:lnTo>
                    <a:pt x="1151" y="1965"/>
                  </a:lnTo>
                  <a:lnTo>
                    <a:pt x="1149" y="1965"/>
                  </a:lnTo>
                  <a:lnTo>
                    <a:pt x="1148" y="1963"/>
                  </a:lnTo>
                  <a:lnTo>
                    <a:pt x="1148" y="1963"/>
                  </a:lnTo>
                  <a:lnTo>
                    <a:pt x="1149" y="1962"/>
                  </a:lnTo>
                  <a:lnTo>
                    <a:pt x="1149" y="1960"/>
                  </a:lnTo>
                  <a:lnTo>
                    <a:pt x="1151" y="1960"/>
                  </a:lnTo>
                  <a:lnTo>
                    <a:pt x="1151" y="1962"/>
                  </a:lnTo>
                  <a:lnTo>
                    <a:pt x="1152" y="1962"/>
                  </a:lnTo>
                  <a:lnTo>
                    <a:pt x="1152" y="1962"/>
                  </a:lnTo>
                  <a:lnTo>
                    <a:pt x="1154" y="1962"/>
                  </a:lnTo>
                  <a:lnTo>
                    <a:pt x="1154" y="1960"/>
                  </a:lnTo>
                  <a:lnTo>
                    <a:pt x="1154" y="1960"/>
                  </a:lnTo>
                  <a:lnTo>
                    <a:pt x="1152" y="1960"/>
                  </a:lnTo>
                  <a:lnTo>
                    <a:pt x="1152" y="1960"/>
                  </a:lnTo>
                  <a:lnTo>
                    <a:pt x="1149" y="1957"/>
                  </a:lnTo>
                  <a:lnTo>
                    <a:pt x="1151" y="1956"/>
                  </a:lnTo>
                  <a:lnTo>
                    <a:pt x="1154" y="1954"/>
                  </a:lnTo>
                  <a:lnTo>
                    <a:pt x="1154" y="1954"/>
                  </a:lnTo>
                  <a:lnTo>
                    <a:pt x="1154" y="1951"/>
                  </a:lnTo>
                  <a:lnTo>
                    <a:pt x="1154" y="1950"/>
                  </a:lnTo>
                  <a:lnTo>
                    <a:pt x="1154" y="1948"/>
                  </a:lnTo>
                  <a:lnTo>
                    <a:pt x="1152" y="1947"/>
                  </a:lnTo>
                  <a:lnTo>
                    <a:pt x="1151" y="1947"/>
                  </a:lnTo>
                  <a:lnTo>
                    <a:pt x="1149" y="1947"/>
                  </a:lnTo>
                  <a:lnTo>
                    <a:pt x="1149" y="1947"/>
                  </a:lnTo>
                  <a:lnTo>
                    <a:pt x="1151" y="1948"/>
                  </a:lnTo>
                  <a:lnTo>
                    <a:pt x="1149" y="1948"/>
                  </a:lnTo>
                  <a:lnTo>
                    <a:pt x="1149" y="1948"/>
                  </a:lnTo>
                  <a:lnTo>
                    <a:pt x="1148" y="1948"/>
                  </a:lnTo>
                  <a:lnTo>
                    <a:pt x="1146" y="1947"/>
                  </a:lnTo>
                  <a:lnTo>
                    <a:pt x="1143" y="1945"/>
                  </a:lnTo>
                  <a:lnTo>
                    <a:pt x="1143" y="1945"/>
                  </a:lnTo>
                  <a:lnTo>
                    <a:pt x="1143" y="1944"/>
                  </a:lnTo>
                  <a:lnTo>
                    <a:pt x="1143" y="1942"/>
                  </a:lnTo>
                  <a:lnTo>
                    <a:pt x="1143" y="1942"/>
                  </a:lnTo>
                  <a:lnTo>
                    <a:pt x="1142" y="1944"/>
                  </a:lnTo>
                  <a:lnTo>
                    <a:pt x="1140" y="1944"/>
                  </a:lnTo>
                  <a:lnTo>
                    <a:pt x="1137" y="1944"/>
                  </a:lnTo>
                  <a:lnTo>
                    <a:pt x="1137" y="1945"/>
                  </a:lnTo>
                  <a:lnTo>
                    <a:pt x="1137" y="1945"/>
                  </a:lnTo>
                  <a:lnTo>
                    <a:pt x="1137" y="1945"/>
                  </a:lnTo>
                  <a:lnTo>
                    <a:pt x="1139" y="1945"/>
                  </a:lnTo>
                  <a:lnTo>
                    <a:pt x="1139" y="1948"/>
                  </a:lnTo>
                  <a:lnTo>
                    <a:pt x="1139" y="1948"/>
                  </a:lnTo>
                  <a:lnTo>
                    <a:pt x="1139" y="1950"/>
                  </a:lnTo>
                  <a:lnTo>
                    <a:pt x="1137" y="1950"/>
                  </a:lnTo>
                  <a:lnTo>
                    <a:pt x="1136" y="1948"/>
                  </a:lnTo>
                  <a:lnTo>
                    <a:pt x="1136" y="1947"/>
                  </a:lnTo>
                  <a:lnTo>
                    <a:pt x="1136" y="1945"/>
                  </a:lnTo>
                  <a:lnTo>
                    <a:pt x="1136" y="1944"/>
                  </a:lnTo>
                  <a:lnTo>
                    <a:pt x="1139" y="1940"/>
                  </a:lnTo>
                  <a:lnTo>
                    <a:pt x="1139" y="1940"/>
                  </a:lnTo>
                  <a:lnTo>
                    <a:pt x="1140" y="1939"/>
                  </a:lnTo>
                  <a:lnTo>
                    <a:pt x="1143" y="1936"/>
                  </a:lnTo>
                  <a:lnTo>
                    <a:pt x="1145" y="1934"/>
                  </a:lnTo>
                  <a:lnTo>
                    <a:pt x="1143" y="1934"/>
                  </a:lnTo>
                  <a:lnTo>
                    <a:pt x="1143" y="1933"/>
                  </a:lnTo>
                  <a:lnTo>
                    <a:pt x="1143" y="1930"/>
                  </a:lnTo>
                  <a:lnTo>
                    <a:pt x="1146" y="1930"/>
                  </a:lnTo>
                  <a:lnTo>
                    <a:pt x="1148" y="1930"/>
                  </a:lnTo>
                  <a:lnTo>
                    <a:pt x="1151" y="1930"/>
                  </a:lnTo>
                  <a:lnTo>
                    <a:pt x="1151" y="1928"/>
                  </a:lnTo>
                  <a:lnTo>
                    <a:pt x="1152" y="1928"/>
                  </a:lnTo>
                  <a:lnTo>
                    <a:pt x="1154" y="1928"/>
                  </a:lnTo>
                  <a:lnTo>
                    <a:pt x="1155" y="1927"/>
                  </a:lnTo>
                  <a:lnTo>
                    <a:pt x="1155" y="1927"/>
                  </a:lnTo>
                  <a:lnTo>
                    <a:pt x="1155" y="1927"/>
                  </a:lnTo>
                  <a:lnTo>
                    <a:pt x="1155" y="1925"/>
                  </a:lnTo>
                  <a:lnTo>
                    <a:pt x="1154" y="1924"/>
                  </a:lnTo>
                  <a:lnTo>
                    <a:pt x="1155" y="1922"/>
                  </a:lnTo>
                  <a:lnTo>
                    <a:pt x="1155" y="1922"/>
                  </a:lnTo>
                  <a:lnTo>
                    <a:pt x="1157" y="1922"/>
                  </a:lnTo>
                  <a:lnTo>
                    <a:pt x="1157" y="1922"/>
                  </a:lnTo>
                  <a:lnTo>
                    <a:pt x="1158" y="1922"/>
                  </a:lnTo>
                  <a:lnTo>
                    <a:pt x="1158" y="1924"/>
                  </a:lnTo>
                  <a:lnTo>
                    <a:pt x="1157" y="1925"/>
                  </a:lnTo>
                  <a:lnTo>
                    <a:pt x="1157" y="1930"/>
                  </a:lnTo>
                  <a:lnTo>
                    <a:pt x="1155" y="1930"/>
                  </a:lnTo>
                  <a:lnTo>
                    <a:pt x="1155" y="1931"/>
                  </a:lnTo>
                  <a:lnTo>
                    <a:pt x="1155" y="1933"/>
                  </a:lnTo>
                  <a:lnTo>
                    <a:pt x="1155" y="1934"/>
                  </a:lnTo>
                  <a:lnTo>
                    <a:pt x="1151" y="1936"/>
                  </a:lnTo>
                  <a:lnTo>
                    <a:pt x="1151" y="1936"/>
                  </a:lnTo>
                  <a:lnTo>
                    <a:pt x="1151" y="1937"/>
                  </a:lnTo>
                  <a:lnTo>
                    <a:pt x="1154" y="1936"/>
                  </a:lnTo>
                  <a:lnTo>
                    <a:pt x="1155" y="1936"/>
                  </a:lnTo>
                  <a:lnTo>
                    <a:pt x="1157" y="1934"/>
                  </a:lnTo>
                  <a:lnTo>
                    <a:pt x="1157" y="1933"/>
                  </a:lnTo>
                  <a:lnTo>
                    <a:pt x="1157" y="1930"/>
                  </a:lnTo>
                  <a:lnTo>
                    <a:pt x="1158" y="1930"/>
                  </a:lnTo>
                  <a:lnTo>
                    <a:pt x="1158" y="1928"/>
                  </a:lnTo>
                  <a:lnTo>
                    <a:pt x="1160" y="1930"/>
                  </a:lnTo>
                  <a:lnTo>
                    <a:pt x="1160" y="1931"/>
                  </a:lnTo>
                  <a:lnTo>
                    <a:pt x="1160" y="1933"/>
                  </a:lnTo>
                  <a:lnTo>
                    <a:pt x="1158" y="1939"/>
                  </a:lnTo>
                  <a:lnTo>
                    <a:pt x="1157" y="1940"/>
                  </a:lnTo>
                  <a:lnTo>
                    <a:pt x="1157" y="1942"/>
                  </a:lnTo>
                  <a:lnTo>
                    <a:pt x="1157" y="1942"/>
                  </a:lnTo>
                  <a:lnTo>
                    <a:pt x="1158" y="1942"/>
                  </a:lnTo>
                  <a:lnTo>
                    <a:pt x="1158" y="1940"/>
                  </a:lnTo>
                  <a:lnTo>
                    <a:pt x="1160" y="1940"/>
                  </a:lnTo>
                  <a:lnTo>
                    <a:pt x="1160" y="1937"/>
                  </a:lnTo>
                  <a:lnTo>
                    <a:pt x="1160" y="1936"/>
                  </a:lnTo>
                  <a:lnTo>
                    <a:pt x="1160" y="1934"/>
                  </a:lnTo>
                  <a:lnTo>
                    <a:pt x="1160" y="1931"/>
                  </a:lnTo>
                  <a:lnTo>
                    <a:pt x="1161" y="1930"/>
                  </a:lnTo>
                  <a:lnTo>
                    <a:pt x="1161" y="1928"/>
                  </a:lnTo>
                  <a:lnTo>
                    <a:pt x="1160" y="1928"/>
                  </a:lnTo>
                  <a:lnTo>
                    <a:pt x="1158" y="1927"/>
                  </a:lnTo>
                  <a:lnTo>
                    <a:pt x="1158" y="1925"/>
                  </a:lnTo>
                  <a:lnTo>
                    <a:pt x="1158" y="1924"/>
                  </a:lnTo>
                  <a:lnTo>
                    <a:pt x="1161" y="1924"/>
                  </a:lnTo>
                  <a:lnTo>
                    <a:pt x="1163" y="1922"/>
                  </a:lnTo>
                  <a:lnTo>
                    <a:pt x="1165" y="1921"/>
                  </a:lnTo>
                  <a:lnTo>
                    <a:pt x="1166" y="1921"/>
                  </a:lnTo>
                  <a:lnTo>
                    <a:pt x="1169" y="1922"/>
                  </a:lnTo>
                  <a:lnTo>
                    <a:pt x="1169" y="1922"/>
                  </a:lnTo>
                  <a:lnTo>
                    <a:pt x="1169" y="1922"/>
                  </a:lnTo>
                  <a:lnTo>
                    <a:pt x="1169" y="1922"/>
                  </a:lnTo>
                  <a:lnTo>
                    <a:pt x="1168" y="1921"/>
                  </a:lnTo>
                  <a:lnTo>
                    <a:pt x="1166" y="1919"/>
                  </a:lnTo>
                  <a:lnTo>
                    <a:pt x="1163" y="1919"/>
                  </a:lnTo>
                  <a:lnTo>
                    <a:pt x="1163" y="1916"/>
                  </a:lnTo>
                  <a:lnTo>
                    <a:pt x="1163" y="1915"/>
                  </a:lnTo>
                  <a:lnTo>
                    <a:pt x="1165" y="1915"/>
                  </a:lnTo>
                  <a:lnTo>
                    <a:pt x="1168" y="1913"/>
                  </a:lnTo>
                  <a:lnTo>
                    <a:pt x="1172" y="1910"/>
                  </a:lnTo>
                  <a:lnTo>
                    <a:pt x="1172" y="1907"/>
                  </a:lnTo>
                  <a:lnTo>
                    <a:pt x="1172" y="1906"/>
                  </a:lnTo>
                  <a:lnTo>
                    <a:pt x="1171" y="1904"/>
                  </a:lnTo>
                  <a:lnTo>
                    <a:pt x="1168" y="1902"/>
                  </a:lnTo>
                  <a:lnTo>
                    <a:pt x="1166" y="1901"/>
                  </a:lnTo>
                  <a:lnTo>
                    <a:pt x="1165" y="1901"/>
                  </a:lnTo>
                  <a:lnTo>
                    <a:pt x="1165" y="1899"/>
                  </a:lnTo>
                  <a:lnTo>
                    <a:pt x="1166" y="1896"/>
                  </a:lnTo>
                  <a:lnTo>
                    <a:pt x="1168" y="1895"/>
                  </a:lnTo>
                  <a:lnTo>
                    <a:pt x="1168" y="1892"/>
                  </a:lnTo>
                  <a:lnTo>
                    <a:pt x="1168" y="1889"/>
                  </a:lnTo>
                  <a:lnTo>
                    <a:pt x="1168" y="1886"/>
                  </a:lnTo>
                  <a:lnTo>
                    <a:pt x="1169" y="1884"/>
                  </a:lnTo>
                  <a:lnTo>
                    <a:pt x="1169" y="1883"/>
                  </a:lnTo>
                  <a:lnTo>
                    <a:pt x="1169" y="1881"/>
                  </a:lnTo>
                  <a:lnTo>
                    <a:pt x="1171" y="1881"/>
                  </a:lnTo>
                  <a:lnTo>
                    <a:pt x="1171" y="1881"/>
                  </a:lnTo>
                  <a:lnTo>
                    <a:pt x="1171" y="1880"/>
                  </a:lnTo>
                  <a:lnTo>
                    <a:pt x="1171" y="1878"/>
                  </a:lnTo>
                  <a:lnTo>
                    <a:pt x="1171" y="1875"/>
                  </a:lnTo>
                  <a:lnTo>
                    <a:pt x="1171" y="1872"/>
                  </a:lnTo>
                  <a:lnTo>
                    <a:pt x="1172" y="1872"/>
                  </a:lnTo>
                  <a:lnTo>
                    <a:pt x="1172" y="1872"/>
                  </a:lnTo>
                  <a:lnTo>
                    <a:pt x="1172" y="1871"/>
                  </a:lnTo>
                  <a:lnTo>
                    <a:pt x="1171" y="1869"/>
                  </a:lnTo>
                  <a:lnTo>
                    <a:pt x="1171" y="1869"/>
                  </a:lnTo>
                  <a:lnTo>
                    <a:pt x="1172" y="1867"/>
                  </a:lnTo>
                  <a:lnTo>
                    <a:pt x="1172" y="1867"/>
                  </a:lnTo>
                  <a:lnTo>
                    <a:pt x="1174" y="1867"/>
                  </a:lnTo>
                  <a:lnTo>
                    <a:pt x="1175" y="1871"/>
                  </a:lnTo>
                  <a:lnTo>
                    <a:pt x="1175" y="1871"/>
                  </a:lnTo>
                  <a:lnTo>
                    <a:pt x="1175" y="1867"/>
                  </a:lnTo>
                  <a:lnTo>
                    <a:pt x="1174" y="1864"/>
                  </a:lnTo>
                  <a:lnTo>
                    <a:pt x="1172" y="1864"/>
                  </a:lnTo>
                  <a:lnTo>
                    <a:pt x="1172" y="1864"/>
                  </a:lnTo>
                  <a:lnTo>
                    <a:pt x="1171" y="1863"/>
                  </a:lnTo>
                  <a:lnTo>
                    <a:pt x="1171" y="1863"/>
                  </a:lnTo>
                  <a:lnTo>
                    <a:pt x="1171" y="1861"/>
                  </a:lnTo>
                  <a:lnTo>
                    <a:pt x="1171" y="1861"/>
                  </a:lnTo>
                  <a:lnTo>
                    <a:pt x="1172" y="1860"/>
                  </a:lnTo>
                  <a:lnTo>
                    <a:pt x="1175" y="1860"/>
                  </a:lnTo>
                  <a:lnTo>
                    <a:pt x="1177" y="1858"/>
                  </a:lnTo>
                  <a:lnTo>
                    <a:pt x="1177" y="1855"/>
                  </a:lnTo>
                  <a:lnTo>
                    <a:pt x="1177" y="1855"/>
                  </a:lnTo>
                  <a:lnTo>
                    <a:pt x="1175" y="1858"/>
                  </a:lnTo>
                  <a:lnTo>
                    <a:pt x="1174" y="1858"/>
                  </a:lnTo>
                  <a:lnTo>
                    <a:pt x="1174" y="1858"/>
                  </a:lnTo>
                  <a:lnTo>
                    <a:pt x="1172" y="1858"/>
                  </a:lnTo>
                  <a:lnTo>
                    <a:pt x="1171" y="1857"/>
                  </a:lnTo>
                  <a:lnTo>
                    <a:pt x="1169" y="1855"/>
                  </a:lnTo>
                  <a:lnTo>
                    <a:pt x="1169" y="1855"/>
                  </a:lnTo>
                  <a:lnTo>
                    <a:pt x="1168" y="1857"/>
                  </a:lnTo>
                  <a:lnTo>
                    <a:pt x="1166" y="1860"/>
                  </a:lnTo>
                  <a:lnTo>
                    <a:pt x="1165" y="1860"/>
                  </a:lnTo>
                  <a:lnTo>
                    <a:pt x="1161" y="1861"/>
                  </a:lnTo>
                  <a:lnTo>
                    <a:pt x="1160" y="1860"/>
                  </a:lnTo>
                  <a:lnTo>
                    <a:pt x="1158" y="1860"/>
                  </a:lnTo>
                  <a:lnTo>
                    <a:pt x="1160" y="1858"/>
                  </a:lnTo>
                  <a:lnTo>
                    <a:pt x="1160" y="1858"/>
                  </a:lnTo>
                  <a:lnTo>
                    <a:pt x="1160" y="1858"/>
                  </a:lnTo>
                  <a:lnTo>
                    <a:pt x="1160" y="1857"/>
                  </a:lnTo>
                  <a:lnTo>
                    <a:pt x="1160" y="1857"/>
                  </a:lnTo>
                  <a:lnTo>
                    <a:pt x="1158" y="1855"/>
                  </a:lnTo>
                  <a:lnTo>
                    <a:pt x="1157" y="1855"/>
                  </a:lnTo>
                  <a:lnTo>
                    <a:pt x="1157" y="1852"/>
                  </a:lnTo>
                  <a:lnTo>
                    <a:pt x="1157" y="1849"/>
                  </a:lnTo>
                  <a:lnTo>
                    <a:pt x="1155" y="1848"/>
                  </a:lnTo>
                  <a:lnTo>
                    <a:pt x="1157" y="1846"/>
                  </a:lnTo>
                  <a:lnTo>
                    <a:pt x="1158" y="1839"/>
                  </a:lnTo>
                  <a:lnTo>
                    <a:pt x="1158" y="1836"/>
                  </a:lnTo>
                  <a:lnTo>
                    <a:pt x="1160" y="1833"/>
                  </a:lnTo>
                  <a:lnTo>
                    <a:pt x="1160" y="1831"/>
                  </a:lnTo>
                  <a:lnTo>
                    <a:pt x="1163" y="1829"/>
                  </a:lnTo>
                  <a:lnTo>
                    <a:pt x="1163" y="1828"/>
                  </a:lnTo>
                  <a:lnTo>
                    <a:pt x="1165" y="1822"/>
                  </a:lnTo>
                  <a:lnTo>
                    <a:pt x="1166" y="1819"/>
                  </a:lnTo>
                  <a:lnTo>
                    <a:pt x="1163" y="1810"/>
                  </a:lnTo>
                  <a:lnTo>
                    <a:pt x="1161" y="1808"/>
                  </a:lnTo>
                  <a:lnTo>
                    <a:pt x="1161" y="1805"/>
                  </a:lnTo>
                  <a:lnTo>
                    <a:pt x="1163" y="1802"/>
                  </a:lnTo>
                  <a:lnTo>
                    <a:pt x="1163" y="1801"/>
                  </a:lnTo>
                  <a:lnTo>
                    <a:pt x="1161" y="1799"/>
                  </a:lnTo>
                  <a:lnTo>
                    <a:pt x="1160" y="1795"/>
                  </a:lnTo>
                  <a:lnTo>
                    <a:pt x="1160" y="1793"/>
                  </a:lnTo>
                  <a:lnTo>
                    <a:pt x="1161" y="1791"/>
                  </a:lnTo>
                  <a:lnTo>
                    <a:pt x="1160" y="1790"/>
                  </a:lnTo>
                  <a:lnTo>
                    <a:pt x="1160" y="1788"/>
                  </a:lnTo>
                  <a:lnTo>
                    <a:pt x="1161" y="1787"/>
                  </a:lnTo>
                  <a:lnTo>
                    <a:pt x="1163" y="1788"/>
                  </a:lnTo>
                  <a:lnTo>
                    <a:pt x="1165" y="1787"/>
                  </a:lnTo>
                  <a:lnTo>
                    <a:pt x="1166" y="1787"/>
                  </a:lnTo>
                  <a:lnTo>
                    <a:pt x="1166" y="1785"/>
                  </a:lnTo>
                  <a:lnTo>
                    <a:pt x="1166" y="1782"/>
                  </a:lnTo>
                  <a:lnTo>
                    <a:pt x="1166" y="1781"/>
                  </a:lnTo>
                  <a:lnTo>
                    <a:pt x="1166" y="1779"/>
                  </a:lnTo>
                  <a:lnTo>
                    <a:pt x="1168" y="1779"/>
                  </a:lnTo>
                  <a:lnTo>
                    <a:pt x="1169" y="1778"/>
                  </a:lnTo>
                  <a:lnTo>
                    <a:pt x="1169" y="1775"/>
                  </a:lnTo>
                  <a:lnTo>
                    <a:pt x="1171" y="1769"/>
                  </a:lnTo>
                  <a:lnTo>
                    <a:pt x="1172" y="1767"/>
                  </a:lnTo>
                  <a:lnTo>
                    <a:pt x="1174" y="1766"/>
                  </a:lnTo>
                  <a:lnTo>
                    <a:pt x="1172" y="1763"/>
                  </a:lnTo>
                  <a:lnTo>
                    <a:pt x="1174" y="1761"/>
                  </a:lnTo>
                  <a:lnTo>
                    <a:pt x="1174" y="1761"/>
                  </a:lnTo>
                  <a:lnTo>
                    <a:pt x="1175" y="1760"/>
                  </a:lnTo>
                  <a:lnTo>
                    <a:pt x="1175" y="1758"/>
                  </a:lnTo>
                  <a:lnTo>
                    <a:pt x="1178" y="1755"/>
                  </a:lnTo>
                  <a:lnTo>
                    <a:pt x="1178" y="1753"/>
                  </a:lnTo>
                  <a:lnTo>
                    <a:pt x="1180" y="1749"/>
                  </a:lnTo>
                  <a:lnTo>
                    <a:pt x="1180" y="1746"/>
                  </a:lnTo>
                  <a:lnTo>
                    <a:pt x="1181" y="1743"/>
                  </a:lnTo>
                  <a:lnTo>
                    <a:pt x="1180" y="1741"/>
                  </a:lnTo>
                  <a:lnTo>
                    <a:pt x="1181" y="1740"/>
                  </a:lnTo>
                  <a:lnTo>
                    <a:pt x="1183" y="1737"/>
                  </a:lnTo>
                  <a:lnTo>
                    <a:pt x="1183" y="1737"/>
                  </a:lnTo>
                  <a:lnTo>
                    <a:pt x="1184" y="1734"/>
                  </a:lnTo>
                  <a:lnTo>
                    <a:pt x="1184" y="1732"/>
                  </a:lnTo>
                  <a:lnTo>
                    <a:pt x="1184" y="1731"/>
                  </a:lnTo>
                  <a:lnTo>
                    <a:pt x="1184" y="1729"/>
                  </a:lnTo>
                  <a:lnTo>
                    <a:pt x="1184" y="1726"/>
                  </a:lnTo>
                  <a:lnTo>
                    <a:pt x="1184" y="1725"/>
                  </a:lnTo>
                  <a:lnTo>
                    <a:pt x="1186" y="1725"/>
                  </a:lnTo>
                  <a:lnTo>
                    <a:pt x="1187" y="1720"/>
                  </a:lnTo>
                  <a:lnTo>
                    <a:pt x="1187" y="1717"/>
                  </a:lnTo>
                  <a:lnTo>
                    <a:pt x="1187" y="1715"/>
                  </a:lnTo>
                  <a:lnTo>
                    <a:pt x="1186" y="1713"/>
                  </a:lnTo>
                  <a:lnTo>
                    <a:pt x="1186" y="1707"/>
                  </a:lnTo>
                  <a:lnTo>
                    <a:pt x="1186" y="1703"/>
                  </a:lnTo>
                  <a:lnTo>
                    <a:pt x="1184" y="1697"/>
                  </a:lnTo>
                  <a:lnTo>
                    <a:pt x="1184" y="1696"/>
                  </a:lnTo>
                  <a:lnTo>
                    <a:pt x="1184" y="1693"/>
                  </a:lnTo>
                  <a:lnTo>
                    <a:pt x="1184" y="1690"/>
                  </a:lnTo>
                  <a:lnTo>
                    <a:pt x="1184" y="1687"/>
                  </a:lnTo>
                  <a:lnTo>
                    <a:pt x="1187" y="1683"/>
                  </a:lnTo>
                  <a:lnTo>
                    <a:pt x="1189" y="1680"/>
                  </a:lnTo>
                  <a:lnTo>
                    <a:pt x="1189" y="1677"/>
                  </a:lnTo>
                  <a:lnTo>
                    <a:pt x="1189" y="1673"/>
                  </a:lnTo>
                  <a:lnTo>
                    <a:pt x="1189" y="1671"/>
                  </a:lnTo>
                  <a:lnTo>
                    <a:pt x="1187" y="1671"/>
                  </a:lnTo>
                  <a:lnTo>
                    <a:pt x="1186" y="1665"/>
                  </a:lnTo>
                  <a:lnTo>
                    <a:pt x="1187" y="1665"/>
                  </a:lnTo>
                  <a:lnTo>
                    <a:pt x="1187" y="1665"/>
                  </a:lnTo>
                  <a:lnTo>
                    <a:pt x="1189" y="1662"/>
                  </a:lnTo>
                  <a:lnTo>
                    <a:pt x="1189" y="1661"/>
                  </a:lnTo>
                  <a:lnTo>
                    <a:pt x="1190" y="1658"/>
                  </a:lnTo>
                  <a:lnTo>
                    <a:pt x="1190" y="1655"/>
                  </a:lnTo>
                  <a:lnTo>
                    <a:pt x="1192" y="1650"/>
                  </a:lnTo>
                  <a:lnTo>
                    <a:pt x="1192" y="1649"/>
                  </a:lnTo>
                  <a:lnTo>
                    <a:pt x="1193" y="1649"/>
                  </a:lnTo>
                  <a:lnTo>
                    <a:pt x="1193" y="1648"/>
                  </a:lnTo>
                  <a:lnTo>
                    <a:pt x="1193" y="1645"/>
                  </a:lnTo>
                  <a:lnTo>
                    <a:pt x="1193" y="1644"/>
                  </a:lnTo>
                  <a:lnTo>
                    <a:pt x="1193" y="1642"/>
                  </a:lnTo>
                  <a:lnTo>
                    <a:pt x="1195" y="1638"/>
                  </a:lnTo>
                  <a:lnTo>
                    <a:pt x="1195" y="1636"/>
                  </a:lnTo>
                  <a:lnTo>
                    <a:pt x="1196" y="1633"/>
                  </a:lnTo>
                  <a:lnTo>
                    <a:pt x="1196" y="1632"/>
                  </a:lnTo>
                  <a:lnTo>
                    <a:pt x="1196" y="1630"/>
                  </a:lnTo>
                  <a:lnTo>
                    <a:pt x="1196" y="1630"/>
                  </a:lnTo>
                  <a:lnTo>
                    <a:pt x="1196" y="1626"/>
                  </a:lnTo>
                  <a:lnTo>
                    <a:pt x="1196" y="1624"/>
                  </a:lnTo>
                  <a:lnTo>
                    <a:pt x="1196" y="1624"/>
                  </a:lnTo>
                  <a:lnTo>
                    <a:pt x="1198" y="1620"/>
                  </a:lnTo>
                  <a:lnTo>
                    <a:pt x="1198" y="1618"/>
                  </a:lnTo>
                  <a:lnTo>
                    <a:pt x="1199" y="1618"/>
                  </a:lnTo>
                  <a:lnTo>
                    <a:pt x="1199" y="1615"/>
                  </a:lnTo>
                  <a:lnTo>
                    <a:pt x="1199" y="1614"/>
                  </a:lnTo>
                  <a:lnTo>
                    <a:pt x="1198" y="1609"/>
                  </a:lnTo>
                  <a:lnTo>
                    <a:pt x="1198" y="1607"/>
                  </a:lnTo>
                  <a:lnTo>
                    <a:pt x="1198" y="1603"/>
                  </a:lnTo>
                  <a:lnTo>
                    <a:pt x="1199" y="1600"/>
                  </a:lnTo>
                  <a:lnTo>
                    <a:pt x="1198" y="1598"/>
                  </a:lnTo>
                  <a:lnTo>
                    <a:pt x="1199" y="1597"/>
                  </a:lnTo>
                  <a:lnTo>
                    <a:pt x="1199" y="1595"/>
                  </a:lnTo>
                  <a:lnTo>
                    <a:pt x="1199" y="1594"/>
                  </a:lnTo>
                  <a:lnTo>
                    <a:pt x="1199" y="1592"/>
                  </a:lnTo>
                  <a:lnTo>
                    <a:pt x="1199" y="1592"/>
                  </a:lnTo>
                  <a:lnTo>
                    <a:pt x="1198" y="1591"/>
                  </a:lnTo>
                  <a:lnTo>
                    <a:pt x="1198" y="1589"/>
                  </a:lnTo>
                  <a:lnTo>
                    <a:pt x="1198" y="1588"/>
                  </a:lnTo>
                  <a:lnTo>
                    <a:pt x="1198" y="1588"/>
                  </a:lnTo>
                  <a:lnTo>
                    <a:pt x="1198" y="1586"/>
                  </a:lnTo>
                  <a:lnTo>
                    <a:pt x="1199" y="1586"/>
                  </a:lnTo>
                  <a:lnTo>
                    <a:pt x="1199" y="1585"/>
                  </a:lnTo>
                  <a:lnTo>
                    <a:pt x="1201" y="1583"/>
                  </a:lnTo>
                  <a:lnTo>
                    <a:pt x="1203" y="1579"/>
                  </a:lnTo>
                  <a:lnTo>
                    <a:pt x="1203" y="1574"/>
                  </a:lnTo>
                  <a:lnTo>
                    <a:pt x="1203" y="1571"/>
                  </a:lnTo>
                  <a:lnTo>
                    <a:pt x="1203" y="1570"/>
                  </a:lnTo>
                  <a:lnTo>
                    <a:pt x="1204" y="1566"/>
                  </a:lnTo>
                  <a:lnTo>
                    <a:pt x="1204" y="1565"/>
                  </a:lnTo>
                  <a:lnTo>
                    <a:pt x="1204" y="1564"/>
                  </a:lnTo>
                  <a:lnTo>
                    <a:pt x="1204" y="1562"/>
                  </a:lnTo>
                  <a:lnTo>
                    <a:pt x="1203" y="1554"/>
                  </a:lnTo>
                  <a:lnTo>
                    <a:pt x="1203" y="1553"/>
                  </a:lnTo>
                  <a:lnTo>
                    <a:pt x="1203" y="1548"/>
                  </a:lnTo>
                  <a:lnTo>
                    <a:pt x="1203" y="1544"/>
                  </a:lnTo>
                  <a:lnTo>
                    <a:pt x="1203" y="1542"/>
                  </a:lnTo>
                  <a:lnTo>
                    <a:pt x="1203" y="1541"/>
                  </a:lnTo>
                  <a:lnTo>
                    <a:pt x="1203" y="1540"/>
                  </a:lnTo>
                  <a:lnTo>
                    <a:pt x="1201" y="1536"/>
                  </a:lnTo>
                  <a:lnTo>
                    <a:pt x="1201" y="1530"/>
                  </a:lnTo>
                  <a:lnTo>
                    <a:pt x="1201" y="1528"/>
                  </a:lnTo>
                  <a:lnTo>
                    <a:pt x="1201" y="1524"/>
                  </a:lnTo>
                  <a:lnTo>
                    <a:pt x="1199" y="1524"/>
                  </a:lnTo>
                  <a:lnTo>
                    <a:pt x="1199" y="1523"/>
                  </a:lnTo>
                  <a:lnTo>
                    <a:pt x="1195" y="1522"/>
                  </a:lnTo>
                  <a:lnTo>
                    <a:pt x="1193" y="1519"/>
                  </a:lnTo>
                  <a:lnTo>
                    <a:pt x="1192" y="1518"/>
                  </a:lnTo>
                  <a:lnTo>
                    <a:pt x="1189" y="1516"/>
                  </a:lnTo>
                  <a:lnTo>
                    <a:pt x="1189" y="1516"/>
                  </a:lnTo>
                  <a:lnTo>
                    <a:pt x="1187" y="1512"/>
                  </a:lnTo>
                  <a:lnTo>
                    <a:pt x="1187" y="1512"/>
                  </a:lnTo>
                  <a:lnTo>
                    <a:pt x="1186" y="1511"/>
                  </a:lnTo>
                  <a:lnTo>
                    <a:pt x="1183" y="1510"/>
                  </a:lnTo>
                  <a:lnTo>
                    <a:pt x="1183" y="1510"/>
                  </a:lnTo>
                  <a:lnTo>
                    <a:pt x="1181" y="1507"/>
                  </a:lnTo>
                  <a:lnTo>
                    <a:pt x="1180" y="1507"/>
                  </a:lnTo>
                  <a:lnTo>
                    <a:pt x="1177" y="1506"/>
                  </a:lnTo>
                  <a:lnTo>
                    <a:pt x="1177" y="1505"/>
                  </a:lnTo>
                  <a:lnTo>
                    <a:pt x="1175" y="1504"/>
                  </a:lnTo>
                  <a:lnTo>
                    <a:pt x="1171" y="1501"/>
                  </a:lnTo>
                  <a:lnTo>
                    <a:pt x="1169" y="1501"/>
                  </a:lnTo>
                  <a:lnTo>
                    <a:pt x="1165" y="1499"/>
                  </a:lnTo>
                  <a:lnTo>
                    <a:pt x="1163" y="1499"/>
                  </a:lnTo>
                  <a:lnTo>
                    <a:pt x="1160" y="1496"/>
                  </a:lnTo>
                  <a:lnTo>
                    <a:pt x="1158" y="1495"/>
                  </a:lnTo>
                  <a:lnTo>
                    <a:pt x="1154" y="1493"/>
                  </a:lnTo>
                  <a:lnTo>
                    <a:pt x="1151" y="1493"/>
                  </a:lnTo>
                  <a:lnTo>
                    <a:pt x="1149" y="1490"/>
                  </a:lnTo>
                  <a:lnTo>
                    <a:pt x="1142" y="1487"/>
                  </a:lnTo>
                  <a:lnTo>
                    <a:pt x="1142" y="1484"/>
                  </a:lnTo>
                  <a:lnTo>
                    <a:pt x="1140" y="1483"/>
                  </a:lnTo>
                  <a:lnTo>
                    <a:pt x="1139" y="1483"/>
                  </a:lnTo>
                  <a:lnTo>
                    <a:pt x="1137" y="1481"/>
                  </a:lnTo>
                  <a:lnTo>
                    <a:pt x="1134" y="1478"/>
                  </a:lnTo>
                  <a:lnTo>
                    <a:pt x="1133" y="1477"/>
                  </a:lnTo>
                  <a:lnTo>
                    <a:pt x="1131" y="1476"/>
                  </a:lnTo>
                  <a:lnTo>
                    <a:pt x="1130" y="1472"/>
                  </a:lnTo>
                  <a:lnTo>
                    <a:pt x="1130" y="1471"/>
                  </a:lnTo>
                  <a:lnTo>
                    <a:pt x="1128" y="1471"/>
                  </a:lnTo>
                  <a:lnTo>
                    <a:pt x="1128" y="1469"/>
                  </a:lnTo>
                  <a:lnTo>
                    <a:pt x="1127" y="1466"/>
                  </a:lnTo>
                  <a:lnTo>
                    <a:pt x="1128" y="1466"/>
                  </a:lnTo>
                  <a:lnTo>
                    <a:pt x="1128" y="1466"/>
                  </a:lnTo>
                  <a:lnTo>
                    <a:pt x="1130" y="1462"/>
                  </a:lnTo>
                  <a:lnTo>
                    <a:pt x="1128" y="1460"/>
                  </a:lnTo>
                  <a:lnTo>
                    <a:pt x="1127" y="1458"/>
                  </a:lnTo>
                  <a:lnTo>
                    <a:pt x="1125" y="1456"/>
                  </a:lnTo>
                  <a:lnTo>
                    <a:pt x="1125" y="1454"/>
                  </a:lnTo>
                  <a:lnTo>
                    <a:pt x="1123" y="1452"/>
                  </a:lnTo>
                  <a:lnTo>
                    <a:pt x="1122" y="1450"/>
                  </a:lnTo>
                  <a:lnTo>
                    <a:pt x="1120" y="1448"/>
                  </a:lnTo>
                  <a:lnTo>
                    <a:pt x="1119" y="1446"/>
                  </a:lnTo>
                  <a:lnTo>
                    <a:pt x="1119" y="1446"/>
                  </a:lnTo>
                  <a:lnTo>
                    <a:pt x="1119" y="1446"/>
                  </a:lnTo>
                  <a:lnTo>
                    <a:pt x="1117" y="1444"/>
                  </a:lnTo>
                  <a:lnTo>
                    <a:pt x="1117" y="1442"/>
                  </a:lnTo>
                  <a:lnTo>
                    <a:pt x="1116" y="1440"/>
                  </a:lnTo>
                  <a:lnTo>
                    <a:pt x="1116" y="1438"/>
                  </a:lnTo>
                  <a:lnTo>
                    <a:pt x="1111" y="1434"/>
                  </a:lnTo>
                  <a:lnTo>
                    <a:pt x="1111" y="1434"/>
                  </a:lnTo>
                  <a:lnTo>
                    <a:pt x="1111" y="1432"/>
                  </a:lnTo>
                  <a:lnTo>
                    <a:pt x="1110" y="1428"/>
                  </a:lnTo>
                  <a:lnTo>
                    <a:pt x="1105" y="1423"/>
                  </a:lnTo>
                  <a:lnTo>
                    <a:pt x="1105" y="1420"/>
                  </a:lnTo>
                  <a:lnTo>
                    <a:pt x="1104" y="1417"/>
                  </a:lnTo>
                  <a:lnTo>
                    <a:pt x="1102" y="1415"/>
                  </a:lnTo>
                  <a:lnTo>
                    <a:pt x="1101" y="1411"/>
                  </a:lnTo>
                  <a:lnTo>
                    <a:pt x="1099" y="1409"/>
                  </a:lnTo>
                  <a:lnTo>
                    <a:pt x="1099" y="1405"/>
                  </a:lnTo>
                  <a:lnTo>
                    <a:pt x="1098" y="1403"/>
                  </a:lnTo>
                  <a:lnTo>
                    <a:pt x="1098" y="1402"/>
                  </a:lnTo>
                  <a:lnTo>
                    <a:pt x="1096" y="1399"/>
                  </a:lnTo>
                  <a:lnTo>
                    <a:pt x="1095" y="1397"/>
                  </a:lnTo>
                  <a:lnTo>
                    <a:pt x="1093" y="1393"/>
                  </a:lnTo>
                  <a:lnTo>
                    <a:pt x="1090" y="1393"/>
                  </a:lnTo>
                  <a:lnTo>
                    <a:pt x="1090" y="1393"/>
                  </a:lnTo>
                  <a:lnTo>
                    <a:pt x="1087" y="1386"/>
                  </a:lnTo>
                  <a:lnTo>
                    <a:pt x="1087" y="1385"/>
                  </a:lnTo>
                  <a:lnTo>
                    <a:pt x="1086" y="1381"/>
                  </a:lnTo>
                  <a:lnTo>
                    <a:pt x="1084" y="1380"/>
                  </a:lnTo>
                  <a:lnTo>
                    <a:pt x="1082" y="1379"/>
                  </a:lnTo>
                  <a:lnTo>
                    <a:pt x="1081" y="1376"/>
                  </a:lnTo>
                  <a:lnTo>
                    <a:pt x="1072" y="1373"/>
                  </a:lnTo>
                  <a:lnTo>
                    <a:pt x="1069" y="1370"/>
                  </a:lnTo>
                  <a:lnTo>
                    <a:pt x="1069" y="1369"/>
                  </a:lnTo>
                  <a:lnTo>
                    <a:pt x="1067" y="1368"/>
                  </a:lnTo>
                  <a:lnTo>
                    <a:pt x="1067" y="1368"/>
                  </a:lnTo>
                  <a:lnTo>
                    <a:pt x="1069" y="1367"/>
                  </a:lnTo>
                  <a:lnTo>
                    <a:pt x="1070" y="1368"/>
                  </a:lnTo>
                  <a:lnTo>
                    <a:pt x="1070" y="1368"/>
                  </a:lnTo>
                  <a:lnTo>
                    <a:pt x="1072" y="1367"/>
                  </a:lnTo>
                  <a:lnTo>
                    <a:pt x="1072" y="1364"/>
                  </a:lnTo>
                  <a:lnTo>
                    <a:pt x="1070" y="1363"/>
                  </a:lnTo>
                  <a:lnTo>
                    <a:pt x="1067" y="1358"/>
                  </a:lnTo>
                  <a:lnTo>
                    <a:pt x="1069" y="1358"/>
                  </a:lnTo>
                  <a:lnTo>
                    <a:pt x="1069" y="1357"/>
                  </a:lnTo>
                  <a:lnTo>
                    <a:pt x="1067" y="1356"/>
                  </a:lnTo>
                  <a:lnTo>
                    <a:pt x="1066" y="1355"/>
                  </a:lnTo>
                  <a:lnTo>
                    <a:pt x="1066" y="1352"/>
                  </a:lnTo>
                  <a:lnTo>
                    <a:pt x="1066" y="1348"/>
                  </a:lnTo>
                  <a:lnTo>
                    <a:pt x="1067" y="1346"/>
                  </a:lnTo>
                  <a:lnTo>
                    <a:pt x="1072" y="1344"/>
                  </a:lnTo>
                  <a:lnTo>
                    <a:pt x="1072" y="1340"/>
                  </a:lnTo>
                  <a:lnTo>
                    <a:pt x="1075" y="1340"/>
                  </a:lnTo>
                  <a:lnTo>
                    <a:pt x="1076" y="1339"/>
                  </a:lnTo>
                  <a:lnTo>
                    <a:pt x="1078" y="1338"/>
                  </a:lnTo>
                  <a:lnTo>
                    <a:pt x="1078" y="1338"/>
                  </a:lnTo>
                  <a:lnTo>
                    <a:pt x="1081" y="1336"/>
                  </a:lnTo>
                  <a:lnTo>
                    <a:pt x="1081" y="1336"/>
                  </a:lnTo>
                  <a:lnTo>
                    <a:pt x="1082" y="1334"/>
                  </a:lnTo>
                  <a:lnTo>
                    <a:pt x="1082" y="1334"/>
                  </a:lnTo>
                  <a:lnTo>
                    <a:pt x="1082" y="1333"/>
                  </a:lnTo>
                  <a:lnTo>
                    <a:pt x="1084" y="1330"/>
                  </a:lnTo>
                  <a:lnTo>
                    <a:pt x="1086" y="1327"/>
                  </a:lnTo>
                  <a:lnTo>
                    <a:pt x="1086" y="1326"/>
                  </a:lnTo>
                  <a:lnTo>
                    <a:pt x="1084" y="1324"/>
                  </a:lnTo>
                  <a:lnTo>
                    <a:pt x="1084" y="1322"/>
                  </a:lnTo>
                  <a:lnTo>
                    <a:pt x="1084" y="1321"/>
                  </a:lnTo>
                  <a:lnTo>
                    <a:pt x="1084" y="1321"/>
                  </a:lnTo>
                  <a:lnTo>
                    <a:pt x="1084" y="1322"/>
                  </a:lnTo>
                  <a:lnTo>
                    <a:pt x="1084" y="1326"/>
                  </a:lnTo>
                  <a:lnTo>
                    <a:pt x="1082" y="1327"/>
                  </a:lnTo>
                  <a:lnTo>
                    <a:pt x="1082" y="1327"/>
                  </a:lnTo>
                  <a:lnTo>
                    <a:pt x="1082" y="1327"/>
                  </a:lnTo>
                  <a:lnTo>
                    <a:pt x="1082" y="1324"/>
                  </a:lnTo>
                  <a:lnTo>
                    <a:pt x="1081" y="1326"/>
                  </a:lnTo>
                  <a:lnTo>
                    <a:pt x="1081" y="1327"/>
                  </a:lnTo>
                  <a:lnTo>
                    <a:pt x="1079" y="1328"/>
                  </a:lnTo>
                  <a:lnTo>
                    <a:pt x="1079" y="1328"/>
                  </a:lnTo>
                  <a:lnTo>
                    <a:pt x="1079" y="1328"/>
                  </a:lnTo>
                  <a:lnTo>
                    <a:pt x="1078" y="1328"/>
                  </a:lnTo>
                  <a:lnTo>
                    <a:pt x="1076" y="1327"/>
                  </a:lnTo>
                  <a:lnTo>
                    <a:pt x="1073" y="1326"/>
                  </a:lnTo>
                  <a:lnTo>
                    <a:pt x="1072" y="1324"/>
                  </a:lnTo>
                  <a:lnTo>
                    <a:pt x="1070" y="1324"/>
                  </a:lnTo>
                  <a:lnTo>
                    <a:pt x="1070" y="1322"/>
                  </a:lnTo>
                  <a:lnTo>
                    <a:pt x="1070" y="1322"/>
                  </a:lnTo>
                  <a:lnTo>
                    <a:pt x="1072" y="1322"/>
                  </a:lnTo>
                  <a:lnTo>
                    <a:pt x="1073" y="1321"/>
                  </a:lnTo>
                  <a:lnTo>
                    <a:pt x="1073" y="1320"/>
                  </a:lnTo>
                  <a:lnTo>
                    <a:pt x="1073" y="1318"/>
                  </a:lnTo>
                  <a:lnTo>
                    <a:pt x="1072" y="1315"/>
                  </a:lnTo>
                  <a:lnTo>
                    <a:pt x="1072" y="1312"/>
                  </a:lnTo>
                  <a:lnTo>
                    <a:pt x="1072" y="1312"/>
                  </a:lnTo>
                  <a:lnTo>
                    <a:pt x="1072" y="1309"/>
                  </a:lnTo>
                  <a:lnTo>
                    <a:pt x="1072" y="1307"/>
                  </a:lnTo>
                  <a:lnTo>
                    <a:pt x="1075" y="1307"/>
                  </a:lnTo>
                  <a:lnTo>
                    <a:pt x="1075" y="1306"/>
                  </a:lnTo>
                  <a:lnTo>
                    <a:pt x="1076" y="1304"/>
                  </a:lnTo>
                  <a:lnTo>
                    <a:pt x="1076" y="1303"/>
                  </a:lnTo>
                  <a:lnTo>
                    <a:pt x="1078" y="1303"/>
                  </a:lnTo>
                  <a:lnTo>
                    <a:pt x="1079" y="1303"/>
                  </a:lnTo>
                  <a:lnTo>
                    <a:pt x="1078" y="1303"/>
                  </a:lnTo>
                  <a:lnTo>
                    <a:pt x="1076" y="1301"/>
                  </a:lnTo>
                  <a:lnTo>
                    <a:pt x="1076" y="1300"/>
                  </a:lnTo>
                  <a:lnTo>
                    <a:pt x="1078" y="1298"/>
                  </a:lnTo>
                  <a:lnTo>
                    <a:pt x="1079" y="1297"/>
                  </a:lnTo>
                  <a:lnTo>
                    <a:pt x="1081" y="1295"/>
                  </a:lnTo>
                  <a:lnTo>
                    <a:pt x="1081" y="1294"/>
                  </a:lnTo>
                  <a:lnTo>
                    <a:pt x="1082" y="1291"/>
                  </a:lnTo>
                  <a:lnTo>
                    <a:pt x="1081" y="1288"/>
                  </a:lnTo>
                  <a:lnTo>
                    <a:pt x="1081" y="1286"/>
                  </a:lnTo>
                  <a:lnTo>
                    <a:pt x="1082" y="1286"/>
                  </a:lnTo>
                  <a:lnTo>
                    <a:pt x="1084" y="1285"/>
                  </a:lnTo>
                  <a:lnTo>
                    <a:pt x="1086" y="1285"/>
                  </a:lnTo>
                  <a:lnTo>
                    <a:pt x="1086" y="1283"/>
                  </a:lnTo>
                  <a:lnTo>
                    <a:pt x="1087" y="1283"/>
                  </a:lnTo>
                  <a:lnTo>
                    <a:pt x="1089" y="1283"/>
                  </a:lnTo>
                  <a:lnTo>
                    <a:pt x="1092" y="1282"/>
                  </a:lnTo>
                  <a:lnTo>
                    <a:pt x="1096" y="1282"/>
                  </a:lnTo>
                  <a:lnTo>
                    <a:pt x="1096" y="1280"/>
                  </a:lnTo>
                  <a:lnTo>
                    <a:pt x="1096" y="1277"/>
                  </a:lnTo>
                  <a:lnTo>
                    <a:pt x="1096" y="1277"/>
                  </a:lnTo>
                  <a:lnTo>
                    <a:pt x="1095" y="1274"/>
                  </a:lnTo>
                  <a:lnTo>
                    <a:pt x="1095" y="1274"/>
                  </a:lnTo>
                  <a:lnTo>
                    <a:pt x="1098" y="1272"/>
                  </a:lnTo>
                  <a:lnTo>
                    <a:pt x="1099" y="1274"/>
                  </a:lnTo>
                  <a:lnTo>
                    <a:pt x="1101" y="1272"/>
                  </a:lnTo>
                  <a:lnTo>
                    <a:pt x="1099" y="1271"/>
                  </a:lnTo>
                  <a:lnTo>
                    <a:pt x="1099" y="1268"/>
                  </a:lnTo>
                  <a:lnTo>
                    <a:pt x="1099" y="1266"/>
                  </a:lnTo>
                  <a:lnTo>
                    <a:pt x="1101" y="1266"/>
                  </a:lnTo>
                  <a:lnTo>
                    <a:pt x="1101" y="1265"/>
                  </a:lnTo>
                  <a:lnTo>
                    <a:pt x="1102" y="1265"/>
                  </a:lnTo>
                  <a:lnTo>
                    <a:pt x="1102" y="1265"/>
                  </a:lnTo>
                  <a:lnTo>
                    <a:pt x="1104" y="1265"/>
                  </a:lnTo>
                  <a:lnTo>
                    <a:pt x="1105" y="1265"/>
                  </a:lnTo>
                  <a:lnTo>
                    <a:pt x="1105" y="1265"/>
                  </a:lnTo>
                  <a:lnTo>
                    <a:pt x="1107" y="1265"/>
                  </a:lnTo>
                  <a:lnTo>
                    <a:pt x="1107" y="1263"/>
                  </a:lnTo>
                  <a:lnTo>
                    <a:pt x="1108" y="1263"/>
                  </a:lnTo>
                  <a:lnTo>
                    <a:pt x="1108" y="1262"/>
                  </a:lnTo>
                  <a:lnTo>
                    <a:pt x="1108" y="1262"/>
                  </a:lnTo>
                  <a:lnTo>
                    <a:pt x="1110" y="1262"/>
                  </a:lnTo>
                  <a:lnTo>
                    <a:pt x="1110" y="1262"/>
                  </a:lnTo>
                  <a:lnTo>
                    <a:pt x="1110" y="1262"/>
                  </a:lnTo>
                  <a:lnTo>
                    <a:pt x="1111" y="1260"/>
                  </a:lnTo>
                  <a:lnTo>
                    <a:pt x="1111" y="1260"/>
                  </a:lnTo>
                  <a:lnTo>
                    <a:pt x="1110" y="1259"/>
                  </a:lnTo>
                  <a:lnTo>
                    <a:pt x="1110" y="1259"/>
                  </a:lnTo>
                  <a:lnTo>
                    <a:pt x="1111" y="1259"/>
                  </a:lnTo>
                  <a:lnTo>
                    <a:pt x="1113" y="1257"/>
                  </a:lnTo>
                  <a:lnTo>
                    <a:pt x="1113" y="1257"/>
                  </a:lnTo>
                  <a:lnTo>
                    <a:pt x="1113" y="1256"/>
                  </a:lnTo>
                  <a:lnTo>
                    <a:pt x="1114" y="1254"/>
                  </a:lnTo>
                  <a:lnTo>
                    <a:pt x="1114" y="1254"/>
                  </a:lnTo>
                  <a:lnTo>
                    <a:pt x="1114" y="1253"/>
                  </a:lnTo>
                  <a:lnTo>
                    <a:pt x="1116" y="1251"/>
                  </a:lnTo>
                  <a:lnTo>
                    <a:pt x="1117" y="1248"/>
                  </a:lnTo>
                  <a:lnTo>
                    <a:pt x="1117" y="1248"/>
                  </a:lnTo>
                  <a:lnTo>
                    <a:pt x="1117" y="1248"/>
                  </a:lnTo>
                  <a:lnTo>
                    <a:pt x="1116" y="1248"/>
                  </a:lnTo>
                  <a:lnTo>
                    <a:pt x="1116" y="1248"/>
                  </a:lnTo>
                  <a:lnTo>
                    <a:pt x="1116" y="1247"/>
                  </a:lnTo>
                  <a:lnTo>
                    <a:pt x="1116" y="1245"/>
                  </a:lnTo>
                  <a:lnTo>
                    <a:pt x="1114" y="1247"/>
                  </a:lnTo>
                  <a:lnTo>
                    <a:pt x="1114" y="1245"/>
                  </a:lnTo>
                  <a:lnTo>
                    <a:pt x="1114" y="1245"/>
                  </a:lnTo>
                  <a:lnTo>
                    <a:pt x="1114" y="1244"/>
                  </a:lnTo>
                  <a:lnTo>
                    <a:pt x="1114" y="1244"/>
                  </a:lnTo>
                  <a:lnTo>
                    <a:pt x="1113" y="1244"/>
                  </a:lnTo>
                  <a:lnTo>
                    <a:pt x="1113" y="1244"/>
                  </a:lnTo>
                  <a:lnTo>
                    <a:pt x="1113" y="1242"/>
                  </a:lnTo>
                  <a:lnTo>
                    <a:pt x="1114" y="1242"/>
                  </a:lnTo>
                  <a:lnTo>
                    <a:pt x="1114" y="1242"/>
                  </a:lnTo>
                  <a:lnTo>
                    <a:pt x="1114" y="1240"/>
                  </a:lnTo>
                  <a:lnTo>
                    <a:pt x="1116" y="1239"/>
                  </a:lnTo>
                  <a:lnTo>
                    <a:pt x="1116" y="1237"/>
                  </a:lnTo>
                  <a:lnTo>
                    <a:pt x="1116" y="1237"/>
                  </a:lnTo>
                  <a:lnTo>
                    <a:pt x="1114" y="1236"/>
                  </a:lnTo>
                  <a:lnTo>
                    <a:pt x="1114" y="1233"/>
                  </a:lnTo>
                  <a:lnTo>
                    <a:pt x="1114" y="1231"/>
                  </a:lnTo>
                  <a:lnTo>
                    <a:pt x="1114" y="1230"/>
                  </a:lnTo>
                  <a:lnTo>
                    <a:pt x="1114" y="1228"/>
                  </a:lnTo>
                  <a:lnTo>
                    <a:pt x="1113" y="1227"/>
                  </a:lnTo>
                  <a:lnTo>
                    <a:pt x="1114" y="1225"/>
                  </a:lnTo>
                  <a:lnTo>
                    <a:pt x="1116" y="1224"/>
                  </a:lnTo>
                  <a:lnTo>
                    <a:pt x="1114" y="1221"/>
                  </a:lnTo>
                  <a:lnTo>
                    <a:pt x="1113" y="1219"/>
                  </a:lnTo>
                  <a:lnTo>
                    <a:pt x="1113" y="1218"/>
                  </a:lnTo>
                  <a:lnTo>
                    <a:pt x="1114" y="1218"/>
                  </a:lnTo>
                  <a:lnTo>
                    <a:pt x="1114" y="1218"/>
                  </a:lnTo>
                  <a:lnTo>
                    <a:pt x="1114" y="1216"/>
                  </a:lnTo>
                  <a:lnTo>
                    <a:pt x="1114" y="1215"/>
                  </a:lnTo>
                  <a:lnTo>
                    <a:pt x="1114" y="1213"/>
                  </a:lnTo>
                  <a:lnTo>
                    <a:pt x="1113" y="1213"/>
                  </a:lnTo>
                  <a:lnTo>
                    <a:pt x="1111" y="1212"/>
                  </a:lnTo>
                  <a:lnTo>
                    <a:pt x="1111" y="1212"/>
                  </a:lnTo>
                  <a:lnTo>
                    <a:pt x="1111" y="1210"/>
                  </a:lnTo>
                  <a:lnTo>
                    <a:pt x="1110" y="1207"/>
                  </a:lnTo>
                  <a:lnTo>
                    <a:pt x="1108" y="1207"/>
                  </a:lnTo>
                  <a:lnTo>
                    <a:pt x="1108" y="1206"/>
                  </a:lnTo>
                  <a:lnTo>
                    <a:pt x="1105" y="1202"/>
                  </a:lnTo>
                  <a:lnTo>
                    <a:pt x="1102" y="1198"/>
                  </a:lnTo>
                  <a:lnTo>
                    <a:pt x="1102" y="1196"/>
                  </a:lnTo>
                  <a:lnTo>
                    <a:pt x="1102" y="1196"/>
                  </a:lnTo>
                  <a:lnTo>
                    <a:pt x="1102" y="1196"/>
                  </a:lnTo>
                  <a:lnTo>
                    <a:pt x="1104" y="1196"/>
                  </a:lnTo>
                  <a:lnTo>
                    <a:pt x="1104" y="1195"/>
                  </a:lnTo>
                  <a:lnTo>
                    <a:pt x="1104" y="1193"/>
                  </a:lnTo>
                  <a:lnTo>
                    <a:pt x="1105" y="1193"/>
                  </a:lnTo>
                  <a:lnTo>
                    <a:pt x="1105" y="1192"/>
                  </a:lnTo>
                  <a:lnTo>
                    <a:pt x="1105" y="1192"/>
                  </a:lnTo>
                  <a:lnTo>
                    <a:pt x="1107" y="1193"/>
                  </a:lnTo>
                  <a:lnTo>
                    <a:pt x="1107" y="1195"/>
                  </a:lnTo>
                  <a:lnTo>
                    <a:pt x="1108" y="1195"/>
                  </a:lnTo>
                  <a:lnTo>
                    <a:pt x="1110" y="1195"/>
                  </a:lnTo>
                  <a:lnTo>
                    <a:pt x="1108" y="1195"/>
                  </a:lnTo>
                  <a:lnTo>
                    <a:pt x="1107" y="1193"/>
                  </a:lnTo>
                  <a:lnTo>
                    <a:pt x="1107" y="1192"/>
                  </a:lnTo>
                  <a:lnTo>
                    <a:pt x="1105" y="1190"/>
                  </a:lnTo>
                  <a:lnTo>
                    <a:pt x="1105" y="1192"/>
                  </a:lnTo>
                  <a:lnTo>
                    <a:pt x="1104" y="1192"/>
                  </a:lnTo>
                  <a:lnTo>
                    <a:pt x="1104" y="1192"/>
                  </a:lnTo>
                  <a:lnTo>
                    <a:pt x="1104" y="1192"/>
                  </a:lnTo>
                  <a:lnTo>
                    <a:pt x="1104" y="1192"/>
                  </a:lnTo>
                  <a:lnTo>
                    <a:pt x="1102" y="1192"/>
                  </a:lnTo>
                  <a:lnTo>
                    <a:pt x="1102" y="1190"/>
                  </a:lnTo>
                  <a:lnTo>
                    <a:pt x="1102" y="1190"/>
                  </a:lnTo>
                  <a:lnTo>
                    <a:pt x="1102" y="1192"/>
                  </a:lnTo>
                  <a:lnTo>
                    <a:pt x="1102" y="1192"/>
                  </a:lnTo>
                  <a:lnTo>
                    <a:pt x="1102" y="1193"/>
                  </a:lnTo>
                  <a:lnTo>
                    <a:pt x="1102" y="1193"/>
                  </a:lnTo>
                  <a:lnTo>
                    <a:pt x="1101" y="1192"/>
                  </a:lnTo>
                  <a:lnTo>
                    <a:pt x="1101" y="1192"/>
                  </a:lnTo>
                  <a:lnTo>
                    <a:pt x="1101" y="1189"/>
                  </a:lnTo>
                  <a:lnTo>
                    <a:pt x="1099" y="1189"/>
                  </a:lnTo>
                  <a:lnTo>
                    <a:pt x="1099" y="1187"/>
                  </a:lnTo>
                  <a:lnTo>
                    <a:pt x="1098" y="1187"/>
                  </a:lnTo>
                  <a:lnTo>
                    <a:pt x="1098" y="1187"/>
                  </a:lnTo>
                  <a:lnTo>
                    <a:pt x="1096" y="1187"/>
                  </a:lnTo>
                  <a:lnTo>
                    <a:pt x="1095" y="1186"/>
                  </a:lnTo>
                  <a:lnTo>
                    <a:pt x="1093" y="1184"/>
                  </a:lnTo>
                  <a:lnTo>
                    <a:pt x="1092" y="1184"/>
                  </a:lnTo>
                  <a:lnTo>
                    <a:pt x="1089" y="1184"/>
                  </a:lnTo>
                  <a:lnTo>
                    <a:pt x="1089" y="1186"/>
                  </a:lnTo>
                  <a:lnTo>
                    <a:pt x="1087" y="1186"/>
                  </a:lnTo>
                  <a:lnTo>
                    <a:pt x="1087" y="1186"/>
                  </a:lnTo>
                  <a:lnTo>
                    <a:pt x="1086" y="1186"/>
                  </a:lnTo>
                  <a:lnTo>
                    <a:pt x="1086" y="1187"/>
                  </a:lnTo>
                  <a:lnTo>
                    <a:pt x="1086" y="1189"/>
                  </a:lnTo>
                  <a:lnTo>
                    <a:pt x="1084" y="1189"/>
                  </a:lnTo>
                  <a:lnTo>
                    <a:pt x="1086" y="1190"/>
                  </a:lnTo>
                  <a:lnTo>
                    <a:pt x="1081" y="1193"/>
                  </a:lnTo>
                  <a:lnTo>
                    <a:pt x="1079" y="1193"/>
                  </a:lnTo>
                  <a:lnTo>
                    <a:pt x="1078" y="1193"/>
                  </a:lnTo>
                  <a:lnTo>
                    <a:pt x="1078" y="1193"/>
                  </a:lnTo>
                  <a:lnTo>
                    <a:pt x="1076" y="1195"/>
                  </a:lnTo>
                  <a:lnTo>
                    <a:pt x="1076" y="1195"/>
                  </a:lnTo>
                  <a:lnTo>
                    <a:pt x="1076" y="1196"/>
                  </a:lnTo>
                  <a:lnTo>
                    <a:pt x="1078" y="1196"/>
                  </a:lnTo>
                  <a:lnTo>
                    <a:pt x="1078" y="1196"/>
                  </a:lnTo>
                  <a:lnTo>
                    <a:pt x="1079" y="1199"/>
                  </a:lnTo>
                  <a:lnTo>
                    <a:pt x="1081" y="1201"/>
                  </a:lnTo>
                  <a:lnTo>
                    <a:pt x="1082" y="1202"/>
                  </a:lnTo>
                  <a:lnTo>
                    <a:pt x="1082" y="1204"/>
                  </a:lnTo>
                  <a:lnTo>
                    <a:pt x="1081" y="1204"/>
                  </a:lnTo>
                  <a:lnTo>
                    <a:pt x="1081" y="1204"/>
                  </a:lnTo>
                  <a:lnTo>
                    <a:pt x="1079" y="1204"/>
                  </a:lnTo>
                  <a:lnTo>
                    <a:pt x="1078" y="1204"/>
                  </a:lnTo>
                  <a:lnTo>
                    <a:pt x="1078" y="1206"/>
                  </a:lnTo>
                  <a:lnTo>
                    <a:pt x="1076" y="1206"/>
                  </a:lnTo>
                  <a:lnTo>
                    <a:pt x="1073" y="1207"/>
                  </a:lnTo>
                  <a:lnTo>
                    <a:pt x="1072" y="1207"/>
                  </a:lnTo>
                  <a:lnTo>
                    <a:pt x="1072" y="1206"/>
                  </a:lnTo>
                  <a:lnTo>
                    <a:pt x="1070" y="1204"/>
                  </a:lnTo>
                  <a:lnTo>
                    <a:pt x="1070" y="1201"/>
                  </a:lnTo>
                  <a:lnTo>
                    <a:pt x="1069" y="1198"/>
                  </a:lnTo>
                  <a:lnTo>
                    <a:pt x="1069" y="1198"/>
                  </a:lnTo>
                  <a:lnTo>
                    <a:pt x="1069" y="1199"/>
                  </a:lnTo>
                  <a:lnTo>
                    <a:pt x="1067" y="1199"/>
                  </a:lnTo>
                  <a:lnTo>
                    <a:pt x="1067" y="1201"/>
                  </a:lnTo>
                  <a:lnTo>
                    <a:pt x="1067" y="1202"/>
                  </a:lnTo>
                  <a:lnTo>
                    <a:pt x="1067" y="1201"/>
                  </a:lnTo>
                  <a:lnTo>
                    <a:pt x="1066" y="1201"/>
                  </a:lnTo>
                  <a:lnTo>
                    <a:pt x="1064" y="1201"/>
                  </a:lnTo>
                  <a:lnTo>
                    <a:pt x="1061" y="1196"/>
                  </a:lnTo>
                  <a:lnTo>
                    <a:pt x="1061" y="1196"/>
                  </a:lnTo>
                  <a:lnTo>
                    <a:pt x="1061" y="1195"/>
                  </a:lnTo>
                  <a:lnTo>
                    <a:pt x="1060" y="1195"/>
                  </a:lnTo>
                  <a:lnTo>
                    <a:pt x="1058" y="1195"/>
                  </a:lnTo>
                  <a:lnTo>
                    <a:pt x="1057" y="1195"/>
                  </a:lnTo>
                  <a:lnTo>
                    <a:pt x="1055" y="1195"/>
                  </a:lnTo>
                  <a:lnTo>
                    <a:pt x="1055" y="1195"/>
                  </a:lnTo>
                  <a:lnTo>
                    <a:pt x="1055" y="1193"/>
                  </a:lnTo>
                  <a:lnTo>
                    <a:pt x="1054" y="1193"/>
                  </a:lnTo>
                  <a:lnTo>
                    <a:pt x="1051" y="1193"/>
                  </a:lnTo>
                  <a:lnTo>
                    <a:pt x="1049" y="1193"/>
                  </a:lnTo>
                  <a:lnTo>
                    <a:pt x="1048" y="1193"/>
                  </a:lnTo>
                  <a:lnTo>
                    <a:pt x="1048" y="1193"/>
                  </a:lnTo>
                  <a:lnTo>
                    <a:pt x="1048" y="1196"/>
                  </a:lnTo>
                  <a:lnTo>
                    <a:pt x="1048" y="1196"/>
                  </a:lnTo>
                  <a:lnTo>
                    <a:pt x="1046" y="1195"/>
                  </a:lnTo>
                  <a:lnTo>
                    <a:pt x="1044" y="1193"/>
                  </a:lnTo>
                  <a:lnTo>
                    <a:pt x="1044" y="1193"/>
                  </a:lnTo>
                  <a:lnTo>
                    <a:pt x="1044" y="1190"/>
                  </a:lnTo>
                  <a:lnTo>
                    <a:pt x="1043" y="1190"/>
                  </a:lnTo>
                  <a:lnTo>
                    <a:pt x="1041" y="1189"/>
                  </a:lnTo>
                  <a:lnTo>
                    <a:pt x="1040" y="1189"/>
                  </a:lnTo>
                  <a:lnTo>
                    <a:pt x="1040" y="1189"/>
                  </a:lnTo>
                  <a:lnTo>
                    <a:pt x="1040" y="1189"/>
                  </a:lnTo>
                  <a:lnTo>
                    <a:pt x="1041" y="1190"/>
                  </a:lnTo>
                  <a:lnTo>
                    <a:pt x="1041" y="1192"/>
                  </a:lnTo>
                  <a:lnTo>
                    <a:pt x="1041" y="1192"/>
                  </a:lnTo>
                  <a:lnTo>
                    <a:pt x="1041" y="1192"/>
                  </a:lnTo>
                  <a:lnTo>
                    <a:pt x="1040" y="1192"/>
                  </a:lnTo>
                  <a:lnTo>
                    <a:pt x="1038" y="1192"/>
                  </a:lnTo>
                  <a:lnTo>
                    <a:pt x="1038" y="1192"/>
                  </a:lnTo>
                  <a:lnTo>
                    <a:pt x="1037" y="1189"/>
                  </a:lnTo>
                  <a:lnTo>
                    <a:pt x="1037" y="1187"/>
                  </a:lnTo>
                  <a:lnTo>
                    <a:pt x="1038" y="1187"/>
                  </a:lnTo>
                  <a:lnTo>
                    <a:pt x="1038" y="1186"/>
                  </a:lnTo>
                  <a:lnTo>
                    <a:pt x="1037" y="1184"/>
                  </a:lnTo>
                  <a:lnTo>
                    <a:pt x="1037" y="1183"/>
                  </a:lnTo>
                  <a:lnTo>
                    <a:pt x="1034" y="1181"/>
                  </a:lnTo>
                  <a:lnTo>
                    <a:pt x="1032" y="1180"/>
                  </a:lnTo>
                  <a:lnTo>
                    <a:pt x="1031" y="1178"/>
                  </a:lnTo>
                  <a:lnTo>
                    <a:pt x="1028" y="1178"/>
                  </a:lnTo>
                  <a:lnTo>
                    <a:pt x="1026" y="1178"/>
                  </a:lnTo>
                  <a:lnTo>
                    <a:pt x="1025" y="1177"/>
                  </a:lnTo>
                  <a:lnTo>
                    <a:pt x="1025" y="1177"/>
                  </a:lnTo>
                  <a:lnTo>
                    <a:pt x="1025" y="1175"/>
                  </a:lnTo>
                  <a:lnTo>
                    <a:pt x="1025" y="1174"/>
                  </a:lnTo>
                  <a:lnTo>
                    <a:pt x="1020" y="1171"/>
                  </a:lnTo>
                  <a:lnTo>
                    <a:pt x="1019" y="1169"/>
                  </a:lnTo>
                  <a:lnTo>
                    <a:pt x="1019" y="1169"/>
                  </a:lnTo>
                  <a:lnTo>
                    <a:pt x="1017" y="1169"/>
                  </a:lnTo>
                  <a:lnTo>
                    <a:pt x="1019" y="1171"/>
                  </a:lnTo>
                  <a:lnTo>
                    <a:pt x="1019" y="1172"/>
                  </a:lnTo>
                  <a:lnTo>
                    <a:pt x="1022" y="1174"/>
                  </a:lnTo>
                  <a:lnTo>
                    <a:pt x="1022" y="1174"/>
                  </a:lnTo>
                  <a:lnTo>
                    <a:pt x="1022" y="1175"/>
                  </a:lnTo>
                  <a:lnTo>
                    <a:pt x="1020" y="1177"/>
                  </a:lnTo>
                  <a:lnTo>
                    <a:pt x="1020" y="1177"/>
                  </a:lnTo>
                  <a:lnTo>
                    <a:pt x="1020" y="1177"/>
                  </a:lnTo>
                  <a:lnTo>
                    <a:pt x="1020" y="1178"/>
                  </a:lnTo>
                  <a:lnTo>
                    <a:pt x="1019" y="1177"/>
                  </a:lnTo>
                  <a:lnTo>
                    <a:pt x="1017" y="1175"/>
                  </a:lnTo>
                  <a:lnTo>
                    <a:pt x="1013" y="1174"/>
                  </a:lnTo>
                  <a:lnTo>
                    <a:pt x="1013" y="1172"/>
                  </a:lnTo>
                  <a:lnTo>
                    <a:pt x="1011" y="1171"/>
                  </a:lnTo>
                  <a:lnTo>
                    <a:pt x="1011" y="1169"/>
                  </a:lnTo>
                  <a:lnTo>
                    <a:pt x="1011" y="1167"/>
                  </a:lnTo>
                  <a:lnTo>
                    <a:pt x="1013" y="1164"/>
                  </a:lnTo>
                  <a:lnTo>
                    <a:pt x="1013" y="1164"/>
                  </a:lnTo>
                  <a:lnTo>
                    <a:pt x="1013" y="1164"/>
                  </a:lnTo>
                  <a:lnTo>
                    <a:pt x="1013" y="1163"/>
                  </a:lnTo>
                  <a:lnTo>
                    <a:pt x="1013" y="1163"/>
                  </a:lnTo>
                  <a:lnTo>
                    <a:pt x="1011" y="1161"/>
                  </a:lnTo>
                  <a:lnTo>
                    <a:pt x="1010" y="1161"/>
                  </a:lnTo>
                  <a:lnTo>
                    <a:pt x="1010" y="1161"/>
                  </a:lnTo>
                  <a:lnTo>
                    <a:pt x="1011" y="1160"/>
                  </a:lnTo>
                  <a:lnTo>
                    <a:pt x="1011" y="1160"/>
                  </a:lnTo>
                  <a:lnTo>
                    <a:pt x="1011" y="1158"/>
                  </a:lnTo>
                  <a:lnTo>
                    <a:pt x="1011" y="1158"/>
                  </a:lnTo>
                  <a:lnTo>
                    <a:pt x="1011" y="1157"/>
                  </a:lnTo>
                  <a:lnTo>
                    <a:pt x="1010" y="1155"/>
                  </a:lnTo>
                  <a:lnTo>
                    <a:pt x="1003" y="1151"/>
                  </a:lnTo>
                  <a:lnTo>
                    <a:pt x="1000" y="1148"/>
                  </a:lnTo>
                  <a:lnTo>
                    <a:pt x="999" y="1145"/>
                  </a:lnTo>
                  <a:lnTo>
                    <a:pt x="999" y="1145"/>
                  </a:lnTo>
                  <a:lnTo>
                    <a:pt x="994" y="1142"/>
                  </a:lnTo>
                  <a:lnTo>
                    <a:pt x="994" y="1140"/>
                  </a:lnTo>
                  <a:lnTo>
                    <a:pt x="991" y="1137"/>
                  </a:lnTo>
                  <a:lnTo>
                    <a:pt x="988" y="1136"/>
                  </a:lnTo>
                  <a:lnTo>
                    <a:pt x="988" y="1136"/>
                  </a:lnTo>
                  <a:lnTo>
                    <a:pt x="990" y="1134"/>
                  </a:lnTo>
                  <a:lnTo>
                    <a:pt x="990" y="1134"/>
                  </a:lnTo>
                  <a:lnTo>
                    <a:pt x="990" y="1134"/>
                  </a:lnTo>
                  <a:lnTo>
                    <a:pt x="991" y="1136"/>
                  </a:lnTo>
                  <a:lnTo>
                    <a:pt x="991" y="1136"/>
                  </a:lnTo>
                  <a:lnTo>
                    <a:pt x="993" y="1136"/>
                  </a:lnTo>
                  <a:lnTo>
                    <a:pt x="993" y="1136"/>
                  </a:lnTo>
                  <a:lnTo>
                    <a:pt x="993" y="1134"/>
                  </a:lnTo>
                  <a:lnTo>
                    <a:pt x="991" y="1133"/>
                  </a:lnTo>
                  <a:lnTo>
                    <a:pt x="991" y="1133"/>
                  </a:lnTo>
                  <a:lnTo>
                    <a:pt x="990" y="1131"/>
                  </a:lnTo>
                  <a:lnTo>
                    <a:pt x="990" y="1131"/>
                  </a:lnTo>
                  <a:lnTo>
                    <a:pt x="990" y="1129"/>
                  </a:lnTo>
                  <a:lnTo>
                    <a:pt x="988" y="1129"/>
                  </a:lnTo>
                  <a:lnTo>
                    <a:pt x="988" y="1129"/>
                  </a:lnTo>
                  <a:lnTo>
                    <a:pt x="987" y="1129"/>
                  </a:lnTo>
                  <a:lnTo>
                    <a:pt x="987" y="1129"/>
                  </a:lnTo>
                  <a:lnTo>
                    <a:pt x="987" y="1129"/>
                  </a:lnTo>
                  <a:lnTo>
                    <a:pt x="987" y="1131"/>
                  </a:lnTo>
                  <a:lnTo>
                    <a:pt x="985" y="1131"/>
                  </a:lnTo>
                  <a:lnTo>
                    <a:pt x="985" y="1133"/>
                  </a:lnTo>
                  <a:lnTo>
                    <a:pt x="984" y="1133"/>
                  </a:lnTo>
                  <a:lnTo>
                    <a:pt x="982" y="1133"/>
                  </a:lnTo>
                  <a:lnTo>
                    <a:pt x="979" y="1133"/>
                  </a:lnTo>
                  <a:lnTo>
                    <a:pt x="976" y="1131"/>
                  </a:lnTo>
                  <a:lnTo>
                    <a:pt x="976" y="1131"/>
                  </a:lnTo>
                  <a:lnTo>
                    <a:pt x="976" y="1131"/>
                  </a:lnTo>
                  <a:lnTo>
                    <a:pt x="978" y="1131"/>
                  </a:lnTo>
                  <a:lnTo>
                    <a:pt x="978" y="1133"/>
                  </a:lnTo>
                  <a:lnTo>
                    <a:pt x="978" y="1133"/>
                  </a:lnTo>
                  <a:lnTo>
                    <a:pt x="973" y="1131"/>
                  </a:lnTo>
                  <a:lnTo>
                    <a:pt x="969" y="1128"/>
                  </a:lnTo>
                  <a:lnTo>
                    <a:pt x="965" y="1128"/>
                  </a:lnTo>
                  <a:lnTo>
                    <a:pt x="962" y="1128"/>
                  </a:lnTo>
                  <a:lnTo>
                    <a:pt x="959" y="1126"/>
                  </a:lnTo>
                  <a:lnTo>
                    <a:pt x="958" y="1125"/>
                  </a:lnTo>
                  <a:lnTo>
                    <a:pt x="953" y="1123"/>
                  </a:lnTo>
                  <a:lnTo>
                    <a:pt x="952" y="1123"/>
                  </a:lnTo>
                  <a:lnTo>
                    <a:pt x="946" y="1123"/>
                  </a:lnTo>
                  <a:lnTo>
                    <a:pt x="943" y="1122"/>
                  </a:lnTo>
                  <a:lnTo>
                    <a:pt x="940" y="1120"/>
                  </a:lnTo>
                  <a:lnTo>
                    <a:pt x="937" y="1119"/>
                  </a:lnTo>
                  <a:lnTo>
                    <a:pt x="932" y="1114"/>
                  </a:lnTo>
                  <a:lnTo>
                    <a:pt x="932" y="1114"/>
                  </a:lnTo>
                  <a:lnTo>
                    <a:pt x="929" y="1111"/>
                  </a:lnTo>
                  <a:lnTo>
                    <a:pt x="924" y="1108"/>
                  </a:lnTo>
                  <a:lnTo>
                    <a:pt x="924" y="1107"/>
                  </a:lnTo>
                  <a:lnTo>
                    <a:pt x="923" y="1105"/>
                  </a:lnTo>
                  <a:lnTo>
                    <a:pt x="921" y="1104"/>
                  </a:lnTo>
                  <a:lnTo>
                    <a:pt x="915" y="1099"/>
                  </a:lnTo>
                  <a:lnTo>
                    <a:pt x="914" y="1098"/>
                  </a:lnTo>
                  <a:lnTo>
                    <a:pt x="911" y="1096"/>
                  </a:lnTo>
                  <a:lnTo>
                    <a:pt x="909" y="1095"/>
                  </a:lnTo>
                  <a:lnTo>
                    <a:pt x="908" y="1095"/>
                  </a:lnTo>
                  <a:lnTo>
                    <a:pt x="906" y="1093"/>
                  </a:lnTo>
                  <a:lnTo>
                    <a:pt x="906" y="1093"/>
                  </a:lnTo>
                  <a:lnTo>
                    <a:pt x="905" y="1093"/>
                  </a:lnTo>
                  <a:lnTo>
                    <a:pt x="905" y="1093"/>
                  </a:lnTo>
                  <a:lnTo>
                    <a:pt x="906" y="1095"/>
                  </a:lnTo>
                  <a:lnTo>
                    <a:pt x="906" y="1095"/>
                  </a:lnTo>
                  <a:lnTo>
                    <a:pt x="908" y="1095"/>
                  </a:lnTo>
                  <a:lnTo>
                    <a:pt x="908" y="1095"/>
                  </a:lnTo>
                  <a:lnTo>
                    <a:pt x="911" y="1096"/>
                  </a:lnTo>
                  <a:lnTo>
                    <a:pt x="911" y="1096"/>
                  </a:lnTo>
                  <a:lnTo>
                    <a:pt x="905" y="1095"/>
                  </a:lnTo>
                  <a:lnTo>
                    <a:pt x="902" y="1095"/>
                  </a:lnTo>
                  <a:lnTo>
                    <a:pt x="902" y="1093"/>
                  </a:lnTo>
                  <a:lnTo>
                    <a:pt x="903" y="1093"/>
                  </a:lnTo>
                  <a:lnTo>
                    <a:pt x="903" y="1091"/>
                  </a:lnTo>
                  <a:lnTo>
                    <a:pt x="903" y="1091"/>
                  </a:lnTo>
                  <a:lnTo>
                    <a:pt x="902" y="1093"/>
                  </a:lnTo>
                  <a:lnTo>
                    <a:pt x="900" y="1093"/>
                  </a:lnTo>
                  <a:lnTo>
                    <a:pt x="900" y="1093"/>
                  </a:lnTo>
                  <a:lnTo>
                    <a:pt x="900" y="1091"/>
                  </a:lnTo>
                  <a:lnTo>
                    <a:pt x="900" y="1091"/>
                  </a:lnTo>
                  <a:lnTo>
                    <a:pt x="900" y="1091"/>
                  </a:lnTo>
                  <a:lnTo>
                    <a:pt x="899" y="1091"/>
                  </a:lnTo>
                  <a:lnTo>
                    <a:pt x="899" y="1093"/>
                  </a:lnTo>
                  <a:lnTo>
                    <a:pt x="899" y="1093"/>
                  </a:lnTo>
                  <a:lnTo>
                    <a:pt x="900" y="1093"/>
                  </a:lnTo>
                  <a:lnTo>
                    <a:pt x="900" y="1093"/>
                  </a:lnTo>
                  <a:lnTo>
                    <a:pt x="900" y="1095"/>
                  </a:lnTo>
                  <a:lnTo>
                    <a:pt x="899" y="1095"/>
                  </a:lnTo>
                  <a:lnTo>
                    <a:pt x="897" y="1095"/>
                  </a:lnTo>
                  <a:lnTo>
                    <a:pt x="893" y="1098"/>
                  </a:lnTo>
                  <a:lnTo>
                    <a:pt x="888" y="1098"/>
                  </a:lnTo>
                  <a:lnTo>
                    <a:pt x="883" y="1101"/>
                  </a:lnTo>
                  <a:lnTo>
                    <a:pt x="880" y="1101"/>
                  </a:lnTo>
                  <a:lnTo>
                    <a:pt x="880" y="1101"/>
                  </a:lnTo>
                  <a:lnTo>
                    <a:pt x="876" y="1101"/>
                  </a:lnTo>
                  <a:lnTo>
                    <a:pt x="871" y="1098"/>
                  </a:lnTo>
                  <a:lnTo>
                    <a:pt x="864" y="1098"/>
                  </a:lnTo>
                  <a:lnTo>
                    <a:pt x="859" y="1095"/>
                  </a:lnTo>
                  <a:lnTo>
                    <a:pt x="855" y="1093"/>
                  </a:lnTo>
                  <a:lnTo>
                    <a:pt x="852" y="1090"/>
                  </a:lnTo>
                  <a:lnTo>
                    <a:pt x="850" y="1090"/>
                  </a:lnTo>
                  <a:lnTo>
                    <a:pt x="848" y="1088"/>
                  </a:lnTo>
                  <a:lnTo>
                    <a:pt x="845" y="1088"/>
                  </a:lnTo>
                  <a:lnTo>
                    <a:pt x="841" y="1087"/>
                  </a:lnTo>
                  <a:lnTo>
                    <a:pt x="836" y="1085"/>
                  </a:lnTo>
                  <a:lnTo>
                    <a:pt x="833" y="1084"/>
                  </a:lnTo>
                  <a:lnTo>
                    <a:pt x="832" y="1082"/>
                  </a:lnTo>
                  <a:lnTo>
                    <a:pt x="826" y="1081"/>
                  </a:lnTo>
                  <a:lnTo>
                    <a:pt x="824" y="1081"/>
                  </a:lnTo>
                  <a:lnTo>
                    <a:pt x="823" y="1079"/>
                  </a:lnTo>
                  <a:lnTo>
                    <a:pt x="820" y="1078"/>
                  </a:lnTo>
                  <a:lnTo>
                    <a:pt x="818" y="1076"/>
                  </a:lnTo>
                  <a:lnTo>
                    <a:pt x="817" y="1075"/>
                  </a:lnTo>
                  <a:lnTo>
                    <a:pt x="815" y="1073"/>
                  </a:lnTo>
                  <a:lnTo>
                    <a:pt x="814" y="1072"/>
                  </a:lnTo>
                  <a:lnTo>
                    <a:pt x="814" y="1072"/>
                  </a:lnTo>
                  <a:lnTo>
                    <a:pt x="812" y="1072"/>
                  </a:lnTo>
                  <a:lnTo>
                    <a:pt x="809" y="1072"/>
                  </a:lnTo>
                  <a:lnTo>
                    <a:pt x="806" y="1070"/>
                  </a:lnTo>
                  <a:lnTo>
                    <a:pt x="804" y="1070"/>
                  </a:lnTo>
                  <a:lnTo>
                    <a:pt x="800" y="1069"/>
                  </a:lnTo>
                  <a:lnTo>
                    <a:pt x="795" y="1067"/>
                  </a:lnTo>
                  <a:lnTo>
                    <a:pt x="792" y="1064"/>
                  </a:lnTo>
                  <a:lnTo>
                    <a:pt x="791" y="1063"/>
                  </a:lnTo>
                  <a:lnTo>
                    <a:pt x="789" y="1060"/>
                  </a:lnTo>
                  <a:lnTo>
                    <a:pt x="788" y="1060"/>
                  </a:lnTo>
                  <a:lnTo>
                    <a:pt x="785" y="1058"/>
                  </a:lnTo>
                  <a:lnTo>
                    <a:pt x="783" y="1056"/>
                  </a:lnTo>
                  <a:lnTo>
                    <a:pt x="780" y="1056"/>
                  </a:lnTo>
                  <a:lnTo>
                    <a:pt x="776" y="1053"/>
                  </a:lnTo>
                  <a:lnTo>
                    <a:pt x="776" y="1052"/>
                  </a:lnTo>
                  <a:lnTo>
                    <a:pt x="774" y="1050"/>
                  </a:lnTo>
                  <a:lnTo>
                    <a:pt x="773" y="1049"/>
                  </a:lnTo>
                  <a:lnTo>
                    <a:pt x="769" y="1046"/>
                  </a:lnTo>
                  <a:lnTo>
                    <a:pt x="769" y="1044"/>
                  </a:lnTo>
                  <a:lnTo>
                    <a:pt x="768" y="1041"/>
                  </a:lnTo>
                  <a:lnTo>
                    <a:pt x="768" y="1041"/>
                  </a:lnTo>
                  <a:lnTo>
                    <a:pt x="768" y="1040"/>
                  </a:lnTo>
                  <a:lnTo>
                    <a:pt x="768" y="1040"/>
                  </a:lnTo>
                  <a:lnTo>
                    <a:pt x="769" y="1038"/>
                  </a:lnTo>
                  <a:lnTo>
                    <a:pt x="771" y="1038"/>
                  </a:lnTo>
                  <a:lnTo>
                    <a:pt x="773" y="1037"/>
                  </a:lnTo>
                  <a:lnTo>
                    <a:pt x="773" y="1037"/>
                  </a:lnTo>
                  <a:lnTo>
                    <a:pt x="773" y="1037"/>
                  </a:lnTo>
                  <a:lnTo>
                    <a:pt x="771" y="1035"/>
                  </a:lnTo>
                  <a:lnTo>
                    <a:pt x="771" y="1035"/>
                  </a:lnTo>
                  <a:lnTo>
                    <a:pt x="769" y="1035"/>
                  </a:lnTo>
                  <a:lnTo>
                    <a:pt x="769" y="1034"/>
                  </a:lnTo>
                  <a:lnTo>
                    <a:pt x="769" y="1034"/>
                  </a:lnTo>
                  <a:lnTo>
                    <a:pt x="771" y="1032"/>
                  </a:lnTo>
                  <a:lnTo>
                    <a:pt x="773" y="1031"/>
                  </a:lnTo>
                  <a:lnTo>
                    <a:pt x="773" y="1031"/>
                  </a:lnTo>
                  <a:lnTo>
                    <a:pt x="773" y="1029"/>
                  </a:lnTo>
                  <a:lnTo>
                    <a:pt x="773" y="1026"/>
                  </a:lnTo>
                  <a:lnTo>
                    <a:pt x="773" y="1025"/>
                  </a:lnTo>
                  <a:lnTo>
                    <a:pt x="769" y="1023"/>
                  </a:lnTo>
                  <a:lnTo>
                    <a:pt x="769" y="1023"/>
                  </a:lnTo>
                  <a:lnTo>
                    <a:pt x="769" y="1022"/>
                  </a:lnTo>
                  <a:lnTo>
                    <a:pt x="768" y="1018"/>
                  </a:lnTo>
                  <a:lnTo>
                    <a:pt x="768" y="1014"/>
                  </a:lnTo>
                  <a:lnTo>
                    <a:pt x="766" y="1011"/>
                  </a:lnTo>
                  <a:lnTo>
                    <a:pt x="763" y="1008"/>
                  </a:lnTo>
                  <a:lnTo>
                    <a:pt x="763" y="1008"/>
                  </a:lnTo>
                  <a:lnTo>
                    <a:pt x="760" y="1005"/>
                  </a:lnTo>
                  <a:lnTo>
                    <a:pt x="759" y="1003"/>
                  </a:lnTo>
                  <a:lnTo>
                    <a:pt x="756" y="999"/>
                  </a:lnTo>
                  <a:lnTo>
                    <a:pt x="754" y="997"/>
                  </a:lnTo>
                  <a:lnTo>
                    <a:pt x="751" y="994"/>
                  </a:lnTo>
                  <a:lnTo>
                    <a:pt x="750" y="991"/>
                  </a:lnTo>
                  <a:lnTo>
                    <a:pt x="742" y="985"/>
                  </a:lnTo>
                  <a:lnTo>
                    <a:pt x="742" y="985"/>
                  </a:lnTo>
                  <a:lnTo>
                    <a:pt x="745" y="987"/>
                  </a:lnTo>
                  <a:lnTo>
                    <a:pt x="745" y="987"/>
                  </a:lnTo>
                  <a:lnTo>
                    <a:pt x="745" y="987"/>
                  </a:lnTo>
                  <a:lnTo>
                    <a:pt x="745" y="985"/>
                  </a:lnTo>
                  <a:lnTo>
                    <a:pt x="744" y="985"/>
                  </a:lnTo>
                  <a:lnTo>
                    <a:pt x="744" y="985"/>
                  </a:lnTo>
                  <a:lnTo>
                    <a:pt x="742" y="985"/>
                  </a:lnTo>
                  <a:lnTo>
                    <a:pt x="742" y="985"/>
                  </a:lnTo>
                  <a:lnTo>
                    <a:pt x="741" y="985"/>
                  </a:lnTo>
                  <a:lnTo>
                    <a:pt x="739" y="984"/>
                  </a:lnTo>
                  <a:lnTo>
                    <a:pt x="739" y="982"/>
                  </a:lnTo>
                  <a:lnTo>
                    <a:pt x="739" y="982"/>
                  </a:lnTo>
                  <a:lnTo>
                    <a:pt x="736" y="979"/>
                  </a:lnTo>
                  <a:lnTo>
                    <a:pt x="735" y="977"/>
                  </a:lnTo>
                  <a:lnTo>
                    <a:pt x="736" y="977"/>
                  </a:lnTo>
                  <a:lnTo>
                    <a:pt x="736" y="977"/>
                  </a:lnTo>
                  <a:lnTo>
                    <a:pt x="738" y="977"/>
                  </a:lnTo>
                  <a:lnTo>
                    <a:pt x="738" y="977"/>
                  </a:lnTo>
                  <a:lnTo>
                    <a:pt x="738" y="977"/>
                  </a:lnTo>
                  <a:lnTo>
                    <a:pt x="738" y="977"/>
                  </a:lnTo>
                  <a:lnTo>
                    <a:pt x="738" y="977"/>
                  </a:lnTo>
                  <a:lnTo>
                    <a:pt x="735" y="976"/>
                  </a:lnTo>
                  <a:lnTo>
                    <a:pt x="733" y="974"/>
                  </a:lnTo>
                  <a:lnTo>
                    <a:pt x="730" y="973"/>
                  </a:lnTo>
                  <a:lnTo>
                    <a:pt x="730" y="973"/>
                  </a:lnTo>
                  <a:lnTo>
                    <a:pt x="728" y="971"/>
                  </a:lnTo>
                  <a:lnTo>
                    <a:pt x="728" y="971"/>
                  </a:lnTo>
                  <a:lnTo>
                    <a:pt x="727" y="971"/>
                  </a:lnTo>
                  <a:lnTo>
                    <a:pt x="725" y="971"/>
                  </a:lnTo>
                  <a:lnTo>
                    <a:pt x="725" y="971"/>
                  </a:lnTo>
                  <a:lnTo>
                    <a:pt x="725" y="971"/>
                  </a:lnTo>
                  <a:lnTo>
                    <a:pt x="727" y="970"/>
                  </a:lnTo>
                  <a:lnTo>
                    <a:pt x="728" y="968"/>
                  </a:lnTo>
                  <a:lnTo>
                    <a:pt x="728" y="968"/>
                  </a:lnTo>
                  <a:lnTo>
                    <a:pt x="727" y="968"/>
                  </a:lnTo>
                  <a:lnTo>
                    <a:pt x="727" y="970"/>
                  </a:lnTo>
                  <a:lnTo>
                    <a:pt x="725" y="970"/>
                  </a:lnTo>
                  <a:lnTo>
                    <a:pt x="724" y="970"/>
                  </a:lnTo>
                  <a:lnTo>
                    <a:pt x="724" y="970"/>
                  </a:lnTo>
                  <a:lnTo>
                    <a:pt x="722" y="970"/>
                  </a:lnTo>
                  <a:lnTo>
                    <a:pt x="722" y="968"/>
                  </a:lnTo>
                  <a:lnTo>
                    <a:pt x="721" y="964"/>
                  </a:lnTo>
                  <a:lnTo>
                    <a:pt x="722" y="962"/>
                  </a:lnTo>
                  <a:lnTo>
                    <a:pt x="722" y="961"/>
                  </a:lnTo>
                  <a:lnTo>
                    <a:pt x="724" y="961"/>
                  </a:lnTo>
                  <a:lnTo>
                    <a:pt x="724" y="961"/>
                  </a:lnTo>
                  <a:lnTo>
                    <a:pt x="725" y="961"/>
                  </a:lnTo>
                  <a:lnTo>
                    <a:pt x="724" y="961"/>
                  </a:lnTo>
                  <a:lnTo>
                    <a:pt x="724" y="959"/>
                  </a:lnTo>
                  <a:lnTo>
                    <a:pt x="724" y="959"/>
                  </a:lnTo>
                  <a:lnTo>
                    <a:pt x="724" y="959"/>
                  </a:lnTo>
                  <a:lnTo>
                    <a:pt x="722" y="958"/>
                  </a:lnTo>
                  <a:lnTo>
                    <a:pt x="721" y="955"/>
                  </a:lnTo>
                  <a:lnTo>
                    <a:pt x="718" y="955"/>
                  </a:lnTo>
                  <a:lnTo>
                    <a:pt x="718" y="955"/>
                  </a:lnTo>
                  <a:lnTo>
                    <a:pt x="716" y="955"/>
                  </a:lnTo>
                  <a:lnTo>
                    <a:pt x="715" y="953"/>
                  </a:lnTo>
                  <a:lnTo>
                    <a:pt x="715" y="952"/>
                  </a:lnTo>
                  <a:lnTo>
                    <a:pt x="715" y="950"/>
                  </a:lnTo>
                  <a:lnTo>
                    <a:pt x="715" y="950"/>
                  </a:lnTo>
                  <a:lnTo>
                    <a:pt x="710" y="949"/>
                  </a:lnTo>
                  <a:lnTo>
                    <a:pt x="710" y="949"/>
                  </a:lnTo>
                  <a:lnTo>
                    <a:pt x="709" y="947"/>
                  </a:lnTo>
                  <a:lnTo>
                    <a:pt x="707" y="945"/>
                  </a:lnTo>
                  <a:lnTo>
                    <a:pt x="707" y="945"/>
                  </a:lnTo>
                  <a:lnTo>
                    <a:pt x="707" y="944"/>
                  </a:lnTo>
                  <a:lnTo>
                    <a:pt x="707" y="942"/>
                  </a:lnTo>
                  <a:lnTo>
                    <a:pt x="707" y="939"/>
                  </a:lnTo>
                  <a:lnTo>
                    <a:pt x="707" y="939"/>
                  </a:lnTo>
                  <a:lnTo>
                    <a:pt x="704" y="938"/>
                  </a:lnTo>
                  <a:lnTo>
                    <a:pt x="704" y="938"/>
                  </a:lnTo>
                  <a:lnTo>
                    <a:pt x="703" y="939"/>
                  </a:lnTo>
                  <a:lnTo>
                    <a:pt x="703" y="938"/>
                  </a:lnTo>
                  <a:lnTo>
                    <a:pt x="701" y="938"/>
                  </a:lnTo>
                  <a:lnTo>
                    <a:pt x="698" y="935"/>
                  </a:lnTo>
                  <a:lnTo>
                    <a:pt x="697" y="932"/>
                  </a:lnTo>
                  <a:lnTo>
                    <a:pt x="694" y="930"/>
                  </a:lnTo>
                  <a:lnTo>
                    <a:pt x="692" y="929"/>
                  </a:lnTo>
                  <a:lnTo>
                    <a:pt x="692" y="929"/>
                  </a:lnTo>
                  <a:lnTo>
                    <a:pt x="690" y="927"/>
                  </a:lnTo>
                  <a:lnTo>
                    <a:pt x="690" y="926"/>
                  </a:lnTo>
                  <a:lnTo>
                    <a:pt x="690" y="926"/>
                  </a:lnTo>
                  <a:lnTo>
                    <a:pt x="689" y="924"/>
                  </a:lnTo>
                  <a:lnTo>
                    <a:pt x="687" y="923"/>
                  </a:lnTo>
                  <a:lnTo>
                    <a:pt x="687" y="921"/>
                  </a:lnTo>
                  <a:lnTo>
                    <a:pt x="687" y="920"/>
                  </a:lnTo>
                  <a:lnTo>
                    <a:pt x="685" y="918"/>
                  </a:lnTo>
                  <a:lnTo>
                    <a:pt x="684" y="918"/>
                  </a:lnTo>
                  <a:lnTo>
                    <a:pt x="684" y="917"/>
                  </a:lnTo>
                  <a:lnTo>
                    <a:pt x="684" y="917"/>
                  </a:lnTo>
                  <a:lnTo>
                    <a:pt x="684" y="915"/>
                  </a:lnTo>
                  <a:lnTo>
                    <a:pt x="683" y="914"/>
                  </a:lnTo>
                  <a:lnTo>
                    <a:pt x="681" y="911"/>
                  </a:lnTo>
                  <a:lnTo>
                    <a:pt x="681" y="911"/>
                  </a:lnTo>
                  <a:lnTo>
                    <a:pt x="679" y="909"/>
                  </a:lnTo>
                  <a:lnTo>
                    <a:pt x="679" y="907"/>
                  </a:lnTo>
                  <a:lnTo>
                    <a:pt x="679" y="904"/>
                  </a:lnTo>
                  <a:lnTo>
                    <a:pt x="678" y="901"/>
                  </a:lnTo>
                  <a:lnTo>
                    <a:pt x="677" y="900"/>
                  </a:lnTo>
                  <a:lnTo>
                    <a:pt x="675" y="898"/>
                  </a:lnTo>
                  <a:lnTo>
                    <a:pt x="677" y="895"/>
                  </a:lnTo>
                  <a:lnTo>
                    <a:pt x="675" y="894"/>
                  </a:lnTo>
                  <a:lnTo>
                    <a:pt x="675" y="894"/>
                  </a:lnTo>
                  <a:lnTo>
                    <a:pt x="675" y="894"/>
                  </a:lnTo>
                  <a:lnTo>
                    <a:pt x="677" y="894"/>
                  </a:lnTo>
                  <a:lnTo>
                    <a:pt x="677" y="894"/>
                  </a:lnTo>
                  <a:lnTo>
                    <a:pt x="677" y="892"/>
                  </a:lnTo>
                  <a:lnTo>
                    <a:pt x="677" y="892"/>
                  </a:lnTo>
                  <a:lnTo>
                    <a:pt x="675" y="891"/>
                  </a:lnTo>
                  <a:lnTo>
                    <a:pt x="673" y="891"/>
                  </a:lnTo>
                  <a:lnTo>
                    <a:pt x="671" y="891"/>
                  </a:lnTo>
                  <a:lnTo>
                    <a:pt x="669" y="889"/>
                  </a:lnTo>
                  <a:lnTo>
                    <a:pt x="669" y="888"/>
                  </a:lnTo>
                  <a:lnTo>
                    <a:pt x="669" y="888"/>
                  </a:lnTo>
                  <a:lnTo>
                    <a:pt x="667" y="886"/>
                  </a:lnTo>
                  <a:lnTo>
                    <a:pt x="666" y="886"/>
                  </a:lnTo>
                  <a:lnTo>
                    <a:pt x="665" y="886"/>
                  </a:lnTo>
                  <a:lnTo>
                    <a:pt x="665" y="888"/>
                  </a:lnTo>
                  <a:lnTo>
                    <a:pt x="665" y="888"/>
                  </a:lnTo>
                  <a:lnTo>
                    <a:pt x="663" y="888"/>
                  </a:lnTo>
                  <a:lnTo>
                    <a:pt x="661" y="886"/>
                  </a:lnTo>
                  <a:lnTo>
                    <a:pt x="659" y="885"/>
                  </a:lnTo>
                  <a:lnTo>
                    <a:pt x="657" y="883"/>
                  </a:lnTo>
                  <a:lnTo>
                    <a:pt x="657" y="883"/>
                  </a:lnTo>
                  <a:lnTo>
                    <a:pt x="655" y="883"/>
                  </a:lnTo>
                  <a:lnTo>
                    <a:pt x="654" y="882"/>
                  </a:lnTo>
                  <a:lnTo>
                    <a:pt x="654" y="883"/>
                  </a:lnTo>
                  <a:lnTo>
                    <a:pt x="654" y="883"/>
                  </a:lnTo>
                  <a:lnTo>
                    <a:pt x="655" y="886"/>
                  </a:lnTo>
                  <a:lnTo>
                    <a:pt x="654" y="888"/>
                  </a:lnTo>
                  <a:lnTo>
                    <a:pt x="654" y="892"/>
                  </a:lnTo>
                  <a:lnTo>
                    <a:pt x="654" y="894"/>
                  </a:lnTo>
                  <a:lnTo>
                    <a:pt x="655" y="895"/>
                  </a:lnTo>
                  <a:lnTo>
                    <a:pt x="657" y="898"/>
                  </a:lnTo>
                  <a:lnTo>
                    <a:pt x="657" y="900"/>
                  </a:lnTo>
                  <a:lnTo>
                    <a:pt x="657" y="901"/>
                  </a:lnTo>
                  <a:lnTo>
                    <a:pt x="657" y="906"/>
                  </a:lnTo>
                  <a:lnTo>
                    <a:pt x="657" y="907"/>
                  </a:lnTo>
                  <a:lnTo>
                    <a:pt x="659" y="909"/>
                  </a:lnTo>
                  <a:lnTo>
                    <a:pt x="660" y="911"/>
                  </a:lnTo>
                  <a:lnTo>
                    <a:pt x="660" y="912"/>
                  </a:lnTo>
                  <a:lnTo>
                    <a:pt x="663" y="914"/>
                  </a:lnTo>
                  <a:lnTo>
                    <a:pt x="665" y="915"/>
                  </a:lnTo>
                  <a:lnTo>
                    <a:pt x="667" y="917"/>
                  </a:lnTo>
                  <a:lnTo>
                    <a:pt x="667" y="918"/>
                  </a:lnTo>
                  <a:lnTo>
                    <a:pt x="671" y="921"/>
                  </a:lnTo>
                  <a:lnTo>
                    <a:pt x="671" y="923"/>
                  </a:lnTo>
                  <a:lnTo>
                    <a:pt x="671" y="924"/>
                  </a:lnTo>
                  <a:lnTo>
                    <a:pt x="672" y="924"/>
                  </a:lnTo>
                  <a:lnTo>
                    <a:pt x="673" y="926"/>
                  </a:lnTo>
                  <a:lnTo>
                    <a:pt x="673" y="926"/>
                  </a:lnTo>
                  <a:lnTo>
                    <a:pt x="673" y="926"/>
                  </a:lnTo>
                  <a:lnTo>
                    <a:pt x="673" y="926"/>
                  </a:lnTo>
                  <a:lnTo>
                    <a:pt x="675" y="926"/>
                  </a:lnTo>
                  <a:lnTo>
                    <a:pt x="677" y="930"/>
                  </a:lnTo>
                  <a:lnTo>
                    <a:pt x="677" y="930"/>
                  </a:lnTo>
                  <a:lnTo>
                    <a:pt x="678" y="930"/>
                  </a:lnTo>
                  <a:lnTo>
                    <a:pt x="678" y="932"/>
                  </a:lnTo>
                  <a:lnTo>
                    <a:pt x="678" y="932"/>
                  </a:lnTo>
                  <a:lnTo>
                    <a:pt x="678" y="933"/>
                  </a:lnTo>
                  <a:lnTo>
                    <a:pt x="679" y="935"/>
                  </a:lnTo>
                  <a:lnTo>
                    <a:pt x="679" y="936"/>
                  </a:lnTo>
                  <a:lnTo>
                    <a:pt x="679" y="938"/>
                  </a:lnTo>
                  <a:lnTo>
                    <a:pt x="679" y="938"/>
                  </a:lnTo>
                  <a:lnTo>
                    <a:pt x="679" y="939"/>
                  </a:lnTo>
                  <a:lnTo>
                    <a:pt x="683" y="942"/>
                  </a:lnTo>
                  <a:lnTo>
                    <a:pt x="685" y="944"/>
                  </a:lnTo>
                  <a:lnTo>
                    <a:pt x="685" y="945"/>
                  </a:lnTo>
                  <a:lnTo>
                    <a:pt x="687" y="949"/>
                  </a:lnTo>
                  <a:lnTo>
                    <a:pt x="689" y="949"/>
                  </a:lnTo>
                  <a:lnTo>
                    <a:pt x="689" y="950"/>
                  </a:lnTo>
                  <a:lnTo>
                    <a:pt x="689" y="952"/>
                  </a:lnTo>
                  <a:lnTo>
                    <a:pt x="689" y="952"/>
                  </a:lnTo>
                  <a:lnTo>
                    <a:pt x="690" y="953"/>
                  </a:lnTo>
                  <a:lnTo>
                    <a:pt x="692" y="956"/>
                  </a:lnTo>
                  <a:lnTo>
                    <a:pt x="692" y="958"/>
                  </a:lnTo>
                  <a:lnTo>
                    <a:pt x="694" y="958"/>
                  </a:lnTo>
                  <a:lnTo>
                    <a:pt x="694" y="956"/>
                  </a:lnTo>
                  <a:lnTo>
                    <a:pt x="692" y="955"/>
                  </a:lnTo>
                  <a:lnTo>
                    <a:pt x="692" y="955"/>
                  </a:lnTo>
                  <a:lnTo>
                    <a:pt x="692" y="953"/>
                  </a:lnTo>
                  <a:lnTo>
                    <a:pt x="692" y="953"/>
                  </a:lnTo>
                  <a:lnTo>
                    <a:pt x="695" y="955"/>
                  </a:lnTo>
                  <a:lnTo>
                    <a:pt x="695" y="956"/>
                  </a:lnTo>
                  <a:lnTo>
                    <a:pt x="697" y="958"/>
                  </a:lnTo>
                  <a:lnTo>
                    <a:pt x="697" y="959"/>
                  </a:lnTo>
                  <a:lnTo>
                    <a:pt x="697" y="961"/>
                  </a:lnTo>
                  <a:lnTo>
                    <a:pt x="697" y="961"/>
                  </a:lnTo>
                  <a:lnTo>
                    <a:pt x="698" y="964"/>
                  </a:lnTo>
                  <a:lnTo>
                    <a:pt x="698" y="965"/>
                  </a:lnTo>
                  <a:lnTo>
                    <a:pt x="698" y="968"/>
                  </a:lnTo>
                  <a:lnTo>
                    <a:pt x="700" y="970"/>
                  </a:lnTo>
                  <a:lnTo>
                    <a:pt x="701" y="971"/>
                  </a:lnTo>
                  <a:lnTo>
                    <a:pt x="701" y="973"/>
                  </a:lnTo>
                  <a:lnTo>
                    <a:pt x="703" y="976"/>
                  </a:lnTo>
                  <a:lnTo>
                    <a:pt x="704" y="979"/>
                  </a:lnTo>
                  <a:lnTo>
                    <a:pt x="706" y="980"/>
                  </a:lnTo>
                  <a:lnTo>
                    <a:pt x="706" y="980"/>
                  </a:lnTo>
                  <a:lnTo>
                    <a:pt x="706" y="984"/>
                  </a:lnTo>
                  <a:lnTo>
                    <a:pt x="706" y="984"/>
                  </a:lnTo>
                  <a:lnTo>
                    <a:pt x="706" y="987"/>
                  </a:lnTo>
                  <a:lnTo>
                    <a:pt x="707" y="990"/>
                  </a:lnTo>
                  <a:lnTo>
                    <a:pt x="709" y="990"/>
                  </a:lnTo>
                  <a:lnTo>
                    <a:pt x="709" y="990"/>
                  </a:lnTo>
                  <a:lnTo>
                    <a:pt x="709" y="990"/>
                  </a:lnTo>
                  <a:lnTo>
                    <a:pt x="710" y="991"/>
                  </a:lnTo>
                  <a:lnTo>
                    <a:pt x="710" y="990"/>
                  </a:lnTo>
                  <a:lnTo>
                    <a:pt x="710" y="990"/>
                  </a:lnTo>
                  <a:lnTo>
                    <a:pt x="710" y="988"/>
                  </a:lnTo>
                  <a:lnTo>
                    <a:pt x="710" y="988"/>
                  </a:lnTo>
                  <a:lnTo>
                    <a:pt x="710" y="987"/>
                  </a:lnTo>
                  <a:lnTo>
                    <a:pt x="710" y="987"/>
                  </a:lnTo>
                  <a:lnTo>
                    <a:pt x="713" y="990"/>
                  </a:lnTo>
                  <a:lnTo>
                    <a:pt x="715" y="991"/>
                  </a:lnTo>
                  <a:lnTo>
                    <a:pt x="715" y="991"/>
                  </a:lnTo>
                  <a:lnTo>
                    <a:pt x="716" y="993"/>
                  </a:lnTo>
                  <a:lnTo>
                    <a:pt x="716" y="994"/>
                  </a:lnTo>
                  <a:lnTo>
                    <a:pt x="718" y="994"/>
                  </a:lnTo>
                  <a:lnTo>
                    <a:pt x="718" y="996"/>
                  </a:lnTo>
                  <a:lnTo>
                    <a:pt x="721" y="997"/>
                  </a:lnTo>
                  <a:lnTo>
                    <a:pt x="721" y="999"/>
                  </a:lnTo>
                  <a:lnTo>
                    <a:pt x="721" y="1000"/>
                  </a:lnTo>
                  <a:lnTo>
                    <a:pt x="721" y="1002"/>
                  </a:lnTo>
                  <a:lnTo>
                    <a:pt x="721" y="1003"/>
                  </a:lnTo>
                  <a:lnTo>
                    <a:pt x="719" y="1005"/>
                  </a:lnTo>
                  <a:lnTo>
                    <a:pt x="718" y="1005"/>
                  </a:lnTo>
                  <a:lnTo>
                    <a:pt x="716" y="1006"/>
                  </a:lnTo>
                  <a:lnTo>
                    <a:pt x="715" y="1006"/>
                  </a:lnTo>
                  <a:lnTo>
                    <a:pt x="715" y="1006"/>
                  </a:lnTo>
                  <a:lnTo>
                    <a:pt x="713" y="1005"/>
                  </a:lnTo>
                  <a:lnTo>
                    <a:pt x="712" y="1000"/>
                  </a:lnTo>
                  <a:lnTo>
                    <a:pt x="712" y="1000"/>
                  </a:lnTo>
                  <a:lnTo>
                    <a:pt x="710" y="999"/>
                  </a:lnTo>
                  <a:lnTo>
                    <a:pt x="710" y="997"/>
                  </a:lnTo>
                  <a:lnTo>
                    <a:pt x="706" y="996"/>
                  </a:lnTo>
                  <a:lnTo>
                    <a:pt x="704" y="994"/>
                  </a:lnTo>
                  <a:lnTo>
                    <a:pt x="703" y="993"/>
                  </a:lnTo>
                  <a:lnTo>
                    <a:pt x="701" y="991"/>
                  </a:lnTo>
                  <a:lnTo>
                    <a:pt x="697" y="988"/>
                  </a:lnTo>
                  <a:lnTo>
                    <a:pt x="695" y="987"/>
                  </a:lnTo>
                  <a:lnTo>
                    <a:pt x="694" y="985"/>
                  </a:lnTo>
                  <a:lnTo>
                    <a:pt x="692" y="985"/>
                  </a:lnTo>
                  <a:lnTo>
                    <a:pt x="692" y="985"/>
                  </a:lnTo>
                  <a:lnTo>
                    <a:pt x="692" y="984"/>
                  </a:lnTo>
                  <a:lnTo>
                    <a:pt x="692" y="984"/>
                  </a:lnTo>
                  <a:lnTo>
                    <a:pt x="692" y="984"/>
                  </a:lnTo>
                  <a:lnTo>
                    <a:pt x="689" y="980"/>
                  </a:lnTo>
                  <a:lnTo>
                    <a:pt x="687" y="979"/>
                  </a:lnTo>
                  <a:lnTo>
                    <a:pt x="687" y="977"/>
                  </a:lnTo>
                  <a:lnTo>
                    <a:pt x="689" y="974"/>
                  </a:lnTo>
                  <a:lnTo>
                    <a:pt x="689" y="971"/>
                  </a:lnTo>
                  <a:lnTo>
                    <a:pt x="689" y="970"/>
                  </a:lnTo>
                  <a:lnTo>
                    <a:pt x="689" y="970"/>
                  </a:lnTo>
                  <a:lnTo>
                    <a:pt x="687" y="970"/>
                  </a:lnTo>
                  <a:lnTo>
                    <a:pt x="687" y="968"/>
                  </a:lnTo>
                  <a:lnTo>
                    <a:pt x="687" y="965"/>
                  </a:lnTo>
                  <a:lnTo>
                    <a:pt x="684" y="962"/>
                  </a:lnTo>
                  <a:lnTo>
                    <a:pt x="683" y="961"/>
                  </a:lnTo>
                  <a:lnTo>
                    <a:pt x="681" y="961"/>
                  </a:lnTo>
                  <a:lnTo>
                    <a:pt x="677" y="956"/>
                  </a:lnTo>
                  <a:lnTo>
                    <a:pt x="675" y="955"/>
                  </a:lnTo>
                  <a:lnTo>
                    <a:pt x="675" y="955"/>
                  </a:lnTo>
                  <a:lnTo>
                    <a:pt x="675" y="952"/>
                  </a:lnTo>
                  <a:lnTo>
                    <a:pt x="675" y="953"/>
                  </a:lnTo>
                  <a:lnTo>
                    <a:pt x="673" y="955"/>
                  </a:lnTo>
                  <a:lnTo>
                    <a:pt x="672" y="953"/>
                  </a:lnTo>
                  <a:lnTo>
                    <a:pt x="669" y="955"/>
                  </a:lnTo>
                  <a:lnTo>
                    <a:pt x="669" y="955"/>
                  </a:lnTo>
                  <a:lnTo>
                    <a:pt x="667" y="953"/>
                  </a:lnTo>
                  <a:lnTo>
                    <a:pt x="667" y="952"/>
                  </a:lnTo>
                  <a:lnTo>
                    <a:pt x="666" y="952"/>
                  </a:lnTo>
                  <a:lnTo>
                    <a:pt x="665" y="952"/>
                  </a:lnTo>
                  <a:lnTo>
                    <a:pt x="663" y="950"/>
                  </a:lnTo>
                  <a:lnTo>
                    <a:pt x="663" y="949"/>
                  </a:lnTo>
                  <a:lnTo>
                    <a:pt x="661" y="949"/>
                  </a:lnTo>
                  <a:lnTo>
                    <a:pt x="660" y="949"/>
                  </a:lnTo>
                  <a:lnTo>
                    <a:pt x="659" y="947"/>
                  </a:lnTo>
                  <a:lnTo>
                    <a:pt x="659" y="945"/>
                  </a:lnTo>
                  <a:lnTo>
                    <a:pt x="659" y="945"/>
                  </a:lnTo>
                  <a:lnTo>
                    <a:pt x="655" y="944"/>
                  </a:lnTo>
                  <a:lnTo>
                    <a:pt x="654" y="942"/>
                  </a:lnTo>
                  <a:lnTo>
                    <a:pt x="652" y="941"/>
                  </a:lnTo>
                  <a:lnTo>
                    <a:pt x="652" y="939"/>
                  </a:lnTo>
                  <a:lnTo>
                    <a:pt x="652" y="939"/>
                  </a:lnTo>
                  <a:lnTo>
                    <a:pt x="655" y="939"/>
                  </a:lnTo>
                  <a:lnTo>
                    <a:pt x="659" y="941"/>
                  </a:lnTo>
                  <a:lnTo>
                    <a:pt x="660" y="939"/>
                  </a:lnTo>
                  <a:lnTo>
                    <a:pt x="660" y="939"/>
                  </a:lnTo>
                  <a:lnTo>
                    <a:pt x="661" y="939"/>
                  </a:lnTo>
                  <a:lnTo>
                    <a:pt x="661" y="939"/>
                  </a:lnTo>
                  <a:lnTo>
                    <a:pt x="661" y="941"/>
                  </a:lnTo>
                  <a:lnTo>
                    <a:pt x="661" y="941"/>
                  </a:lnTo>
                  <a:lnTo>
                    <a:pt x="663" y="942"/>
                  </a:lnTo>
                  <a:lnTo>
                    <a:pt x="665" y="941"/>
                  </a:lnTo>
                  <a:lnTo>
                    <a:pt x="663" y="941"/>
                  </a:lnTo>
                  <a:lnTo>
                    <a:pt x="663" y="939"/>
                  </a:lnTo>
                  <a:lnTo>
                    <a:pt x="663" y="939"/>
                  </a:lnTo>
                  <a:lnTo>
                    <a:pt x="663" y="938"/>
                  </a:lnTo>
                  <a:lnTo>
                    <a:pt x="661" y="938"/>
                  </a:lnTo>
                  <a:lnTo>
                    <a:pt x="661" y="938"/>
                  </a:lnTo>
                  <a:lnTo>
                    <a:pt x="663" y="936"/>
                  </a:lnTo>
                  <a:lnTo>
                    <a:pt x="663" y="935"/>
                  </a:lnTo>
                  <a:lnTo>
                    <a:pt x="665" y="932"/>
                  </a:lnTo>
                  <a:lnTo>
                    <a:pt x="663" y="929"/>
                  </a:lnTo>
                  <a:lnTo>
                    <a:pt x="661" y="927"/>
                  </a:lnTo>
                  <a:lnTo>
                    <a:pt x="657" y="921"/>
                  </a:lnTo>
                  <a:lnTo>
                    <a:pt x="654" y="920"/>
                  </a:lnTo>
                  <a:lnTo>
                    <a:pt x="654" y="918"/>
                  </a:lnTo>
                  <a:lnTo>
                    <a:pt x="652" y="918"/>
                  </a:lnTo>
                  <a:lnTo>
                    <a:pt x="651" y="917"/>
                  </a:lnTo>
                  <a:lnTo>
                    <a:pt x="649" y="915"/>
                  </a:lnTo>
                  <a:lnTo>
                    <a:pt x="646" y="914"/>
                  </a:lnTo>
                  <a:lnTo>
                    <a:pt x="645" y="912"/>
                  </a:lnTo>
                  <a:lnTo>
                    <a:pt x="643" y="911"/>
                  </a:lnTo>
                  <a:lnTo>
                    <a:pt x="643" y="909"/>
                  </a:lnTo>
                  <a:lnTo>
                    <a:pt x="643" y="907"/>
                  </a:lnTo>
                  <a:lnTo>
                    <a:pt x="643" y="904"/>
                  </a:lnTo>
                  <a:lnTo>
                    <a:pt x="642" y="904"/>
                  </a:lnTo>
                  <a:lnTo>
                    <a:pt x="640" y="903"/>
                  </a:lnTo>
                  <a:lnTo>
                    <a:pt x="640" y="901"/>
                  </a:lnTo>
                  <a:lnTo>
                    <a:pt x="640" y="898"/>
                  </a:lnTo>
                  <a:lnTo>
                    <a:pt x="640" y="898"/>
                  </a:lnTo>
                  <a:lnTo>
                    <a:pt x="637" y="895"/>
                  </a:lnTo>
                  <a:lnTo>
                    <a:pt x="637" y="894"/>
                  </a:lnTo>
                  <a:lnTo>
                    <a:pt x="637" y="892"/>
                  </a:lnTo>
                  <a:lnTo>
                    <a:pt x="636" y="892"/>
                  </a:lnTo>
                  <a:lnTo>
                    <a:pt x="634" y="889"/>
                  </a:lnTo>
                  <a:lnTo>
                    <a:pt x="633" y="888"/>
                  </a:lnTo>
                  <a:lnTo>
                    <a:pt x="633" y="886"/>
                  </a:lnTo>
                  <a:lnTo>
                    <a:pt x="633" y="885"/>
                  </a:lnTo>
                  <a:lnTo>
                    <a:pt x="630" y="885"/>
                  </a:lnTo>
                  <a:lnTo>
                    <a:pt x="630" y="885"/>
                  </a:lnTo>
                  <a:lnTo>
                    <a:pt x="633" y="885"/>
                  </a:lnTo>
                  <a:lnTo>
                    <a:pt x="633" y="885"/>
                  </a:lnTo>
                  <a:lnTo>
                    <a:pt x="633" y="883"/>
                  </a:lnTo>
                  <a:lnTo>
                    <a:pt x="630" y="880"/>
                  </a:lnTo>
                  <a:lnTo>
                    <a:pt x="630" y="877"/>
                  </a:lnTo>
                  <a:lnTo>
                    <a:pt x="628" y="876"/>
                  </a:lnTo>
                  <a:lnTo>
                    <a:pt x="628" y="876"/>
                  </a:lnTo>
                  <a:lnTo>
                    <a:pt x="627" y="873"/>
                  </a:lnTo>
                  <a:lnTo>
                    <a:pt x="627" y="873"/>
                  </a:lnTo>
                  <a:lnTo>
                    <a:pt x="627" y="871"/>
                  </a:lnTo>
                  <a:lnTo>
                    <a:pt x="627" y="871"/>
                  </a:lnTo>
                  <a:lnTo>
                    <a:pt x="624" y="871"/>
                  </a:lnTo>
                  <a:lnTo>
                    <a:pt x="624" y="869"/>
                  </a:lnTo>
                  <a:lnTo>
                    <a:pt x="624" y="868"/>
                  </a:lnTo>
                  <a:lnTo>
                    <a:pt x="624" y="866"/>
                  </a:lnTo>
                  <a:lnTo>
                    <a:pt x="624" y="865"/>
                  </a:lnTo>
                  <a:lnTo>
                    <a:pt x="622" y="862"/>
                  </a:lnTo>
                  <a:lnTo>
                    <a:pt x="618" y="857"/>
                  </a:lnTo>
                  <a:lnTo>
                    <a:pt x="616" y="857"/>
                  </a:lnTo>
                  <a:lnTo>
                    <a:pt x="613" y="856"/>
                  </a:lnTo>
                  <a:lnTo>
                    <a:pt x="613" y="854"/>
                  </a:lnTo>
                  <a:lnTo>
                    <a:pt x="612" y="854"/>
                  </a:lnTo>
                  <a:lnTo>
                    <a:pt x="612" y="856"/>
                  </a:lnTo>
                  <a:lnTo>
                    <a:pt x="611" y="854"/>
                  </a:lnTo>
                  <a:lnTo>
                    <a:pt x="611" y="853"/>
                  </a:lnTo>
                  <a:lnTo>
                    <a:pt x="610" y="851"/>
                  </a:lnTo>
                  <a:lnTo>
                    <a:pt x="607" y="851"/>
                  </a:lnTo>
                  <a:lnTo>
                    <a:pt x="605" y="851"/>
                  </a:lnTo>
                  <a:lnTo>
                    <a:pt x="601" y="850"/>
                  </a:lnTo>
                  <a:lnTo>
                    <a:pt x="600" y="848"/>
                  </a:lnTo>
                  <a:lnTo>
                    <a:pt x="600" y="847"/>
                  </a:lnTo>
                  <a:lnTo>
                    <a:pt x="599" y="847"/>
                  </a:lnTo>
                  <a:lnTo>
                    <a:pt x="595" y="845"/>
                  </a:lnTo>
                  <a:lnTo>
                    <a:pt x="594" y="845"/>
                  </a:lnTo>
                  <a:lnTo>
                    <a:pt x="593" y="845"/>
                  </a:lnTo>
                  <a:lnTo>
                    <a:pt x="589" y="844"/>
                  </a:lnTo>
                  <a:lnTo>
                    <a:pt x="588" y="844"/>
                  </a:lnTo>
                  <a:lnTo>
                    <a:pt x="587" y="844"/>
                  </a:lnTo>
                  <a:lnTo>
                    <a:pt x="586" y="844"/>
                  </a:lnTo>
                  <a:lnTo>
                    <a:pt x="583" y="844"/>
                  </a:lnTo>
                  <a:lnTo>
                    <a:pt x="583" y="842"/>
                  </a:lnTo>
                  <a:lnTo>
                    <a:pt x="583" y="841"/>
                  </a:lnTo>
                  <a:lnTo>
                    <a:pt x="583" y="841"/>
                  </a:lnTo>
                  <a:lnTo>
                    <a:pt x="583" y="839"/>
                  </a:lnTo>
                  <a:lnTo>
                    <a:pt x="582" y="838"/>
                  </a:lnTo>
                  <a:lnTo>
                    <a:pt x="583" y="834"/>
                  </a:lnTo>
                  <a:lnTo>
                    <a:pt x="582" y="834"/>
                  </a:lnTo>
                  <a:lnTo>
                    <a:pt x="582" y="834"/>
                  </a:lnTo>
                  <a:lnTo>
                    <a:pt x="581" y="833"/>
                  </a:lnTo>
                  <a:lnTo>
                    <a:pt x="581" y="831"/>
                  </a:lnTo>
                  <a:lnTo>
                    <a:pt x="581" y="831"/>
                  </a:lnTo>
                  <a:lnTo>
                    <a:pt x="581" y="830"/>
                  </a:lnTo>
                  <a:lnTo>
                    <a:pt x="580" y="828"/>
                  </a:lnTo>
                  <a:lnTo>
                    <a:pt x="577" y="827"/>
                  </a:lnTo>
                  <a:lnTo>
                    <a:pt x="575" y="825"/>
                  </a:lnTo>
                  <a:lnTo>
                    <a:pt x="575" y="824"/>
                  </a:lnTo>
                  <a:lnTo>
                    <a:pt x="573" y="824"/>
                  </a:lnTo>
                  <a:lnTo>
                    <a:pt x="573" y="822"/>
                  </a:lnTo>
                  <a:lnTo>
                    <a:pt x="569" y="819"/>
                  </a:lnTo>
                  <a:lnTo>
                    <a:pt x="569" y="816"/>
                  </a:lnTo>
                  <a:lnTo>
                    <a:pt x="567" y="815"/>
                  </a:lnTo>
                  <a:lnTo>
                    <a:pt x="567" y="812"/>
                  </a:lnTo>
                  <a:lnTo>
                    <a:pt x="569" y="812"/>
                  </a:lnTo>
                  <a:lnTo>
                    <a:pt x="569" y="810"/>
                  </a:lnTo>
                  <a:lnTo>
                    <a:pt x="569" y="809"/>
                  </a:lnTo>
                  <a:lnTo>
                    <a:pt x="569" y="809"/>
                  </a:lnTo>
                  <a:lnTo>
                    <a:pt x="569" y="807"/>
                  </a:lnTo>
                  <a:lnTo>
                    <a:pt x="563" y="806"/>
                  </a:lnTo>
                  <a:lnTo>
                    <a:pt x="561" y="803"/>
                  </a:lnTo>
                  <a:lnTo>
                    <a:pt x="561" y="800"/>
                  </a:lnTo>
                  <a:lnTo>
                    <a:pt x="561" y="798"/>
                  </a:lnTo>
                  <a:lnTo>
                    <a:pt x="561" y="796"/>
                  </a:lnTo>
                  <a:lnTo>
                    <a:pt x="559" y="793"/>
                  </a:lnTo>
                  <a:lnTo>
                    <a:pt x="561" y="793"/>
                  </a:lnTo>
                  <a:lnTo>
                    <a:pt x="563" y="793"/>
                  </a:lnTo>
                  <a:lnTo>
                    <a:pt x="561" y="795"/>
                  </a:lnTo>
                  <a:lnTo>
                    <a:pt x="563" y="796"/>
                  </a:lnTo>
                  <a:lnTo>
                    <a:pt x="563" y="796"/>
                  </a:lnTo>
                  <a:lnTo>
                    <a:pt x="563" y="796"/>
                  </a:lnTo>
                  <a:lnTo>
                    <a:pt x="563" y="798"/>
                  </a:lnTo>
                  <a:lnTo>
                    <a:pt x="565" y="798"/>
                  </a:lnTo>
                  <a:lnTo>
                    <a:pt x="565" y="798"/>
                  </a:lnTo>
                  <a:lnTo>
                    <a:pt x="565" y="798"/>
                  </a:lnTo>
                  <a:lnTo>
                    <a:pt x="565" y="798"/>
                  </a:lnTo>
                  <a:lnTo>
                    <a:pt x="563" y="796"/>
                  </a:lnTo>
                  <a:lnTo>
                    <a:pt x="563" y="795"/>
                  </a:lnTo>
                  <a:lnTo>
                    <a:pt x="563" y="793"/>
                  </a:lnTo>
                  <a:lnTo>
                    <a:pt x="563" y="792"/>
                  </a:lnTo>
                  <a:lnTo>
                    <a:pt x="563" y="792"/>
                  </a:lnTo>
                  <a:lnTo>
                    <a:pt x="563" y="790"/>
                  </a:lnTo>
                  <a:lnTo>
                    <a:pt x="563" y="790"/>
                  </a:lnTo>
                  <a:lnTo>
                    <a:pt x="563" y="790"/>
                  </a:lnTo>
                  <a:lnTo>
                    <a:pt x="565" y="789"/>
                  </a:lnTo>
                  <a:lnTo>
                    <a:pt x="569" y="790"/>
                  </a:lnTo>
                  <a:lnTo>
                    <a:pt x="571" y="789"/>
                  </a:lnTo>
                  <a:lnTo>
                    <a:pt x="571" y="789"/>
                  </a:lnTo>
                  <a:lnTo>
                    <a:pt x="571" y="789"/>
                  </a:lnTo>
                  <a:lnTo>
                    <a:pt x="571" y="789"/>
                  </a:lnTo>
                  <a:lnTo>
                    <a:pt x="569" y="789"/>
                  </a:lnTo>
                  <a:lnTo>
                    <a:pt x="569" y="789"/>
                  </a:lnTo>
                  <a:lnTo>
                    <a:pt x="569" y="789"/>
                  </a:lnTo>
                  <a:lnTo>
                    <a:pt x="567" y="789"/>
                  </a:lnTo>
                  <a:lnTo>
                    <a:pt x="567" y="789"/>
                  </a:lnTo>
                  <a:lnTo>
                    <a:pt x="565" y="789"/>
                  </a:lnTo>
                  <a:lnTo>
                    <a:pt x="563" y="789"/>
                  </a:lnTo>
                  <a:lnTo>
                    <a:pt x="563" y="789"/>
                  </a:lnTo>
                  <a:lnTo>
                    <a:pt x="563" y="789"/>
                  </a:lnTo>
                  <a:lnTo>
                    <a:pt x="561" y="789"/>
                  </a:lnTo>
                  <a:lnTo>
                    <a:pt x="561" y="789"/>
                  </a:lnTo>
                  <a:lnTo>
                    <a:pt x="561" y="790"/>
                  </a:lnTo>
                  <a:lnTo>
                    <a:pt x="561" y="793"/>
                  </a:lnTo>
                  <a:lnTo>
                    <a:pt x="559" y="793"/>
                  </a:lnTo>
                  <a:lnTo>
                    <a:pt x="559" y="792"/>
                  </a:lnTo>
                  <a:lnTo>
                    <a:pt x="557" y="792"/>
                  </a:lnTo>
                  <a:lnTo>
                    <a:pt x="557" y="792"/>
                  </a:lnTo>
                  <a:lnTo>
                    <a:pt x="557" y="790"/>
                  </a:lnTo>
                  <a:lnTo>
                    <a:pt x="555" y="789"/>
                  </a:lnTo>
                  <a:lnTo>
                    <a:pt x="555" y="790"/>
                  </a:lnTo>
                  <a:lnTo>
                    <a:pt x="555" y="790"/>
                  </a:lnTo>
                  <a:lnTo>
                    <a:pt x="555" y="789"/>
                  </a:lnTo>
                  <a:lnTo>
                    <a:pt x="555" y="787"/>
                  </a:lnTo>
                  <a:lnTo>
                    <a:pt x="557" y="789"/>
                  </a:lnTo>
                  <a:lnTo>
                    <a:pt x="555" y="787"/>
                  </a:lnTo>
                  <a:lnTo>
                    <a:pt x="555" y="786"/>
                  </a:lnTo>
                  <a:lnTo>
                    <a:pt x="553" y="786"/>
                  </a:lnTo>
                  <a:lnTo>
                    <a:pt x="553" y="783"/>
                  </a:lnTo>
                  <a:lnTo>
                    <a:pt x="551" y="781"/>
                  </a:lnTo>
                  <a:lnTo>
                    <a:pt x="549" y="780"/>
                  </a:lnTo>
                  <a:lnTo>
                    <a:pt x="545" y="777"/>
                  </a:lnTo>
                  <a:lnTo>
                    <a:pt x="545" y="774"/>
                  </a:lnTo>
                  <a:lnTo>
                    <a:pt x="545" y="769"/>
                  </a:lnTo>
                  <a:lnTo>
                    <a:pt x="545" y="766"/>
                  </a:lnTo>
                  <a:lnTo>
                    <a:pt x="545" y="765"/>
                  </a:lnTo>
                  <a:lnTo>
                    <a:pt x="545" y="763"/>
                  </a:lnTo>
                  <a:lnTo>
                    <a:pt x="543" y="762"/>
                  </a:lnTo>
                  <a:lnTo>
                    <a:pt x="541" y="757"/>
                  </a:lnTo>
                  <a:lnTo>
                    <a:pt x="539" y="755"/>
                  </a:lnTo>
                  <a:lnTo>
                    <a:pt x="539" y="752"/>
                  </a:lnTo>
                  <a:lnTo>
                    <a:pt x="537" y="751"/>
                  </a:lnTo>
                  <a:lnTo>
                    <a:pt x="539" y="749"/>
                  </a:lnTo>
                  <a:lnTo>
                    <a:pt x="539" y="748"/>
                  </a:lnTo>
                  <a:lnTo>
                    <a:pt x="539" y="746"/>
                  </a:lnTo>
                  <a:lnTo>
                    <a:pt x="539" y="746"/>
                  </a:lnTo>
                  <a:lnTo>
                    <a:pt x="539" y="748"/>
                  </a:lnTo>
                  <a:lnTo>
                    <a:pt x="539" y="748"/>
                  </a:lnTo>
                  <a:lnTo>
                    <a:pt x="539" y="746"/>
                  </a:lnTo>
                  <a:lnTo>
                    <a:pt x="539" y="746"/>
                  </a:lnTo>
                  <a:lnTo>
                    <a:pt x="539" y="746"/>
                  </a:lnTo>
                  <a:lnTo>
                    <a:pt x="539" y="746"/>
                  </a:lnTo>
                  <a:lnTo>
                    <a:pt x="539" y="745"/>
                  </a:lnTo>
                  <a:lnTo>
                    <a:pt x="539" y="743"/>
                  </a:lnTo>
                  <a:lnTo>
                    <a:pt x="539" y="740"/>
                  </a:lnTo>
                  <a:lnTo>
                    <a:pt x="541" y="736"/>
                  </a:lnTo>
                  <a:lnTo>
                    <a:pt x="541" y="736"/>
                  </a:lnTo>
                  <a:lnTo>
                    <a:pt x="541" y="733"/>
                  </a:lnTo>
                  <a:lnTo>
                    <a:pt x="539" y="731"/>
                  </a:lnTo>
                  <a:lnTo>
                    <a:pt x="539" y="730"/>
                  </a:lnTo>
                  <a:lnTo>
                    <a:pt x="539" y="728"/>
                  </a:lnTo>
                  <a:lnTo>
                    <a:pt x="539" y="727"/>
                  </a:lnTo>
                  <a:lnTo>
                    <a:pt x="539" y="723"/>
                  </a:lnTo>
                  <a:lnTo>
                    <a:pt x="537" y="720"/>
                  </a:lnTo>
                  <a:lnTo>
                    <a:pt x="537" y="720"/>
                  </a:lnTo>
                  <a:lnTo>
                    <a:pt x="537" y="716"/>
                  </a:lnTo>
                  <a:lnTo>
                    <a:pt x="537" y="714"/>
                  </a:lnTo>
                  <a:lnTo>
                    <a:pt x="534" y="713"/>
                  </a:lnTo>
                  <a:lnTo>
                    <a:pt x="534" y="711"/>
                  </a:lnTo>
                  <a:lnTo>
                    <a:pt x="537" y="710"/>
                  </a:lnTo>
                  <a:lnTo>
                    <a:pt x="539" y="704"/>
                  </a:lnTo>
                  <a:lnTo>
                    <a:pt x="539" y="704"/>
                  </a:lnTo>
                  <a:lnTo>
                    <a:pt x="539" y="704"/>
                  </a:lnTo>
                  <a:lnTo>
                    <a:pt x="539" y="702"/>
                  </a:lnTo>
                  <a:lnTo>
                    <a:pt x="539" y="702"/>
                  </a:lnTo>
                  <a:lnTo>
                    <a:pt x="539" y="702"/>
                  </a:lnTo>
                  <a:lnTo>
                    <a:pt x="539" y="701"/>
                  </a:lnTo>
                  <a:lnTo>
                    <a:pt x="539" y="699"/>
                  </a:lnTo>
                  <a:lnTo>
                    <a:pt x="539" y="698"/>
                  </a:lnTo>
                  <a:lnTo>
                    <a:pt x="539" y="692"/>
                  </a:lnTo>
                  <a:lnTo>
                    <a:pt x="541" y="687"/>
                  </a:lnTo>
                  <a:lnTo>
                    <a:pt x="541" y="685"/>
                  </a:lnTo>
                  <a:lnTo>
                    <a:pt x="541" y="684"/>
                  </a:lnTo>
                  <a:lnTo>
                    <a:pt x="541" y="681"/>
                  </a:lnTo>
                  <a:lnTo>
                    <a:pt x="541" y="679"/>
                  </a:lnTo>
                  <a:lnTo>
                    <a:pt x="543" y="669"/>
                  </a:lnTo>
                  <a:lnTo>
                    <a:pt x="543" y="667"/>
                  </a:lnTo>
                  <a:lnTo>
                    <a:pt x="543" y="666"/>
                  </a:lnTo>
                  <a:lnTo>
                    <a:pt x="543" y="661"/>
                  </a:lnTo>
                  <a:lnTo>
                    <a:pt x="543" y="655"/>
                  </a:lnTo>
                  <a:lnTo>
                    <a:pt x="543" y="655"/>
                  </a:lnTo>
                  <a:lnTo>
                    <a:pt x="543" y="654"/>
                  </a:lnTo>
                  <a:lnTo>
                    <a:pt x="543" y="654"/>
                  </a:lnTo>
                  <a:lnTo>
                    <a:pt x="543" y="655"/>
                  </a:lnTo>
                  <a:lnTo>
                    <a:pt x="545" y="655"/>
                  </a:lnTo>
                  <a:lnTo>
                    <a:pt x="547" y="654"/>
                  </a:lnTo>
                  <a:lnTo>
                    <a:pt x="549" y="654"/>
                  </a:lnTo>
                  <a:lnTo>
                    <a:pt x="549" y="655"/>
                  </a:lnTo>
                  <a:lnTo>
                    <a:pt x="551" y="655"/>
                  </a:lnTo>
                  <a:lnTo>
                    <a:pt x="551" y="655"/>
                  </a:lnTo>
                  <a:lnTo>
                    <a:pt x="551" y="655"/>
                  </a:lnTo>
                  <a:lnTo>
                    <a:pt x="551" y="655"/>
                  </a:lnTo>
                  <a:lnTo>
                    <a:pt x="549" y="654"/>
                  </a:lnTo>
                  <a:lnTo>
                    <a:pt x="549" y="654"/>
                  </a:lnTo>
                  <a:lnTo>
                    <a:pt x="545" y="654"/>
                  </a:lnTo>
                  <a:lnTo>
                    <a:pt x="545" y="652"/>
                  </a:lnTo>
                  <a:lnTo>
                    <a:pt x="543" y="654"/>
                  </a:lnTo>
                  <a:lnTo>
                    <a:pt x="543" y="652"/>
                  </a:lnTo>
                  <a:lnTo>
                    <a:pt x="541" y="654"/>
                  </a:lnTo>
                  <a:lnTo>
                    <a:pt x="541" y="652"/>
                  </a:lnTo>
                  <a:lnTo>
                    <a:pt x="541" y="649"/>
                  </a:lnTo>
                  <a:lnTo>
                    <a:pt x="541" y="647"/>
                  </a:lnTo>
                  <a:lnTo>
                    <a:pt x="541" y="649"/>
                  </a:lnTo>
                  <a:lnTo>
                    <a:pt x="543" y="650"/>
                  </a:lnTo>
                  <a:lnTo>
                    <a:pt x="543" y="649"/>
                  </a:lnTo>
                  <a:lnTo>
                    <a:pt x="543" y="646"/>
                  </a:lnTo>
                  <a:lnTo>
                    <a:pt x="543" y="646"/>
                  </a:lnTo>
                  <a:lnTo>
                    <a:pt x="541" y="644"/>
                  </a:lnTo>
                  <a:lnTo>
                    <a:pt x="541" y="643"/>
                  </a:lnTo>
                  <a:lnTo>
                    <a:pt x="545" y="641"/>
                  </a:lnTo>
                  <a:lnTo>
                    <a:pt x="543" y="640"/>
                  </a:lnTo>
                  <a:lnTo>
                    <a:pt x="541" y="640"/>
                  </a:lnTo>
                  <a:lnTo>
                    <a:pt x="541" y="640"/>
                  </a:lnTo>
                  <a:lnTo>
                    <a:pt x="541" y="640"/>
                  </a:lnTo>
                  <a:lnTo>
                    <a:pt x="539" y="641"/>
                  </a:lnTo>
                  <a:lnTo>
                    <a:pt x="539" y="640"/>
                  </a:lnTo>
                  <a:lnTo>
                    <a:pt x="539" y="638"/>
                  </a:lnTo>
                  <a:lnTo>
                    <a:pt x="539" y="637"/>
                  </a:lnTo>
                  <a:lnTo>
                    <a:pt x="539" y="632"/>
                  </a:lnTo>
                  <a:lnTo>
                    <a:pt x="537" y="628"/>
                  </a:lnTo>
                  <a:lnTo>
                    <a:pt x="537" y="626"/>
                  </a:lnTo>
                  <a:lnTo>
                    <a:pt x="533" y="623"/>
                  </a:lnTo>
                  <a:lnTo>
                    <a:pt x="533" y="622"/>
                  </a:lnTo>
                  <a:lnTo>
                    <a:pt x="533" y="619"/>
                  </a:lnTo>
                  <a:lnTo>
                    <a:pt x="533" y="617"/>
                  </a:lnTo>
                  <a:lnTo>
                    <a:pt x="533" y="616"/>
                  </a:lnTo>
                  <a:lnTo>
                    <a:pt x="533" y="616"/>
                  </a:lnTo>
                  <a:lnTo>
                    <a:pt x="537" y="617"/>
                  </a:lnTo>
                  <a:lnTo>
                    <a:pt x="539" y="617"/>
                  </a:lnTo>
                  <a:lnTo>
                    <a:pt x="541" y="619"/>
                  </a:lnTo>
                  <a:lnTo>
                    <a:pt x="543" y="619"/>
                  </a:lnTo>
                  <a:lnTo>
                    <a:pt x="551" y="620"/>
                  </a:lnTo>
                  <a:lnTo>
                    <a:pt x="551" y="620"/>
                  </a:lnTo>
                  <a:lnTo>
                    <a:pt x="551" y="619"/>
                  </a:lnTo>
                  <a:lnTo>
                    <a:pt x="553" y="619"/>
                  </a:lnTo>
                  <a:lnTo>
                    <a:pt x="553" y="620"/>
                  </a:lnTo>
                  <a:lnTo>
                    <a:pt x="555" y="620"/>
                  </a:lnTo>
                  <a:lnTo>
                    <a:pt x="555" y="620"/>
                  </a:lnTo>
                  <a:lnTo>
                    <a:pt x="557" y="620"/>
                  </a:lnTo>
                  <a:lnTo>
                    <a:pt x="557" y="620"/>
                  </a:lnTo>
                  <a:lnTo>
                    <a:pt x="557" y="620"/>
                  </a:lnTo>
                  <a:lnTo>
                    <a:pt x="557" y="620"/>
                  </a:lnTo>
                  <a:lnTo>
                    <a:pt x="557" y="622"/>
                  </a:lnTo>
                  <a:lnTo>
                    <a:pt x="557" y="623"/>
                  </a:lnTo>
                  <a:lnTo>
                    <a:pt x="557" y="625"/>
                  </a:lnTo>
                  <a:lnTo>
                    <a:pt x="557" y="626"/>
                  </a:lnTo>
                  <a:lnTo>
                    <a:pt x="557" y="626"/>
                  </a:lnTo>
                  <a:lnTo>
                    <a:pt x="557" y="626"/>
                  </a:lnTo>
                  <a:lnTo>
                    <a:pt x="557" y="626"/>
                  </a:lnTo>
                  <a:lnTo>
                    <a:pt x="553" y="631"/>
                  </a:lnTo>
                  <a:lnTo>
                    <a:pt x="553" y="632"/>
                  </a:lnTo>
                  <a:lnTo>
                    <a:pt x="551" y="634"/>
                  </a:lnTo>
                  <a:lnTo>
                    <a:pt x="551" y="634"/>
                  </a:lnTo>
                  <a:lnTo>
                    <a:pt x="553" y="634"/>
                  </a:lnTo>
                  <a:lnTo>
                    <a:pt x="553" y="634"/>
                  </a:lnTo>
                  <a:lnTo>
                    <a:pt x="555" y="632"/>
                  </a:lnTo>
                  <a:lnTo>
                    <a:pt x="555" y="632"/>
                  </a:lnTo>
                  <a:lnTo>
                    <a:pt x="553" y="632"/>
                  </a:lnTo>
                  <a:lnTo>
                    <a:pt x="553" y="632"/>
                  </a:lnTo>
                  <a:lnTo>
                    <a:pt x="553" y="632"/>
                  </a:lnTo>
                  <a:lnTo>
                    <a:pt x="553" y="631"/>
                  </a:lnTo>
                  <a:lnTo>
                    <a:pt x="555" y="629"/>
                  </a:lnTo>
                  <a:lnTo>
                    <a:pt x="555" y="629"/>
                  </a:lnTo>
                  <a:lnTo>
                    <a:pt x="557" y="628"/>
                  </a:lnTo>
                  <a:lnTo>
                    <a:pt x="557" y="628"/>
                  </a:lnTo>
                  <a:lnTo>
                    <a:pt x="557" y="626"/>
                  </a:lnTo>
                  <a:lnTo>
                    <a:pt x="559" y="625"/>
                  </a:lnTo>
                  <a:lnTo>
                    <a:pt x="559" y="625"/>
                  </a:lnTo>
                  <a:lnTo>
                    <a:pt x="559" y="623"/>
                  </a:lnTo>
                  <a:lnTo>
                    <a:pt x="559" y="623"/>
                  </a:lnTo>
                  <a:lnTo>
                    <a:pt x="559" y="623"/>
                  </a:lnTo>
                  <a:lnTo>
                    <a:pt x="561" y="625"/>
                  </a:lnTo>
                  <a:lnTo>
                    <a:pt x="559" y="626"/>
                  </a:lnTo>
                  <a:lnTo>
                    <a:pt x="559" y="628"/>
                  </a:lnTo>
                  <a:lnTo>
                    <a:pt x="559" y="628"/>
                  </a:lnTo>
                  <a:lnTo>
                    <a:pt x="559" y="629"/>
                  </a:lnTo>
                  <a:lnTo>
                    <a:pt x="559" y="629"/>
                  </a:lnTo>
                  <a:lnTo>
                    <a:pt x="557" y="629"/>
                  </a:lnTo>
                  <a:lnTo>
                    <a:pt x="557" y="629"/>
                  </a:lnTo>
                  <a:lnTo>
                    <a:pt x="559" y="631"/>
                  </a:lnTo>
                  <a:lnTo>
                    <a:pt x="559" y="632"/>
                  </a:lnTo>
                  <a:lnTo>
                    <a:pt x="559" y="632"/>
                  </a:lnTo>
                  <a:lnTo>
                    <a:pt x="559" y="635"/>
                  </a:lnTo>
                  <a:lnTo>
                    <a:pt x="559" y="635"/>
                  </a:lnTo>
                  <a:lnTo>
                    <a:pt x="557" y="635"/>
                  </a:lnTo>
                  <a:lnTo>
                    <a:pt x="557" y="634"/>
                  </a:lnTo>
                  <a:lnTo>
                    <a:pt x="557" y="635"/>
                  </a:lnTo>
                  <a:lnTo>
                    <a:pt x="557" y="637"/>
                  </a:lnTo>
                  <a:lnTo>
                    <a:pt x="557" y="635"/>
                  </a:lnTo>
                  <a:lnTo>
                    <a:pt x="557" y="634"/>
                  </a:lnTo>
                  <a:lnTo>
                    <a:pt x="557" y="634"/>
                  </a:lnTo>
                  <a:lnTo>
                    <a:pt x="555" y="635"/>
                  </a:lnTo>
                  <a:lnTo>
                    <a:pt x="555" y="635"/>
                  </a:lnTo>
                  <a:lnTo>
                    <a:pt x="555" y="637"/>
                  </a:lnTo>
                  <a:lnTo>
                    <a:pt x="553" y="637"/>
                  </a:lnTo>
                  <a:lnTo>
                    <a:pt x="555" y="638"/>
                  </a:lnTo>
                  <a:lnTo>
                    <a:pt x="557" y="637"/>
                  </a:lnTo>
                  <a:lnTo>
                    <a:pt x="557" y="638"/>
                  </a:lnTo>
                  <a:lnTo>
                    <a:pt x="557" y="638"/>
                  </a:lnTo>
                  <a:lnTo>
                    <a:pt x="559" y="637"/>
                  </a:lnTo>
                  <a:lnTo>
                    <a:pt x="559" y="637"/>
                  </a:lnTo>
                  <a:lnTo>
                    <a:pt x="559" y="635"/>
                  </a:lnTo>
                  <a:lnTo>
                    <a:pt x="561" y="635"/>
                  </a:lnTo>
                  <a:lnTo>
                    <a:pt x="561" y="635"/>
                  </a:lnTo>
                  <a:lnTo>
                    <a:pt x="561" y="634"/>
                  </a:lnTo>
                  <a:lnTo>
                    <a:pt x="563" y="634"/>
                  </a:lnTo>
                  <a:lnTo>
                    <a:pt x="563" y="632"/>
                  </a:lnTo>
                  <a:lnTo>
                    <a:pt x="563" y="631"/>
                  </a:lnTo>
                  <a:lnTo>
                    <a:pt x="563" y="629"/>
                  </a:lnTo>
                  <a:lnTo>
                    <a:pt x="563" y="629"/>
                  </a:lnTo>
                  <a:lnTo>
                    <a:pt x="561" y="628"/>
                  </a:lnTo>
                  <a:lnTo>
                    <a:pt x="561" y="628"/>
                  </a:lnTo>
                  <a:lnTo>
                    <a:pt x="563" y="628"/>
                  </a:lnTo>
                  <a:lnTo>
                    <a:pt x="563" y="626"/>
                  </a:lnTo>
                  <a:lnTo>
                    <a:pt x="561" y="626"/>
                  </a:lnTo>
                  <a:lnTo>
                    <a:pt x="561" y="625"/>
                  </a:lnTo>
                  <a:lnTo>
                    <a:pt x="563" y="623"/>
                  </a:lnTo>
                  <a:lnTo>
                    <a:pt x="563" y="623"/>
                  </a:lnTo>
                  <a:lnTo>
                    <a:pt x="563" y="622"/>
                  </a:lnTo>
                  <a:lnTo>
                    <a:pt x="563" y="622"/>
                  </a:lnTo>
                  <a:lnTo>
                    <a:pt x="563" y="620"/>
                  </a:lnTo>
                  <a:lnTo>
                    <a:pt x="563" y="620"/>
                  </a:lnTo>
                  <a:lnTo>
                    <a:pt x="561" y="619"/>
                  </a:lnTo>
                  <a:lnTo>
                    <a:pt x="561" y="619"/>
                  </a:lnTo>
                  <a:lnTo>
                    <a:pt x="561" y="619"/>
                  </a:lnTo>
                  <a:lnTo>
                    <a:pt x="563" y="620"/>
                  </a:lnTo>
                  <a:lnTo>
                    <a:pt x="561" y="620"/>
                  </a:lnTo>
                  <a:lnTo>
                    <a:pt x="561" y="620"/>
                  </a:lnTo>
                  <a:lnTo>
                    <a:pt x="559" y="619"/>
                  </a:lnTo>
                  <a:lnTo>
                    <a:pt x="559" y="619"/>
                  </a:lnTo>
                  <a:lnTo>
                    <a:pt x="559" y="617"/>
                  </a:lnTo>
                  <a:lnTo>
                    <a:pt x="561" y="617"/>
                  </a:lnTo>
                  <a:lnTo>
                    <a:pt x="561" y="617"/>
                  </a:lnTo>
                  <a:lnTo>
                    <a:pt x="561" y="617"/>
                  </a:lnTo>
                  <a:lnTo>
                    <a:pt x="561" y="616"/>
                  </a:lnTo>
                  <a:lnTo>
                    <a:pt x="559" y="614"/>
                  </a:lnTo>
                  <a:lnTo>
                    <a:pt x="559" y="614"/>
                  </a:lnTo>
                  <a:lnTo>
                    <a:pt x="557" y="614"/>
                  </a:lnTo>
                  <a:lnTo>
                    <a:pt x="557" y="614"/>
                  </a:lnTo>
                  <a:lnTo>
                    <a:pt x="557" y="614"/>
                  </a:lnTo>
                  <a:lnTo>
                    <a:pt x="557" y="612"/>
                  </a:lnTo>
                  <a:lnTo>
                    <a:pt x="559" y="612"/>
                  </a:lnTo>
                  <a:lnTo>
                    <a:pt x="559" y="612"/>
                  </a:lnTo>
                  <a:lnTo>
                    <a:pt x="561" y="612"/>
                  </a:lnTo>
                  <a:lnTo>
                    <a:pt x="561" y="612"/>
                  </a:lnTo>
                  <a:lnTo>
                    <a:pt x="559" y="611"/>
                  </a:lnTo>
                  <a:lnTo>
                    <a:pt x="559" y="609"/>
                  </a:lnTo>
                  <a:lnTo>
                    <a:pt x="559" y="608"/>
                  </a:lnTo>
                  <a:lnTo>
                    <a:pt x="559" y="608"/>
                  </a:lnTo>
                  <a:lnTo>
                    <a:pt x="559" y="608"/>
                  </a:lnTo>
                  <a:lnTo>
                    <a:pt x="559" y="608"/>
                  </a:lnTo>
                  <a:lnTo>
                    <a:pt x="557" y="608"/>
                  </a:lnTo>
                  <a:lnTo>
                    <a:pt x="557" y="608"/>
                  </a:lnTo>
                  <a:lnTo>
                    <a:pt x="557" y="606"/>
                  </a:lnTo>
                  <a:lnTo>
                    <a:pt x="557" y="603"/>
                  </a:lnTo>
                  <a:lnTo>
                    <a:pt x="557" y="603"/>
                  </a:lnTo>
                  <a:lnTo>
                    <a:pt x="555" y="602"/>
                  </a:lnTo>
                  <a:lnTo>
                    <a:pt x="555" y="602"/>
                  </a:lnTo>
                  <a:lnTo>
                    <a:pt x="555" y="602"/>
                  </a:lnTo>
                  <a:lnTo>
                    <a:pt x="553" y="603"/>
                  </a:lnTo>
                  <a:lnTo>
                    <a:pt x="553" y="603"/>
                  </a:lnTo>
                  <a:lnTo>
                    <a:pt x="553" y="603"/>
                  </a:lnTo>
                  <a:lnTo>
                    <a:pt x="553" y="603"/>
                  </a:lnTo>
                  <a:lnTo>
                    <a:pt x="553" y="603"/>
                  </a:lnTo>
                  <a:lnTo>
                    <a:pt x="553" y="602"/>
                  </a:lnTo>
                  <a:lnTo>
                    <a:pt x="553" y="602"/>
                  </a:lnTo>
                  <a:lnTo>
                    <a:pt x="553" y="602"/>
                  </a:lnTo>
                  <a:lnTo>
                    <a:pt x="553" y="600"/>
                  </a:lnTo>
                  <a:lnTo>
                    <a:pt x="551" y="600"/>
                  </a:lnTo>
                  <a:lnTo>
                    <a:pt x="551" y="600"/>
                  </a:lnTo>
                  <a:lnTo>
                    <a:pt x="551" y="600"/>
                  </a:lnTo>
                  <a:lnTo>
                    <a:pt x="551" y="599"/>
                  </a:lnTo>
                  <a:lnTo>
                    <a:pt x="551" y="599"/>
                  </a:lnTo>
                  <a:lnTo>
                    <a:pt x="551" y="599"/>
                  </a:lnTo>
                  <a:lnTo>
                    <a:pt x="553" y="597"/>
                  </a:lnTo>
                  <a:lnTo>
                    <a:pt x="555" y="597"/>
                  </a:lnTo>
                  <a:lnTo>
                    <a:pt x="555" y="597"/>
                  </a:lnTo>
                  <a:lnTo>
                    <a:pt x="557" y="596"/>
                  </a:lnTo>
                  <a:lnTo>
                    <a:pt x="555" y="597"/>
                  </a:lnTo>
                  <a:lnTo>
                    <a:pt x="553" y="597"/>
                  </a:lnTo>
                  <a:lnTo>
                    <a:pt x="551" y="597"/>
                  </a:lnTo>
                  <a:lnTo>
                    <a:pt x="551" y="597"/>
                  </a:lnTo>
                  <a:lnTo>
                    <a:pt x="551" y="597"/>
                  </a:lnTo>
                  <a:lnTo>
                    <a:pt x="551" y="596"/>
                  </a:lnTo>
                  <a:lnTo>
                    <a:pt x="551" y="596"/>
                  </a:lnTo>
                  <a:lnTo>
                    <a:pt x="551" y="596"/>
                  </a:lnTo>
                  <a:lnTo>
                    <a:pt x="551" y="593"/>
                  </a:lnTo>
                  <a:lnTo>
                    <a:pt x="551" y="591"/>
                  </a:lnTo>
                  <a:lnTo>
                    <a:pt x="551" y="591"/>
                  </a:lnTo>
                  <a:lnTo>
                    <a:pt x="551" y="591"/>
                  </a:lnTo>
                  <a:lnTo>
                    <a:pt x="551" y="593"/>
                  </a:lnTo>
                  <a:lnTo>
                    <a:pt x="551" y="593"/>
                  </a:lnTo>
                  <a:lnTo>
                    <a:pt x="551" y="594"/>
                  </a:lnTo>
                  <a:lnTo>
                    <a:pt x="551" y="594"/>
                  </a:lnTo>
                  <a:lnTo>
                    <a:pt x="549" y="596"/>
                  </a:lnTo>
                  <a:lnTo>
                    <a:pt x="549" y="594"/>
                  </a:lnTo>
                  <a:lnTo>
                    <a:pt x="547" y="596"/>
                  </a:lnTo>
                  <a:lnTo>
                    <a:pt x="547" y="596"/>
                  </a:lnTo>
                  <a:lnTo>
                    <a:pt x="545" y="594"/>
                  </a:lnTo>
                  <a:lnTo>
                    <a:pt x="543" y="594"/>
                  </a:lnTo>
                  <a:lnTo>
                    <a:pt x="543" y="593"/>
                  </a:lnTo>
                  <a:lnTo>
                    <a:pt x="541" y="593"/>
                  </a:lnTo>
                  <a:lnTo>
                    <a:pt x="541" y="591"/>
                  </a:lnTo>
                  <a:lnTo>
                    <a:pt x="541" y="590"/>
                  </a:lnTo>
                  <a:lnTo>
                    <a:pt x="543" y="590"/>
                  </a:lnTo>
                  <a:lnTo>
                    <a:pt x="543" y="590"/>
                  </a:lnTo>
                  <a:lnTo>
                    <a:pt x="543" y="590"/>
                  </a:lnTo>
                  <a:lnTo>
                    <a:pt x="545" y="591"/>
                  </a:lnTo>
                  <a:lnTo>
                    <a:pt x="545" y="593"/>
                  </a:lnTo>
                  <a:lnTo>
                    <a:pt x="545" y="593"/>
                  </a:lnTo>
                  <a:lnTo>
                    <a:pt x="547" y="591"/>
                  </a:lnTo>
                  <a:lnTo>
                    <a:pt x="547" y="591"/>
                  </a:lnTo>
                  <a:lnTo>
                    <a:pt x="545" y="591"/>
                  </a:lnTo>
                  <a:lnTo>
                    <a:pt x="545" y="591"/>
                  </a:lnTo>
                  <a:lnTo>
                    <a:pt x="545" y="590"/>
                  </a:lnTo>
                  <a:lnTo>
                    <a:pt x="543" y="590"/>
                  </a:lnTo>
                  <a:lnTo>
                    <a:pt x="543" y="588"/>
                  </a:lnTo>
                  <a:lnTo>
                    <a:pt x="543" y="585"/>
                  </a:lnTo>
                  <a:lnTo>
                    <a:pt x="543" y="584"/>
                  </a:lnTo>
                  <a:lnTo>
                    <a:pt x="545" y="584"/>
                  </a:lnTo>
                  <a:lnTo>
                    <a:pt x="545" y="582"/>
                  </a:lnTo>
                  <a:lnTo>
                    <a:pt x="545" y="582"/>
                  </a:lnTo>
                  <a:lnTo>
                    <a:pt x="545" y="582"/>
                  </a:lnTo>
                  <a:lnTo>
                    <a:pt x="543" y="581"/>
                  </a:lnTo>
                  <a:lnTo>
                    <a:pt x="543" y="581"/>
                  </a:lnTo>
                  <a:lnTo>
                    <a:pt x="543" y="581"/>
                  </a:lnTo>
                  <a:lnTo>
                    <a:pt x="545" y="582"/>
                  </a:lnTo>
                  <a:lnTo>
                    <a:pt x="545" y="584"/>
                  </a:lnTo>
                  <a:lnTo>
                    <a:pt x="543" y="585"/>
                  </a:lnTo>
                  <a:lnTo>
                    <a:pt x="543" y="585"/>
                  </a:lnTo>
                  <a:lnTo>
                    <a:pt x="543" y="587"/>
                  </a:lnTo>
                  <a:lnTo>
                    <a:pt x="543" y="587"/>
                  </a:lnTo>
                  <a:lnTo>
                    <a:pt x="541" y="587"/>
                  </a:lnTo>
                  <a:lnTo>
                    <a:pt x="539" y="588"/>
                  </a:lnTo>
                  <a:lnTo>
                    <a:pt x="539" y="588"/>
                  </a:lnTo>
                  <a:lnTo>
                    <a:pt x="537" y="588"/>
                  </a:lnTo>
                  <a:lnTo>
                    <a:pt x="537" y="588"/>
                  </a:lnTo>
                  <a:lnTo>
                    <a:pt x="533" y="585"/>
                  </a:lnTo>
                  <a:lnTo>
                    <a:pt x="532" y="584"/>
                  </a:lnTo>
                  <a:lnTo>
                    <a:pt x="532" y="584"/>
                  </a:lnTo>
                  <a:lnTo>
                    <a:pt x="531" y="579"/>
                  </a:lnTo>
                  <a:lnTo>
                    <a:pt x="531" y="579"/>
                  </a:lnTo>
                  <a:lnTo>
                    <a:pt x="531" y="578"/>
                  </a:lnTo>
                  <a:lnTo>
                    <a:pt x="528" y="578"/>
                  </a:lnTo>
                  <a:lnTo>
                    <a:pt x="528" y="576"/>
                  </a:lnTo>
                  <a:lnTo>
                    <a:pt x="531" y="574"/>
                  </a:lnTo>
                  <a:lnTo>
                    <a:pt x="532" y="571"/>
                  </a:lnTo>
                  <a:lnTo>
                    <a:pt x="532" y="571"/>
                  </a:lnTo>
                  <a:lnTo>
                    <a:pt x="532" y="570"/>
                  </a:lnTo>
                  <a:lnTo>
                    <a:pt x="531" y="568"/>
                  </a:lnTo>
                  <a:lnTo>
                    <a:pt x="532" y="567"/>
                  </a:lnTo>
                  <a:lnTo>
                    <a:pt x="531" y="568"/>
                  </a:lnTo>
                  <a:lnTo>
                    <a:pt x="531" y="570"/>
                  </a:lnTo>
                  <a:lnTo>
                    <a:pt x="531" y="570"/>
                  </a:lnTo>
                  <a:lnTo>
                    <a:pt x="531" y="571"/>
                  </a:lnTo>
                  <a:lnTo>
                    <a:pt x="531" y="573"/>
                  </a:lnTo>
                  <a:lnTo>
                    <a:pt x="528" y="574"/>
                  </a:lnTo>
                  <a:lnTo>
                    <a:pt x="527" y="576"/>
                  </a:lnTo>
                  <a:lnTo>
                    <a:pt x="525" y="574"/>
                  </a:lnTo>
                  <a:lnTo>
                    <a:pt x="522" y="574"/>
                  </a:lnTo>
                  <a:lnTo>
                    <a:pt x="522" y="574"/>
                  </a:lnTo>
                  <a:lnTo>
                    <a:pt x="522" y="571"/>
                  </a:lnTo>
                  <a:lnTo>
                    <a:pt x="522" y="573"/>
                  </a:lnTo>
                  <a:lnTo>
                    <a:pt x="522" y="573"/>
                  </a:lnTo>
                  <a:lnTo>
                    <a:pt x="521" y="574"/>
                  </a:lnTo>
                  <a:lnTo>
                    <a:pt x="521" y="576"/>
                  </a:lnTo>
                  <a:lnTo>
                    <a:pt x="521" y="576"/>
                  </a:lnTo>
                  <a:lnTo>
                    <a:pt x="520" y="576"/>
                  </a:lnTo>
                  <a:lnTo>
                    <a:pt x="520" y="574"/>
                  </a:lnTo>
                  <a:lnTo>
                    <a:pt x="520" y="574"/>
                  </a:lnTo>
                  <a:lnTo>
                    <a:pt x="519" y="574"/>
                  </a:lnTo>
                  <a:lnTo>
                    <a:pt x="516" y="574"/>
                  </a:lnTo>
                  <a:lnTo>
                    <a:pt x="516" y="574"/>
                  </a:lnTo>
                  <a:lnTo>
                    <a:pt x="514" y="574"/>
                  </a:lnTo>
                  <a:lnTo>
                    <a:pt x="513" y="574"/>
                  </a:lnTo>
                  <a:lnTo>
                    <a:pt x="513" y="574"/>
                  </a:lnTo>
                  <a:lnTo>
                    <a:pt x="513" y="573"/>
                  </a:lnTo>
                  <a:lnTo>
                    <a:pt x="513" y="573"/>
                  </a:lnTo>
                  <a:lnTo>
                    <a:pt x="514" y="573"/>
                  </a:lnTo>
                  <a:lnTo>
                    <a:pt x="516" y="571"/>
                  </a:lnTo>
                  <a:lnTo>
                    <a:pt x="519" y="571"/>
                  </a:lnTo>
                  <a:lnTo>
                    <a:pt x="519" y="571"/>
                  </a:lnTo>
                  <a:lnTo>
                    <a:pt x="516" y="571"/>
                  </a:lnTo>
                  <a:lnTo>
                    <a:pt x="513" y="571"/>
                  </a:lnTo>
                  <a:lnTo>
                    <a:pt x="510" y="571"/>
                  </a:lnTo>
                  <a:lnTo>
                    <a:pt x="510" y="571"/>
                  </a:lnTo>
                  <a:lnTo>
                    <a:pt x="510" y="570"/>
                  </a:lnTo>
                  <a:lnTo>
                    <a:pt x="513" y="570"/>
                  </a:lnTo>
                  <a:lnTo>
                    <a:pt x="513" y="568"/>
                  </a:lnTo>
                  <a:lnTo>
                    <a:pt x="513" y="568"/>
                  </a:lnTo>
                  <a:lnTo>
                    <a:pt x="513" y="568"/>
                  </a:lnTo>
                  <a:lnTo>
                    <a:pt x="510" y="568"/>
                  </a:lnTo>
                  <a:lnTo>
                    <a:pt x="510" y="568"/>
                  </a:lnTo>
                  <a:lnTo>
                    <a:pt x="510" y="565"/>
                  </a:lnTo>
                  <a:lnTo>
                    <a:pt x="510" y="564"/>
                  </a:lnTo>
                  <a:lnTo>
                    <a:pt x="510" y="565"/>
                  </a:lnTo>
                  <a:lnTo>
                    <a:pt x="509" y="567"/>
                  </a:lnTo>
                  <a:lnTo>
                    <a:pt x="507" y="567"/>
                  </a:lnTo>
                  <a:lnTo>
                    <a:pt x="504" y="568"/>
                  </a:lnTo>
                  <a:lnTo>
                    <a:pt x="504" y="568"/>
                  </a:lnTo>
                  <a:lnTo>
                    <a:pt x="502" y="567"/>
                  </a:lnTo>
                  <a:lnTo>
                    <a:pt x="501" y="567"/>
                  </a:lnTo>
                  <a:lnTo>
                    <a:pt x="501" y="565"/>
                  </a:lnTo>
                  <a:lnTo>
                    <a:pt x="497" y="564"/>
                  </a:lnTo>
                  <a:lnTo>
                    <a:pt x="497" y="562"/>
                  </a:lnTo>
                  <a:lnTo>
                    <a:pt x="496" y="559"/>
                  </a:lnTo>
                  <a:lnTo>
                    <a:pt x="497" y="558"/>
                  </a:lnTo>
                  <a:lnTo>
                    <a:pt x="497" y="556"/>
                  </a:lnTo>
                  <a:lnTo>
                    <a:pt x="501" y="553"/>
                  </a:lnTo>
                  <a:lnTo>
                    <a:pt x="501" y="553"/>
                  </a:lnTo>
                  <a:lnTo>
                    <a:pt x="502" y="552"/>
                  </a:lnTo>
                  <a:lnTo>
                    <a:pt x="507" y="552"/>
                  </a:lnTo>
                  <a:lnTo>
                    <a:pt x="508" y="552"/>
                  </a:lnTo>
                  <a:lnTo>
                    <a:pt x="509" y="552"/>
                  </a:lnTo>
                  <a:lnTo>
                    <a:pt x="504" y="552"/>
                  </a:lnTo>
                  <a:lnTo>
                    <a:pt x="502" y="552"/>
                  </a:lnTo>
                  <a:lnTo>
                    <a:pt x="501" y="552"/>
                  </a:lnTo>
                  <a:lnTo>
                    <a:pt x="498" y="555"/>
                  </a:lnTo>
                  <a:lnTo>
                    <a:pt x="497" y="555"/>
                  </a:lnTo>
                  <a:lnTo>
                    <a:pt x="497" y="556"/>
                  </a:lnTo>
                  <a:lnTo>
                    <a:pt x="497" y="556"/>
                  </a:lnTo>
                  <a:lnTo>
                    <a:pt x="496" y="556"/>
                  </a:lnTo>
                  <a:lnTo>
                    <a:pt x="496" y="555"/>
                  </a:lnTo>
                  <a:lnTo>
                    <a:pt x="496" y="555"/>
                  </a:lnTo>
                  <a:lnTo>
                    <a:pt x="496" y="553"/>
                  </a:lnTo>
                  <a:lnTo>
                    <a:pt x="494" y="552"/>
                  </a:lnTo>
                  <a:lnTo>
                    <a:pt x="494" y="550"/>
                  </a:lnTo>
                  <a:lnTo>
                    <a:pt x="494" y="549"/>
                  </a:lnTo>
                  <a:lnTo>
                    <a:pt x="496" y="547"/>
                  </a:lnTo>
                  <a:lnTo>
                    <a:pt x="496" y="546"/>
                  </a:lnTo>
                  <a:lnTo>
                    <a:pt x="494" y="546"/>
                  </a:lnTo>
                  <a:lnTo>
                    <a:pt x="494" y="544"/>
                  </a:lnTo>
                  <a:lnTo>
                    <a:pt x="496" y="541"/>
                  </a:lnTo>
                  <a:lnTo>
                    <a:pt x="497" y="541"/>
                  </a:lnTo>
                  <a:lnTo>
                    <a:pt x="498" y="539"/>
                  </a:lnTo>
                  <a:lnTo>
                    <a:pt x="501" y="538"/>
                  </a:lnTo>
                  <a:lnTo>
                    <a:pt x="502" y="538"/>
                  </a:lnTo>
                  <a:lnTo>
                    <a:pt x="503" y="539"/>
                  </a:lnTo>
                  <a:lnTo>
                    <a:pt x="504" y="539"/>
                  </a:lnTo>
                  <a:lnTo>
                    <a:pt x="507" y="541"/>
                  </a:lnTo>
                  <a:lnTo>
                    <a:pt x="507" y="541"/>
                  </a:lnTo>
                  <a:lnTo>
                    <a:pt x="508" y="543"/>
                  </a:lnTo>
                  <a:lnTo>
                    <a:pt x="508" y="544"/>
                  </a:lnTo>
                  <a:lnTo>
                    <a:pt x="509" y="544"/>
                  </a:lnTo>
                  <a:lnTo>
                    <a:pt x="508" y="543"/>
                  </a:lnTo>
                  <a:lnTo>
                    <a:pt x="507" y="541"/>
                  </a:lnTo>
                  <a:lnTo>
                    <a:pt x="507" y="539"/>
                  </a:lnTo>
                  <a:lnTo>
                    <a:pt x="507" y="539"/>
                  </a:lnTo>
                  <a:lnTo>
                    <a:pt x="503" y="538"/>
                  </a:lnTo>
                  <a:lnTo>
                    <a:pt x="503" y="538"/>
                  </a:lnTo>
                  <a:lnTo>
                    <a:pt x="503" y="536"/>
                  </a:lnTo>
                  <a:lnTo>
                    <a:pt x="503" y="535"/>
                  </a:lnTo>
                  <a:lnTo>
                    <a:pt x="503" y="535"/>
                  </a:lnTo>
                  <a:lnTo>
                    <a:pt x="504" y="532"/>
                  </a:lnTo>
                  <a:lnTo>
                    <a:pt x="507" y="530"/>
                  </a:lnTo>
                  <a:lnTo>
                    <a:pt x="507" y="530"/>
                  </a:lnTo>
                  <a:lnTo>
                    <a:pt x="507" y="529"/>
                  </a:lnTo>
                  <a:lnTo>
                    <a:pt x="504" y="529"/>
                  </a:lnTo>
                  <a:lnTo>
                    <a:pt x="504" y="529"/>
                  </a:lnTo>
                  <a:lnTo>
                    <a:pt x="504" y="530"/>
                  </a:lnTo>
                  <a:lnTo>
                    <a:pt x="504" y="530"/>
                  </a:lnTo>
                  <a:lnTo>
                    <a:pt x="504" y="532"/>
                  </a:lnTo>
                  <a:lnTo>
                    <a:pt x="504" y="532"/>
                  </a:lnTo>
                  <a:lnTo>
                    <a:pt x="503" y="533"/>
                  </a:lnTo>
                  <a:lnTo>
                    <a:pt x="498" y="538"/>
                  </a:lnTo>
                  <a:lnTo>
                    <a:pt x="498" y="538"/>
                  </a:lnTo>
                  <a:lnTo>
                    <a:pt x="496" y="539"/>
                  </a:lnTo>
                  <a:lnTo>
                    <a:pt x="496" y="539"/>
                  </a:lnTo>
                  <a:lnTo>
                    <a:pt x="496" y="541"/>
                  </a:lnTo>
                  <a:lnTo>
                    <a:pt x="494" y="543"/>
                  </a:lnTo>
                  <a:lnTo>
                    <a:pt x="492" y="547"/>
                  </a:lnTo>
                  <a:lnTo>
                    <a:pt x="490" y="550"/>
                  </a:lnTo>
                  <a:lnTo>
                    <a:pt x="490" y="546"/>
                  </a:lnTo>
                  <a:lnTo>
                    <a:pt x="488" y="543"/>
                  </a:lnTo>
                  <a:lnTo>
                    <a:pt x="492" y="539"/>
                  </a:lnTo>
                  <a:lnTo>
                    <a:pt x="492" y="538"/>
                  </a:lnTo>
                  <a:lnTo>
                    <a:pt x="492" y="536"/>
                  </a:lnTo>
                  <a:lnTo>
                    <a:pt x="492" y="536"/>
                  </a:lnTo>
                  <a:lnTo>
                    <a:pt x="492" y="535"/>
                  </a:lnTo>
                  <a:lnTo>
                    <a:pt x="494" y="535"/>
                  </a:lnTo>
                  <a:lnTo>
                    <a:pt x="494" y="535"/>
                  </a:lnTo>
                  <a:lnTo>
                    <a:pt x="492" y="535"/>
                  </a:lnTo>
                  <a:lnTo>
                    <a:pt x="490" y="538"/>
                  </a:lnTo>
                  <a:lnTo>
                    <a:pt x="490" y="538"/>
                  </a:lnTo>
                  <a:lnTo>
                    <a:pt x="490" y="538"/>
                  </a:lnTo>
                  <a:lnTo>
                    <a:pt x="490" y="536"/>
                  </a:lnTo>
                  <a:lnTo>
                    <a:pt x="490" y="533"/>
                  </a:lnTo>
                  <a:lnTo>
                    <a:pt x="490" y="529"/>
                  </a:lnTo>
                  <a:lnTo>
                    <a:pt x="490" y="529"/>
                  </a:lnTo>
                  <a:lnTo>
                    <a:pt x="492" y="527"/>
                  </a:lnTo>
                  <a:lnTo>
                    <a:pt x="490" y="527"/>
                  </a:lnTo>
                  <a:lnTo>
                    <a:pt x="488" y="529"/>
                  </a:lnTo>
                  <a:lnTo>
                    <a:pt x="488" y="527"/>
                  </a:lnTo>
                  <a:lnTo>
                    <a:pt x="486" y="523"/>
                  </a:lnTo>
                  <a:lnTo>
                    <a:pt x="484" y="520"/>
                  </a:lnTo>
                  <a:lnTo>
                    <a:pt x="482" y="518"/>
                  </a:lnTo>
                  <a:lnTo>
                    <a:pt x="478" y="518"/>
                  </a:lnTo>
                  <a:lnTo>
                    <a:pt x="478" y="517"/>
                  </a:lnTo>
                  <a:lnTo>
                    <a:pt x="478" y="514"/>
                  </a:lnTo>
                  <a:lnTo>
                    <a:pt x="478" y="512"/>
                  </a:lnTo>
                  <a:lnTo>
                    <a:pt x="480" y="511"/>
                  </a:lnTo>
                  <a:lnTo>
                    <a:pt x="482" y="511"/>
                  </a:lnTo>
                  <a:lnTo>
                    <a:pt x="482" y="511"/>
                  </a:lnTo>
                  <a:lnTo>
                    <a:pt x="482" y="512"/>
                  </a:lnTo>
                  <a:lnTo>
                    <a:pt x="482" y="514"/>
                  </a:lnTo>
                  <a:lnTo>
                    <a:pt x="482" y="514"/>
                  </a:lnTo>
                  <a:lnTo>
                    <a:pt x="486" y="517"/>
                  </a:lnTo>
                  <a:lnTo>
                    <a:pt x="486" y="517"/>
                  </a:lnTo>
                  <a:lnTo>
                    <a:pt x="488" y="515"/>
                  </a:lnTo>
                  <a:lnTo>
                    <a:pt x="490" y="515"/>
                  </a:lnTo>
                  <a:lnTo>
                    <a:pt x="490" y="517"/>
                  </a:lnTo>
                  <a:lnTo>
                    <a:pt x="492" y="518"/>
                  </a:lnTo>
                  <a:lnTo>
                    <a:pt x="494" y="520"/>
                  </a:lnTo>
                  <a:lnTo>
                    <a:pt x="494" y="518"/>
                  </a:lnTo>
                  <a:lnTo>
                    <a:pt x="490" y="517"/>
                  </a:lnTo>
                  <a:lnTo>
                    <a:pt x="490" y="515"/>
                  </a:lnTo>
                  <a:lnTo>
                    <a:pt x="488" y="515"/>
                  </a:lnTo>
                  <a:lnTo>
                    <a:pt x="486" y="515"/>
                  </a:lnTo>
                  <a:lnTo>
                    <a:pt x="486" y="515"/>
                  </a:lnTo>
                  <a:lnTo>
                    <a:pt x="484" y="515"/>
                  </a:lnTo>
                  <a:lnTo>
                    <a:pt x="484" y="514"/>
                  </a:lnTo>
                  <a:lnTo>
                    <a:pt x="484" y="512"/>
                  </a:lnTo>
                  <a:lnTo>
                    <a:pt x="484" y="511"/>
                  </a:lnTo>
                  <a:lnTo>
                    <a:pt x="484" y="511"/>
                  </a:lnTo>
                  <a:lnTo>
                    <a:pt x="484" y="509"/>
                  </a:lnTo>
                  <a:lnTo>
                    <a:pt x="484" y="509"/>
                  </a:lnTo>
                  <a:lnTo>
                    <a:pt x="484" y="508"/>
                  </a:lnTo>
                  <a:lnTo>
                    <a:pt x="486" y="508"/>
                  </a:lnTo>
                  <a:lnTo>
                    <a:pt x="486" y="508"/>
                  </a:lnTo>
                  <a:lnTo>
                    <a:pt x="484" y="506"/>
                  </a:lnTo>
                  <a:lnTo>
                    <a:pt x="484" y="506"/>
                  </a:lnTo>
                  <a:lnTo>
                    <a:pt x="482" y="508"/>
                  </a:lnTo>
                  <a:lnTo>
                    <a:pt x="482" y="508"/>
                  </a:lnTo>
                  <a:lnTo>
                    <a:pt x="482" y="508"/>
                  </a:lnTo>
                  <a:lnTo>
                    <a:pt x="480" y="508"/>
                  </a:lnTo>
                  <a:lnTo>
                    <a:pt x="480" y="509"/>
                  </a:lnTo>
                  <a:lnTo>
                    <a:pt x="480" y="509"/>
                  </a:lnTo>
                  <a:lnTo>
                    <a:pt x="478" y="512"/>
                  </a:lnTo>
                  <a:lnTo>
                    <a:pt x="478" y="514"/>
                  </a:lnTo>
                  <a:lnTo>
                    <a:pt x="478" y="515"/>
                  </a:lnTo>
                  <a:lnTo>
                    <a:pt x="478" y="517"/>
                  </a:lnTo>
                  <a:lnTo>
                    <a:pt x="478" y="517"/>
                  </a:lnTo>
                  <a:lnTo>
                    <a:pt x="474" y="518"/>
                  </a:lnTo>
                  <a:lnTo>
                    <a:pt x="474" y="520"/>
                  </a:lnTo>
                  <a:lnTo>
                    <a:pt x="472" y="518"/>
                  </a:lnTo>
                  <a:lnTo>
                    <a:pt x="470" y="517"/>
                  </a:lnTo>
                  <a:lnTo>
                    <a:pt x="470" y="514"/>
                  </a:lnTo>
                  <a:lnTo>
                    <a:pt x="466" y="514"/>
                  </a:lnTo>
                  <a:lnTo>
                    <a:pt x="465" y="512"/>
                  </a:lnTo>
                  <a:lnTo>
                    <a:pt x="464" y="511"/>
                  </a:lnTo>
                  <a:lnTo>
                    <a:pt x="465" y="508"/>
                  </a:lnTo>
                  <a:lnTo>
                    <a:pt x="466" y="505"/>
                  </a:lnTo>
                  <a:lnTo>
                    <a:pt x="468" y="503"/>
                  </a:lnTo>
                  <a:lnTo>
                    <a:pt x="468" y="501"/>
                  </a:lnTo>
                  <a:lnTo>
                    <a:pt x="472" y="501"/>
                  </a:lnTo>
                  <a:lnTo>
                    <a:pt x="472" y="500"/>
                  </a:lnTo>
                  <a:lnTo>
                    <a:pt x="472" y="500"/>
                  </a:lnTo>
                  <a:lnTo>
                    <a:pt x="470" y="500"/>
                  </a:lnTo>
                  <a:lnTo>
                    <a:pt x="466" y="501"/>
                  </a:lnTo>
                  <a:lnTo>
                    <a:pt x="465" y="498"/>
                  </a:lnTo>
                  <a:lnTo>
                    <a:pt x="464" y="497"/>
                  </a:lnTo>
                  <a:lnTo>
                    <a:pt x="464" y="495"/>
                  </a:lnTo>
                  <a:lnTo>
                    <a:pt x="464" y="494"/>
                  </a:lnTo>
                  <a:lnTo>
                    <a:pt x="464" y="494"/>
                  </a:lnTo>
                  <a:lnTo>
                    <a:pt x="464" y="491"/>
                  </a:lnTo>
                  <a:lnTo>
                    <a:pt x="464" y="491"/>
                  </a:lnTo>
                  <a:lnTo>
                    <a:pt x="465" y="489"/>
                  </a:lnTo>
                  <a:lnTo>
                    <a:pt x="465" y="489"/>
                  </a:lnTo>
                  <a:lnTo>
                    <a:pt x="466" y="488"/>
                  </a:lnTo>
                  <a:lnTo>
                    <a:pt x="466" y="486"/>
                  </a:lnTo>
                  <a:lnTo>
                    <a:pt x="468" y="482"/>
                  </a:lnTo>
                  <a:lnTo>
                    <a:pt x="470" y="480"/>
                  </a:lnTo>
                  <a:lnTo>
                    <a:pt x="472" y="477"/>
                  </a:lnTo>
                  <a:lnTo>
                    <a:pt x="474" y="474"/>
                  </a:lnTo>
                  <a:lnTo>
                    <a:pt x="472" y="474"/>
                  </a:lnTo>
                  <a:lnTo>
                    <a:pt x="472" y="474"/>
                  </a:lnTo>
                  <a:lnTo>
                    <a:pt x="472" y="474"/>
                  </a:lnTo>
                  <a:lnTo>
                    <a:pt x="472" y="474"/>
                  </a:lnTo>
                  <a:lnTo>
                    <a:pt x="472" y="473"/>
                  </a:lnTo>
                  <a:lnTo>
                    <a:pt x="472" y="471"/>
                  </a:lnTo>
                  <a:lnTo>
                    <a:pt x="472" y="473"/>
                  </a:lnTo>
                  <a:lnTo>
                    <a:pt x="472" y="474"/>
                  </a:lnTo>
                  <a:lnTo>
                    <a:pt x="470" y="477"/>
                  </a:lnTo>
                  <a:lnTo>
                    <a:pt x="470" y="479"/>
                  </a:lnTo>
                  <a:lnTo>
                    <a:pt x="468" y="482"/>
                  </a:lnTo>
                  <a:lnTo>
                    <a:pt x="468" y="482"/>
                  </a:lnTo>
                  <a:lnTo>
                    <a:pt x="466" y="482"/>
                  </a:lnTo>
                  <a:lnTo>
                    <a:pt x="468" y="479"/>
                  </a:lnTo>
                  <a:lnTo>
                    <a:pt x="468" y="477"/>
                  </a:lnTo>
                  <a:lnTo>
                    <a:pt x="468" y="476"/>
                  </a:lnTo>
                  <a:lnTo>
                    <a:pt x="468" y="473"/>
                  </a:lnTo>
                  <a:lnTo>
                    <a:pt x="466" y="471"/>
                  </a:lnTo>
                  <a:lnTo>
                    <a:pt x="466" y="470"/>
                  </a:lnTo>
                  <a:lnTo>
                    <a:pt x="466" y="468"/>
                  </a:lnTo>
                  <a:lnTo>
                    <a:pt x="466" y="467"/>
                  </a:lnTo>
                  <a:lnTo>
                    <a:pt x="468" y="467"/>
                  </a:lnTo>
                  <a:lnTo>
                    <a:pt x="468" y="465"/>
                  </a:lnTo>
                  <a:lnTo>
                    <a:pt x="468" y="463"/>
                  </a:lnTo>
                  <a:lnTo>
                    <a:pt x="466" y="465"/>
                  </a:lnTo>
                  <a:lnTo>
                    <a:pt x="466" y="467"/>
                  </a:lnTo>
                  <a:lnTo>
                    <a:pt x="466" y="468"/>
                  </a:lnTo>
                  <a:lnTo>
                    <a:pt x="466" y="470"/>
                  </a:lnTo>
                  <a:lnTo>
                    <a:pt x="466" y="471"/>
                  </a:lnTo>
                  <a:lnTo>
                    <a:pt x="466" y="473"/>
                  </a:lnTo>
                  <a:lnTo>
                    <a:pt x="468" y="474"/>
                  </a:lnTo>
                  <a:lnTo>
                    <a:pt x="468" y="476"/>
                  </a:lnTo>
                  <a:lnTo>
                    <a:pt x="468" y="477"/>
                  </a:lnTo>
                  <a:lnTo>
                    <a:pt x="466" y="480"/>
                  </a:lnTo>
                  <a:lnTo>
                    <a:pt x="465" y="482"/>
                  </a:lnTo>
                  <a:lnTo>
                    <a:pt x="465" y="483"/>
                  </a:lnTo>
                  <a:lnTo>
                    <a:pt x="465" y="485"/>
                  </a:lnTo>
                  <a:lnTo>
                    <a:pt x="464" y="488"/>
                  </a:lnTo>
                  <a:lnTo>
                    <a:pt x="462" y="489"/>
                  </a:lnTo>
                  <a:lnTo>
                    <a:pt x="460" y="488"/>
                  </a:lnTo>
                  <a:lnTo>
                    <a:pt x="460" y="488"/>
                  </a:lnTo>
                  <a:lnTo>
                    <a:pt x="458" y="488"/>
                  </a:lnTo>
                  <a:lnTo>
                    <a:pt x="455" y="485"/>
                  </a:lnTo>
                  <a:lnTo>
                    <a:pt x="455" y="482"/>
                  </a:lnTo>
                  <a:lnTo>
                    <a:pt x="455" y="480"/>
                  </a:lnTo>
                  <a:lnTo>
                    <a:pt x="455" y="480"/>
                  </a:lnTo>
                  <a:lnTo>
                    <a:pt x="455" y="479"/>
                  </a:lnTo>
                  <a:lnTo>
                    <a:pt x="459" y="477"/>
                  </a:lnTo>
                  <a:lnTo>
                    <a:pt x="459" y="477"/>
                  </a:lnTo>
                  <a:lnTo>
                    <a:pt x="458" y="476"/>
                  </a:lnTo>
                  <a:lnTo>
                    <a:pt x="458" y="476"/>
                  </a:lnTo>
                  <a:lnTo>
                    <a:pt x="458" y="474"/>
                  </a:lnTo>
                  <a:lnTo>
                    <a:pt x="458" y="471"/>
                  </a:lnTo>
                  <a:lnTo>
                    <a:pt x="458" y="470"/>
                  </a:lnTo>
                  <a:lnTo>
                    <a:pt x="458" y="468"/>
                  </a:lnTo>
                  <a:lnTo>
                    <a:pt x="455" y="467"/>
                  </a:lnTo>
                  <a:lnTo>
                    <a:pt x="454" y="462"/>
                  </a:lnTo>
                  <a:lnTo>
                    <a:pt x="454" y="462"/>
                  </a:lnTo>
                  <a:lnTo>
                    <a:pt x="454" y="460"/>
                  </a:lnTo>
                  <a:lnTo>
                    <a:pt x="455" y="460"/>
                  </a:lnTo>
                  <a:lnTo>
                    <a:pt x="453" y="462"/>
                  </a:lnTo>
                  <a:lnTo>
                    <a:pt x="448" y="463"/>
                  </a:lnTo>
                  <a:lnTo>
                    <a:pt x="447" y="465"/>
                  </a:lnTo>
                  <a:lnTo>
                    <a:pt x="446" y="465"/>
                  </a:lnTo>
                  <a:lnTo>
                    <a:pt x="446" y="465"/>
                  </a:lnTo>
                  <a:lnTo>
                    <a:pt x="446" y="467"/>
                  </a:lnTo>
                  <a:lnTo>
                    <a:pt x="446" y="467"/>
                  </a:lnTo>
                  <a:lnTo>
                    <a:pt x="446" y="468"/>
                  </a:lnTo>
                  <a:lnTo>
                    <a:pt x="446" y="470"/>
                  </a:lnTo>
                  <a:lnTo>
                    <a:pt x="443" y="471"/>
                  </a:lnTo>
                  <a:lnTo>
                    <a:pt x="443" y="473"/>
                  </a:lnTo>
                  <a:lnTo>
                    <a:pt x="442" y="471"/>
                  </a:lnTo>
                  <a:lnTo>
                    <a:pt x="442" y="471"/>
                  </a:lnTo>
                  <a:lnTo>
                    <a:pt x="441" y="468"/>
                  </a:lnTo>
                  <a:lnTo>
                    <a:pt x="441" y="467"/>
                  </a:lnTo>
                  <a:lnTo>
                    <a:pt x="442" y="467"/>
                  </a:lnTo>
                  <a:lnTo>
                    <a:pt x="442" y="465"/>
                  </a:lnTo>
                  <a:lnTo>
                    <a:pt x="443" y="463"/>
                  </a:lnTo>
                  <a:lnTo>
                    <a:pt x="446" y="459"/>
                  </a:lnTo>
                  <a:lnTo>
                    <a:pt x="447" y="459"/>
                  </a:lnTo>
                  <a:lnTo>
                    <a:pt x="448" y="457"/>
                  </a:lnTo>
                  <a:lnTo>
                    <a:pt x="446" y="457"/>
                  </a:lnTo>
                  <a:lnTo>
                    <a:pt x="446" y="456"/>
                  </a:lnTo>
                  <a:lnTo>
                    <a:pt x="443" y="456"/>
                  </a:lnTo>
                  <a:lnTo>
                    <a:pt x="443" y="454"/>
                  </a:lnTo>
                  <a:lnTo>
                    <a:pt x="443" y="453"/>
                  </a:lnTo>
                  <a:lnTo>
                    <a:pt x="442" y="453"/>
                  </a:lnTo>
                  <a:lnTo>
                    <a:pt x="441" y="453"/>
                  </a:lnTo>
                  <a:lnTo>
                    <a:pt x="441" y="451"/>
                  </a:lnTo>
                  <a:lnTo>
                    <a:pt x="440" y="450"/>
                  </a:lnTo>
                  <a:lnTo>
                    <a:pt x="440" y="450"/>
                  </a:lnTo>
                  <a:lnTo>
                    <a:pt x="440" y="448"/>
                  </a:lnTo>
                  <a:lnTo>
                    <a:pt x="440" y="448"/>
                  </a:lnTo>
                  <a:lnTo>
                    <a:pt x="437" y="448"/>
                  </a:lnTo>
                  <a:lnTo>
                    <a:pt x="437" y="447"/>
                  </a:lnTo>
                  <a:lnTo>
                    <a:pt x="437" y="445"/>
                  </a:lnTo>
                  <a:lnTo>
                    <a:pt x="436" y="444"/>
                  </a:lnTo>
                  <a:lnTo>
                    <a:pt x="435" y="444"/>
                  </a:lnTo>
                  <a:lnTo>
                    <a:pt x="434" y="442"/>
                  </a:lnTo>
                  <a:lnTo>
                    <a:pt x="434" y="441"/>
                  </a:lnTo>
                  <a:lnTo>
                    <a:pt x="434" y="441"/>
                  </a:lnTo>
                  <a:lnTo>
                    <a:pt x="434" y="439"/>
                  </a:lnTo>
                  <a:lnTo>
                    <a:pt x="434" y="438"/>
                  </a:lnTo>
                  <a:lnTo>
                    <a:pt x="431" y="439"/>
                  </a:lnTo>
                  <a:lnTo>
                    <a:pt x="425" y="436"/>
                  </a:lnTo>
                  <a:lnTo>
                    <a:pt x="425" y="432"/>
                  </a:lnTo>
                  <a:lnTo>
                    <a:pt x="424" y="427"/>
                  </a:lnTo>
                  <a:lnTo>
                    <a:pt x="424" y="425"/>
                  </a:lnTo>
                  <a:lnTo>
                    <a:pt x="424" y="424"/>
                  </a:lnTo>
                  <a:lnTo>
                    <a:pt x="424" y="424"/>
                  </a:lnTo>
                  <a:lnTo>
                    <a:pt x="424" y="424"/>
                  </a:lnTo>
                  <a:lnTo>
                    <a:pt x="428" y="425"/>
                  </a:lnTo>
                  <a:lnTo>
                    <a:pt x="430" y="427"/>
                  </a:lnTo>
                  <a:lnTo>
                    <a:pt x="430" y="427"/>
                  </a:lnTo>
                  <a:lnTo>
                    <a:pt x="425" y="422"/>
                  </a:lnTo>
                  <a:lnTo>
                    <a:pt x="425" y="422"/>
                  </a:lnTo>
                  <a:lnTo>
                    <a:pt x="424" y="421"/>
                  </a:lnTo>
                  <a:lnTo>
                    <a:pt x="424" y="419"/>
                  </a:lnTo>
                  <a:lnTo>
                    <a:pt x="425" y="419"/>
                  </a:lnTo>
                  <a:lnTo>
                    <a:pt x="429" y="419"/>
                  </a:lnTo>
                  <a:lnTo>
                    <a:pt x="429" y="419"/>
                  </a:lnTo>
                  <a:lnTo>
                    <a:pt x="425" y="418"/>
                  </a:lnTo>
                  <a:lnTo>
                    <a:pt x="424" y="418"/>
                  </a:lnTo>
                  <a:lnTo>
                    <a:pt x="424" y="419"/>
                  </a:lnTo>
                  <a:lnTo>
                    <a:pt x="423" y="421"/>
                  </a:lnTo>
                  <a:lnTo>
                    <a:pt x="423" y="421"/>
                  </a:lnTo>
                  <a:lnTo>
                    <a:pt x="423" y="419"/>
                  </a:lnTo>
                  <a:lnTo>
                    <a:pt x="422" y="418"/>
                  </a:lnTo>
                  <a:lnTo>
                    <a:pt x="422" y="416"/>
                  </a:lnTo>
                  <a:lnTo>
                    <a:pt x="417" y="415"/>
                  </a:lnTo>
                  <a:lnTo>
                    <a:pt x="417" y="413"/>
                  </a:lnTo>
                  <a:lnTo>
                    <a:pt x="417" y="412"/>
                  </a:lnTo>
                  <a:lnTo>
                    <a:pt x="417" y="410"/>
                  </a:lnTo>
                  <a:lnTo>
                    <a:pt x="419" y="406"/>
                  </a:lnTo>
                  <a:lnTo>
                    <a:pt x="422" y="406"/>
                  </a:lnTo>
                  <a:lnTo>
                    <a:pt x="422" y="404"/>
                  </a:lnTo>
                  <a:lnTo>
                    <a:pt x="419" y="404"/>
                  </a:lnTo>
                  <a:lnTo>
                    <a:pt x="419" y="406"/>
                  </a:lnTo>
                  <a:lnTo>
                    <a:pt x="417" y="407"/>
                  </a:lnTo>
                  <a:lnTo>
                    <a:pt x="417" y="410"/>
                  </a:lnTo>
                  <a:lnTo>
                    <a:pt x="416" y="412"/>
                  </a:lnTo>
                  <a:lnTo>
                    <a:pt x="416" y="410"/>
                  </a:lnTo>
                  <a:lnTo>
                    <a:pt x="414" y="410"/>
                  </a:lnTo>
                  <a:lnTo>
                    <a:pt x="413" y="409"/>
                  </a:lnTo>
                  <a:lnTo>
                    <a:pt x="410" y="407"/>
                  </a:lnTo>
                  <a:lnTo>
                    <a:pt x="408" y="406"/>
                  </a:lnTo>
                  <a:lnTo>
                    <a:pt x="407" y="401"/>
                  </a:lnTo>
                  <a:lnTo>
                    <a:pt x="407" y="400"/>
                  </a:lnTo>
                  <a:lnTo>
                    <a:pt x="407" y="398"/>
                  </a:lnTo>
                  <a:lnTo>
                    <a:pt x="405" y="398"/>
                  </a:lnTo>
                  <a:lnTo>
                    <a:pt x="405" y="397"/>
                  </a:lnTo>
                  <a:lnTo>
                    <a:pt x="404" y="392"/>
                  </a:lnTo>
                  <a:lnTo>
                    <a:pt x="402" y="387"/>
                  </a:lnTo>
                  <a:lnTo>
                    <a:pt x="402" y="386"/>
                  </a:lnTo>
                  <a:lnTo>
                    <a:pt x="402" y="383"/>
                  </a:lnTo>
                  <a:lnTo>
                    <a:pt x="402" y="383"/>
                  </a:lnTo>
                  <a:lnTo>
                    <a:pt x="401" y="384"/>
                  </a:lnTo>
                  <a:lnTo>
                    <a:pt x="401" y="386"/>
                  </a:lnTo>
                  <a:lnTo>
                    <a:pt x="401" y="386"/>
                  </a:lnTo>
                  <a:lnTo>
                    <a:pt x="401" y="387"/>
                  </a:lnTo>
                  <a:lnTo>
                    <a:pt x="401" y="387"/>
                  </a:lnTo>
                  <a:lnTo>
                    <a:pt x="401" y="387"/>
                  </a:lnTo>
                  <a:lnTo>
                    <a:pt x="401" y="389"/>
                  </a:lnTo>
                  <a:lnTo>
                    <a:pt x="402" y="390"/>
                  </a:lnTo>
                  <a:lnTo>
                    <a:pt x="402" y="395"/>
                  </a:lnTo>
                  <a:lnTo>
                    <a:pt x="404" y="398"/>
                  </a:lnTo>
                  <a:lnTo>
                    <a:pt x="404" y="401"/>
                  </a:lnTo>
                  <a:lnTo>
                    <a:pt x="404" y="403"/>
                  </a:lnTo>
                  <a:lnTo>
                    <a:pt x="404" y="404"/>
                  </a:lnTo>
                  <a:lnTo>
                    <a:pt x="405" y="409"/>
                  </a:lnTo>
                  <a:lnTo>
                    <a:pt x="405" y="409"/>
                  </a:lnTo>
                  <a:lnTo>
                    <a:pt x="405" y="410"/>
                  </a:lnTo>
                  <a:lnTo>
                    <a:pt x="405" y="410"/>
                  </a:lnTo>
                  <a:lnTo>
                    <a:pt x="404" y="412"/>
                  </a:lnTo>
                  <a:lnTo>
                    <a:pt x="402" y="410"/>
                  </a:lnTo>
                  <a:lnTo>
                    <a:pt x="402" y="410"/>
                  </a:lnTo>
                  <a:lnTo>
                    <a:pt x="401" y="407"/>
                  </a:lnTo>
                  <a:lnTo>
                    <a:pt x="399" y="407"/>
                  </a:lnTo>
                  <a:lnTo>
                    <a:pt x="396" y="407"/>
                  </a:lnTo>
                  <a:lnTo>
                    <a:pt x="395" y="407"/>
                  </a:lnTo>
                  <a:lnTo>
                    <a:pt x="395" y="406"/>
                  </a:lnTo>
                  <a:lnTo>
                    <a:pt x="396" y="403"/>
                  </a:lnTo>
                  <a:lnTo>
                    <a:pt x="395" y="403"/>
                  </a:lnTo>
                  <a:lnTo>
                    <a:pt x="393" y="398"/>
                  </a:lnTo>
                  <a:lnTo>
                    <a:pt x="393" y="398"/>
                  </a:lnTo>
                  <a:lnTo>
                    <a:pt x="396" y="395"/>
                  </a:lnTo>
                  <a:lnTo>
                    <a:pt x="395" y="395"/>
                  </a:lnTo>
                  <a:lnTo>
                    <a:pt x="393" y="397"/>
                  </a:lnTo>
                  <a:lnTo>
                    <a:pt x="393" y="395"/>
                  </a:lnTo>
                  <a:lnTo>
                    <a:pt x="393" y="394"/>
                  </a:lnTo>
                  <a:lnTo>
                    <a:pt x="392" y="392"/>
                  </a:lnTo>
                  <a:lnTo>
                    <a:pt x="392" y="392"/>
                  </a:lnTo>
                  <a:lnTo>
                    <a:pt x="392" y="395"/>
                  </a:lnTo>
                  <a:lnTo>
                    <a:pt x="393" y="395"/>
                  </a:lnTo>
                  <a:lnTo>
                    <a:pt x="393" y="397"/>
                  </a:lnTo>
                  <a:lnTo>
                    <a:pt x="393" y="398"/>
                  </a:lnTo>
                  <a:lnTo>
                    <a:pt x="392" y="398"/>
                  </a:lnTo>
                  <a:lnTo>
                    <a:pt x="392" y="398"/>
                  </a:lnTo>
                  <a:lnTo>
                    <a:pt x="392" y="398"/>
                  </a:lnTo>
                  <a:lnTo>
                    <a:pt x="390" y="398"/>
                  </a:lnTo>
                  <a:lnTo>
                    <a:pt x="389" y="397"/>
                  </a:lnTo>
                  <a:lnTo>
                    <a:pt x="389" y="397"/>
                  </a:lnTo>
                  <a:lnTo>
                    <a:pt x="389" y="397"/>
                  </a:lnTo>
                  <a:lnTo>
                    <a:pt x="387" y="395"/>
                  </a:lnTo>
                  <a:lnTo>
                    <a:pt x="387" y="395"/>
                  </a:lnTo>
                  <a:lnTo>
                    <a:pt x="384" y="394"/>
                  </a:lnTo>
                  <a:lnTo>
                    <a:pt x="383" y="392"/>
                  </a:lnTo>
                  <a:lnTo>
                    <a:pt x="381" y="392"/>
                  </a:lnTo>
                  <a:lnTo>
                    <a:pt x="383" y="394"/>
                  </a:lnTo>
                  <a:lnTo>
                    <a:pt x="383" y="395"/>
                  </a:lnTo>
                  <a:lnTo>
                    <a:pt x="383" y="395"/>
                  </a:lnTo>
                  <a:lnTo>
                    <a:pt x="381" y="397"/>
                  </a:lnTo>
                  <a:lnTo>
                    <a:pt x="381" y="397"/>
                  </a:lnTo>
                  <a:lnTo>
                    <a:pt x="383" y="397"/>
                  </a:lnTo>
                  <a:lnTo>
                    <a:pt x="383" y="397"/>
                  </a:lnTo>
                  <a:lnTo>
                    <a:pt x="386" y="397"/>
                  </a:lnTo>
                  <a:lnTo>
                    <a:pt x="387" y="398"/>
                  </a:lnTo>
                  <a:lnTo>
                    <a:pt x="387" y="398"/>
                  </a:lnTo>
                  <a:lnTo>
                    <a:pt x="387" y="400"/>
                  </a:lnTo>
                  <a:lnTo>
                    <a:pt x="387" y="400"/>
                  </a:lnTo>
                  <a:lnTo>
                    <a:pt x="389" y="400"/>
                  </a:lnTo>
                  <a:lnTo>
                    <a:pt x="389" y="401"/>
                  </a:lnTo>
                  <a:lnTo>
                    <a:pt x="389" y="403"/>
                  </a:lnTo>
                  <a:lnTo>
                    <a:pt x="390" y="403"/>
                  </a:lnTo>
                  <a:lnTo>
                    <a:pt x="392" y="403"/>
                  </a:lnTo>
                  <a:lnTo>
                    <a:pt x="393" y="404"/>
                  </a:lnTo>
                  <a:lnTo>
                    <a:pt x="393" y="406"/>
                  </a:lnTo>
                  <a:lnTo>
                    <a:pt x="393" y="407"/>
                  </a:lnTo>
                  <a:lnTo>
                    <a:pt x="393" y="409"/>
                  </a:lnTo>
                  <a:lnTo>
                    <a:pt x="393" y="409"/>
                  </a:lnTo>
                  <a:lnTo>
                    <a:pt x="389" y="409"/>
                  </a:lnTo>
                  <a:lnTo>
                    <a:pt x="387" y="410"/>
                  </a:lnTo>
                  <a:lnTo>
                    <a:pt x="387" y="410"/>
                  </a:lnTo>
                  <a:lnTo>
                    <a:pt x="386" y="410"/>
                  </a:lnTo>
                  <a:lnTo>
                    <a:pt x="384" y="409"/>
                  </a:lnTo>
                  <a:lnTo>
                    <a:pt x="381" y="407"/>
                  </a:lnTo>
                  <a:lnTo>
                    <a:pt x="375" y="403"/>
                  </a:lnTo>
                  <a:lnTo>
                    <a:pt x="375" y="403"/>
                  </a:lnTo>
                  <a:lnTo>
                    <a:pt x="375" y="403"/>
                  </a:lnTo>
                  <a:lnTo>
                    <a:pt x="375" y="401"/>
                  </a:lnTo>
                  <a:lnTo>
                    <a:pt x="374" y="401"/>
                  </a:lnTo>
                  <a:lnTo>
                    <a:pt x="372" y="400"/>
                  </a:lnTo>
                  <a:lnTo>
                    <a:pt x="372" y="398"/>
                  </a:lnTo>
                  <a:lnTo>
                    <a:pt x="370" y="397"/>
                  </a:lnTo>
                  <a:lnTo>
                    <a:pt x="370" y="395"/>
                  </a:lnTo>
                  <a:lnTo>
                    <a:pt x="369" y="395"/>
                  </a:lnTo>
                  <a:lnTo>
                    <a:pt x="366" y="392"/>
                  </a:lnTo>
                  <a:lnTo>
                    <a:pt x="366" y="390"/>
                  </a:lnTo>
                  <a:lnTo>
                    <a:pt x="364" y="390"/>
                  </a:lnTo>
                  <a:lnTo>
                    <a:pt x="363" y="390"/>
                  </a:lnTo>
                  <a:lnTo>
                    <a:pt x="363" y="390"/>
                  </a:lnTo>
                  <a:lnTo>
                    <a:pt x="363" y="389"/>
                  </a:lnTo>
                  <a:lnTo>
                    <a:pt x="363" y="389"/>
                  </a:lnTo>
                  <a:lnTo>
                    <a:pt x="361" y="389"/>
                  </a:lnTo>
                  <a:lnTo>
                    <a:pt x="358" y="387"/>
                  </a:lnTo>
                  <a:lnTo>
                    <a:pt x="354" y="384"/>
                  </a:lnTo>
                  <a:lnTo>
                    <a:pt x="351" y="381"/>
                  </a:lnTo>
                  <a:lnTo>
                    <a:pt x="349" y="381"/>
                  </a:lnTo>
                  <a:lnTo>
                    <a:pt x="348" y="380"/>
                  </a:lnTo>
                  <a:lnTo>
                    <a:pt x="348" y="380"/>
                  </a:lnTo>
                  <a:lnTo>
                    <a:pt x="348" y="380"/>
                  </a:lnTo>
                  <a:lnTo>
                    <a:pt x="349" y="378"/>
                  </a:lnTo>
                  <a:lnTo>
                    <a:pt x="349" y="378"/>
                  </a:lnTo>
                  <a:lnTo>
                    <a:pt x="351" y="377"/>
                  </a:lnTo>
                  <a:lnTo>
                    <a:pt x="351" y="375"/>
                  </a:lnTo>
                  <a:lnTo>
                    <a:pt x="351" y="374"/>
                  </a:lnTo>
                  <a:lnTo>
                    <a:pt x="351" y="372"/>
                  </a:lnTo>
                  <a:lnTo>
                    <a:pt x="351" y="372"/>
                  </a:lnTo>
                  <a:lnTo>
                    <a:pt x="351" y="371"/>
                  </a:lnTo>
                  <a:lnTo>
                    <a:pt x="351" y="371"/>
                  </a:lnTo>
                  <a:lnTo>
                    <a:pt x="351" y="371"/>
                  </a:lnTo>
                  <a:lnTo>
                    <a:pt x="351" y="369"/>
                  </a:lnTo>
                  <a:lnTo>
                    <a:pt x="352" y="371"/>
                  </a:lnTo>
                  <a:lnTo>
                    <a:pt x="354" y="372"/>
                  </a:lnTo>
                  <a:lnTo>
                    <a:pt x="354" y="372"/>
                  </a:lnTo>
                  <a:lnTo>
                    <a:pt x="354" y="375"/>
                  </a:lnTo>
                  <a:lnTo>
                    <a:pt x="354" y="378"/>
                  </a:lnTo>
                  <a:lnTo>
                    <a:pt x="354" y="378"/>
                  </a:lnTo>
                  <a:lnTo>
                    <a:pt x="354" y="377"/>
                  </a:lnTo>
                  <a:lnTo>
                    <a:pt x="354" y="375"/>
                  </a:lnTo>
                  <a:lnTo>
                    <a:pt x="354" y="374"/>
                  </a:lnTo>
                  <a:lnTo>
                    <a:pt x="355" y="374"/>
                  </a:lnTo>
                  <a:lnTo>
                    <a:pt x="355" y="372"/>
                  </a:lnTo>
                  <a:lnTo>
                    <a:pt x="357" y="374"/>
                  </a:lnTo>
                  <a:lnTo>
                    <a:pt x="357" y="372"/>
                  </a:lnTo>
                  <a:lnTo>
                    <a:pt x="354" y="372"/>
                  </a:lnTo>
                  <a:lnTo>
                    <a:pt x="352" y="369"/>
                  </a:lnTo>
                  <a:lnTo>
                    <a:pt x="352" y="369"/>
                  </a:lnTo>
                  <a:lnTo>
                    <a:pt x="351" y="369"/>
                  </a:lnTo>
                  <a:lnTo>
                    <a:pt x="349" y="369"/>
                  </a:lnTo>
                  <a:lnTo>
                    <a:pt x="346" y="374"/>
                  </a:lnTo>
                  <a:lnTo>
                    <a:pt x="346" y="374"/>
                  </a:lnTo>
                  <a:lnTo>
                    <a:pt x="343" y="375"/>
                  </a:lnTo>
                  <a:lnTo>
                    <a:pt x="340" y="375"/>
                  </a:lnTo>
                  <a:lnTo>
                    <a:pt x="337" y="375"/>
                  </a:lnTo>
                  <a:lnTo>
                    <a:pt x="334" y="375"/>
                  </a:lnTo>
                  <a:lnTo>
                    <a:pt x="328" y="372"/>
                  </a:lnTo>
                  <a:lnTo>
                    <a:pt x="328" y="371"/>
                  </a:lnTo>
                  <a:lnTo>
                    <a:pt x="329" y="369"/>
                  </a:lnTo>
                  <a:lnTo>
                    <a:pt x="329" y="369"/>
                  </a:lnTo>
                  <a:lnTo>
                    <a:pt x="329" y="366"/>
                  </a:lnTo>
                  <a:lnTo>
                    <a:pt x="328" y="366"/>
                  </a:lnTo>
                  <a:lnTo>
                    <a:pt x="328" y="366"/>
                  </a:lnTo>
                  <a:lnTo>
                    <a:pt x="328" y="366"/>
                  </a:lnTo>
                  <a:lnTo>
                    <a:pt x="328" y="366"/>
                  </a:lnTo>
                  <a:lnTo>
                    <a:pt x="328" y="368"/>
                  </a:lnTo>
                  <a:lnTo>
                    <a:pt x="328" y="369"/>
                  </a:lnTo>
                  <a:lnTo>
                    <a:pt x="326" y="369"/>
                  </a:lnTo>
                  <a:lnTo>
                    <a:pt x="325" y="369"/>
                  </a:lnTo>
                  <a:lnTo>
                    <a:pt x="319" y="368"/>
                  </a:lnTo>
                  <a:lnTo>
                    <a:pt x="314" y="366"/>
                  </a:lnTo>
                  <a:lnTo>
                    <a:pt x="308" y="366"/>
                  </a:lnTo>
                  <a:lnTo>
                    <a:pt x="302" y="368"/>
                  </a:lnTo>
                  <a:lnTo>
                    <a:pt x="299" y="369"/>
                  </a:lnTo>
                  <a:lnTo>
                    <a:pt x="296" y="369"/>
                  </a:lnTo>
                  <a:lnTo>
                    <a:pt x="294" y="369"/>
                  </a:lnTo>
                  <a:lnTo>
                    <a:pt x="294" y="368"/>
                  </a:lnTo>
                  <a:lnTo>
                    <a:pt x="294" y="368"/>
                  </a:lnTo>
                  <a:lnTo>
                    <a:pt x="294" y="366"/>
                  </a:lnTo>
                  <a:lnTo>
                    <a:pt x="293" y="365"/>
                  </a:lnTo>
                  <a:lnTo>
                    <a:pt x="291" y="365"/>
                  </a:lnTo>
                  <a:lnTo>
                    <a:pt x="290" y="363"/>
                  </a:lnTo>
                  <a:lnTo>
                    <a:pt x="288" y="363"/>
                  </a:lnTo>
                  <a:lnTo>
                    <a:pt x="288" y="363"/>
                  </a:lnTo>
                  <a:lnTo>
                    <a:pt x="287" y="362"/>
                  </a:lnTo>
                  <a:lnTo>
                    <a:pt x="285" y="362"/>
                  </a:lnTo>
                  <a:lnTo>
                    <a:pt x="285" y="360"/>
                  </a:lnTo>
                  <a:lnTo>
                    <a:pt x="285" y="357"/>
                  </a:lnTo>
                  <a:lnTo>
                    <a:pt x="285" y="356"/>
                  </a:lnTo>
                  <a:lnTo>
                    <a:pt x="287" y="354"/>
                  </a:lnTo>
                  <a:lnTo>
                    <a:pt x="287" y="352"/>
                  </a:lnTo>
                  <a:lnTo>
                    <a:pt x="287" y="352"/>
                  </a:lnTo>
                  <a:lnTo>
                    <a:pt x="285" y="354"/>
                  </a:lnTo>
                  <a:lnTo>
                    <a:pt x="284" y="356"/>
                  </a:lnTo>
                  <a:lnTo>
                    <a:pt x="282" y="357"/>
                  </a:lnTo>
                  <a:lnTo>
                    <a:pt x="282" y="359"/>
                  </a:lnTo>
                  <a:lnTo>
                    <a:pt x="281" y="360"/>
                  </a:lnTo>
                  <a:lnTo>
                    <a:pt x="279" y="360"/>
                  </a:lnTo>
                  <a:lnTo>
                    <a:pt x="276" y="359"/>
                  </a:lnTo>
                  <a:lnTo>
                    <a:pt x="275" y="357"/>
                  </a:lnTo>
                  <a:lnTo>
                    <a:pt x="273" y="357"/>
                  </a:lnTo>
                  <a:lnTo>
                    <a:pt x="273" y="357"/>
                  </a:lnTo>
                  <a:lnTo>
                    <a:pt x="273" y="356"/>
                  </a:lnTo>
                  <a:lnTo>
                    <a:pt x="275" y="356"/>
                  </a:lnTo>
                  <a:lnTo>
                    <a:pt x="275" y="354"/>
                  </a:lnTo>
                  <a:lnTo>
                    <a:pt x="275" y="352"/>
                  </a:lnTo>
                  <a:lnTo>
                    <a:pt x="270" y="352"/>
                  </a:lnTo>
                  <a:lnTo>
                    <a:pt x="269" y="352"/>
                  </a:lnTo>
                  <a:lnTo>
                    <a:pt x="269" y="351"/>
                  </a:lnTo>
                  <a:lnTo>
                    <a:pt x="269" y="351"/>
                  </a:lnTo>
                  <a:lnTo>
                    <a:pt x="269" y="351"/>
                  </a:lnTo>
                  <a:lnTo>
                    <a:pt x="267" y="351"/>
                  </a:lnTo>
                  <a:lnTo>
                    <a:pt x="266" y="351"/>
                  </a:lnTo>
                  <a:lnTo>
                    <a:pt x="264" y="351"/>
                  </a:lnTo>
                  <a:lnTo>
                    <a:pt x="264" y="351"/>
                  </a:lnTo>
                  <a:lnTo>
                    <a:pt x="266" y="349"/>
                  </a:lnTo>
                  <a:lnTo>
                    <a:pt x="267" y="349"/>
                  </a:lnTo>
                  <a:lnTo>
                    <a:pt x="266" y="348"/>
                  </a:lnTo>
                  <a:lnTo>
                    <a:pt x="264" y="348"/>
                  </a:lnTo>
                  <a:lnTo>
                    <a:pt x="264" y="346"/>
                  </a:lnTo>
                  <a:lnTo>
                    <a:pt x="264" y="345"/>
                  </a:lnTo>
                  <a:lnTo>
                    <a:pt x="264" y="343"/>
                  </a:lnTo>
                  <a:lnTo>
                    <a:pt x="267" y="342"/>
                  </a:lnTo>
                  <a:lnTo>
                    <a:pt x="267" y="340"/>
                  </a:lnTo>
                  <a:lnTo>
                    <a:pt x="264" y="340"/>
                  </a:lnTo>
                  <a:lnTo>
                    <a:pt x="263" y="342"/>
                  </a:lnTo>
                  <a:lnTo>
                    <a:pt x="261" y="343"/>
                  </a:lnTo>
                  <a:lnTo>
                    <a:pt x="259" y="345"/>
                  </a:lnTo>
                  <a:lnTo>
                    <a:pt x="258" y="343"/>
                  </a:lnTo>
                  <a:lnTo>
                    <a:pt x="258" y="343"/>
                  </a:lnTo>
                  <a:lnTo>
                    <a:pt x="256" y="343"/>
                  </a:lnTo>
                  <a:lnTo>
                    <a:pt x="256" y="345"/>
                  </a:lnTo>
                  <a:lnTo>
                    <a:pt x="255" y="345"/>
                  </a:lnTo>
                  <a:lnTo>
                    <a:pt x="255" y="346"/>
                  </a:lnTo>
                  <a:lnTo>
                    <a:pt x="255" y="346"/>
                  </a:lnTo>
                  <a:lnTo>
                    <a:pt x="255" y="346"/>
                  </a:lnTo>
                  <a:lnTo>
                    <a:pt x="253" y="345"/>
                  </a:lnTo>
                  <a:lnTo>
                    <a:pt x="252" y="345"/>
                  </a:lnTo>
                  <a:lnTo>
                    <a:pt x="252" y="343"/>
                  </a:lnTo>
                  <a:lnTo>
                    <a:pt x="252" y="345"/>
                  </a:lnTo>
                  <a:lnTo>
                    <a:pt x="252" y="346"/>
                  </a:lnTo>
                  <a:lnTo>
                    <a:pt x="250" y="346"/>
                  </a:lnTo>
                  <a:lnTo>
                    <a:pt x="249" y="346"/>
                  </a:lnTo>
                  <a:lnTo>
                    <a:pt x="249" y="346"/>
                  </a:lnTo>
                  <a:lnTo>
                    <a:pt x="247" y="345"/>
                  </a:lnTo>
                  <a:lnTo>
                    <a:pt x="247" y="345"/>
                  </a:lnTo>
                  <a:lnTo>
                    <a:pt x="247" y="343"/>
                  </a:lnTo>
                  <a:lnTo>
                    <a:pt x="250" y="339"/>
                  </a:lnTo>
                  <a:lnTo>
                    <a:pt x="249" y="339"/>
                  </a:lnTo>
                  <a:lnTo>
                    <a:pt x="249" y="339"/>
                  </a:lnTo>
                  <a:lnTo>
                    <a:pt x="247" y="342"/>
                  </a:lnTo>
                  <a:lnTo>
                    <a:pt x="246" y="342"/>
                  </a:lnTo>
                  <a:lnTo>
                    <a:pt x="244" y="342"/>
                  </a:lnTo>
                  <a:lnTo>
                    <a:pt x="244" y="342"/>
                  </a:lnTo>
                  <a:lnTo>
                    <a:pt x="243" y="342"/>
                  </a:lnTo>
                  <a:lnTo>
                    <a:pt x="243" y="342"/>
                  </a:lnTo>
                  <a:lnTo>
                    <a:pt x="243" y="343"/>
                  </a:lnTo>
                  <a:lnTo>
                    <a:pt x="241" y="343"/>
                  </a:lnTo>
                  <a:lnTo>
                    <a:pt x="241" y="343"/>
                  </a:lnTo>
                  <a:lnTo>
                    <a:pt x="243" y="343"/>
                  </a:lnTo>
                  <a:lnTo>
                    <a:pt x="244" y="343"/>
                  </a:lnTo>
                  <a:lnTo>
                    <a:pt x="244" y="343"/>
                  </a:lnTo>
                  <a:lnTo>
                    <a:pt x="243" y="345"/>
                  </a:lnTo>
                  <a:lnTo>
                    <a:pt x="243" y="348"/>
                  </a:lnTo>
                  <a:lnTo>
                    <a:pt x="241" y="348"/>
                  </a:lnTo>
                  <a:lnTo>
                    <a:pt x="241" y="348"/>
                  </a:lnTo>
                  <a:lnTo>
                    <a:pt x="240" y="348"/>
                  </a:lnTo>
                  <a:lnTo>
                    <a:pt x="240" y="349"/>
                  </a:lnTo>
                  <a:lnTo>
                    <a:pt x="241" y="351"/>
                  </a:lnTo>
                  <a:lnTo>
                    <a:pt x="243" y="351"/>
                  </a:lnTo>
                  <a:lnTo>
                    <a:pt x="243" y="351"/>
                  </a:lnTo>
                  <a:lnTo>
                    <a:pt x="244" y="352"/>
                  </a:lnTo>
                  <a:lnTo>
                    <a:pt x="243" y="354"/>
                  </a:lnTo>
                  <a:lnTo>
                    <a:pt x="243" y="354"/>
                  </a:lnTo>
                  <a:lnTo>
                    <a:pt x="243" y="356"/>
                  </a:lnTo>
                  <a:lnTo>
                    <a:pt x="241" y="354"/>
                  </a:lnTo>
                  <a:lnTo>
                    <a:pt x="241" y="356"/>
                  </a:lnTo>
                  <a:lnTo>
                    <a:pt x="240" y="356"/>
                  </a:lnTo>
                  <a:lnTo>
                    <a:pt x="238" y="357"/>
                  </a:lnTo>
                  <a:lnTo>
                    <a:pt x="240" y="357"/>
                  </a:lnTo>
                  <a:lnTo>
                    <a:pt x="240" y="356"/>
                  </a:lnTo>
                  <a:lnTo>
                    <a:pt x="241" y="356"/>
                  </a:lnTo>
                  <a:lnTo>
                    <a:pt x="243" y="356"/>
                  </a:lnTo>
                  <a:lnTo>
                    <a:pt x="244" y="356"/>
                  </a:lnTo>
                  <a:lnTo>
                    <a:pt x="246" y="354"/>
                  </a:lnTo>
                  <a:lnTo>
                    <a:pt x="246" y="356"/>
                  </a:lnTo>
                  <a:lnTo>
                    <a:pt x="247" y="356"/>
                  </a:lnTo>
                  <a:lnTo>
                    <a:pt x="247" y="357"/>
                  </a:lnTo>
                  <a:lnTo>
                    <a:pt x="247" y="357"/>
                  </a:lnTo>
                  <a:lnTo>
                    <a:pt x="246" y="359"/>
                  </a:lnTo>
                  <a:lnTo>
                    <a:pt x="246" y="359"/>
                  </a:lnTo>
                  <a:lnTo>
                    <a:pt x="244" y="359"/>
                  </a:lnTo>
                  <a:lnTo>
                    <a:pt x="244" y="360"/>
                  </a:lnTo>
                  <a:lnTo>
                    <a:pt x="244" y="362"/>
                  </a:lnTo>
                  <a:lnTo>
                    <a:pt x="244" y="362"/>
                  </a:lnTo>
                  <a:lnTo>
                    <a:pt x="244" y="365"/>
                  </a:lnTo>
                  <a:lnTo>
                    <a:pt x="244" y="365"/>
                  </a:lnTo>
                  <a:lnTo>
                    <a:pt x="244" y="365"/>
                  </a:lnTo>
                  <a:lnTo>
                    <a:pt x="243" y="365"/>
                  </a:lnTo>
                  <a:lnTo>
                    <a:pt x="243" y="366"/>
                  </a:lnTo>
                  <a:lnTo>
                    <a:pt x="241" y="369"/>
                  </a:lnTo>
                  <a:lnTo>
                    <a:pt x="241" y="369"/>
                  </a:lnTo>
                  <a:lnTo>
                    <a:pt x="241" y="369"/>
                  </a:lnTo>
                  <a:lnTo>
                    <a:pt x="240" y="369"/>
                  </a:lnTo>
                  <a:lnTo>
                    <a:pt x="240" y="369"/>
                  </a:lnTo>
                  <a:lnTo>
                    <a:pt x="238" y="371"/>
                  </a:lnTo>
                  <a:lnTo>
                    <a:pt x="238" y="371"/>
                  </a:lnTo>
                  <a:lnTo>
                    <a:pt x="237" y="371"/>
                  </a:lnTo>
                  <a:lnTo>
                    <a:pt x="235" y="369"/>
                  </a:lnTo>
                  <a:lnTo>
                    <a:pt x="234" y="369"/>
                  </a:lnTo>
                  <a:lnTo>
                    <a:pt x="234" y="368"/>
                  </a:lnTo>
                  <a:lnTo>
                    <a:pt x="231" y="369"/>
                  </a:lnTo>
                  <a:lnTo>
                    <a:pt x="231" y="369"/>
                  </a:lnTo>
                  <a:lnTo>
                    <a:pt x="229" y="366"/>
                  </a:lnTo>
                  <a:lnTo>
                    <a:pt x="229" y="366"/>
                  </a:lnTo>
                  <a:lnTo>
                    <a:pt x="229" y="369"/>
                  </a:lnTo>
                  <a:lnTo>
                    <a:pt x="229" y="369"/>
                  </a:lnTo>
                  <a:lnTo>
                    <a:pt x="228" y="372"/>
                  </a:lnTo>
                  <a:lnTo>
                    <a:pt x="228" y="375"/>
                  </a:lnTo>
                  <a:lnTo>
                    <a:pt x="228" y="375"/>
                  </a:lnTo>
                  <a:lnTo>
                    <a:pt x="226" y="374"/>
                  </a:lnTo>
                  <a:lnTo>
                    <a:pt x="226" y="372"/>
                  </a:lnTo>
                  <a:lnTo>
                    <a:pt x="226" y="371"/>
                  </a:lnTo>
                  <a:lnTo>
                    <a:pt x="225" y="372"/>
                  </a:lnTo>
                  <a:lnTo>
                    <a:pt x="225" y="374"/>
                  </a:lnTo>
                  <a:lnTo>
                    <a:pt x="225" y="375"/>
                  </a:lnTo>
                  <a:lnTo>
                    <a:pt x="225" y="375"/>
                  </a:lnTo>
                  <a:lnTo>
                    <a:pt x="223" y="374"/>
                  </a:lnTo>
                  <a:lnTo>
                    <a:pt x="221" y="374"/>
                  </a:lnTo>
                  <a:lnTo>
                    <a:pt x="221" y="374"/>
                  </a:lnTo>
                  <a:lnTo>
                    <a:pt x="223" y="375"/>
                  </a:lnTo>
                  <a:lnTo>
                    <a:pt x="223" y="377"/>
                  </a:lnTo>
                  <a:lnTo>
                    <a:pt x="220" y="380"/>
                  </a:lnTo>
                  <a:lnTo>
                    <a:pt x="218" y="380"/>
                  </a:lnTo>
                  <a:lnTo>
                    <a:pt x="218" y="380"/>
                  </a:lnTo>
                  <a:lnTo>
                    <a:pt x="218" y="380"/>
                  </a:lnTo>
                  <a:lnTo>
                    <a:pt x="217" y="380"/>
                  </a:lnTo>
                  <a:lnTo>
                    <a:pt x="215" y="380"/>
                  </a:lnTo>
                  <a:lnTo>
                    <a:pt x="215" y="380"/>
                  </a:lnTo>
                  <a:lnTo>
                    <a:pt x="215" y="380"/>
                  </a:lnTo>
                  <a:lnTo>
                    <a:pt x="214" y="380"/>
                  </a:lnTo>
                  <a:lnTo>
                    <a:pt x="214" y="381"/>
                  </a:lnTo>
                  <a:lnTo>
                    <a:pt x="214" y="383"/>
                  </a:lnTo>
                  <a:lnTo>
                    <a:pt x="212" y="384"/>
                  </a:lnTo>
                  <a:lnTo>
                    <a:pt x="211" y="386"/>
                  </a:lnTo>
                  <a:lnTo>
                    <a:pt x="211" y="387"/>
                  </a:lnTo>
                  <a:lnTo>
                    <a:pt x="211" y="387"/>
                  </a:lnTo>
                  <a:lnTo>
                    <a:pt x="209" y="386"/>
                  </a:lnTo>
                  <a:lnTo>
                    <a:pt x="208" y="386"/>
                  </a:lnTo>
                  <a:lnTo>
                    <a:pt x="208" y="386"/>
                  </a:lnTo>
                  <a:lnTo>
                    <a:pt x="208" y="387"/>
                  </a:lnTo>
                  <a:lnTo>
                    <a:pt x="208" y="387"/>
                  </a:lnTo>
                  <a:lnTo>
                    <a:pt x="208" y="387"/>
                  </a:lnTo>
                  <a:lnTo>
                    <a:pt x="206" y="387"/>
                  </a:lnTo>
                  <a:lnTo>
                    <a:pt x="205" y="387"/>
                  </a:lnTo>
                  <a:lnTo>
                    <a:pt x="205" y="387"/>
                  </a:lnTo>
                  <a:lnTo>
                    <a:pt x="202" y="389"/>
                  </a:lnTo>
                  <a:lnTo>
                    <a:pt x="200" y="389"/>
                  </a:lnTo>
                  <a:lnTo>
                    <a:pt x="199" y="387"/>
                  </a:lnTo>
                  <a:lnTo>
                    <a:pt x="199" y="387"/>
                  </a:lnTo>
                  <a:lnTo>
                    <a:pt x="199" y="386"/>
                  </a:lnTo>
                  <a:lnTo>
                    <a:pt x="199" y="384"/>
                  </a:lnTo>
                  <a:lnTo>
                    <a:pt x="199" y="384"/>
                  </a:lnTo>
                  <a:lnTo>
                    <a:pt x="200" y="383"/>
                  </a:lnTo>
                  <a:lnTo>
                    <a:pt x="202" y="381"/>
                  </a:lnTo>
                  <a:lnTo>
                    <a:pt x="203" y="381"/>
                  </a:lnTo>
                  <a:lnTo>
                    <a:pt x="205" y="381"/>
                  </a:lnTo>
                  <a:lnTo>
                    <a:pt x="206" y="378"/>
                  </a:lnTo>
                  <a:lnTo>
                    <a:pt x="208" y="378"/>
                  </a:lnTo>
                  <a:lnTo>
                    <a:pt x="209" y="374"/>
                  </a:lnTo>
                  <a:lnTo>
                    <a:pt x="209" y="374"/>
                  </a:lnTo>
                  <a:lnTo>
                    <a:pt x="209" y="374"/>
                  </a:lnTo>
                  <a:lnTo>
                    <a:pt x="205" y="377"/>
                  </a:lnTo>
                  <a:lnTo>
                    <a:pt x="205" y="377"/>
                  </a:lnTo>
                  <a:lnTo>
                    <a:pt x="203" y="377"/>
                  </a:lnTo>
                  <a:lnTo>
                    <a:pt x="200" y="377"/>
                  </a:lnTo>
                  <a:lnTo>
                    <a:pt x="200" y="375"/>
                  </a:lnTo>
                  <a:lnTo>
                    <a:pt x="200" y="374"/>
                  </a:lnTo>
                  <a:lnTo>
                    <a:pt x="200" y="371"/>
                  </a:lnTo>
                  <a:lnTo>
                    <a:pt x="200" y="369"/>
                  </a:lnTo>
                  <a:lnTo>
                    <a:pt x="202" y="366"/>
                  </a:lnTo>
                  <a:lnTo>
                    <a:pt x="205" y="365"/>
                  </a:lnTo>
                  <a:lnTo>
                    <a:pt x="205" y="362"/>
                  </a:lnTo>
                  <a:lnTo>
                    <a:pt x="206" y="357"/>
                  </a:lnTo>
                  <a:lnTo>
                    <a:pt x="206" y="356"/>
                  </a:lnTo>
                  <a:lnTo>
                    <a:pt x="206" y="352"/>
                  </a:lnTo>
                  <a:lnTo>
                    <a:pt x="206" y="351"/>
                  </a:lnTo>
                  <a:lnTo>
                    <a:pt x="206" y="351"/>
                  </a:lnTo>
                  <a:lnTo>
                    <a:pt x="211" y="348"/>
                  </a:lnTo>
                  <a:lnTo>
                    <a:pt x="212" y="346"/>
                  </a:lnTo>
                  <a:lnTo>
                    <a:pt x="217" y="343"/>
                  </a:lnTo>
                  <a:lnTo>
                    <a:pt x="218" y="343"/>
                  </a:lnTo>
                  <a:lnTo>
                    <a:pt x="218" y="345"/>
                  </a:lnTo>
                  <a:lnTo>
                    <a:pt x="220" y="345"/>
                  </a:lnTo>
                  <a:lnTo>
                    <a:pt x="221" y="346"/>
                  </a:lnTo>
                  <a:lnTo>
                    <a:pt x="223" y="345"/>
                  </a:lnTo>
                  <a:lnTo>
                    <a:pt x="225" y="345"/>
                  </a:lnTo>
                  <a:lnTo>
                    <a:pt x="226" y="345"/>
                  </a:lnTo>
                  <a:lnTo>
                    <a:pt x="232" y="346"/>
                  </a:lnTo>
                  <a:lnTo>
                    <a:pt x="234" y="346"/>
                  </a:lnTo>
                  <a:lnTo>
                    <a:pt x="234" y="346"/>
                  </a:lnTo>
                  <a:lnTo>
                    <a:pt x="232" y="345"/>
                  </a:lnTo>
                  <a:lnTo>
                    <a:pt x="229" y="345"/>
                  </a:lnTo>
                  <a:lnTo>
                    <a:pt x="228" y="345"/>
                  </a:lnTo>
                  <a:lnTo>
                    <a:pt x="223" y="340"/>
                  </a:lnTo>
                  <a:lnTo>
                    <a:pt x="221" y="340"/>
                  </a:lnTo>
                  <a:lnTo>
                    <a:pt x="221" y="339"/>
                  </a:lnTo>
                  <a:lnTo>
                    <a:pt x="223" y="339"/>
                  </a:lnTo>
                  <a:lnTo>
                    <a:pt x="223" y="339"/>
                  </a:lnTo>
                  <a:lnTo>
                    <a:pt x="223" y="337"/>
                  </a:lnTo>
                  <a:lnTo>
                    <a:pt x="225" y="336"/>
                  </a:lnTo>
                  <a:lnTo>
                    <a:pt x="226" y="334"/>
                  </a:lnTo>
                  <a:lnTo>
                    <a:pt x="228" y="333"/>
                  </a:lnTo>
                  <a:lnTo>
                    <a:pt x="231" y="331"/>
                  </a:lnTo>
                  <a:lnTo>
                    <a:pt x="229" y="331"/>
                  </a:lnTo>
                  <a:lnTo>
                    <a:pt x="228" y="331"/>
                  </a:lnTo>
                  <a:lnTo>
                    <a:pt x="226" y="333"/>
                  </a:lnTo>
                  <a:lnTo>
                    <a:pt x="225" y="333"/>
                  </a:lnTo>
                  <a:lnTo>
                    <a:pt x="225" y="334"/>
                  </a:lnTo>
                  <a:lnTo>
                    <a:pt x="223" y="336"/>
                  </a:lnTo>
                  <a:lnTo>
                    <a:pt x="223" y="337"/>
                  </a:lnTo>
                  <a:lnTo>
                    <a:pt x="221" y="337"/>
                  </a:lnTo>
                  <a:lnTo>
                    <a:pt x="217" y="337"/>
                  </a:lnTo>
                  <a:lnTo>
                    <a:pt x="215" y="336"/>
                  </a:lnTo>
                  <a:lnTo>
                    <a:pt x="215" y="336"/>
                  </a:lnTo>
                  <a:lnTo>
                    <a:pt x="215" y="336"/>
                  </a:lnTo>
                  <a:lnTo>
                    <a:pt x="211" y="339"/>
                  </a:lnTo>
                  <a:lnTo>
                    <a:pt x="209" y="340"/>
                  </a:lnTo>
                  <a:lnTo>
                    <a:pt x="208" y="342"/>
                  </a:lnTo>
                  <a:lnTo>
                    <a:pt x="206" y="343"/>
                  </a:lnTo>
                  <a:lnTo>
                    <a:pt x="205" y="343"/>
                  </a:lnTo>
                  <a:lnTo>
                    <a:pt x="203" y="345"/>
                  </a:lnTo>
                  <a:lnTo>
                    <a:pt x="200" y="346"/>
                  </a:lnTo>
                  <a:lnTo>
                    <a:pt x="200" y="348"/>
                  </a:lnTo>
                  <a:lnTo>
                    <a:pt x="200" y="348"/>
                  </a:lnTo>
                  <a:lnTo>
                    <a:pt x="200" y="349"/>
                  </a:lnTo>
                  <a:lnTo>
                    <a:pt x="200" y="351"/>
                  </a:lnTo>
                  <a:lnTo>
                    <a:pt x="199" y="351"/>
                  </a:lnTo>
                  <a:lnTo>
                    <a:pt x="197" y="352"/>
                  </a:lnTo>
                  <a:lnTo>
                    <a:pt x="194" y="356"/>
                  </a:lnTo>
                  <a:lnTo>
                    <a:pt x="194" y="357"/>
                  </a:lnTo>
                  <a:lnTo>
                    <a:pt x="194" y="357"/>
                  </a:lnTo>
                  <a:lnTo>
                    <a:pt x="194" y="359"/>
                  </a:lnTo>
                  <a:lnTo>
                    <a:pt x="194" y="360"/>
                  </a:lnTo>
                  <a:lnTo>
                    <a:pt x="193" y="360"/>
                  </a:lnTo>
                  <a:lnTo>
                    <a:pt x="191" y="363"/>
                  </a:lnTo>
                  <a:lnTo>
                    <a:pt x="190" y="363"/>
                  </a:lnTo>
                  <a:lnTo>
                    <a:pt x="188" y="363"/>
                  </a:lnTo>
                  <a:lnTo>
                    <a:pt x="188" y="363"/>
                  </a:lnTo>
                  <a:lnTo>
                    <a:pt x="187" y="362"/>
                  </a:lnTo>
                  <a:lnTo>
                    <a:pt x="185" y="362"/>
                  </a:lnTo>
                  <a:lnTo>
                    <a:pt x="185" y="362"/>
                  </a:lnTo>
                  <a:lnTo>
                    <a:pt x="187" y="363"/>
                  </a:lnTo>
                  <a:lnTo>
                    <a:pt x="188" y="365"/>
                  </a:lnTo>
                  <a:lnTo>
                    <a:pt x="190" y="366"/>
                  </a:lnTo>
                  <a:lnTo>
                    <a:pt x="190" y="366"/>
                  </a:lnTo>
                  <a:lnTo>
                    <a:pt x="190" y="368"/>
                  </a:lnTo>
                  <a:lnTo>
                    <a:pt x="190" y="369"/>
                  </a:lnTo>
                  <a:lnTo>
                    <a:pt x="188" y="371"/>
                  </a:lnTo>
                  <a:lnTo>
                    <a:pt x="187" y="371"/>
                  </a:lnTo>
                  <a:lnTo>
                    <a:pt x="184" y="372"/>
                  </a:lnTo>
                  <a:lnTo>
                    <a:pt x="184" y="372"/>
                  </a:lnTo>
                  <a:lnTo>
                    <a:pt x="184" y="372"/>
                  </a:lnTo>
                  <a:lnTo>
                    <a:pt x="185" y="374"/>
                  </a:lnTo>
                  <a:lnTo>
                    <a:pt x="185" y="374"/>
                  </a:lnTo>
                  <a:lnTo>
                    <a:pt x="185" y="375"/>
                  </a:lnTo>
                  <a:lnTo>
                    <a:pt x="185" y="375"/>
                  </a:lnTo>
                  <a:lnTo>
                    <a:pt x="182" y="377"/>
                  </a:lnTo>
                  <a:lnTo>
                    <a:pt x="180" y="377"/>
                  </a:lnTo>
                  <a:lnTo>
                    <a:pt x="180" y="377"/>
                  </a:lnTo>
                  <a:lnTo>
                    <a:pt x="180" y="375"/>
                  </a:lnTo>
                  <a:lnTo>
                    <a:pt x="180" y="375"/>
                  </a:lnTo>
                  <a:lnTo>
                    <a:pt x="180" y="375"/>
                  </a:lnTo>
                  <a:lnTo>
                    <a:pt x="179" y="375"/>
                  </a:lnTo>
                  <a:lnTo>
                    <a:pt x="177" y="377"/>
                  </a:lnTo>
                  <a:lnTo>
                    <a:pt x="177" y="378"/>
                  </a:lnTo>
                  <a:lnTo>
                    <a:pt x="177" y="378"/>
                  </a:lnTo>
                  <a:lnTo>
                    <a:pt x="177" y="378"/>
                  </a:lnTo>
                  <a:lnTo>
                    <a:pt x="176" y="380"/>
                  </a:lnTo>
                  <a:lnTo>
                    <a:pt x="176" y="381"/>
                  </a:lnTo>
                  <a:lnTo>
                    <a:pt x="176" y="381"/>
                  </a:lnTo>
                  <a:lnTo>
                    <a:pt x="171" y="384"/>
                  </a:lnTo>
                  <a:lnTo>
                    <a:pt x="173" y="384"/>
                  </a:lnTo>
                  <a:lnTo>
                    <a:pt x="171" y="387"/>
                  </a:lnTo>
                  <a:lnTo>
                    <a:pt x="171" y="389"/>
                  </a:lnTo>
                  <a:lnTo>
                    <a:pt x="171" y="390"/>
                  </a:lnTo>
                  <a:lnTo>
                    <a:pt x="174" y="392"/>
                  </a:lnTo>
                  <a:lnTo>
                    <a:pt x="176" y="392"/>
                  </a:lnTo>
                  <a:lnTo>
                    <a:pt x="177" y="392"/>
                  </a:lnTo>
                  <a:lnTo>
                    <a:pt x="180" y="394"/>
                  </a:lnTo>
                  <a:lnTo>
                    <a:pt x="182" y="395"/>
                  </a:lnTo>
                  <a:lnTo>
                    <a:pt x="182" y="397"/>
                  </a:lnTo>
                  <a:lnTo>
                    <a:pt x="182" y="397"/>
                  </a:lnTo>
                  <a:lnTo>
                    <a:pt x="180" y="398"/>
                  </a:lnTo>
                  <a:lnTo>
                    <a:pt x="180" y="400"/>
                  </a:lnTo>
                  <a:lnTo>
                    <a:pt x="177" y="401"/>
                  </a:lnTo>
                  <a:lnTo>
                    <a:pt x="177" y="403"/>
                  </a:lnTo>
                  <a:lnTo>
                    <a:pt x="176" y="403"/>
                  </a:lnTo>
                  <a:lnTo>
                    <a:pt x="174" y="403"/>
                  </a:lnTo>
                  <a:lnTo>
                    <a:pt x="173" y="406"/>
                  </a:lnTo>
                  <a:lnTo>
                    <a:pt x="173" y="406"/>
                  </a:lnTo>
                  <a:lnTo>
                    <a:pt x="173" y="407"/>
                  </a:lnTo>
                  <a:lnTo>
                    <a:pt x="171" y="409"/>
                  </a:lnTo>
                  <a:lnTo>
                    <a:pt x="170" y="410"/>
                  </a:lnTo>
                  <a:lnTo>
                    <a:pt x="170" y="410"/>
                  </a:lnTo>
                  <a:lnTo>
                    <a:pt x="170" y="410"/>
                  </a:lnTo>
                  <a:lnTo>
                    <a:pt x="170" y="412"/>
                  </a:lnTo>
                  <a:lnTo>
                    <a:pt x="170" y="413"/>
                  </a:lnTo>
                  <a:lnTo>
                    <a:pt x="170" y="413"/>
                  </a:lnTo>
                  <a:lnTo>
                    <a:pt x="168" y="413"/>
                  </a:lnTo>
                  <a:lnTo>
                    <a:pt x="167" y="413"/>
                  </a:lnTo>
                  <a:lnTo>
                    <a:pt x="165" y="415"/>
                  </a:lnTo>
                  <a:lnTo>
                    <a:pt x="165" y="415"/>
                  </a:lnTo>
                  <a:lnTo>
                    <a:pt x="161" y="416"/>
                  </a:lnTo>
                  <a:lnTo>
                    <a:pt x="159" y="419"/>
                  </a:lnTo>
                  <a:lnTo>
                    <a:pt x="159" y="419"/>
                  </a:lnTo>
                  <a:lnTo>
                    <a:pt x="158" y="421"/>
                  </a:lnTo>
                  <a:lnTo>
                    <a:pt x="156" y="422"/>
                  </a:lnTo>
                  <a:lnTo>
                    <a:pt x="155" y="422"/>
                  </a:lnTo>
                  <a:lnTo>
                    <a:pt x="153" y="422"/>
                  </a:lnTo>
                  <a:lnTo>
                    <a:pt x="153" y="424"/>
                  </a:lnTo>
                  <a:lnTo>
                    <a:pt x="153" y="424"/>
                  </a:lnTo>
                  <a:lnTo>
                    <a:pt x="152" y="425"/>
                  </a:lnTo>
                  <a:lnTo>
                    <a:pt x="152" y="427"/>
                  </a:lnTo>
                  <a:lnTo>
                    <a:pt x="152" y="427"/>
                  </a:lnTo>
                  <a:lnTo>
                    <a:pt x="149" y="427"/>
                  </a:lnTo>
                  <a:lnTo>
                    <a:pt x="149" y="427"/>
                  </a:lnTo>
                  <a:lnTo>
                    <a:pt x="149" y="430"/>
                  </a:lnTo>
                  <a:lnTo>
                    <a:pt x="147" y="430"/>
                  </a:lnTo>
                  <a:lnTo>
                    <a:pt x="147" y="428"/>
                  </a:lnTo>
                  <a:lnTo>
                    <a:pt x="146" y="430"/>
                  </a:lnTo>
                  <a:lnTo>
                    <a:pt x="144" y="432"/>
                  </a:lnTo>
                  <a:lnTo>
                    <a:pt x="142" y="432"/>
                  </a:lnTo>
                  <a:lnTo>
                    <a:pt x="142" y="433"/>
                  </a:lnTo>
                  <a:lnTo>
                    <a:pt x="142" y="433"/>
                  </a:lnTo>
                  <a:lnTo>
                    <a:pt x="144" y="435"/>
                  </a:lnTo>
                  <a:lnTo>
                    <a:pt x="144" y="435"/>
                  </a:lnTo>
                  <a:lnTo>
                    <a:pt x="142" y="438"/>
                  </a:lnTo>
                  <a:lnTo>
                    <a:pt x="142" y="438"/>
                  </a:lnTo>
                  <a:lnTo>
                    <a:pt x="141" y="438"/>
                  </a:lnTo>
                  <a:lnTo>
                    <a:pt x="141" y="439"/>
                  </a:lnTo>
                  <a:lnTo>
                    <a:pt x="139" y="439"/>
                  </a:lnTo>
                  <a:lnTo>
                    <a:pt x="139" y="439"/>
                  </a:lnTo>
                  <a:lnTo>
                    <a:pt x="138" y="441"/>
                  </a:lnTo>
                  <a:lnTo>
                    <a:pt x="138" y="441"/>
                  </a:lnTo>
                  <a:lnTo>
                    <a:pt x="138" y="441"/>
                  </a:lnTo>
                  <a:lnTo>
                    <a:pt x="136" y="442"/>
                  </a:lnTo>
                  <a:lnTo>
                    <a:pt x="135" y="442"/>
                  </a:lnTo>
                  <a:lnTo>
                    <a:pt x="135" y="444"/>
                  </a:lnTo>
                  <a:lnTo>
                    <a:pt x="133" y="444"/>
                  </a:lnTo>
                  <a:lnTo>
                    <a:pt x="133" y="444"/>
                  </a:lnTo>
                  <a:lnTo>
                    <a:pt x="132" y="444"/>
                  </a:lnTo>
                  <a:lnTo>
                    <a:pt x="132" y="444"/>
                  </a:lnTo>
                  <a:lnTo>
                    <a:pt x="130" y="444"/>
                  </a:lnTo>
                  <a:lnTo>
                    <a:pt x="130" y="445"/>
                  </a:lnTo>
                  <a:lnTo>
                    <a:pt x="130" y="447"/>
                  </a:lnTo>
                  <a:lnTo>
                    <a:pt x="129" y="448"/>
                  </a:lnTo>
                  <a:lnTo>
                    <a:pt x="129" y="448"/>
                  </a:lnTo>
                  <a:lnTo>
                    <a:pt x="129" y="448"/>
                  </a:lnTo>
                  <a:lnTo>
                    <a:pt x="127" y="447"/>
                  </a:lnTo>
                  <a:lnTo>
                    <a:pt x="126" y="447"/>
                  </a:lnTo>
                  <a:lnTo>
                    <a:pt x="124" y="448"/>
                  </a:lnTo>
                  <a:lnTo>
                    <a:pt x="123" y="450"/>
                  </a:lnTo>
                  <a:lnTo>
                    <a:pt x="124" y="450"/>
                  </a:lnTo>
                  <a:lnTo>
                    <a:pt x="124" y="450"/>
                  </a:lnTo>
                  <a:lnTo>
                    <a:pt x="124" y="450"/>
                  </a:lnTo>
                  <a:lnTo>
                    <a:pt x="124" y="450"/>
                  </a:lnTo>
                  <a:lnTo>
                    <a:pt x="123" y="450"/>
                  </a:lnTo>
                  <a:lnTo>
                    <a:pt x="123" y="451"/>
                  </a:lnTo>
                  <a:lnTo>
                    <a:pt x="121" y="451"/>
                  </a:lnTo>
                  <a:lnTo>
                    <a:pt x="120" y="451"/>
                  </a:lnTo>
                  <a:lnTo>
                    <a:pt x="120" y="453"/>
                  </a:lnTo>
                  <a:lnTo>
                    <a:pt x="118" y="454"/>
                  </a:lnTo>
                  <a:lnTo>
                    <a:pt x="117" y="454"/>
                  </a:lnTo>
                  <a:lnTo>
                    <a:pt x="118" y="454"/>
                  </a:lnTo>
                  <a:lnTo>
                    <a:pt x="118" y="454"/>
                  </a:lnTo>
                  <a:lnTo>
                    <a:pt x="120" y="454"/>
                  </a:lnTo>
                  <a:lnTo>
                    <a:pt x="120" y="456"/>
                  </a:lnTo>
                  <a:lnTo>
                    <a:pt x="120" y="456"/>
                  </a:lnTo>
                  <a:lnTo>
                    <a:pt x="121" y="457"/>
                  </a:lnTo>
                  <a:lnTo>
                    <a:pt x="121" y="457"/>
                  </a:lnTo>
                  <a:lnTo>
                    <a:pt x="118" y="459"/>
                  </a:lnTo>
                  <a:lnTo>
                    <a:pt x="118" y="460"/>
                  </a:lnTo>
                  <a:lnTo>
                    <a:pt x="118" y="460"/>
                  </a:lnTo>
                  <a:lnTo>
                    <a:pt x="118" y="460"/>
                  </a:lnTo>
                  <a:lnTo>
                    <a:pt x="117" y="457"/>
                  </a:lnTo>
                  <a:lnTo>
                    <a:pt x="117" y="457"/>
                  </a:lnTo>
                  <a:lnTo>
                    <a:pt x="117" y="457"/>
                  </a:lnTo>
                  <a:lnTo>
                    <a:pt x="117" y="459"/>
                  </a:lnTo>
                  <a:lnTo>
                    <a:pt x="115" y="460"/>
                  </a:lnTo>
                  <a:lnTo>
                    <a:pt x="114" y="462"/>
                  </a:lnTo>
                  <a:lnTo>
                    <a:pt x="106" y="465"/>
                  </a:lnTo>
                  <a:lnTo>
                    <a:pt x="106" y="467"/>
                  </a:lnTo>
                  <a:lnTo>
                    <a:pt x="105" y="467"/>
                  </a:lnTo>
                  <a:lnTo>
                    <a:pt x="105" y="468"/>
                  </a:lnTo>
                  <a:lnTo>
                    <a:pt x="105" y="470"/>
                  </a:lnTo>
                  <a:lnTo>
                    <a:pt x="103" y="470"/>
                  </a:lnTo>
                  <a:lnTo>
                    <a:pt x="103" y="470"/>
                  </a:lnTo>
                  <a:lnTo>
                    <a:pt x="103" y="467"/>
                  </a:lnTo>
                  <a:lnTo>
                    <a:pt x="103" y="465"/>
                  </a:lnTo>
                  <a:lnTo>
                    <a:pt x="103" y="465"/>
                  </a:lnTo>
                  <a:lnTo>
                    <a:pt x="103" y="465"/>
                  </a:lnTo>
                  <a:lnTo>
                    <a:pt x="101" y="465"/>
                  </a:lnTo>
                  <a:lnTo>
                    <a:pt x="101" y="467"/>
                  </a:lnTo>
                  <a:lnTo>
                    <a:pt x="100" y="467"/>
                  </a:lnTo>
                  <a:lnTo>
                    <a:pt x="100" y="467"/>
                  </a:lnTo>
                  <a:lnTo>
                    <a:pt x="98" y="467"/>
                  </a:lnTo>
                  <a:lnTo>
                    <a:pt x="97" y="470"/>
                  </a:lnTo>
                  <a:lnTo>
                    <a:pt x="95" y="470"/>
                  </a:lnTo>
                  <a:lnTo>
                    <a:pt x="94" y="470"/>
                  </a:lnTo>
                  <a:lnTo>
                    <a:pt x="94" y="471"/>
                  </a:lnTo>
                  <a:lnTo>
                    <a:pt x="94" y="473"/>
                  </a:lnTo>
                  <a:lnTo>
                    <a:pt x="92" y="473"/>
                  </a:lnTo>
                  <a:lnTo>
                    <a:pt x="92" y="471"/>
                  </a:lnTo>
                  <a:lnTo>
                    <a:pt x="91" y="471"/>
                  </a:lnTo>
                  <a:lnTo>
                    <a:pt x="91" y="473"/>
                  </a:lnTo>
                  <a:lnTo>
                    <a:pt x="89" y="473"/>
                  </a:lnTo>
                  <a:lnTo>
                    <a:pt x="88" y="473"/>
                  </a:lnTo>
                  <a:lnTo>
                    <a:pt x="88" y="473"/>
                  </a:lnTo>
                  <a:lnTo>
                    <a:pt x="86" y="474"/>
                  </a:lnTo>
                  <a:lnTo>
                    <a:pt x="86" y="474"/>
                  </a:lnTo>
                  <a:lnTo>
                    <a:pt x="85" y="476"/>
                  </a:lnTo>
                  <a:lnTo>
                    <a:pt x="83" y="476"/>
                  </a:lnTo>
                  <a:lnTo>
                    <a:pt x="82" y="476"/>
                  </a:lnTo>
                  <a:lnTo>
                    <a:pt x="82" y="474"/>
                  </a:lnTo>
                  <a:lnTo>
                    <a:pt x="82" y="474"/>
                  </a:lnTo>
                  <a:lnTo>
                    <a:pt x="82" y="473"/>
                  </a:lnTo>
                  <a:lnTo>
                    <a:pt x="82" y="473"/>
                  </a:lnTo>
                  <a:lnTo>
                    <a:pt x="83" y="471"/>
                  </a:lnTo>
                  <a:lnTo>
                    <a:pt x="83" y="471"/>
                  </a:lnTo>
                  <a:lnTo>
                    <a:pt x="85" y="471"/>
                  </a:lnTo>
                  <a:lnTo>
                    <a:pt x="85" y="471"/>
                  </a:lnTo>
                  <a:lnTo>
                    <a:pt x="85" y="471"/>
                  </a:lnTo>
                  <a:lnTo>
                    <a:pt x="83" y="470"/>
                  </a:lnTo>
                  <a:lnTo>
                    <a:pt x="82" y="470"/>
                  </a:lnTo>
                  <a:lnTo>
                    <a:pt x="80" y="470"/>
                  </a:lnTo>
                  <a:lnTo>
                    <a:pt x="80" y="471"/>
                  </a:lnTo>
                  <a:lnTo>
                    <a:pt x="79" y="471"/>
                  </a:lnTo>
                  <a:lnTo>
                    <a:pt x="79" y="473"/>
                  </a:lnTo>
                  <a:lnTo>
                    <a:pt x="79" y="474"/>
                  </a:lnTo>
                  <a:lnTo>
                    <a:pt x="79" y="476"/>
                  </a:lnTo>
                  <a:lnTo>
                    <a:pt x="76" y="479"/>
                  </a:lnTo>
                  <a:lnTo>
                    <a:pt x="74" y="480"/>
                  </a:lnTo>
                  <a:lnTo>
                    <a:pt x="73" y="480"/>
                  </a:lnTo>
                  <a:lnTo>
                    <a:pt x="73" y="480"/>
                  </a:lnTo>
                  <a:lnTo>
                    <a:pt x="71" y="482"/>
                  </a:lnTo>
                  <a:lnTo>
                    <a:pt x="71" y="482"/>
                  </a:lnTo>
                  <a:lnTo>
                    <a:pt x="70" y="482"/>
                  </a:lnTo>
                  <a:lnTo>
                    <a:pt x="70" y="482"/>
                  </a:lnTo>
                  <a:lnTo>
                    <a:pt x="70" y="482"/>
                  </a:lnTo>
                  <a:lnTo>
                    <a:pt x="70" y="482"/>
                  </a:lnTo>
                  <a:lnTo>
                    <a:pt x="70" y="482"/>
                  </a:lnTo>
                  <a:lnTo>
                    <a:pt x="70" y="480"/>
                  </a:lnTo>
                  <a:lnTo>
                    <a:pt x="70" y="479"/>
                  </a:lnTo>
                  <a:lnTo>
                    <a:pt x="68" y="479"/>
                  </a:lnTo>
                  <a:lnTo>
                    <a:pt x="67" y="479"/>
                  </a:lnTo>
                  <a:lnTo>
                    <a:pt x="67" y="479"/>
                  </a:lnTo>
                  <a:lnTo>
                    <a:pt x="68" y="482"/>
                  </a:lnTo>
                  <a:lnTo>
                    <a:pt x="68" y="483"/>
                  </a:lnTo>
                  <a:lnTo>
                    <a:pt x="67" y="483"/>
                  </a:lnTo>
                  <a:lnTo>
                    <a:pt x="65" y="485"/>
                  </a:lnTo>
                  <a:lnTo>
                    <a:pt x="65" y="485"/>
                  </a:lnTo>
                  <a:lnTo>
                    <a:pt x="63" y="482"/>
                  </a:lnTo>
                  <a:lnTo>
                    <a:pt x="62" y="482"/>
                  </a:lnTo>
                  <a:lnTo>
                    <a:pt x="60" y="483"/>
                  </a:lnTo>
                  <a:lnTo>
                    <a:pt x="62" y="483"/>
                  </a:lnTo>
                  <a:lnTo>
                    <a:pt x="60" y="485"/>
                  </a:lnTo>
                  <a:lnTo>
                    <a:pt x="60" y="486"/>
                  </a:lnTo>
                  <a:lnTo>
                    <a:pt x="59" y="486"/>
                  </a:lnTo>
                  <a:lnTo>
                    <a:pt x="59" y="486"/>
                  </a:lnTo>
                  <a:lnTo>
                    <a:pt x="59" y="486"/>
                  </a:lnTo>
                  <a:lnTo>
                    <a:pt x="59" y="485"/>
                  </a:lnTo>
                  <a:lnTo>
                    <a:pt x="59" y="483"/>
                  </a:lnTo>
                  <a:lnTo>
                    <a:pt x="59" y="482"/>
                  </a:lnTo>
                  <a:lnTo>
                    <a:pt x="59" y="482"/>
                  </a:lnTo>
                  <a:lnTo>
                    <a:pt x="59" y="480"/>
                  </a:lnTo>
                  <a:lnTo>
                    <a:pt x="62" y="479"/>
                  </a:lnTo>
                  <a:lnTo>
                    <a:pt x="62" y="479"/>
                  </a:lnTo>
                  <a:lnTo>
                    <a:pt x="62" y="479"/>
                  </a:lnTo>
                  <a:lnTo>
                    <a:pt x="63" y="480"/>
                  </a:lnTo>
                  <a:lnTo>
                    <a:pt x="63" y="479"/>
                  </a:lnTo>
                  <a:lnTo>
                    <a:pt x="65" y="479"/>
                  </a:lnTo>
                  <a:lnTo>
                    <a:pt x="65" y="479"/>
                  </a:lnTo>
                  <a:lnTo>
                    <a:pt x="65" y="477"/>
                  </a:lnTo>
                  <a:lnTo>
                    <a:pt x="67" y="476"/>
                  </a:lnTo>
                  <a:lnTo>
                    <a:pt x="68" y="474"/>
                  </a:lnTo>
                  <a:lnTo>
                    <a:pt x="71" y="471"/>
                  </a:lnTo>
                  <a:lnTo>
                    <a:pt x="73" y="468"/>
                  </a:lnTo>
                  <a:lnTo>
                    <a:pt x="76" y="465"/>
                  </a:lnTo>
                  <a:lnTo>
                    <a:pt x="79" y="463"/>
                  </a:lnTo>
                  <a:lnTo>
                    <a:pt x="85" y="462"/>
                  </a:lnTo>
                  <a:lnTo>
                    <a:pt x="85" y="462"/>
                  </a:lnTo>
                  <a:lnTo>
                    <a:pt x="85" y="462"/>
                  </a:lnTo>
                  <a:lnTo>
                    <a:pt x="85" y="463"/>
                  </a:lnTo>
                  <a:lnTo>
                    <a:pt x="85" y="463"/>
                  </a:lnTo>
                  <a:lnTo>
                    <a:pt x="88" y="462"/>
                  </a:lnTo>
                  <a:lnTo>
                    <a:pt x="88" y="462"/>
                  </a:lnTo>
                  <a:lnTo>
                    <a:pt x="89" y="462"/>
                  </a:lnTo>
                  <a:lnTo>
                    <a:pt x="88" y="463"/>
                  </a:lnTo>
                  <a:lnTo>
                    <a:pt x="88" y="463"/>
                  </a:lnTo>
                  <a:lnTo>
                    <a:pt x="88" y="463"/>
                  </a:lnTo>
                  <a:lnTo>
                    <a:pt x="89" y="467"/>
                  </a:lnTo>
                  <a:lnTo>
                    <a:pt x="89" y="467"/>
                  </a:lnTo>
                  <a:lnTo>
                    <a:pt x="91" y="467"/>
                  </a:lnTo>
                  <a:lnTo>
                    <a:pt x="91" y="467"/>
                  </a:lnTo>
                  <a:lnTo>
                    <a:pt x="91" y="465"/>
                  </a:lnTo>
                  <a:lnTo>
                    <a:pt x="91" y="465"/>
                  </a:lnTo>
                  <a:lnTo>
                    <a:pt x="92" y="465"/>
                  </a:lnTo>
                  <a:lnTo>
                    <a:pt x="92" y="465"/>
                  </a:lnTo>
                  <a:lnTo>
                    <a:pt x="94" y="465"/>
                  </a:lnTo>
                  <a:lnTo>
                    <a:pt x="94" y="467"/>
                  </a:lnTo>
                  <a:lnTo>
                    <a:pt x="95" y="467"/>
                  </a:lnTo>
                  <a:lnTo>
                    <a:pt x="95" y="467"/>
                  </a:lnTo>
                  <a:lnTo>
                    <a:pt x="97" y="465"/>
                  </a:lnTo>
                  <a:lnTo>
                    <a:pt x="95" y="465"/>
                  </a:lnTo>
                  <a:lnTo>
                    <a:pt x="94" y="463"/>
                  </a:lnTo>
                  <a:lnTo>
                    <a:pt x="92" y="462"/>
                  </a:lnTo>
                  <a:lnTo>
                    <a:pt x="92" y="462"/>
                  </a:lnTo>
                  <a:lnTo>
                    <a:pt x="94" y="460"/>
                  </a:lnTo>
                  <a:lnTo>
                    <a:pt x="94" y="459"/>
                  </a:lnTo>
                  <a:lnTo>
                    <a:pt x="95" y="456"/>
                  </a:lnTo>
                  <a:lnTo>
                    <a:pt x="95" y="454"/>
                  </a:lnTo>
                  <a:lnTo>
                    <a:pt x="98" y="453"/>
                  </a:lnTo>
                  <a:lnTo>
                    <a:pt x="98" y="453"/>
                  </a:lnTo>
                  <a:lnTo>
                    <a:pt x="101" y="450"/>
                  </a:lnTo>
                  <a:lnTo>
                    <a:pt x="109" y="447"/>
                  </a:lnTo>
                  <a:lnTo>
                    <a:pt x="111" y="445"/>
                  </a:lnTo>
                  <a:lnTo>
                    <a:pt x="112" y="442"/>
                  </a:lnTo>
                  <a:lnTo>
                    <a:pt x="112" y="442"/>
                  </a:lnTo>
                  <a:lnTo>
                    <a:pt x="112" y="442"/>
                  </a:lnTo>
                  <a:lnTo>
                    <a:pt x="114" y="444"/>
                  </a:lnTo>
                  <a:lnTo>
                    <a:pt x="115" y="444"/>
                  </a:lnTo>
                  <a:lnTo>
                    <a:pt x="115" y="444"/>
                  </a:lnTo>
                  <a:lnTo>
                    <a:pt x="115" y="444"/>
                  </a:lnTo>
                  <a:lnTo>
                    <a:pt x="115" y="444"/>
                  </a:lnTo>
                  <a:lnTo>
                    <a:pt x="115" y="442"/>
                  </a:lnTo>
                  <a:lnTo>
                    <a:pt x="115" y="441"/>
                  </a:lnTo>
                  <a:lnTo>
                    <a:pt x="115" y="439"/>
                  </a:lnTo>
                  <a:lnTo>
                    <a:pt x="117" y="439"/>
                  </a:lnTo>
                  <a:lnTo>
                    <a:pt x="117" y="438"/>
                  </a:lnTo>
                  <a:lnTo>
                    <a:pt x="118" y="435"/>
                  </a:lnTo>
                  <a:lnTo>
                    <a:pt x="120" y="433"/>
                  </a:lnTo>
                  <a:lnTo>
                    <a:pt x="121" y="432"/>
                  </a:lnTo>
                  <a:lnTo>
                    <a:pt x="123" y="432"/>
                  </a:lnTo>
                  <a:lnTo>
                    <a:pt x="124" y="430"/>
                  </a:lnTo>
                  <a:lnTo>
                    <a:pt x="126" y="428"/>
                  </a:lnTo>
                  <a:lnTo>
                    <a:pt x="126" y="427"/>
                  </a:lnTo>
                  <a:lnTo>
                    <a:pt x="127" y="427"/>
                  </a:lnTo>
                  <a:lnTo>
                    <a:pt x="127" y="427"/>
                  </a:lnTo>
                  <a:lnTo>
                    <a:pt x="129" y="428"/>
                  </a:lnTo>
                  <a:lnTo>
                    <a:pt x="129" y="428"/>
                  </a:lnTo>
                  <a:lnTo>
                    <a:pt x="130" y="428"/>
                  </a:lnTo>
                  <a:lnTo>
                    <a:pt x="130" y="428"/>
                  </a:lnTo>
                  <a:lnTo>
                    <a:pt x="130" y="427"/>
                  </a:lnTo>
                  <a:lnTo>
                    <a:pt x="130" y="427"/>
                  </a:lnTo>
                  <a:lnTo>
                    <a:pt x="129" y="427"/>
                  </a:lnTo>
                  <a:lnTo>
                    <a:pt x="129" y="425"/>
                  </a:lnTo>
                  <a:lnTo>
                    <a:pt x="127" y="425"/>
                  </a:lnTo>
                  <a:lnTo>
                    <a:pt x="127" y="424"/>
                  </a:lnTo>
                  <a:lnTo>
                    <a:pt x="127" y="422"/>
                  </a:lnTo>
                  <a:lnTo>
                    <a:pt x="129" y="419"/>
                  </a:lnTo>
                  <a:lnTo>
                    <a:pt x="129" y="415"/>
                  </a:lnTo>
                  <a:lnTo>
                    <a:pt x="129" y="413"/>
                  </a:lnTo>
                  <a:lnTo>
                    <a:pt x="130" y="413"/>
                  </a:lnTo>
                  <a:lnTo>
                    <a:pt x="133" y="412"/>
                  </a:lnTo>
                  <a:lnTo>
                    <a:pt x="132" y="412"/>
                  </a:lnTo>
                  <a:lnTo>
                    <a:pt x="132" y="412"/>
                  </a:lnTo>
                  <a:lnTo>
                    <a:pt x="130" y="410"/>
                  </a:lnTo>
                  <a:lnTo>
                    <a:pt x="130" y="409"/>
                  </a:lnTo>
                  <a:lnTo>
                    <a:pt x="130" y="407"/>
                  </a:lnTo>
                  <a:lnTo>
                    <a:pt x="130" y="404"/>
                  </a:lnTo>
                  <a:lnTo>
                    <a:pt x="133" y="401"/>
                  </a:lnTo>
                  <a:lnTo>
                    <a:pt x="136" y="400"/>
                  </a:lnTo>
                  <a:lnTo>
                    <a:pt x="136" y="400"/>
                  </a:lnTo>
                  <a:lnTo>
                    <a:pt x="136" y="398"/>
                  </a:lnTo>
                  <a:lnTo>
                    <a:pt x="138" y="394"/>
                  </a:lnTo>
                  <a:lnTo>
                    <a:pt x="138" y="390"/>
                  </a:lnTo>
                  <a:lnTo>
                    <a:pt x="136" y="394"/>
                  </a:lnTo>
                  <a:lnTo>
                    <a:pt x="135" y="397"/>
                  </a:lnTo>
                  <a:lnTo>
                    <a:pt x="129" y="400"/>
                  </a:lnTo>
                  <a:lnTo>
                    <a:pt x="124" y="401"/>
                  </a:lnTo>
                  <a:lnTo>
                    <a:pt x="121" y="403"/>
                  </a:lnTo>
                  <a:lnTo>
                    <a:pt x="120" y="401"/>
                  </a:lnTo>
                  <a:lnTo>
                    <a:pt x="120" y="400"/>
                  </a:lnTo>
                  <a:lnTo>
                    <a:pt x="118" y="398"/>
                  </a:lnTo>
                  <a:lnTo>
                    <a:pt x="118" y="397"/>
                  </a:lnTo>
                  <a:lnTo>
                    <a:pt x="118" y="395"/>
                  </a:lnTo>
                  <a:lnTo>
                    <a:pt x="118" y="394"/>
                  </a:lnTo>
                  <a:lnTo>
                    <a:pt x="120" y="394"/>
                  </a:lnTo>
                  <a:lnTo>
                    <a:pt x="121" y="394"/>
                  </a:lnTo>
                  <a:lnTo>
                    <a:pt x="123" y="394"/>
                  </a:lnTo>
                  <a:lnTo>
                    <a:pt x="121" y="392"/>
                  </a:lnTo>
                  <a:lnTo>
                    <a:pt x="118" y="390"/>
                  </a:lnTo>
                  <a:lnTo>
                    <a:pt x="118" y="392"/>
                  </a:lnTo>
                  <a:lnTo>
                    <a:pt x="117" y="394"/>
                  </a:lnTo>
                  <a:lnTo>
                    <a:pt x="115" y="395"/>
                  </a:lnTo>
                  <a:lnTo>
                    <a:pt x="115" y="395"/>
                  </a:lnTo>
                  <a:lnTo>
                    <a:pt x="114" y="394"/>
                  </a:lnTo>
                  <a:lnTo>
                    <a:pt x="115" y="395"/>
                  </a:lnTo>
                  <a:lnTo>
                    <a:pt x="114" y="398"/>
                  </a:lnTo>
                  <a:lnTo>
                    <a:pt x="114" y="400"/>
                  </a:lnTo>
                  <a:lnTo>
                    <a:pt x="115" y="404"/>
                  </a:lnTo>
                  <a:lnTo>
                    <a:pt x="115" y="406"/>
                  </a:lnTo>
                  <a:lnTo>
                    <a:pt x="112" y="407"/>
                  </a:lnTo>
                  <a:lnTo>
                    <a:pt x="111" y="406"/>
                  </a:lnTo>
                  <a:lnTo>
                    <a:pt x="108" y="400"/>
                  </a:lnTo>
                  <a:lnTo>
                    <a:pt x="106" y="398"/>
                  </a:lnTo>
                  <a:lnTo>
                    <a:pt x="103" y="395"/>
                  </a:lnTo>
                  <a:lnTo>
                    <a:pt x="103" y="395"/>
                  </a:lnTo>
                  <a:lnTo>
                    <a:pt x="101" y="397"/>
                  </a:lnTo>
                  <a:lnTo>
                    <a:pt x="100" y="398"/>
                  </a:lnTo>
                  <a:lnTo>
                    <a:pt x="97" y="395"/>
                  </a:lnTo>
                  <a:lnTo>
                    <a:pt x="97" y="394"/>
                  </a:lnTo>
                  <a:lnTo>
                    <a:pt x="95" y="392"/>
                  </a:lnTo>
                  <a:lnTo>
                    <a:pt x="94" y="394"/>
                  </a:lnTo>
                  <a:lnTo>
                    <a:pt x="91" y="394"/>
                  </a:lnTo>
                  <a:lnTo>
                    <a:pt x="89" y="397"/>
                  </a:lnTo>
                  <a:lnTo>
                    <a:pt x="88" y="397"/>
                  </a:lnTo>
                  <a:lnTo>
                    <a:pt x="85" y="398"/>
                  </a:lnTo>
                  <a:lnTo>
                    <a:pt x="85" y="398"/>
                  </a:lnTo>
                  <a:lnTo>
                    <a:pt x="83" y="398"/>
                  </a:lnTo>
                  <a:lnTo>
                    <a:pt x="83" y="400"/>
                  </a:lnTo>
                  <a:lnTo>
                    <a:pt x="83" y="401"/>
                  </a:lnTo>
                  <a:lnTo>
                    <a:pt x="79" y="403"/>
                  </a:lnTo>
                  <a:lnTo>
                    <a:pt x="73" y="401"/>
                  </a:lnTo>
                  <a:lnTo>
                    <a:pt x="74" y="401"/>
                  </a:lnTo>
                  <a:lnTo>
                    <a:pt x="77" y="400"/>
                  </a:lnTo>
                  <a:lnTo>
                    <a:pt x="79" y="398"/>
                  </a:lnTo>
                  <a:lnTo>
                    <a:pt x="77" y="395"/>
                  </a:lnTo>
                  <a:lnTo>
                    <a:pt x="77" y="395"/>
                  </a:lnTo>
                  <a:lnTo>
                    <a:pt x="77" y="392"/>
                  </a:lnTo>
                  <a:lnTo>
                    <a:pt x="79" y="390"/>
                  </a:lnTo>
                  <a:lnTo>
                    <a:pt x="77" y="390"/>
                  </a:lnTo>
                  <a:lnTo>
                    <a:pt x="76" y="392"/>
                  </a:lnTo>
                  <a:lnTo>
                    <a:pt x="76" y="389"/>
                  </a:lnTo>
                  <a:lnTo>
                    <a:pt x="74" y="386"/>
                  </a:lnTo>
                  <a:lnTo>
                    <a:pt x="76" y="384"/>
                  </a:lnTo>
                  <a:lnTo>
                    <a:pt x="77" y="383"/>
                  </a:lnTo>
                  <a:lnTo>
                    <a:pt x="77" y="381"/>
                  </a:lnTo>
                  <a:lnTo>
                    <a:pt x="77" y="378"/>
                  </a:lnTo>
                  <a:lnTo>
                    <a:pt x="76" y="375"/>
                  </a:lnTo>
                  <a:lnTo>
                    <a:pt x="73" y="369"/>
                  </a:lnTo>
                  <a:lnTo>
                    <a:pt x="73" y="365"/>
                  </a:lnTo>
                  <a:lnTo>
                    <a:pt x="70" y="362"/>
                  </a:lnTo>
                  <a:lnTo>
                    <a:pt x="71" y="357"/>
                  </a:lnTo>
                  <a:lnTo>
                    <a:pt x="73" y="354"/>
                  </a:lnTo>
                  <a:lnTo>
                    <a:pt x="76" y="352"/>
                  </a:lnTo>
                  <a:lnTo>
                    <a:pt x="76" y="351"/>
                  </a:lnTo>
                  <a:lnTo>
                    <a:pt x="74" y="351"/>
                  </a:lnTo>
                  <a:lnTo>
                    <a:pt x="73" y="352"/>
                  </a:lnTo>
                  <a:lnTo>
                    <a:pt x="73" y="352"/>
                  </a:lnTo>
                  <a:lnTo>
                    <a:pt x="71" y="354"/>
                  </a:lnTo>
                  <a:lnTo>
                    <a:pt x="70" y="359"/>
                  </a:lnTo>
                  <a:lnTo>
                    <a:pt x="68" y="362"/>
                  </a:lnTo>
                  <a:lnTo>
                    <a:pt x="67" y="362"/>
                  </a:lnTo>
                  <a:lnTo>
                    <a:pt x="68" y="363"/>
                  </a:lnTo>
                  <a:lnTo>
                    <a:pt x="68" y="365"/>
                  </a:lnTo>
                  <a:lnTo>
                    <a:pt x="70" y="366"/>
                  </a:lnTo>
                  <a:lnTo>
                    <a:pt x="68" y="368"/>
                  </a:lnTo>
                  <a:lnTo>
                    <a:pt x="68" y="369"/>
                  </a:lnTo>
                  <a:lnTo>
                    <a:pt x="67" y="369"/>
                  </a:lnTo>
                  <a:lnTo>
                    <a:pt x="63" y="371"/>
                  </a:lnTo>
                  <a:lnTo>
                    <a:pt x="60" y="372"/>
                  </a:lnTo>
                  <a:lnTo>
                    <a:pt x="54" y="374"/>
                  </a:lnTo>
                  <a:lnTo>
                    <a:pt x="51" y="374"/>
                  </a:lnTo>
                  <a:lnTo>
                    <a:pt x="48" y="371"/>
                  </a:lnTo>
                  <a:lnTo>
                    <a:pt x="48" y="371"/>
                  </a:lnTo>
                  <a:lnTo>
                    <a:pt x="48" y="369"/>
                  </a:lnTo>
                  <a:lnTo>
                    <a:pt x="45" y="365"/>
                  </a:lnTo>
                  <a:lnTo>
                    <a:pt x="42" y="362"/>
                  </a:lnTo>
                  <a:lnTo>
                    <a:pt x="41" y="362"/>
                  </a:lnTo>
                  <a:lnTo>
                    <a:pt x="39" y="360"/>
                  </a:lnTo>
                  <a:lnTo>
                    <a:pt x="38" y="359"/>
                  </a:lnTo>
                  <a:lnTo>
                    <a:pt x="38" y="357"/>
                  </a:lnTo>
                  <a:lnTo>
                    <a:pt x="38" y="357"/>
                  </a:lnTo>
                  <a:lnTo>
                    <a:pt x="36" y="356"/>
                  </a:lnTo>
                  <a:lnTo>
                    <a:pt x="36" y="356"/>
                  </a:lnTo>
                  <a:lnTo>
                    <a:pt x="33" y="356"/>
                  </a:lnTo>
                  <a:lnTo>
                    <a:pt x="38" y="351"/>
                  </a:lnTo>
                  <a:lnTo>
                    <a:pt x="39" y="348"/>
                  </a:lnTo>
                  <a:lnTo>
                    <a:pt x="41" y="346"/>
                  </a:lnTo>
                  <a:lnTo>
                    <a:pt x="42" y="348"/>
                  </a:lnTo>
                  <a:lnTo>
                    <a:pt x="44" y="348"/>
                  </a:lnTo>
                  <a:lnTo>
                    <a:pt x="45" y="349"/>
                  </a:lnTo>
                  <a:lnTo>
                    <a:pt x="47" y="349"/>
                  </a:lnTo>
                  <a:lnTo>
                    <a:pt x="47" y="351"/>
                  </a:lnTo>
                  <a:lnTo>
                    <a:pt x="47" y="352"/>
                  </a:lnTo>
                  <a:lnTo>
                    <a:pt x="45" y="354"/>
                  </a:lnTo>
                  <a:lnTo>
                    <a:pt x="47" y="354"/>
                  </a:lnTo>
                  <a:lnTo>
                    <a:pt x="48" y="352"/>
                  </a:lnTo>
                  <a:lnTo>
                    <a:pt x="50" y="349"/>
                  </a:lnTo>
                  <a:lnTo>
                    <a:pt x="51" y="349"/>
                  </a:lnTo>
                  <a:lnTo>
                    <a:pt x="51" y="351"/>
                  </a:lnTo>
                  <a:lnTo>
                    <a:pt x="53" y="352"/>
                  </a:lnTo>
                  <a:lnTo>
                    <a:pt x="54" y="354"/>
                  </a:lnTo>
                  <a:lnTo>
                    <a:pt x="56" y="352"/>
                  </a:lnTo>
                  <a:lnTo>
                    <a:pt x="57" y="349"/>
                  </a:lnTo>
                  <a:lnTo>
                    <a:pt x="56" y="349"/>
                  </a:lnTo>
                  <a:lnTo>
                    <a:pt x="54" y="348"/>
                  </a:lnTo>
                  <a:lnTo>
                    <a:pt x="51" y="348"/>
                  </a:lnTo>
                  <a:lnTo>
                    <a:pt x="53" y="346"/>
                  </a:lnTo>
                  <a:lnTo>
                    <a:pt x="54" y="346"/>
                  </a:lnTo>
                  <a:lnTo>
                    <a:pt x="56" y="346"/>
                  </a:lnTo>
                  <a:lnTo>
                    <a:pt x="54" y="345"/>
                  </a:lnTo>
                  <a:lnTo>
                    <a:pt x="53" y="345"/>
                  </a:lnTo>
                  <a:lnTo>
                    <a:pt x="50" y="348"/>
                  </a:lnTo>
                  <a:lnTo>
                    <a:pt x="45" y="348"/>
                  </a:lnTo>
                  <a:lnTo>
                    <a:pt x="41" y="346"/>
                  </a:lnTo>
                  <a:lnTo>
                    <a:pt x="38" y="346"/>
                  </a:lnTo>
                  <a:lnTo>
                    <a:pt x="36" y="346"/>
                  </a:lnTo>
                  <a:lnTo>
                    <a:pt x="36" y="345"/>
                  </a:lnTo>
                  <a:lnTo>
                    <a:pt x="38" y="343"/>
                  </a:lnTo>
                  <a:lnTo>
                    <a:pt x="39" y="342"/>
                  </a:lnTo>
                  <a:lnTo>
                    <a:pt x="39" y="342"/>
                  </a:lnTo>
                  <a:lnTo>
                    <a:pt x="39" y="340"/>
                  </a:lnTo>
                  <a:lnTo>
                    <a:pt x="38" y="342"/>
                  </a:lnTo>
                  <a:lnTo>
                    <a:pt x="36" y="340"/>
                  </a:lnTo>
                  <a:lnTo>
                    <a:pt x="36" y="339"/>
                  </a:lnTo>
                  <a:lnTo>
                    <a:pt x="36" y="339"/>
                  </a:lnTo>
                  <a:lnTo>
                    <a:pt x="36" y="340"/>
                  </a:lnTo>
                  <a:lnTo>
                    <a:pt x="35" y="340"/>
                  </a:lnTo>
                  <a:lnTo>
                    <a:pt x="35" y="339"/>
                  </a:lnTo>
                  <a:lnTo>
                    <a:pt x="35" y="339"/>
                  </a:lnTo>
                  <a:lnTo>
                    <a:pt x="35" y="337"/>
                  </a:lnTo>
                  <a:lnTo>
                    <a:pt x="35" y="337"/>
                  </a:lnTo>
                  <a:lnTo>
                    <a:pt x="35" y="337"/>
                  </a:lnTo>
                  <a:lnTo>
                    <a:pt x="33" y="339"/>
                  </a:lnTo>
                  <a:lnTo>
                    <a:pt x="33" y="340"/>
                  </a:lnTo>
                  <a:lnTo>
                    <a:pt x="33" y="342"/>
                  </a:lnTo>
                  <a:lnTo>
                    <a:pt x="32" y="342"/>
                  </a:lnTo>
                  <a:lnTo>
                    <a:pt x="32" y="342"/>
                  </a:lnTo>
                  <a:lnTo>
                    <a:pt x="30" y="340"/>
                  </a:lnTo>
                  <a:lnTo>
                    <a:pt x="30" y="336"/>
                  </a:lnTo>
                  <a:lnTo>
                    <a:pt x="27" y="336"/>
                  </a:lnTo>
                  <a:lnTo>
                    <a:pt x="27" y="334"/>
                  </a:lnTo>
                  <a:lnTo>
                    <a:pt x="29" y="331"/>
                  </a:lnTo>
                  <a:lnTo>
                    <a:pt x="29" y="330"/>
                  </a:lnTo>
                  <a:lnTo>
                    <a:pt x="27" y="330"/>
                  </a:lnTo>
                  <a:lnTo>
                    <a:pt x="24" y="331"/>
                  </a:lnTo>
                  <a:lnTo>
                    <a:pt x="24" y="330"/>
                  </a:lnTo>
                  <a:lnTo>
                    <a:pt x="24" y="330"/>
                  </a:lnTo>
                  <a:lnTo>
                    <a:pt x="24" y="327"/>
                  </a:lnTo>
                  <a:lnTo>
                    <a:pt x="24" y="327"/>
                  </a:lnTo>
                  <a:lnTo>
                    <a:pt x="24" y="328"/>
                  </a:lnTo>
                  <a:lnTo>
                    <a:pt x="29" y="327"/>
                  </a:lnTo>
                  <a:lnTo>
                    <a:pt x="29" y="327"/>
                  </a:lnTo>
                  <a:lnTo>
                    <a:pt x="25" y="325"/>
                  </a:lnTo>
                  <a:lnTo>
                    <a:pt x="25" y="324"/>
                  </a:lnTo>
                  <a:lnTo>
                    <a:pt x="25" y="322"/>
                  </a:lnTo>
                  <a:lnTo>
                    <a:pt x="29" y="322"/>
                  </a:lnTo>
                  <a:lnTo>
                    <a:pt x="30" y="322"/>
                  </a:lnTo>
                  <a:lnTo>
                    <a:pt x="30" y="321"/>
                  </a:lnTo>
                  <a:lnTo>
                    <a:pt x="29" y="319"/>
                  </a:lnTo>
                  <a:lnTo>
                    <a:pt x="29" y="317"/>
                  </a:lnTo>
                  <a:lnTo>
                    <a:pt x="30" y="316"/>
                  </a:lnTo>
                  <a:lnTo>
                    <a:pt x="33" y="310"/>
                  </a:lnTo>
                  <a:lnTo>
                    <a:pt x="36" y="305"/>
                  </a:lnTo>
                  <a:lnTo>
                    <a:pt x="36" y="305"/>
                  </a:lnTo>
                  <a:lnTo>
                    <a:pt x="38" y="304"/>
                  </a:lnTo>
                  <a:lnTo>
                    <a:pt x="39" y="305"/>
                  </a:lnTo>
                  <a:lnTo>
                    <a:pt x="41" y="305"/>
                  </a:lnTo>
                  <a:lnTo>
                    <a:pt x="41" y="305"/>
                  </a:lnTo>
                  <a:lnTo>
                    <a:pt x="41" y="305"/>
                  </a:lnTo>
                  <a:lnTo>
                    <a:pt x="41" y="302"/>
                  </a:lnTo>
                  <a:lnTo>
                    <a:pt x="42" y="302"/>
                  </a:lnTo>
                  <a:lnTo>
                    <a:pt x="44" y="301"/>
                  </a:lnTo>
                  <a:lnTo>
                    <a:pt x="44" y="299"/>
                  </a:lnTo>
                  <a:lnTo>
                    <a:pt x="42" y="301"/>
                  </a:lnTo>
                  <a:lnTo>
                    <a:pt x="41" y="302"/>
                  </a:lnTo>
                  <a:lnTo>
                    <a:pt x="41" y="301"/>
                  </a:lnTo>
                  <a:lnTo>
                    <a:pt x="41" y="298"/>
                  </a:lnTo>
                  <a:lnTo>
                    <a:pt x="41" y="293"/>
                  </a:lnTo>
                  <a:lnTo>
                    <a:pt x="41" y="293"/>
                  </a:lnTo>
                  <a:lnTo>
                    <a:pt x="42" y="292"/>
                  </a:lnTo>
                  <a:lnTo>
                    <a:pt x="45" y="290"/>
                  </a:lnTo>
                  <a:lnTo>
                    <a:pt x="45" y="290"/>
                  </a:lnTo>
                  <a:lnTo>
                    <a:pt x="45" y="290"/>
                  </a:lnTo>
                  <a:lnTo>
                    <a:pt x="44" y="289"/>
                  </a:lnTo>
                  <a:lnTo>
                    <a:pt x="45" y="287"/>
                  </a:lnTo>
                  <a:lnTo>
                    <a:pt x="45" y="286"/>
                  </a:lnTo>
                  <a:lnTo>
                    <a:pt x="50" y="284"/>
                  </a:lnTo>
                  <a:lnTo>
                    <a:pt x="51" y="286"/>
                  </a:lnTo>
                  <a:lnTo>
                    <a:pt x="54" y="287"/>
                  </a:lnTo>
                  <a:lnTo>
                    <a:pt x="56" y="289"/>
                  </a:lnTo>
                  <a:lnTo>
                    <a:pt x="54" y="289"/>
                  </a:lnTo>
                  <a:lnTo>
                    <a:pt x="54" y="290"/>
                  </a:lnTo>
                  <a:lnTo>
                    <a:pt x="54" y="290"/>
                  </a:lnTo>
                  <a:lnTo>
                    <a:pt x="53" y="290"/>
                  </a:lnTo>
                  <a:lnTo>
                    <a:pt x="54" y="292"/>
                  </a:lnTo>
                  <a:lnTo>
                    <a:pt x="54" y="290"/>
                  </a:lnTo>
                  <a:lnTo>
                    <a:pt x="56" y="289"/>
                  </a:lnTo>
                  <a:lnTo>
                    <a:pt x="57" y="289"/>
                  </a:lnTo>
                  <a:lnTo>
                    <a:pt x="59" y="290"/>
                  </a:lnTo>
                  <a:lnTo>
                    <a:pt x="59" y="290"/>
                  </a:lnTo>
                  <a:lnTo>
                    <a:pt x="62" y="290"/>
                  </a:lnTo>
                  <a:lnTo>
                    <a:pt x="63" y="289"/>
                  </a:lnTo>
                  <a:lnTo>
                    <a:pt x="65" y="286"/>
                  </a:lnTo>
                  <a:lnTo>
                    <a:pt x="68" y="284"/>
                  </a:lnTo>
                  <a:lnTo>
                    <a:pt x="71" y="279"/>
                  </a:lnTo>
                  <a:lnTo>
                    <a:pt x="71" y="276"/>
                  </a:lnTo>
                  <a:lnTo>
                    <a:pt x="73" y="276"/>
                  </a:lnTo>
                  <a:lnTo>
                    <a:pt x="74" y="276"/>
                  </a:lnTo>
                  <a:lnTo>
                    <a:pt x="74" y="279"/>
                  </a:lnTo>
                  <a:lnTo>
                    <a:pt x="76" y="279"/>
                  </a:lnTo>
                  <a:lnTo>
                    <a:pt x="82" y="279"/>
                  </a:lnTo>
                  <a:lnTo>
                    <a:pt x="83" y="278"/>
                  </a:lnTo>
                  <a:lnTo>
                    <a:pt x="86" y="276"/>
                  </a:lnTo>
                  <a:lnTo>
                    <a:pt x="88" y="273"/>
                  </a:lnTo>
                  <a:lnTo>
                    <a:pt x="89" y="272"/>
                  </a:lnTo>
                  <a:lnTo>
                    <a:pt x="89" y="269"/>
                  </a:lnTo>
                  <a:lnTo>
                    <a:pt x="89" y="266"/>
                  </a:lnTo>
                  <a:lnTo>
                    <a:pt x="88" y="263"/>
                  </a:lnTo>
                  <a:lnTo>
                    <a:pt x="88" y="257"/>
                  </a:lnTo>
                  <a:lnTo>
                    <a:pt x="85" y="254"/>
                  </a:lnTo>
                  <a:lnTo>
                    <a:pt x="83" y="252"/>
                  </a:lnTo>
                  <a:lnTo>
                    <a:pt x="82" y="252"/>
                  </a:lnTo>
                  <a:lnTo>
                    <a:pt x="82" y="249"/>
                  </a:lnTo>
                  <a:lnTo>
                    <a:pt x="85" y="249"/>
                  </a:lnTo>
                  <a:lnTo>
                    <a:pt x="86" y="249"/>
                  </a:lnTo>
                  <a:lnTo>
                    <a:pt x="88" y="248"/>
                  </a:lnTo>
                  <a:lnTo>
                    <a:pt x="89" y="246"/>
                  </a:lnTo>
                  <a:lnTo>
                    <a:pt x="89" y="244"/>
                  </a:lnTo>
                  <a:lnTo>
                    <a:pt x="89" y="243"/>
                  </a:lnTo>
                  <a:lnTo>
                    <a:pt x="89" y="241"/>
                  </a:lnTo>
                  <a:lnTo>
                    <a:pt x="88" y="240"/>
                  </a:lnTo>
                  <a:lnTo>
                    <a:pt x="86" y="238"/>
                  </a:lnTo>
                  <a:lnTo>
                    <a:pt x="86" y="238"/>
                  </a:lnTo>
                  <a:lnTo>
                    <a:pt x="85" y="238"/>
                  </a:lnTo>
                  <a:lnTo>
                    <a:pt x="82" y="241"/>
                  </a:lnTo>
                  <a:lnTo>
                    <a:pt x="80" y="241"/>
                  </a:lnTo>
                  <a:lnTo>
                    <a:pt x="79" y="241"/>
                  </a:lnTo>
                  <a:lnTo>
                    <a:pt x="77" y="243"/>
                  </a:lnTo>
                  <a:lnTo>
                    <a:pt x="73" y="244"/>
                  </a:lnTo>
                  <a:lnTo>
                    <a:pt x="71" y="246"/>
                  </a:lnTo>
                  <a:lnTo>
                    <a:pt x="67" y="252"/>
                  </a:lnTo>
                  <a:lnTo>
                    <a:pt x="67" y="254"/>
                  </a:lnTo>
                  <a:lnTo>
                    <a:pt x="65" y="254"/>
                  </a:lnTo>
                  <a:lnTo>
                    <a:pt x="63" y="249"/>
                  </a:lnTo>
                  <a:lnTo>
                    <a:pt x="60" y="246"/>
                  </a:lnTo>
                  <a:lnTo>
                    <a:pt x="59" y="248"/>
                  </a:lnTo>
                  <a:lnTo>
                    <a:pt x="59" y="248"/>
                  </a:lnTo>
                  <a:lnTo>
                    <a:pt x="60" y="249"/>
                  </a:lnTo>
                  <a:lnTo>
                    <a:pt x="62" y="249"/>
                  </a:lnTo>
                  <a:lnTo>
                    <a:pt x="62" y="251"/>
                  </a:lnTo>
                  <a:lnTo>
                    <a:pt x="60" y="252"/>
                  </a:lnTo>
                  <a:lnTo>
                    <a:pt x="59" y="251"/>
                  </a:lnTo>
                  <a:lnTo>
                    <a:pt x="57" y="249"/>
                  </a:lnTo>
                  <a:lnTo>
                    <a:pt x="54" y="248"/>
                  </a:lnTo>
                  <a:lnTo>
                    <a:pt x="47" y="248"/>
                  </a:lnTo>
                  <a:lnTo>
                    <a:pt x="42" y="249"/>
                  </a:lnTo>
                  <a:lnTo>
                    <a:pt x="42" y="249"/>
                  </a:lnTo>
                  <a:lnTo>
                    <a:pt x="41" y="249"/>
                  </a:lnTo>
                  <a:lnTo>
                    <a:pt x="41" y="249"/>
                  </a:lnTo>
                  <a:lnTo>
                    <a:pt x="39" y="251"/>
                  </a:lnTo>
                  <a:lnTo>
                    <a:pt x="39" y="251"/>
                  </a:lnTo>
                  <a:lnTo>
                    <a:pt x="39" y="251"/>
                  </a:lnTo>
                  <a:lnTo>
                    <a:pt x="36" y="251"/>
                  </a:lnTo>
                  <a:lnTo>
                    <a:pt x="33" y="249"/>
                  </a:lnTo>
                  <a:lnTo>
                    <a:pt x="24" y="248"/>
                  </a:lnTo>
                  <a:lnTo>
                    <a:pt x="22" y="246"/>
                  </a:lnTo>
                  <a:lnTo>
                    <a:pt x="19" y="243"/>
                  </a:lnTo>
                  <a:lnTo>
                    <a:pt x="19" y="241"/>
                  </a:lnTo>
                  <a:lnTo>
                    <a:pt x="21" y="240"/>
                  </a:lnTo>
                  <a:lnTo>
                    <a:pt x="21" y="238"/>
                  </a:lnTo>
                  <a:lnTo>
                    <a:pt x="19" y="237"/>
                  </a:lnTo>
                  <a:lnTo>
                    <a:pt x="16" y="232"/>
                  </a:lnTo>
                  <a:lnTo>
                    <a:pt x="15" y="231"/>
                  </a:lnTo>
                  <a:lnTo>
                    <a:pt x="15" y="231"/>
                  </a:lnTo>
                  <a:lnTo>
                    <a:pt x="15" y="231"/>
                  </a:lnTo>
                  <a:lnTo>
                    <a:pt x="16" y="232"/>
                  </a:lnTo>
                  <a:lnTo>
                    <a:pt x="19" y="231"/>
                  </a:lnTo>
                  <a:lnTo>
                    <a:pt x="21" y="228"/>
                  </a:lnTo>
                  <a:lnTo>
                    <a:pt x="22" y="228"/>
                  </a:lnTo>
                  <a:lnTo>
                    <a:pt x="24" y="228"/>
                  </a:lnTo>
                  <a:lnTo>
                    <a:pt x="24" y="228"/>
                  </a:lnTo>
                  <a:lnTo>
                    <a:pt x="24" y="226"/>
                  </a:lnTo>
                  <a:lnTo>
                    <a:pt x="18" y="225"/>
                  </a:lnTo>
                  <a:lnTo>
                    <a:pt x="18" y="226"/>
                  </a:lnTo>
                  <a:lnTo>
                    <a:pt x="9" y="223"/>
                  </a:lnTo>
                  <a:lnTo>
                    <a:pt x="1" y="219"/>
                  </a:lnTo>
                  <a:lnTo>
                    <a:pt x="1" y="219"/>
                  </a:lnTo>
                  <a:lnTo>
                    <a:pt x="0" y="216"/>
                  </a:lnTo>
                  <a:lnTo>
                    <a:pt x="1" y="214"/>
                  </a:lnTo>
                  <a:lnTo>
                    <a:pt x="3" y="214"/>
                  </a:lnTo>
                  <a:lnTo>
                    <a:pt x="3" y="214"/>
                  </a:lnTo>
                  <a:lnTo>
                    <a:pt x="3" y="216"/>
                  </a:lnTo>
                  <a:lnTo>
                    <a:pt x="7" y="213"/>
                  </a:lnTo>
                  <a:lnTo>
                    <a:pt x="9" y="210"/>
                  </a:lnTo>
                  <a:lnTo>
                    <a:pt x="13" y="210"/>
                  </a:lnTo>
                  <a:lnTo>
                    <a:pt x="13" y="210"/>
                  </a:lnTo>
                  <a:lnTo>
                    <a:pt x="15" y="206"/>
                  </a:lnTo>
                  <a:lnTo>
                    <a:pt x="16" y="205"/>
                  </a:lnTo>
                  <a:lnTo>
                    <a:pt x="19" y="203"/>
                  </a:lnTo>
                  <a:lnTo>
                    <a:pt x="21" y="202"/>
                  </a:lnTo>
                  <a:lnTo>
                    <a:pt x="24" y="200"/>
                  </a:lnTo>
                  <a:lnTo>
                    <a:pt x="25" y="202"/>
                  </a:lnTo>
                  <a:lnTo>
                    <a:pt x="25" y="202"/>
                  </a:lnTo>
                  <a:lnTo>
                    <a:pt x="29" y="202"/>
                  </a:lnTo>
                  <a:lnTo>
                    <a:pt x="30" y="202"/>
                  </a:lnTo>
                  <a:lnTo>
                    <a:pt x="32" y="202"/>
                  </a:lnTo>
                  <a:lnTo>
                    <a:pt x="32" y="200"/>
                  </a:lnTo>
                  <a:lnTo>
                    <a:pt x="29" y="199"/>
                  </a:lnTo>
                  <a:lnTo>
                    <a:pt x="29" y="197"/>
                  </a:lnTo>
                  <a:lnTo>
                    <a:pt x="29" y="196"/>
                  </a:lnTo>
                  <a:lnTo>
                    <a:pt x="33" y="193"/>
                  </a:lnTo>
                  <a:lnTo>
                    <a:pt x="36" y="193"/>
                  </a:lnTo>
                  <a:lnTo>
                    <a:pt x="38" y="193"/>
                  </a:lnTo>
                  <a:lnTo>
                    <a:pt x="42" y="190"/>
                  </a:lnTo>
                  <a:lnTo>
                    <a:pt x="45" y="188"/>
                  </a:lnTo>
                  <a:lnTo>
                    <a:pt x="50" y="187"/>
                  </a:lnTo>
                  <a:lnTo>
                    <a:pt x="54" y="187"/>
                  </a:lnTo>
                  <a:lnTo>
                    <a:pt x="54" y="188"/>
                  </a:lnTo>
                  <a:lnTo>
                    <a:pt x="53" y="188"/>
                  </a:lnTo>
                  <a:lnTo>
                    <a:pt x="51" y="188"/>
                  </a:lnTo>
                  <a:lnTo>
                    <a:pt x="53" y="188"/>
                  </a:lnTo>
                  <a:lnTo>
                    <a:pt x="53" y="190"/>
                  </a:lnTo>
                  <a:lnTo>
                    <a:pt x="53" y="191"/>
                  </a:lnTo>
                  <a:lnTo>
                    <a:pt x="51" y="194"/>
                  </a:lnTo>
                  <a:lnTo>
                    <a:pt x="51" y="197"/>
                  </a:lnTo>
                  <a:lnTo>
                    <a:pt x="51" y="199"/>
                  </a:lnTo>
                  <a:lnTo>
                    <a:pt x="50" y="199"/>
                  </a:lnTo>
                  <a:lnTo>
                    <a:pt x="54" y="203"/>
                  </a:lnTo>
                  <a:lnTo>
                    <a:pt x="60" y="203"/>
                  </a:lnTo>
                  <a:lnTo>
                    <a:pt x="63" y="203"/>
                  </a:lnTo>
                  <a:lnTo>
                    <a:pt x="67" y="203"/>
                  </a:lnTo>
                  <a:lnTo>
                    <a:pt x="68" y="205"/>
                  </a:lnTo>
                  <a:lnTo>
                    <a:pt x="73" y="203"/>
                  </a:lnTo>
                  <a:lnTo>
                    <a:pt x="76" y="205"/>
                  </a:lnTo>
                  <a:lnTo>
                    <a:pt x="77" y="205"/>
                  </a:lnTo>
                  <a:lnTo>
                    <a:pt x="80" y="199"/>
                  </a:lnTo>
                  <a:lnTo>
                    <a:pt x="82" y="197"/>
                  </a:lnTo>
                  <a:lnTo>
                    <a:pt x="83" y="199"/>
                  </a:lnTo>
                  <a:lnTo>
                    <a:pt x="85" y="199"/>
                  </a:lnTo>
                  <a:lnTo>
                    <a:pt x="86" y="199"/>
                  </a:lnTo>
                  <a:lnTo>
                    <a:pt x="86" y="200"/>
                  </a:lnTo>
                  <a:lnTo>
                    <a:pt x="86" y="197"/>
                  </a:lnTo>
                  <a:lnTo>
                    <a:pt x="86" y="196"/>
                  </a:lnTo>
                  <a:lnTo>
                    <a:pt x="80" y="193"/>
                  </a:lnTo>
                  <a:lnTo>
                    <a:pt x="77" y="194"/>
                  </a:lnTo>
                  <a:lnTo>
                    <a:pt x="76" y="193"/>
                  </a:lnTo>
                  <a:lnTo>
                    <a:pt x="76" y="191"/>
                  </a:lnTo>
                  <a:lnTo>
                    <a:pt x="73" y="185"/>
                  </a:lnTo>
                  <a:lnTo>
                    <a:pt x="71" y="184"/>
                  </a:lnTo>
                  <a:lnTo>
                    <a:pt x="70" y="184"/>
                  </a:lnTo>
                  <a:lnTo>
                    <a:pt x="68" y="181"/>
                  </a:lnTo>
                  <a:lnTo>
                    <a:pt x="68" y="179"/>
                  </a:lnTo>
                  <a:lnTo>
                    <a:pt x="70" y="178"/>
                  </a:lnTo>
                  <a:lnTo>
                    <a:pt x="71" y="176"/>
                  </a:lnTo>
                  <a:lnTo>
                    <a:pt x="73" y="178"/>
                  </a:lnTo>
                  <a:lnTo>
                    <a:pt x="74" y="181"/>
                  </a:lnTo>
                  <a:lnTo>
                    <a:pt x="74" y="182"/>
                  </a:lnTo>
                  <a:lnTo>
                    <a:pt x="74" y="185"/>
                  </a:lnTo>
                  <a:lnTo>
                    <a:pt x="76" y="188"/>
                  </a:lnTo>
                  <a:lnTo>
                    <a:pt x="80" y="191"/>
                  </a:lnTo>
                  <a:lnTo>
                    <a:pt x="83" y="191"/>
                  </a:lnTo>
                  <a:lnTo>
                    <a:pt x="85" y="191"/>
                  </a:lnTo>
                  <a:lnTo>
                    <a:pt x="86" y="191"/>
                  </a:lnTo>
                  <a:lnTo>
                    <a:pt x="89" y="194"/>
                  </a:lnTo>
                  <a:lnTo>
                    <a:pt x="91" y="194"/>
                  </a:lnTo>
                  <a:lnTo>
                    <a:pt x="97" y="193"/>
                  </a:lnTo>
                  <a:lnTo>
                    <a:pt x="97" y="190"/>
                  </a:lnTo>
                  <a:lnTo>
                    <a:pt x="97" y="188"/>
                  </a:lnTo>
                  <a:lnTo>
                    <a:pt x="95" y="187"/>
                  </a:lnTo>
                  <a:lnTo>
                    <a:pt x="92" y="187"/>
                  </a:lnTo>
                  <a:lnTo>
                    <a:pt x="89" y="185"/>
                  </a:lnTo>
                  <a:lnTo>
                    <a:pt x="86" y="187"/>
                  </a:lnTo>
                  <a:lnTo>
                    <a:pt x="82" y="190"/>
                  </a:lnTo>
                  <a:lnTo>
                    <a:pt x="80" y="188"/>
                  </a:lnTo>
                  <a:lnTo>
                    <a:pt x="79" y="187"/>
                  </a:lnTo>
                  <a:lnTo>
                    <a:pt x="77" y="185"/>
                  </a:lnTo>
                  <a:lnTo>
                    <a:pt x="77" y="181"/>
                  </a:lnTo>
                  <a:lnTo>
                    <a:pt x="79" y="178"/>
                  </a:lnTo>
                  <a:lnTo>
                    <a:pt x="80" y="176"/>
                  </a:lnTo>
                  <a:lnTo>
                    <a:pt x="79" y="175"/>
                  </a:lnTo>
                  <a:lnTo>
                    <a:pt x="76" y="173"/>
                  </a:lnTo>
                  <a:lnTo>
                    <a:pt x="70" y="175"/>
                  </a:lnTo>
                  <a:lnTo>
                    <a:pt x="70" y="173"/>
                  </a:lnTo>
                  <a:lnTo>
                    <a:pt x="70" y="172"/>
                  </a:lnTo>
                  <a:lnTo>
                    <a:pt x="68" y="175"/>
                  </a:lnTo>
                  <a:lnTo>
                    <a:pt x="65" y="175"/>
                  </a:lnTo>
                  <a:lnTo>
                    <a:pt x="62" y="175"/>
                  </a:lnTo>
                  <a:lnTo>
                    <a:pt x="56" y="172"/>
                  </a:lnTo>
                  <a:lnTo>
                    <a:pt x="54" y="168"/>
                  </a:lnTo>
                  <a:lnTo>
                    <a:pt x="53" y="167"/>
                  </a:lnTo>
                  <a:lnTo>
                    <a:pt x="51" y="159"/>
                  </a:lnTo>
                  <a:lnTo>
                    <a:pt x="48" y="156"/>
                  </a:lnTo>
                  <a:lnTo>
                    <a:pt x="33" y="141"/>
                  </a:lnTo>
                  <a:lnTo>
                    <a:pt x="27" y="138"/>
                  </a:lnTo>
                  <a:lnTo>
                    <a:pt x="22" y="133"/>
                  </a:lnTo>
                  <a:lnTo>
                    <a:pt x="21" y="133"/>
                  </a:lnTo>
                  <a:lnTo>
                    <a:pt x="19" y="132"/>
                  </a:lnTo>
                  <a:lnTo>
                    <a:pt x="16" y="130"/>
                  </a:lnTo>
                  <a:lnTo>
                    <a:pt x="18" y="129"/>
                  </a:lnTo>
                  <a:lnTo>
                    <a:pt x="19" y="129"/>
                  </a:lnTo>
                  <a:lnTo>
                    <a:pt x="18" y="130"/>
                  </a:lnTo>
                  <a:lnTo>
                    <a:pt x="19" y="130"/>
                  </a:lnTo>
                  <a:lnTo>
                    <a:pt x="21" y="130"/>
                  </a:lnTo>
                  <a:lnTo>
                    <a:pt x="21" y="129"/>
                  </a:lnTo>
                  <a:lnTo>
                    <a:pt x="22" y="124"/>
                  </a:lnTo>
                  <a:lnTo>
                    <a:pt x="24" y="117"/>
                  </a:lnTo>
                  <a:lnTo>
                    <a:pt x="24" y="114"/>
                  </a:lnTo>
                  <a:lnTo>
                    <a:pt x="32" y="114"/>
                  </a:lnTo>
                  <a:lnTo>
                    <a:pt x="38" y="114"/>
                  </a:lnTo>
                  <a:lnTo>
                    <a:pt x="39" y="112"/>
                  </a:lnTo>
                  <a:lnTo>
                    <a:pt x="47" y="112"/>
                  </a:lnTo>
                  <a:lnTo>
                    <a:pt x="48" y="111"/>
                  </a:lnTo>
                  <a:lnTo>
                    <a:pt x="51" y="108"/>
                  </a:lnTo>
                  <a:lnTo>
                    <a:pt x="56" y="103"/>
                  </a:lnTo>
                  <a:lnTo>
                    <a:pt x="59" y="97"/>
                  </a:lnTo>
                  <a:lnTo>
                    <a:pt x="60" y="95"/>
                  </a:lnTo>
                  <a:lnTo>
                    <a:pt x="60" y="97"/>
                  </a:lnTo>
                  <a:lnTo>
                    <a:pt x="60" y="95"/>
                  </a:lnTo>
                  <a:lnTo>
                    <a:pt x="60" y="94"/>
                  </a:lnTo>
                  <a:lnTo>
                    <a:pt x="62" y="88"/>
                  </a:lnTo>
                  <a:lnTo>
                    <a:pt x="63" y="83"/>
                  </a:lnTo>
                  <a:lnTo>
                    <a:pt x="71" y="71"/>
                  </a:lnTo>
                  <a:lnTo>
                    <a:pt x="74" y="67"/>
                  </a:lnTo>
                  <a:lnTo>
                    <a:pt x="76" y="64"/>
                  </a:lnTo>
                  <a:lnTo>
                    <a:pt x="77" y="62"/>
                  </a:lnTo>
                  <a:lnTo>
                    <a:pt x="77" y="64"/>
                  </a:lnTo>
                  <a:lnTo>
                    <a:pt x="77" y="65"/>
                  </a:lnTo>
                  <a:lnTo>
                    <a:pt x="77" y="65"/>
                  </a:lnTo>
                  <a:lnTo>
                    <a:pt x="77" y="65"/>
                  </a:lnTo>
                  <a:lnTo>
                    <a:pt x="76" y="67"/>
                  </a:lnTo>
                  <a:lnTo>
                    <a:pt x="74" y="68"/>
                  </a:lnTo>
                  <a:lnTo>
                    <a:pt x="74" y="68"/>
                  </a:lnTo>
                  <a:lnTo>
                    <a:pt x="76" y="68"/>
                  </a:lnTo>
                  <a:lnTo>
                    <a:pt x="77" y="68"/>
                  </a:lnTo>
                  <a:lnTo>
                    <a:pt x="79" y="67"/>
                  </a:lnTo>
                  <a:lnTo>
                    <a:pt x="88" y="64"/>
                  </a:lnTo>
                  <a:lnTo>
                    <a:pt x="91" y="59"/>
                  </a:lnTo>
                  <a:lnTo>
                    <a:pt x="92" y="59"/>
                  </a:lnTo>
                  <a:lnTo>
                    <a:pt x="98" y="53"/>
                  </a:lnTo>
                  <a:lnTo>
                    <a:pt x="98" y="53"/>
                  </a:lnTo>
                  <a:lnTo>
                    <a:pt x="100" y="54"/>
                  </a:lnTo>
                  <a:lnTo>
                    <a:pt x="98" y="57"/>
                  </a:lnTo>
                  <a:lnTo>
                    <a:pt x="100" y="57"/>
                  </a:lnTo>
                  <a:lnTo>
                    <a:pt x="98" y="62"/>
                  </a:lnTo>
                  <a:lnTo>
                    <a:pt x="100" y="62"/>
                  </a:lnTo>
                  <a:lnTo>
                    <a:pt x="101" y="65"/>
                  </a:lnTo>
                  <a:lnTo>
                    <a:pt x="101" y="62"/>
                  </a:lnTo>
                  <a:lnTo>
                    <a:pt x="101" y="61"/>
                  </a:lnTo>
                  <a:lnTo>
                    <a:pt x="101" y="57"/>
                  </a:lnTo>
                  <a:lnTo>
                    <a:pt x="101" y="56"/>
                  </a:lnTo>
                  <a:lnTo>
                    <a:pt x="103" y="57"/>
                  </a:lnTo>
                  <a:lnTo>
                    <a:pt x="108" y="56"/>
                  </a:lnTo>
                  <a:lnTo>
                    <a:pt x="103" y="54"/>
                  </a:lnTo>
                  <a:lnTo>
                    <a:pt x="100" y="51"/>
                  </a:lnTo>
                  <a:lnTo>
                    <a:pt x="98" y="51"/>
                  </a:lnTo>
                  <a:lnTo>
                    <a:pt x="103" y="45"/>
                  </a:lnTo>
                  <a:lnTo>
                    <a:pt x="108" y="42"/>
                  </a:lnTo>
                  <a:lnTo>
                    <a:pt x="109" y="42"/>
                  </a:lnTo>
                  <a:lnTo>
                    <a:pt x="109" y="42"/>
                  </a:lnTo>
                  <a:lnTo>
                    <a:pt x="109" y="44"/>
                  </a:lnTo>
                  <a:lnTo>
                    <a:pt x="109" y="45"/>
                  </a:lnTo>
                  <a:lnTo>
                    <a:pt x="108" y="45"/>
                  </a:lnTo>
                  <a:lnTo>
                    <a:pt x="108" y="47"/>
                  </a:lnTo>
                  <a:lnTo>
                    <a:pt x="109" y="47"/>
                  </a:lnTo>
                  <a:lnTo>
                    <a:pt x="111" y="47"/>
                  </a:lnTo>
                  <a:lnTo>
                    <a:pt x="112" y="45"/>
                  </a:lnTo>
                  <a:lnTo>
                    <a:pt x="117" y="45"/>
                  </a:lnTo>
                  <a:lnTo>
                    <a:pt x="118" y="44"/>
                  </a:lnTo>
                  <a:lnTo>
                    <a:pt x="118" y="44"/>
                  </a:lnTo>
                  <a:lnTo>
                    <a:pt x="124" y="44"/>
                  </a:lnTo>
                  <a:lnTo>
                    <a:pt x="126" y="42"/>
                  </a:lnTo>
                  <a:lnTo>
                    <a:pt x="129" y="39"/>
                  </a:lnTo>
                  <a:lnTo>
                    <a:pt x="132" y="36"/>
                  </a:lnTo>
                  <a:lnTo>
                    <a:pt x="133" y="35"/>
                  </a:lnTo>
                  <a:lnTo>
                    <a:pt x="136" y="29"/>
                  </a:lnTo>
                  <a:lnTo>
                    <a:pt x="139" y="26"/>
                  </a:lnTo>
                  <a:lnTo>
                    <a:pt x="142" y="22"/>
                  </a:lnTo>
                  <a:lnTo>
                    <a:pt x="144" y="22"/>
                  </a:lnTo>
                  <a:lnTo>
                    <a:pt x="142" y="22"/>
                  </a:lnTo>
                  <a:lnTo>
                    <a:pt x="141" y="24"/>
                  </a:lnTo>
                  <a:lnTo>
                    <a:pt x="142" y="27"/>
                  </a:lnTo>
                  <a:lnTo>
                    <a:pt x="152" y="30"/>
                  </a:lnTo>
                  <a:lnTo>
                    <a:pt x="153" y="30"/>
                  </a:lnTo>
                  <a:lnTo>
                    <a:pt x="153" y="33"/>
                  </a:lnTo>
                  <a:lnTo>
                    <a:pt x="153" y="35"/>
                  </a:lnTo>
                  <a:lnTo>
                    <a:pt x="152" y="38"/>
                  </a:lnTo>
                  <a:lnTo>
                    <a:pt x="147" y="41"/>
                  </a:lnTo>
                  <a:lnTo>
                    <a:pt x="149" y="41"/>
                  </a:lnTo>
                  <a:lnTo>
                    <a:pt x="149" y="44"/>
                  </a:lnTo>
                  <a:lnTo>
                    <a:pt x="150" y="44"/>
                  </a:lnTo>
                  <a:lnTo>
                    <a:pt x="152" y="42"/>
                  </a:lnTo>
                  <a:lnTo>
                    <a:pt x="153" y="42"/>
                  </a:lnTo>
                  <a:lnTo>
                    <a:pt x="158" y="38"/>
                  </a:lnTo>
                  <a:lnTo>
                    <a:pt x="158" y="35"/>
                  </a:lnTo>
                  <a:lnTo>
                    <a:pt x="159" y="35"/>
                  </a:lnTo>
                  <a:lnTo>
                    <a:pt x="162" y="35"/>
                  </a:lnTo>
                  <a:lnTo>
                    <a:pt x="164" y="36"/>
                  </a:lnTo>
                  <a:lnTo>
                    <a:pt x="165" y="38"/>
                  </a:lnTo>
                  <a:lnTo>
                    <a:pt x="164" y="41"/>
                  </a:lnTo>
                  <a:lnTo>
                    <a:pt x="164" y="42"/>
                  </a:lnTo>
                  <a:lnTo>
                    <a:pt x="165" y="44"/>
                  </a:lnTo>
                  <a:lnTo>
                    <a:pt x="168" y="44"/>
                  </a:lnTo>
                  <a:lnTo>
                    <a:pt x="171" y="45"/>
                  </a:lnTo>
                  <a:lnTo>
                    <a:pt x="174" y="42"/>
                  </a:lnTo>
                  <a:lnTo>
                    <a:pt x="177" y="42"/>
                  </a:lnTo>
                  <a:lnTo>
                    <a:pt x="179" y="42"/>
                  </a:lnTo>
                  <a:lnTo>
                    <a:pt x="182" y="41"/>
                  </a:lnTo>
                  <a:lnTo>
                    <a:pt x="188" y="42"/>
                  </a:lnTo>
                  <a:lnTo>
                    <a:pt x="190" y="42"/>
                  </a:lnTo>
                  <a:lnTo>
                    <a:pt x="191" y="42"/>
                  </a:lnTo>
                  <a:lnTo>
                    <a:pt x="194" y="44"/>
                  </a:lnTo>
                  <a:lnTo>
                    <a:pt x="194" y="45"/>
                  </a:lnTo>
                  <a:lnTo>
                    <a:pt x="193" y="48"/>
                  </a:lnTo>
                  <a:lnTo>
                    <a:pt x="193" y="50"/>
                  </a:lnTo>
                  <a:lnTo>
                    <a:pt x="193" y="51"/>
                  </a:lnTo>
                  <a:lnTo>
                    <a:pt x="194" y="51"/>
                  </a:lnTo>
                  <a:lnTo>
                    <a:pt x="194" y="54"/>
                  </a:lnTo>
                  <a:lnTo>
                    <a:pt x="196" y="54"/>
                  </a:lnTo>
                  <a:lnTo>
                    <a:pt x="200" y="54"/>
                  </a:lnTo>
                  <a:lnTo>
                    <a:pt x="200" y="54"/>
                  </a:lnTo>
                  <a:lnTo>
                    <a:pt x="200" y="56"/>
                  </a:lnTo>
                  <a:lnTo>
                    <a:pt x="199" y="57"/>
                  </a:lnTo>
                  <a:lnTo>
                    <a:pt x="208" y="59"/>
                  </a:lnTo>
                  <a:lnTo>
                    <a:pt x="208" y="57"/>
                  </a:lnTo>
                  <a:lnTo>
                    <a:pt x="211" y="57"/>
                  </a:lnTo>
                  <a:lnTo>
                    <a:pt x="214" y="56"/>
                  </a:lnTo>
                  <a:lnTo>
                    <a:pt x="215" y="56"/>
                  </a:lnTo>
                  <a:lnTo>
                    <a:pt x="217" y="59"/>
                  </a:lnTo>
                  <a:lnTo>
                    <a:pt x="218" y="59"/>
                  </a:lnTo>
                  <a:lnTo>
                    <a:pt x="220" y="59"/>
                  </a:lnTo>
                  <a:lnTo>
                    <a:pt x="225" y="56"/>
                  </a:lnTo>
                  <a:lnTo>
                    <a:pt x="228" y="56"/>
                  </a:lnTo>
                  <a:lnTo>
                    <a:pt x="229" y="56"/>
                  </a:lnTo>
                  <a:lnTo>
                    <a:pt x="231" y="56"/>
                  </a:lnTo>
                  <a:lnTo>
                    <a:pt x="237" y="59"/>
                  </a:lnTo>
                  <a:lnTo>
                    <a:pt x="238" y="59"/>
                  </a:lnTo>
                  <a:lnTo>
                    <a:pt x="241" y="64"/>
                  </a:lnTo>
                  <a:lnTo>
                    <a:pt x="243" y="64"/>
                  </a:lnTo>
                  <a:lnTo>
                    <a:pt x="244" y="62"/>
                  </a:lnTo>
                  <a:lnTo>
                    <a:pt x="244" y="62"/>
                  </a:lnTo>
                  <a:lnTo>
                    <a:pt x="246" y="64"/>
                  </a:lnTo>
                  <a:lnTo>
                    <a:pt x="249" y="64"/>
                  </a:lnTo>
                  <a:lnTo>
                    <a:pt x="249" y="65"/>
                  </a:lnTo>
                  <a:lnTo>
                    <a:pt x="250" y="67"/>
                  </a:lnTo>
                  <a:lnTo>
                    <a:pt x="258" y="68"/>
                  </a:lnTo>
                  <a:lnTo>
                    <a:pt x="263" y="68"/>
                  </a:lnTo>
                  <a:lnTo>
                    <a:pt x="269" y="68"/>
                  </a:lnTo>
                  <a:lnTo>
                    <a:pt x="270" y="68"/>
                  </a:lnTo>
                  <a:lnTo>
                    <a:pt x="273" y="68"/>
                  </a:lnTo>
                  <a:lnTo>
                    <a:pt x="278" y="73"/>
                  </a:lnTo>
                  <a:lnTo>
                    <a:pt x="281" y="73"/>
                  </a:lnTo>
                  <a:lnTo>
                    <a:pt x="281" y="74"/>
                  </a:lnTo>
                  <a:lnTo>
                    <a:pt x="288" y="76"/>
                  </a:lnTo>
                  <a:lnTo>
                    <a:pt x="291" y="73"/>
                  </a:lnTo>
                  <a:lnTo>
                    <a:pt x="294" y="73"/>
                  </a:lnTo>
                  <a:lnTo>
                    <a:pt x="299" y="71"/>
                  </a:lnTo>
                  <a:lnTo>
                    <a:pt x="301" y="71"/>
                  </a:lnTo>
                  <a:lnTo>
                    <a:pt x="304" y="71"/>
                  </a:lnTo>
                  <a:lnTo>
                    <a:pt x="305" y="71"/>
                  </a:lnTo>
                  <a:lnTo>
                    <a:pt x="305" y="70"/>
                  </a:lnTo>
                  <a:lnTo>
                    <a:pt x="311" y="73"/>
                  </a:lnTo>
                  <a:lnTo>
                    <a:pt x="316" y="77"/>
                  </a:lnTo>
                  <a:lnTo>
                    <a:pt x="317" y="79"/>
                  </a:lnTo>
                  <a:lnTo>
                    <a:pt x="325" y="83"/>
                  </a:lnTo>
                  <a:lnTo>
                    <a:pt x="326" y="85"/>
                  </a:lnTo>
                  <a:lnTo>
                    <a:pt x="328" y="86"/>
                  </a:lnTo>
                  <a:lnTo>
                    <a:pt x="328" y="86"/>
                  </a:lnTo>
                  <a:lnTo>
                    <a:pt x="329" y="86"/>
                  </a:lnTo>
                  <a:lnTo>
                    <a:pt x="332" y="86"/>
                  </a:lnTo>
                  <a:lnTo>
                    <a:pt x="332" y="86"/>
                  </a:lnTo>
                  <a:lnTo>
                    <a:pt x="334" y="88"/>
                  </a:lnTo>
                  <a:lnTo>
                    <a:pt x="340" y="88"/>
                  </a:lnTo>
                  <a:lnTo>
                    <a:pt x="345" y="88"/>
                  </a:lnTo>
                  <a:lnTo>
                    <a:pt x="355" y="91"/>
                  </a:lnTo>
                  <a:lnTo>
                    <a:pt x="361" y="99"/>
                  </a:lnTo>
                  <a:lnTo>
                    <a:pt x="366" y="102"/>
                  </a:lnTo>
                  <a:lnTo>
                    <a:pt x="368" y="105"/>
                  </a:lnTo>
                  <a:lnTo>
                    <a:pt x="370" y="106"/>
                  </a:lnTo>
                  <a:lnTo>
                    <a:pt x="378" y="111"/>
                  </a:lnTo>
                  <a:lnTo>
                    <a:pt x="381" y="111"/>
                  </a:lnTo>
                  <a:lnTo>
                    <a:pt x="386" y="114"/>
                  </a:lnTo>
                  <a:lnTo>
                    <a:pt x="389" y="114"/>
                  </a:lnTo>
                  <a:lnTo>
                    <a:pt x="393" y="114"/>
                  </a:lnTo>
                  <a:lnTo>
                    <a:pt x="396" y="115"/>
                  </a:lnTo>
                  <a:lnTo>
                    <a:pt x="402" y="120"/>
                  </a:lnTo>
                  <a:lnTo>
                    <a:pt x="404" y="120"/>
                  </a:lnTo>
                  <a:lnTo>
                    <a:pt x="404" y="120"/>
                  </a:lnTo>
                  <a:lnTo>
                    <a:pt x="401" y="115"/>
                  </a:lnTo>
                  <a:lnTo>
                    <a:pt x="401" y="115"/>
                  </a:lnTo>
                  <a:lnTo>
                    <a:pt x="398" y="114"/>
                  </a:lnTo>
                  <a:lnTo>
                    <a:pt x="396" y="112"/>
                  </a:lnTo>
                  <a:lnTo>
                    <a:pt x="395" y="112"/>
                  </a:lnTo>
                  <a:lnTo>
                    <a:pt x="395" y="111"/>
                  </a:lnTo>
                  <a:lnTo>
                    <a:pt x="395" y="109"/>
                  </a:lnTo>
                  <a:lnTo>
                    <a:pt x="396" y="109"/>
                  </a:lnTo>
                  <a:lnTo>
                    <a:pt x="398" y="109"/>
                  </a:lnTo>
                  <a:lnTo>
                    <a:pt x="399" y="109"/>
                  </a:lnTo>
                  <a:lnTo>
                    <a:pt x="399" y="109"/>
                  </a:lnTo>
                  <a:lnTo>
                    <a:pt x="398" y="109"/>
                  </a:lnTo>
                  <a:lnTo>
                    <a:pt x="398" y="108"/>
                  </a:lnTo>
                  <a:lnTo>
                    <a:pt x="396" y="106"/>
                  </a:lnTo>
                  <a:lnTo>
                    <a:pt x="395" y="106"/>
                  </a:lnTo>
                  <a:lnTo>
                    <a:pt x="398" y="99"/>
                  </a:lnTo>
                  <a:lnTo>
                    <a:pt x="399" y="100"/>
                  </a:lnTo>
                  <a:lnTo>
                    <a:pt x="401" y="99"/>
                  </a:lnTo>
                  <a:lnTo>
                    <a:pt x="402" y="99"/>
                  </a:lnTo>
                  <a:lnTo>
                    <a:pt x="404" y="99"/>
                  </a:lnTo>
                  <a:lnTo>
                    <a:pt x="404" y="95"/>
                  </a:lnTo>
                  <a:lnTo>
                    <a:pt x="404" y="94"/>
                  </a:lnTo>
                  <a:lnTo>
                    <a:pt x="404" y="94"/>
                  </a:lnTo>
                  <a:lnTo>
                    <a:pt x="408" y="92"/>
                  </a:lnTo>
                  <a:lnTo>
                    <a:pt x="413" y="94"/>
                  </a:lnTo>
                  <a:lnTo>
                    <a:pt x="413" y="92"/>
                  </a:lnTo>
                  <a:lnTo>
                    <a:pt x="413" y="91"/>
                  </a:lnTo>
                  <a:lnTo>
                    <a:pt x="413" y="89"/>
                  </a:lnTo>
                  <a:lnTo>
                    <a:pt x="413" y="88"/>
                  </a:lnTo>
                  <a:lnTo>
                    <a:pt x="413" y="86"/>
                  </a:lnTo>
                  <a:lnTo>
                    <a:pt x="413" y="86"/>
                  </a:lnTo>
                  <a:lnTo>
                    <a:pt x="416" y="86"/>
                  </a:lnTo>
                  <a:lnTo>
                    <a:pt x="416" y="88"/>
                  </a:lnTo>
                  <a:lnTo>
                    <a:pt x="417" y="89"/>
                  </a:lnTo>
                  <a:lnTo>
                    <a:pt x="417" y="91"/>
                  </a:lnTo>
                  <a:lnTo>
                    <a:pt x="422" y="91"/>
                  </a:lnTo>
                  <a:lnTo>
                    <a:pt x="422" y="92"/>
                  </a:lnTo>
                  <a:lnTo>
                    <a:pt x="419" y="94"/>
                  </a:lnTo>
                  <a:lnTo>
                    <a:pt x="419" y="95"/>
                  </a:lnTo>
                  <a:lnTo>
                    <a:pt x="416" y="100"/>
                  </a:lnTo>
                  <a:lnTo>
                    <a:pt x="416" y="102"/>
                  </a:lnTo>
                  <a:lnTo>
                    <a:pt x="419" y="99"/>
                  </a:lnTo>
                  <a:lnTo>
                    <a:pt x="423" y="97"/>
                  </a:lnTo>
                  <a:lnTo>
                    <a:pt x="425" y="95"/>
                  </a:lnTo>
                  <a:lnTo>
                    <a:pt x="428" y="95"/>
                  </a:lnTo>
                  <a:lnTo>
                    <a:pt x="429" y="94"/>
                  </a:lnTo>
                  <a:lnTo>
                    <a:pt x="430" y="94"/>
                  </a:lnTo>
                  <a:lnTo>
                    <a:pt x="431" y="92"/>
                  </a:lnTo>
                  <a:lnTo>
                    <a:pt x="431" y="88"/>
                  </a:lnTo>
                  <a:lnTo>
                    <a:pt x="434" y="86"/>
                  </a:lnTo>
                  <a:lnTo>
                    <a:pt x="437" y="88"/>
                  </a:lnTo>
                  <a:lnTo>
                    <a:pt x="437" y="86"/>
                  </a:lnTo>
                  <a:lnTo>
                    <a:pt x="440" y="86"/>
                  </a:lnTo>
                  <a:lnTo>
                    <a:pt x="440" y="86"/>
                  </a:lnTo>
                  <a:lnTo>
                    <a:pt x="437" y="85"/>
                  </a:lnTo>
                  <a:lnTo>
                    <a:pt x="436" y="85"/>
                  </a:lnTo>
                  <a:lnTo>
                    <a:pt x="436" y="85"/>
                  </a:lnTo>
                  <a:lnTo>
                    <a:pt x="437" y="85"/>
                  </a:lnTo>
                  <a:lnTo>
                    <a:pt x="437" y="83"/>
                  </a:lnTo>
                  <a:lnTo>
                    <a:pt x="440" y="83"/>
                  </a:lnTo>
                  <a:lnTo>
                    <a:pt x="441" y="85"/>
                  </a:lnTo>
                  <a:lnTo>
                    <a:pt x="442" y="85"/>
                  </a:lnTo>
                  <a:lnTo>
                    <a:pt x="443" y="83"/>
                  </a:lnTo>
                  <a:lnTo>
                    <a:pt x="448" y="79"/>
                  </a:lnTo>
                  <a:lnTo>
                    <a:pt x="449" y="77"/>
                  </a:lnTo>
                  <a:lnTo>
                    <a:pt x="452" y="77"/>
                  </a:lnTo>
                  <a:lnTo>
                    <a:pt x="453" y="79"/>
                  </a:lnTo>
                  <a:lnTo>
                    <a:pt x="454" y="77"/>
                  </a:lnTo>
                  <a:lnTo>
                    <a:pt x="455" y="76"/>
                  </a:lnTo>
                  <a:lnTo>
                    <a:pt x="455" y="74"/>
                  </a:lnTo>
                  <a:lnTo>
                    <a:pt x="458" y="73"/>
                  </a:lnTo>
                  <a:lnTo>
                    <a:pt x="460" y="70"/>
                  </a:lnTo>
                  <a:lnTo>
                    <a:pt x="462" y="70"/>
                  </a:lnTo>
                  <a:lnTo>
                    <a:pt x="464" y="70"/>
                  </a:lnTo>
                  <a:lnTo>
                    <a:pt x="465" y="71"/>
                  </a:lnTo>
                  <a:lnTo>
                    <a:pt x="466" y="71"/>
                  </a:lnTo>
                  <a:lnTo>
                    <a:pt x="468" y="71"/>
                  </a:lnTo>
                  <a:lnTo>
                    <a:pt x="468" y="71"/>
                  </a:lnTo>
                  <a:lnTo>
                    <a:pt x="470" y="71"/>
                  </a:lnTo>
                  <a:lnTo>
                    <a:pt x="472" y="68"/>
                  </a:lnTo>
                  <a:lnTo>
                    <a:pt x="472" y="68"/>
                  </a:lnTo>
                  <a:lnTo>
                    <a:pt x="472" y="68"/>
                  </a:lnTo>
                  <a:lnTo>
                    <a:pt x="474" y="71"/>
                  </a:lnTo>
                  <a:lnTo>
                    <a:pt x="474" y="71"/>
                  </a:lnTo>
                  <a:lnTo>
                    <a:pt x="472" y="74"/>
                  </a:lnTo>
                  <a:lnTo>
                    <a:pt x="462" y="82"/>
                  </a:lnTo>
                  <a:lnTo>
                    <a:pt x="459" y="86"/>
                  </a:lnTo>
                  <a:lnTo>
                    <a:pt x="458" y="86"/>
                  </a:lnTo>
                  <a:lnTo>
                    <a:pt x="455" y="88"/>
                  </a:lnTo>
                  <a:lnTo>
                    <a:pt x="453" y="88"/>
                  </a:lnTo>
                  <a:lnTo>
                    <a:pt x="452" y="89"/>
                  </a:lnTo>
                  <a:lnTo>
                    <a:pt x="449" y="89"/>
                  </a:lnTo>
                  <a:lnTo>
                    <a:pt x="446" y="91"/>
                  </a:lnTo>
                  <a:lnTo>
                    <a:pt x="443" y="91"/>
                  </a:lnTo>
                  <a:lnTo>
                    <a:pt x="443" y="91"/>
                  </a:lnTo>
                  <a:lnTo>
                    <a:pt x="442" y="95"/>
                  </a:lnTo>
                  <a:lnTo>
                    <a:pt x="441" y="97"/>
                  </a:lnTo>
                  <a:lnTo>
                    <a:pt x="440" y="99"/>
                  </a:lnTo>
                  <a:lnTo>
                    <a:pt x="437" y="100"/>
                  </a:lnTo>
                  <a:lnTo>
                    <a:pt x="435" y="100"/>
                  </a:lnTo>
                  <a:lnTo>
                    <a:pt x="434" y="103"/>
                  </a:lnTo>
                  <a:lnTo>
                    <a:pt x="431" y="106"/>
                  </a:lnTo>
                  <a:lnTo>
                    <a:pt x="430" y="109"/>
                  </a:lnTo>
                  <a:lnTo>
                    <a:pt x="429" y="111"/>
                  </a:lnTo>
                  <a:lnTo>
                    <a:pt x="428" y="114"/>
                  </a:lnTo>
                  <a:lnTo>
                    <a:pt x="425" y="115"/>
                  </a:lnTo>
                  <a:lnTo>
                    <a:pt x="428" y="117"/>
                  </a:lnTo>
                  <a:lnTo>
                    <a:pt x="428" y="117"/>
                  </a:lnTo>
                  <a:lnTo>
                    <a:pt x="429" y="118"/>
                  </a:lnTo>
                  <a:lnTo>
                    <a:pt x="430" y="118"/>
                  </a:lnTo>
                  <a:lnTo>
                    <a:pt x="429" y="117"/>
                  </a:lnTo>
                  <a:lnTo>
                    <a:pt x="428" y="115"/>
                  </a:lnTo>
                  <a:lnTo>
                    <a:pt x="428" y="115"/>
                  </a:lnTo>
                  <a:lnTo>
                    <a:pt x="428" y="115"/>
                  </a:lnTo>
                  <a:lnTo>
                    <a:pt x="435" y="115"/>
                  </a:lnTo>
                  <a:lnTo>
                    <a:pt x="436" y="115"/>
                  </a:lnTo>
                  <a:lnTo>
                    <a:pt x="437" y="114"/>
                  </a:lnTo>
                  <a:lnTo>
                    <a:pt x="436" y="114"/>
                  </a:lnTo>
                  <a:lnTo>
                    <a:pt x="435" y="114"/>
                  </a:lnTo>
                  <a:lnTo>
                    <a:pt x="435" y="112"/>
                  </a:lnTo>
                  <a:lnTo>
                    <a:pt x="435" y="111"/>
                  </a:lnTo>
                  <a:lnTo>
                    <a:pt x="435" y="109"/>
                  </a:lnTo>
                  <a:lnTo>
                    <a:pt x="435" y="108"/>
                  </a:lnTo>
                  <a:lnTo>
                    <a:pt x="435" y="106"/>
                  </a:lnTo>
                  <a:lnTo>
                    <a:pt x="436" y="105"/>
                  </a:lnTo>
                  <a:lnTo>
                    <a:pt x="440" y="103"/>
                  </a:lnTo>
                  <a:lnTo>
                    <a:pt x="441" y="103"/>
                  </a:lnTo>
                  <a:lnTo>
                    <a:pt x="442" y="102"/>
                  </a:lnTo>
                  <a:lnTo>
                    <a:pt x="446" y="100"/>
                  </a:lnTo>
                  <a:lnTo>
                    <a:pt x="446" y="99"/>
                  </a:lnTo>
                  <a:lnTo>
                    <a:pt x="447" y="97"/>
                  </a:lnTo>
                  <a:lnTo>
                    <a:pt x="447" y="95"/>
                  </a:lnTo>
                  <a:lnTo>
                    <a:pt x="446" y="95"/>
                  </a:lnTo>
                  <a:lnTo>
                    <a:pt x="447" y="94"/>
                  </a:lnTo>
                  <a:lnTo>
                    <a:pt x="448" y="94"/>
                  </a:lnTo>
                  <a:lnTo>
                    <a:pt x="448" y="94"/>
                  </a:lnTo>
                  <a:lnTo>
                    <a:pt x="452" y="94"/>
                  </a:lnTo>
                  <a:lnTo>
                    <a:pt x="452" y="95"/>
                  </a:lnTo>
                  <a:lnTo>
                    <a:pt x="452" y="97"/>
                  </a:lnTo>
                  <a:lnTo>
                    <a:pt x="453" y="97"/>
                  </a:lnTo>
                  <a:lnTo>
                    <a:pt x="453" y="94"/>
                  </a:lnTo>
                  <a:lnTo>
                    <a:pt x="454" y="94"/>
                  </a:lnTo>
                  <a:lnTo>
                    <a:pt x="454" y="94"/>
                  </a:lnTo>
                  <a:lnTo>
                    <a:pt x="454" y="94"/>
                  </a:lnTo>
                  <a:lnTo>
                    <a:pt x="455" y="94"/>
                  </a:lnTo>
                  <a:lnTo>
                    <a:pt x="455" y="97"/>
                  </a:lnTo>
                  <a:lnTo>
                    <a:pt x="455" y="100"/>
                  </a:lnTo>
                  <a:lnTo>
                    <a:pt x="455" y="103"/>
                  </a:lnTo>
                  <a:lnTo>
                    <a:pt x="458" y="100"/>
                  </a:lnTo>
                  <a:lnTo>
                    <a:pt x="458" y="99"/>
                  </a:lnTo>
                  <a:lnTo>
                    <a:pt x="460" y="92"/>
                  </a:lnTo>
                  <a:lnTo>
                    <a:pt x="462" y="89"/>
                  </a:lnTo>
                  <a:lnTo>
                    <a:pt x="464" y="86"/>
                  </a:lnTo>
                  <a:lnTo>
                    <a:pt x="466" y="85"/>
                  </a:lnTo>
                  <a:lnTo>
                    <a:pt x="472" y="80"/>
                  </a:lnTo>
                  <a:lnTo>
                    <a:pt x="478" y="80"/>
                  </a:lnTo>
                  <a:lnTo>
                    <a:pt x="478" y="79"/>
                  </a:lnTo>
                  <a:lnTo>
                    <a:pt x="480" y="77"/>
                  </a:lnTo>
                  <a:lnTo>
                    <a:pt x="480" y="77"/>
                  </a:lnTo>
                  <a:lnTo>
                    <a:pt x="482" y="76"/>
                  </a:lnTo>
                  <a:lnTo>
                    <a:pt x="482" y="76"/>
                  </a:lnTo>
                  <a:lnTo>
                    <a:pt x="482" y="79"/>
                  </a:lnTo>
                  <a:lnTo>
                    <a:pt x="482" y="79"/>
                  </a:lnTo>
                  <a:lnTo>
                    <a:pt x="478" y="80"/>
                  </a:lnTo>
                  <a:lnTo>
                    <a:pt x="478" y="82"/>
                  </a:lnTo>
                  <a:lnTo>
                    <a:pt x="478" y="83"/>
                  </a:lnTo>
                  <a:lnTo>
                    <a:pt x="478" y="85"/>
                  </a:lnTo>
                  <a:lnTo>
                    <a:pt x="480" y="85"/>
                  </a:lnTo>
                  <a:lnTo>
                    <a:pt x="480" y="85"/>
                  </a:lnTo>
                  <a:lnTo>
                    <a:pt x="482" y="83"/>
                  </a:lnTo>
                  <a:lnTo>
                    <a:pt x="484" y="82"/>
                  </a:lnTo>
                  <a:lnTo>
                    <a:pt x="488" y="76"/>
                  </a:lnTo>
                  <a:lnTo>
                    <a:pt x="488" y="74"/>
                  </a:lnTo>
                  <a:lnTo>
                    <a:pt x="490" y="71"/>
                  </a:lnTo>
                  <a:lnTo>
                    <a:pt x="490" y="68"/>
                  </a:lnTo>
                  <a:lnTo>
                    <a:pt x="496" y="67"/>
                  </a:lnTo>
                  <a:lnTo>
                    <a:pt x="497" y="65"/>
                  </a:lnTo>
                  <a:lnTo>
                    <a:pt x="492" y="64"/>
                  </a:lnTo>
                  <a:lnTo>
                    <a:pt x="492" y="64"/>
                  </a:lnTo>
                  <a:lnTo>
                    <a:pt x="492" y="62"/>
                  </a:lnTo>
                  <a:lnTo>
                    <a:pt x="492" y="62"/>
                  </a:lnTo>
                  <a:lnTo>
                    <a:pt x="490" y="61"/>
                  </a:lnTo>
                  <a:lnTo>
                    <a:pt x="490" y="59"/>
                  </a:lnTo>
                  <a:lnTo>
                    <a:pt x="490" y="57"/>
                  </a:lnTo>
                  <a:lnTo>
                    <a:pt x="490" y="56"/>
                  </a:lnTo>
                  <a:lnTo>
                    <a:pt x="492" y="54"/>
                  </a:lnTo>
                  <a:lnTo>
                    <a:pt x="492" y="53"/>
                  </a:lnTo>
                  <a:lnTo>
                    <a:pt x="494" y="54"/>
                  </a:lnTo>
                  <a:lnTo>
                    <a:pt x="496" y="56"/>
                  </a:lnTo>
                  <a:lnTo>
                    <a:pt x="501" y="61"/>
                  </a:lnTo>
                  <a:lnTo>
                    <a:pt x="502" y="64"/>
                  </a:lnTo>
                  <a:lnTo>
                    <a:pt x="503" y="65"/>
                  </a:lnTo>
                  <a:lnTo>
                    <a:pt x="507" y="73"/>
                  </a:lnTo>
                  <a:lnTo>
                    <a:pt x="508" y="76"/>
                  </a:lnTo>
                  <a:lnTo>
                    <a:pt x="508" y="80"/>
                  </a:lnTo>
                  <a:lnTo>
                    <a:pt x="509" y="82"/>
                  </a:lnTo>
                  <a:lnTo>
                    <a:pt x="509" y="83"/>
                  </a:lnTo>
                  <a:lnTo>
                    <a:pt x="514" y="91"/>
                  </a:lnTo>
                  <a:lnTo>
                    <a:pt x="516" y="94"/>
                  </a:lnTo>
                  <a:lnTo>
                    <a:pt x="519" y="95"/>
                  </a:lnTo>
                  <a:lnTo>
                    <a:pt x="521" y="97"/>
                  </a:lnTo>
                  <a:lnTo>
                    <a:pt x="522" y="97"/>
                  </a:lnTo>
                  <a:lnTo>
                    <a:pt x="525" y="97"/>
                  </a:lnTo>
                  <a:lnTo>
                    <a:pt x="527" y="94"/>
                  </a:lnTo>
                  <a:lnTo>
                    <a:pt x="527" y="92"/>
                  </a:lnTo>
                  <a:lnTo>
                    <a:pt x="526" y="89"/>
                  </a:lnTo>
                  <a:lnTo>
                    <a:pt x="526" y="88"/>
                  </a:lnTo>
                  <a:lnTo>
                    <a:pt x="526" y="86"/>
                  </a:lnTo>
                  <a:lnTo>
                    <a:pt x="527" y="83"/>
                  </a:lnTo>
                  <a:lnTo>
                    <a:pt x="527" y="83"/>
                  </a:lnTo>
                  <a:lnTo>
                    <a:pt x="527" y="80"/>
                  </a:lnTo>
                  <a:lnTo>
                    <a:pt x="527" y="82"/>
                  </a:lnTo>
                  <a:lnTo>
                    <a:pt x="528" y="80"/>
                  </a:lnTo>
                  <a:lnTo>
                    <a:pt x="528" y="80"/>
                  </a:lnTo>
                  <a:lnTo>
                    <a:pt x="531" y="79"/>
                  </a:lnTo>
                  <a:lnTo>
                    <a:pt x="531" y="77"/>
                  </a:lnTo>
                  <a:lnTo>
                    <a:pt x="532" y="76"/>
                  </a:lnTo>
                  <a:lnTo>
                    <a:pt x="532" y="74"/>
                  </a:lnTo>
                  <a:lnTo>
                    <a:pt x="532" y="74"/>
                  </a:lnTo>
                  <a:lnTo>
                    <a:pt x="531" y="74"/>
                  </a:lnTo>
                  <a:lnTo>
                    <a:pt x="531" y="74"/>
                  </a:lnTo>
                  <a:lnTo>
                    <a:pt x="528" y="74"/>
                  </a:lnTo>
                  <a:lnTo>
                    <a:pt x="531" y="73"/>
                  </a:lnTo>
                  <a:lnTo>
                    <a:pt x="532" y="71"/>
                  </a:lnTo>
                  <a:lnTo>
                    <a:pt x="533" y="70"/>
                  </a:lnTo>
                  <a:lnTo>
                    <a:pt x="533" y="70"/>
                  </a:lnTo>
                  <a:lnTo>
                    <a:pt x="534" y="70"/>
                  </a:lnTo>
                  <a:lnTo>
                    <a:pt x="534" y="70"/>
                  </a:lnTo>
                  <a:lnTo>
                    <a:pt x="537" y="71"/>
                  </a:lnTo>
                  <a:lnTo>
                    <a:pt x="537" y="73"/>
                  </a:lnTo>
                  <a:lnTo>
                    <a:pt x="537" y="76"/>
                  </a:lnTo>
                  <a:lnTo>
                    <a:pt x="537" y="77"/>
                  </a:lnTo>
                  <a:lnTo>
                    <a:pt x="537" y="83"/>
                  </a:lnTo>
                  <a:lnTo>
                    <a:pt x="539" y="83"/>
                  </a:lnTo>
                  <a:lnTo>
                    <a:pt x="539" y="85"/>
                  </a:lnTo>
                  <a:lnTo>
                    <a:pt x="539" y="86"/>
                  </a:lnTo>
                  <a:lnTo>
                    <a:pt x="537" y="92"/>
                  </a:lnTo>
                  <a:lnTo>
                    <a:pt x="537" y="94"/>
                  </a:lnTo>
                  <a:lnTo>
                    <a:pt x="537" y="95"/>
                  </a:lnTo>
                  <a:lnTo>
                    <a:pt x="537" y="95"/>
                  </a:lnTo>
                  <a:lnTo>
                    <a:pt x="537" y="97"/>
                  </a:lnTo>
                  <a:lnTo>
                    <a:pt x="539" y="97"/>
                  </a:lnTo>
                  <a:lnTo>
                    <a:pt x="541" y="97"/>
                  </a:lnTo>
                  <a:lnTo>
                    <a:pt x="541" y="97"/>
                  </a:lnTo>
                  <a:lnTo>
                    <a:pt x="547" y="97"/>
                  </a:lnTo>
                  <a:lnTo>
                    <a:pt x="547" y="95"/>
                  </a:lnTo>
                  <a:lnTo>
                    <a:pt x="549" y="95"/>
                  </a:lnTo>
                  <a:lnTo>
                    <a:pt x="551" y="92"/>
                  </a:lnTo>
                  <a:lnTo>
                    <a:pt x="551" y="91"/>
                  </a:lnTo>
                  <a:lnTo>
                    <a:pt x="551" y="91"/>
                  </a:lnTo>
                  <a:lnTo>
                    <a:pt x="551" y="88"/>
                  </a:lnTo>
                  <a:lnTo>
                    <a:pt x="553" y="83"/>
                  </a:lnTo>
                  <a:lnTo>
                    <a:pt x="553" y="82"/>
                  </a:lnTo>
                  <a:lnTo>
                    <a:pt x="553" y="82"/>
                  </a:lnTo>
                  <a:lnTo>
                    <a:pt x="555" y="80"/>
                  </a:lnTo>
                  <a:lnTo>
                    <a:pt x="557" y="82"/>
                  </a:lnTo>
                  <a:lnTo>
                    <a:pt x="557" y="80"/>
                  </a:lnTo>
                  <a:lnTo>
                    <a:pt x="563" y="82"/>
                  </a:lnTo>
                  <a:lnTo>
                    <a:pt x="565" y="80"/>
                  </a:lnTo>
                  <a:lnTo>
                    <a:pt x="569" y="82"/>
                  </a:lnTo>
                  <a:lnTo>
                    <a:pt x="571" y="82"/>
                  </a:lnTo>
                  <a:lnTo>
                    <a:pt x="575" y="83"/>
                  </a:lnTo>
                  <a:lnTo>
                    <a:pt x="580" y="86"/>
                  </a:lnTo>
                  <a:lnTo>
                    <a:pt x="581" y="88"/>
                  </a:lnTo>
                  <a:lnTo>
                    <a:pt x="587" y="95"/>
                  </a:lnTo>
                  <a:lnTo>
                    <a:pt x="589" y="97"/>
                  </a:lnTo>
                  <a:lnTo>
                    <a:pt x="593" y="97"/>
                  </a:lnTo>
                  <a:lnTo>
                    <a:pt x="605" y="100"/>
                  </a:lnTo>
                  <a:lnTo>
                    <a:pt x="606" y="102"/>
                  </a:lnTo>
                  <a:lnTo>
                    <a:pt x="610" y="105"/>
                  </a:lnTo>
                  <a:lnTo>
                    <a:pt x="611" y="106"/>
                  </a:lnTo>
                  <a:lnTo>
                    <a:pt x="613" y="108"/>
                  </a:lnTo>
                  <a:lnTo>
                    <a:pt x="618" y="109"/>
                  </a:lnTo>
                  <a:lnTo>
                    <a:pt x="624" y="112"/>
                  </a:lnTo>
                  <a:lnTo>
                    <a:pt x="624" y="112"/>
                  </a:lnTo>
                  <a:lnTo>
                    <a:pt x="627" y="112"/>
                  </a:lnTo>
                  <a:lnTo>
                    <a:pt x="628" y="112"/>
                  </a:lnTo>
                  <a:lnTo>
                    <a:pt x="634" y="114"/>
                  </a:lnTo>
                  <a:lnTo>
                    <a:pt x="636" y="114"/>
                  </a:lnTo>
                  <a:lnTo>
                    <a:pt x="636" y="114"/>
                  </a:lnTo>
                  <a:lnTo>
                    <a:pt x="637" y="115"/>
                  </a:lnTo>
                  <a:lnTo>
                    <a:pt x="640" y="115"/>
                  </a:lnTo>
                  <a:lnTo>
                    <a:pt x="640" y="114"/>
                  </a:lnTo>
                  <a:lnTo>
                    <a:pt x="637" y="111"/>
                  </a:lnTo>
                  <a:lnTo>
                    <a:pt x="637" y="111"/>
                  </a:lnTo>
                  <a:lnTo>
                    <a:pt x="639" y="111"/>
                  </a:lnTo>
                  <a:lnTo>
                    <a:pt x="642" y="111"/>
                  </a:lnTo>
                  <a:lnTo>
                    <a:pt x="642" y="111"/>
                  </a:lnTo>
                  <a:lnTo>
                    <a:pt x="643" y="111"/>
                  </a:lnTo>
                  <a:lnTo>
                    <a:pt x="645" y="111"/>
                  </a:lnTo>
                  <a:lnTo>
                    <a:pt x="648" y="112"/>
                  </a:lnTo>
                  <a:lnTo>
                    <a:pt x="649" y="114"/>
                  </a:lnTo>
                  <a:lnTo>
                    <a:pt x="652" y="115"/>
                  </a:lnTo>
                  <a:lnTo>
                    <a:pt x="657" y="118"/>
                  </a:lnTo>
                  <a:lnTo>
                    <a:pt x="660" y="121"/>
                  </a:lnTo>
                  <a:lnTo>
                    <a:pt x="661" y="124"/>
                  </a:lnTo>
                  <a:lnTo>
                    <a:pt x="663" y="127"/>
                  </a:lnTo>
                  <a:lnTo>
                    <a:pt x="665" y="129"/>
                  </a:lnTo>
                  <a:lnTo>
                    <a:pt x="665" y="129"/>
                  </a:lnTo>
                  <a:lnTo>
                    <a:pt x="665" y="129"/>
                  </a:lnTo>
                  <a:lnTo>
                    <a:pt x="666" y="130"/>
                  </a:lnTo>
                  <a:lnTo>
                    <a:pt x="665" y="133"/>
                  </a:lnTo>
                  <a:lnTo>
                    <a:pt x="665" y="133"/>
                  </a:lnTo>
                  <a:lnTo>
                    <a:pt x="663" y="133"/>
                  </a:lnTo>
                  <a:lnTo>
                    <a:pt x="661" y="135"/>
                  </a:lnTo>
                  <a:lnTo>
                    <a:pt x="655" y="133"/>
                  </a:lnTo>
                  <a:lnTo>
                    <a:pt x="654" y="137"/>
                  </a:lnTo>
                  <a:lnTo>
                    <a:pt x="651" y="138"/>
                  </a:lnTo>
                  <a:lnTo>
                    <a:pt x="651" y="140"/>
                  </a:lnTo>
                  <a:lnTo>
                    <a:pt x="651" y="140"/>
                  </a:lnTo>
                  <a:lnTo>
                    <a:pt x="651" y="143"/>
                  </a:lnTo>
                  <a:lnTo>
                    <a:pt x="651" y="143"/>
                  </a:lnTo>
                  <a:lnTo>
                    <a:pt x="648" y="146"/>
                  </a:lnTo>
                  <a:lnTo>
                    <a:pt x="648" y="146"/>
                  </a:lnTo>
                  <a:lnTo>
                    <a:pt x="649" y="147"/>
                  </a:lnTo>
                  <a:lnTo>
                    <a:pt x="651" y="149"/>
                  </a:lnTo>
                  <a:lnTo>
                    <a:pt x="652" y="149"/>
                  </a:lnTo>
                  <a:lnTo>
                    <a:pt x="654" y="149"/>
                  </a:lnTo>
                  <a:lnTo>
                    <a:pt x="657" y="150"/>
                  </a:lnTo>
                  <a:lnTo>
                    <a:pt x="660" y="152"/>
                  </a:lnTo>
                  <a:lnTo>
                    <a:pt x="661" y="152"/>
                  </a:lnTo>
                  <a:lnTo>
                    <a:pt x="663" y="152"/>
                  </a:lnTo>
                  <a:lnTo>
                    <a:pt x="665" y="152"/>
                  </a:lnTo>
                  <a:lnTo>
                    <a:pt x="666" y="153"/>
                  </a:lnTo>
                  <a:lnTo>
                    <a:pt x="669" y="153"/>
                  </a:lnTo>
                  <a:lnTo>
                    <a:pt x="675" y="153"/>
                  </a:lnTo>
                  <a:lnTo>
                    <a:pt x="677" y="153"/>
                  </a:lnTo>
                  <a:lnTo>
                    <a:pt x="678" y="153"/>
                  </a:lnTo>
                  <a:lnTo>
                    <a:pt x="683" y="153"/>
                  </a:lnTo>
                  <a:lnTo>
                    <a:pt x="684" y="153"/>
                  </a:lnTo>
                  <a:lnTo>
                    <a:pt x="685" y="152"/>
                  </a:lnTo>
                  <a:lnTo>
                    <a:pt x="685" y="152"/>
                  </a:lnTo>
                  <a:lnTo>
                    <a:pt x="689" y="152"/>
                  </a:lnTo>
                  <a:lnTo>
                    <a:pt x="694" y="150"/>
                  </a:lnTo>
                  <a:lnTo>
                    <a:pt x="695" y="150"/>
                  </a:lnTo>
                  <a:lnTo>
                    <a:pt x="697" y="150"/>
                  </a:lnTo>
                  <a:lnTo>
                    <a:pt x="698" y="149"/>
                  </a:lnTo>
                  <a:lnTo>
                    <a:pt x="700" y="149"/>
                  </a:lnTo>
                  <a:lnTo>
                    <a:pt x="700" y="150"/>
                  </a:lnTo>
                  <a:lnTo>
                    <a:pt x="701" y="150"/>
                  </a:lnTo>
                  <a:lnTo>
                    <a:pt x="703" y="150"/>
                  </a:lnTo>
                  <a:lnTo>
                    <a:pt x="704" y="149"/>
                  </a:lnTo>
                  <a:lnTo>
                    <a:pt x="710" y="144"/>
                  </a:lnTo>
                  <a:lnTo>
                    <a:pt x="712" y="144"/>
                  </a:lnTo>
                  <a:lnTo>
                    <a:pt x="713" y="143"/>
                  </a:lnTo>
                  <a:lnTo>
                    <a:pt x="713" y="143"/>
                  </a:lnTo>
                  <a:lnTo>
                    <a:pt x="713" y="144"/>
                  </a:lnTo>
                  <a:lnTo>
                    <a:pt x="715" y="147"/>
                  </a:lnTo>
                  <a:lnTo>
                    <a:pt x="715" y="147"/>
                  </a:lnTo>
                  <a:lnTo>
                    <a:pt x="716" y="147"/>
                  </a:lnTo>
                  <a:lnTo>
                    <a:pt x="716" y="149"/>
                  </a:lnTo>
                  <a:lnTo>
                    <a:pt x="718" y="152"/>
                  </a:lnTo>
                  <a:lnTo>
                    <a:pt x="719" y="152"/>
                  </a:lnTo>
                  <a:lnTo>
                    <a:pt x="724" y="152"/>
                  </a:lnTo>
                  <a:lnTo>
                    <a:pt x="725" y="152"/>
                  </a:lnTo>
                  <a:lnTo>
                    <a:pt x="725" y="153"/>
                  </a:lnTo>
                  <a:lnTo>
                    <a:pt x="727" y="155"/>
                  </a:lnTo>
                  <a:lnTo>
                    <a:pt x="727" y="158"/>
                  </a:lnTo>
                  <a:lnTo>
                    <a:pt x="727" y="159"/>
                  </a:lnTo>
                  <a:lnTo>
                    <a:pt x="728" y="161"/>
                  </a:lnTo>
                  <a:lnTo>
                    <a:pt x="728" y="162"/>
                  </a:lnTo>
                  <a:lnTo>
                    <a:pt x="728" y="161"/>
                  </a:lnTo>
                  <a:lnTo>
                    <a:pt x="730" y="156"/>
                  </a:lnTo>
                  <a:lnTo>
                    <a:pt x="730" y="156"/>
                  </a:lnTo>
                  <a:lnTo>
                    <a:pt x="731" y="156"/>
                  </a:lnTo>
                  <a:lnTo>
                    <a:pt x="731" y="156"/>
                  </a:lnTo>
                  <a:lnTo>
                    <a:pt x="733" y="159"/>
                  </a:lnTo>
                  <a:lnTo>
                    <a:pt x="735" y="162"/>
                  </a:lnTo>
                  <a:lnTo>
                    <a:pt x="739" y="167"/>
                  </a:lnTo>
                  <a:lnTo>
                    <a:pt x="739" y="168"/>
                  </a:lnTo>
                  <a:lnTo>
                    <a:pt x="739" y="170"/>
                  </a:lnTo>
                  <a:lnTo>
                    <a:pt x="739" y="172"/>
                  </a:lnTo>
                  <a:lnTo>
                    <a:pt x="739" y="172"/>
                  </a:lnTo>
                  <a:lnTo>
                    <a:pt x="738" y="173"/>
                  </a:lnTo>
                  <a:lnTo>
                    <a:pt x="736" y="173"/>
                  </a:lnTo>
                  <a:lnTo>
                    <a:pt x="735" y="173"/>
                  </a:lnTo>
                  <a:lnTo>
                    <a:pt x="733" y="173"/>
                  </a:lnTo>
                  <a:lnTo>
                    <a:pt x="733" y="172"/>
                  </a:lnTo>
                  <a:lnTo>
                    <a:pt x="733" y="173"/>
                  </a:lnTo>
                  <a:lnTo>
                    <a:pt x="736" y="178"/>
                  </a:lnTo>
                  <a:lnTo>
                    <a:pt x="736" y="179"/>
                  </a:lnTo>
                  <a:lnTo>
                    <a:pt x="738" y="179"/>
                  </a:lnTo>
                  <a:lnTo>
                    <a:pt x="738" y="181"/>
                  </a:lnTo>
                  <a:lnTo>
                    <a:pt x="739" y="181"/>
                  </a:lnTo>
                  <a:lnTo>
                    <a:pt x="739" y="182"/>
                  </a:lnTo>
                  <a:lnTo>
                    <a:pt x="742" y="185"/>
                  </a:lnTo>
                  <a:lnTo>
                    <a:pt x="742" y="187"/>
                  </a:lnTo>
                  <a:lnTo>
                    <a:pt x="745" y="191"/>
                  </a:lnTo>
                  <a:lnTo>
                    <a:pt x="747" y="193"/>
                  </a:lnTo>
                  <a:lnTo>
                    <a:pt x="747" y="194"/>
                  </a:lnTo>
                  <a:lnTo>
                    <a:pt x="748" y="194"/>
                  </a:lnTo>
                  <a:lnTo>
                    <a:pt x="748" y="193"/>
                  </a:lnTo>
                  <a:lnTo>
                    <a:pt x="744" y="187"/>
                  </a:lnTo>
                  <a:lnTo>
                    <a:pt x="742" y="184"/>
                  </a:lnTo>
                  <a:lnTo>
                    <a:pt x="742" y="182"/>
                  </a:lnTo>
                  <a:lnTo>
                    <a:pt x="742" y="181"/>
                  </a:lnTo>
                  <a:lnTo>
                    <a:pt x="742" y="176"/>
                  </a:lnTo>
                  <a:lnTo>
                    <a:pt x="742" y="176"/>
                  </a:lnTo>
                  <a:lnTo>
                    <a:pt x="744" y="175"/>
                  </a:lnTo>
                  <a:lnTo>
                    <a:pt x="745" y="178"/>
                  </a:lnTo>
                  <a:lnTo>
                    <a:pt x="745" y="178"/>
                  </a:lnTo>
                  <a:lnTo>
                    <a:pt x="745" y="178"/>
                  </a:lnTo>
                  <a:lnTo>
                    <a:pt x="747" y="176"/>
                  </a:lnTo>
                  <a:lnTo>
                    <a:pt x="747" y="178"/>
                  </a:lnTo>
                  <a:lnTo>
                    <a:pt x="748" y="179"/>
                  </a:lnTo>
                  <a:lnTo>
                    <a:pt x="750" y="179"/>
                  </a:lnTo>
                  <a:lnTo>
                    <a:pt x="748" y="176"/>
                  </a:lnTo>
                  <a:lnTo>
                    <a:pt x="747" y="175"/>
                  </a:lnTo>
                  <a:lnTo>
                    <a:pt x="747" y="173"/>
                  </a:lnTo>
                  <a:lnTo>
                    <a:pt x="747" y="172"/>
                  </a:lnTo>
                  <a:lnTo>
                    <a:pt x="747" y="172"/>
                  </a:lnTo>
                  <a:lnTo>
                    <a:pt x="745" y="168"/>
                  </a:lnTo>
                  <a:lnTo>
                    <a:pt x="744" y="167"/>
                  </a:lnTo>
                  <a:lnTo>
                    <a:pt x="744" y="162"/>
                  </a:lnTo>
                  <a:lnTo>
                    <a:pt x="744" y="161"/>
                  </a:lnTo>
                  <a:lnTo>
                    <a:pt x="744" y="159"/>
                  </a:lnTo>
                  <a:lnTo>
                    <a:pt x="744" y="159"/>
                  </a:lnTo>
                  <a:lnTo>
                    <a:pt x="742" y="156"/>
                  </a:lnTo>
                  <a:lnTo>
                    <a:pt x="741" y="155"/>
                  </a:lnTo>
                  <a:lnTo>
                    <a:pt x="739" y="153"/>
                  </a:lnTo>
                  <a:lnTo>
                    <a:pt x="739" y="152"/>
                  </a:lnTo>
                  <a:lnTo>
                    <a:pt x="739" y="149"/>
                  </a:lnTo>
                  <a:lnTo>
                    <a:pt x="741" y="147"/>
                  </a:lnTo>
                  <a:lnTo>
                    <a:pt x="742" y="146"/>
                  </a:lnTo>
                  <a:lnTo>
                    <a:pt x="742" y="144"/>
                  </a:lnTo>
                  <a:lnTo>
                    <a:pt x="741" y="143"/>
                  </a:lnTo>
                  <a:lnTo>
                    <a:pt x="741" y="141"/>
                  </a:lnTo>
                  <a:lnTo>
                    <a:pt x="742" y="143"/>
                  </a:lnTo>
                  <a:lnTo>
                    <a:pt x="745" y="141"/>
                  </a:lnTo>
                  <a:lnTo>
                    <a:pt x="745" y="141"/>
                  </a:lnTo>
                  <a:lnTo>
                    <a:pt x="747" y="141"/>
                  </a:lnTo>
                  <a:lnTo>
                    <a:pt x="748" y="140"/>
                  </a:lnTo>
                  <a:lnTo>
                    <a:pt x="750" y="140"/>
                  </a:lnTo>
                  <a:lnTo>
                    <a:pt x="751" y="140"/>
                  </a:lnTo>
                  <a:lnTo>
                    <a:pt x="751" y="140"/>
                  </a:lnTo>
                  <a:lnTo>
                    <a:pt x="753" y="138"/>
                  </a:lnTo>
                  <a:lnTo>
                    <a:pt x="753" y="138"/>
                  </a:lnTo>
                  <a:lnTo>
                    <a:pt x="754" y="137"/>
                  </a:lnTo>
                  <a:lnTo>
                    <a:pt x="754" y="137"/>
                  </a:lnTo>
                  <a:lnTo>
                    <a:pt x="757" y="137"/>
                  </a:lnTo>
                  <a:lnTo>
                    <a:pt x="757" y="137"/>
                  </a:lnTo>
                  <a:lnTo>
                    <a:pt x="757" y="137"/>
                  </a:lnTo>
                  <a:lnTo>
                    <a:pt x="757" y="133"/>
                  </a:lnTo>
                  <a:lnTo>
                    <a:pt x="759" y="132"/>
                  </a:lnTo>
                  <a:lnTo>
                    <a:pt x="760" y="130"/>
                  </a:lnTo>
                  <a:lnTo>
                    <a:pt x="762" y="130"/>
                  </a:lnTo>
                  <a:lnTo>
                    <a:pt x="763" y="129"/>
                  </a:lnTo>
                  <a:lnTo>
                    <a:pt x="763" y="129"/>
                  </a:lnTo>
                  <a:lnTo>
                    <a:pt x="765" y="127"/>
                  </a:lnTo>
                  <a:lnTo>
                    <a:pt x="766" y="126"/>
                  </a:lnTo>
                  <a:lnTo>
                    <a:pt x="766" y="123"/>
                  </a:lnTo>
                  <a:lnTo>
                    <a:pt x="766" y="123"/>
                  </a:lnTo>
                  <a:lnTo>
                    <a:pt x="763" y="121"/>
                  </a:lnTo>
                  <a:lnTo>
                    <a:pt x="763" y="123"/>
                  </a:lnTo>
                  <a:lnTo>
                    <a:pt x="760" y="124"/>
                  </a:lnTo>
                  <a:lnTo>
                    <a:pt x="757" y="126"/>
                  </a:lnTo>
                  <a:lnTo>
                    <a:pt x="756" y="127"/>
                  </a:lnTo>
                  <a:lnTo>
                    <a:pt x="756" y="130"/>
                  </a:lnTo>
                  <a:lnTo>
                    <a:pt x="756" y="132"/>
                  </a:lnTo>
                  <a:lnTo>
                    <a:pt x="754" y="130"/>
                  </a:lnTo>
                  <a:lnTo>
                    <a:pt x="753" y="130"/>
                  </a:lnTo>
                  <a:lnTo>
                    <a:pt x="751" y="130"/>
                  </a:lnTo>
                  <a:lnTo>
                    <a:pt x="750" y="132"/>
                  </a:lnTo>
                  <a:lnTo>
                    <a:pt x="750" y="133"/>
                  </a:lnTo>
                  <a:lnTo>
                    <a:pt x="747" y="133"/>
                  </a:lnTo>
                  <a:lnTo>
                    <a:pt x="745" y="132"/>
                  </a:lnTo>
                  <a:lnTo>
                    <a:pt x="744" y="132"/>
                  </a:lnTo>
                  <a:lnTo>
                    <a:pt x="742" y="133"/>
                  </a:lnTo>
                  <a:lnTo>
                    <a:pt x="742" y="135"/>
                  </a:lnTo>
                  <a:lnTo>
                    <a:pt x="742" y="137"/>
                  </a:lnTo>
                  <a:lnTo>
                    <a:pt x="742" y="138"/>
                  </a:lnTo>
                  <a:lnTo>
                    <a:pt x="738" y="138"/>
                  </a:lnTo>
                  <a:lnTo>
                    <a:pt x="738" y="138"/>
                  </a:lnTo>
                  <a:lnTo>
                    <a:pt x="736" y="138"/>
                  </a:lnTo>
                  <a:lnTo>
                    <a:pt x="735" y="138"/>
                  </a:lnTo>
                  <a:lnTo>
                    <a:pt x="735" y="137"/>
                  </a:lnTo>
                  <a:lnTo>
                    <a:pt x="730" y="133"/>
                  </a:lnTo>
                  <a:lnTo>
                    <a:pt x="730" y="133"/>
                  </a:lnTo>
                  <a:lnTo>
                    <a:pt x="731" y="130"/>
                  </a:lnTo>
                  <a:lnTo>
                    <a:pt x="735" y="123"/>
                  </a:lnTo>
                  <a:lnTo>
                    <a:pt x="735" y="123"/>
                  </a:lnTo>
                  <a:lnTo>
                    <a:pt x="742" y="121"/>
                  </a:lnTo>
                  <a:lnTo>
                    <a:pt x="745" y="120"/>
                  </a:lnTo>
                  <a:lnTo>
                    <a:pt x="753" y="117"/>
                  </a:lnTo>
                  <a:lnTo>
                    <a:pt x="754" y="115"/>
                  </a:lnTo>
                  <a:lnTo>
                    <a:pt x="759" y="112"/>
                  </a:lnTo>
                  <a:lnTo>
                    <a:pt x="762" y="112"/>
                  </a:lnTo>
                  <a:lnTo>
                    <a:pt x="763" y="112"/>
                  </a:lnTo>
                  <a:lnTo>
                    <a:pt x="765" y="114"/>
                  </a:lnTo>
                  <a:lnTo>
                    <a:pt x="766" y="115"/>
                  </a:lnTo>
                  <a:lnTo>
                    <a:pt x="768" y="117"/>
                  </a:lnTo>
                  <a:lnTo>
                    <a:pt x="769" y="120"/>
                  </a:lnTo>
                  <a:lnTo>
                    <a:pt x="769" y="124"/>
                  </a:lnTo>
                  <a:lnTo>
                    <a:pt x="769" y="127"/>
                  </a:lnTo>
                  <a:lnTo>
                    <a:pt x="771" y="129"/>
                  </a:lnTo>
                  <a:lnTo>
                    <a:pt x="773" y="132"/>
                  </a:lnTo>
                  <a:lnTo>
                    <a:pt x="774" y="133"/>
                  </a:lnTo>
                  <a:lnTo>
                    <a:pt x="776" y="133"/>
                  </a:lnTo>
                  <a:lnTo>
                    <a:pt x="776" y="133"/>
                  </a:lnTo>
                  <a:lnTo>
                    <a:pt x="776" y="133"/>
                  </a:lnTo>
                  <a:lnTo>
                    <a:pt x="776" y="133"/>
                  </a:lnTo>
                  <a:lnTo>
                    <a:pt x="777" y="135"/>
                  </a:lnTo>
                  <a:lnTo>
                    <a:pt x="777" y="135"/>
                  </a:lnTo>
                  <a:lnTo>
                    <a:pt x="779" y="135"/>
                  </a:lnTo>
                  <a:lnTo>
                    <a:pt x="780" y="135"/>
                  </a:lnTo>
                  <a:lnTo>
                    <a:pt x="780" y="137"/>
                  </a:lnTo>
                  <a:lnTo>
                    <a:pt x="780" y="138"/>
                  </a:lnTo>
                  <a:lnTo>
                    <a:pt x="780" y="140"/>
                  </a:lnTo>
                  <a:lnTo>
                    <a:pt x="782" y="141"/>
                  </a:lnTo>
                  <a:lnTo>
                    <a:pt x="783" y="141"/>
                  </a:lnTo>
                  <a:lnTo>
                    <a:pt x="785" y="143"/>
                  </a:lnTo>
                  <a:lnTo>
                    <a:pt x="789" y="141"/>
                  </a:lnTo>
                  <a:lnTo>
                    <a:pt x="792" y="141"/>
                  </a:lnTo>
                  <a:lnTo>
                    <a:pt x="794" y="140"/>
                  </a:lnTo>
                  <a:lnTo>
                    <a:pt x="795" y="141"/>
                  </a:lnTo>
                  <a:lnTo>
                    <a:pt x="800" y="146"/>
                  </a:lnTo>
                  <a:lnTo>
                    <a:pt x="801" y="147"/>
                  </a:lnTo>
                  <a:lnTo>
                    <a:pt x="804" y="149"/>
                  </a:lnTo>
                  <a:lnTo>
                    <a:pt x="807" y="150"/>
                  </a:lnTo>
                  <a:lnTo>
                    <a:pt x="809" y="152"/>
                  </a:lnTo>
                  <a:lnTo>
                    <a:pt x="809" y="152"/>
                  </a:lnTo>
                  <a:lnTo>
                    <a:pt x="812" y="152"/>
                  </a:lnTo>
                  <a:lnTo>
                    <a:pt x="814" y="152"/>
                  </a:lnTo>
                  <a:lnTo>
                    <a:pt x="817" y="153"/>
                  </a:lnTo>
                  <a:lnTo>
                    <a:pt x="818" y="153"/>
                  </a:lnTo>
                  <a:lnTo>
                    <a:pt x="823" y="150"/>
                  </a:lnTo>
                  <a:lnTo>
                    <a:pt x="824" y="150"/>
                  </a:lnTo>
                  <a:lnTo>
                    <a:pt x="826" y="150"/>
                  </a:lnTo>
                  <a:lnTo>
                    <a:pt x="827" y="149"/>
                  </a:lnTo>
                  <a:lnTo>
                    <a:pt x="829" y="149"/>
                  </a:lnTo>
                  <a:lnTo>
                    <a:pt x="830" y="149"/>
                  </a:lnTo>
                  <a:lnTo>
                    <a:pt x="832" y="149"/>
                  </a:lnTo>
                  <a:lnTo>
                    <a:pt x="835" y="149"/>
                  </a:lnTo>
                  <a:lnTo>
                    <a:pt x="839" y="149"/>
                  </a:lnTo>
                  <a:lnTo>
                    <a:pt x="844" y="150"/>
                  </a:lnTo>
                  <a:lnTo>
                    <a:pt x="845" y="152"/>
                  </a:lnTo>
                  <a:lnTo>
                    <a:pt x="847" y="152"/>
                  </a:lnTo>
                  <a:lnTo>
                    <a:pt x="848" y="152"/>
                  </a:lnTo>
                  <a:lnTo>
                    <a:pt x="850" y="152"/>
                  </a:lnTo>
                  <a:lnTo>
                    <a:pt x="852" y="152"/>
                  </a:lnTo>
                  <a:lnTo>
                    <a:pt x="853" y="150"/>
                  </a:lnTo>
                  <a:lnTo>
                    <a:pt x="856" y="150"/>
                  </a:lnTo>
                  <a:lnTo>
                    <a:pt x="856" y="149"/>
                  </a:lnTo>
                  <a:lnTo>
                    <a:pt x="856" y="149"/>
                  </a:lnTo>
                  <a:lnTo>
                    <a:pt x="856" y="147"/>
                  </a:lnTo>
                  <a:lnTo>
                    <a:pt x="855" y="146"/>
                  </a:lnTo>
                  <a:lnTo>
                    <a:pt x="853" y="144"/>
                  </a:lnTo>
                  <a:lnTo>
                    <a:pt x="853" y="143"/>
                  </a:lnTo>
                  <a:lnTo>
                    <a:pt x="853" y="141"/>
                  </a:lnTo>
                  <a:lnTo>
                    <a:pt x="853" y="141"/>
                  </a:lnTo>
                  <a:lnTo>
                    <a:pt x="853" y="141"/>
                  </a:lnTo>
                  <a:lnTo>
                    <a:pt x="855" y="141"/>
                  </a:lnTo>
                  <a:lnTo>
                    <a:pt x="856" y="144"/>
                  </a:lnTo>
                  <a:lnTo>
                    <a:pt x="861" y="150"/>
                  </a:lnTo>
                  <a:lnTo>
                    <a:pt x="862" y="152"/>
                  </a:lnTo>
                  <a:lnTo>
                    <a:pt x="862" y="152"/>
                  </a:lnTo>
                  <a:lnTo>
                    <a:pt x="867" y="155"/>
                  </a:lnTo>
                  <a:lnTo>
                    <a:pt x="868" y="155"/>
                  </a:lnTo>
                  <a:lnTo>
                    <a:pt x="870" y="153"/>
                  </a:lnTo>
                  <a:lnTo>
                    <a:pt x="871" y="153"/>
                  </a:lnTo>
                  <a:lnTo>
                    <a:pt x="871" y="152"/>
                  </a:lnTo>
                  <a:lnTo>
                    <a:pt x="871" y="152"/>
                  </a:lnTo>
                  <a:lnTo>
                    <a:pt x="871" y="150"/>
                  </a:lnTo>
                  <a:lnTo>
                    <a:pt x="871" y="149"/>
                  </a:lnTo>
                  <a:lnTo>
                    <a:pt x="871" y="147"/>
                  </a:lnTo>
                  <a:lnTo>
                    <a:pt x="870" y="146"/>
                  </a:lnTo>
                  <a:lnTo>
                    <a:pt x="867" y="144"/>
                  </a:lnTo>
                  <a:lnTo>
                    <a:pt x="865" y="144"/>
                  </a:lnTo>
                  <a:lnTo>
                    <a:pt x="862" y="144"/>
                  </a:lnTo>
                  <a:lnTo>
                    <a:pt x="861" y="146"/>
                  </a:lnTo>
                  <a:lnTo>
                    <a:pt x="859" y="146"/>
                  </a:lnTo>
                  <a:lnTo>
                    <a:pt x="856" y="141"/>
                  </a:lnTo>
                  <a:lnTo>
                    <a:pt x="855" y="140"/>
                  </a:lnTo>
                  <a:lnTo>
                    <a:pt x="855" y="138"/>
                  </a:lnTo>
                  <a:lnTo>
                    <a:pt x="856" y="140"/>
                  </a:lnTo>
                  <a:lnTo>
                    <a:pt x="856" y="138"/>
                  </a:lnTo>
                  <a:lnTo>
                    <a:pt x="856" y="137"/>
                  </a:lnTo>
                  <a:lnTo>
                    <a:pt x="856" y="135"/>
                  </a:lnTo>
                  <a:lnTo>
                    <a:pt x="853" y="132"/>
                  </a:lnTo>
                  <a:lnTo>
                    <a:pt x="853" y="130"/>
                  </a:lnTo>
                  <a:lnTo>
                    <a:pt x="855" y="130"/>
                  </a:lnTo>
                  <a:lnTo>
                    <a:pt x="855" y="130"/>
                  </a:lnTo>
                  <a:lnTo>
                    <a:pt x="856" y="130"/>
                  </a:lnTo>
                  <a:lnTo>
                    <a:pt x="859" y="132"/>
                  </a:lnTo>
                  <a:lnTo>
                    <a:pt x="861" y="132"/>
                  </a:lnTo>
                  <a:lnTo>
                    <a:pt x="864" y="130"/>
                  </a:lnTo>
                  <a:lnTo>
                    <a:pt x="862" y="127"/>
                  </a:lnTo>
                  <a:lnTo>
                    <a:pt x="862" y="126"/>
                  </a:lnTo>
                  <a:lnTo>
                    <a:pt x="862" y="126"/>
                  </a:lnTo>
                  <a:lnTo>
                    <a:pt x="864" y="126"/>
                  </a:lnTo>
                  <a:lnTo>
                    <a:pt x="865" y="127"/>
                  </a:lnTo>
                  <a:lnTo>
                    <a:pt x="867" y="127"/>
                  </a:lnTo>
                  <a:lnTo>
                    <a:pt x="868" y="126"/>
                  </a:lnTo>
                  <a:lnTo>
                    <a:pt x="868" y="126"/>
                  </a:lnTo>
                  <a:lnTo>
                    <a:pt x="870" y="127"/>
                  </a:lnTo>
                  <a:lnTo>
                    <a:pt x="870" y="127"/>
                  </a:lnTo>
                  <a:lnTo>
                    <a:pt x="871" y="130"/>
                  </a:lnTo>
                  <a:lnTo>
                    <a:pt x="873" y="132"/>
                  </a:lnTo>
                  <a:lnTo>
                    <a:pt x="874" y="135"/>
                  </a:lnTo>
                  <a:lnTo>
                    <a:pt x="874" y="135"/>
                  </a:lnTo>
                  <a:lnTo>
                    <a:pt x="879" y="135"/>
                  </a:lnTo>
                  <a:lnTo>
                    <a:pt x="880" y="133"/>
                  </a:lnTo>
                  <a:lnTo>
                    <a:pt x="880" y="133"/>
                  </a:lnTo>
                  <a:lnTo>
                    <a:pt x="880" y="135"/>
                  </a:lnTo>
                  <a:lnTo>
                    <a:pt x="877" y="141"/>
                  </a:lnTo>
                  <a:lnTo>
                    <a:pt x="877" y="141"/>
                  </a:lnTo>
                  <a:lnTo>
                    <a:pt x="879" y="141"/>
                  </a:lnTo>
                  <a:lnTo>
                    <a:pt x="879" y="141"/>
                  </a:lnTo>
                  <a:lnTo>
                    <a:pt x="880" y="140"/>
                  </a:lnTo>
                  <a:lnTo>
                    <a:pt x="880" y="138"/>
                  </a:lnTo>
                  <a:lnTo>
                    <a:pt x="880" y="138"/>
                  </a:lnTo>
                  <a:lnTo>
                    <a:pt x="885" y="135"/>
                  </a:lnTo>
                  <a:lnTo>
                    <a:pt x="886" y="135"/>
                  </a:lnTo>
                  <a:lnTo>
                    <a:pt x="885" y="138"/>
                  </a:lnTo>
                  <a:lnTo>
                    <a:pt x="883" y="149"/>
                  </a:lnTo>
                  <a:lnTo>
                    <a:pt x="883" y="152"/>
                  </a:lnTo>
                  <a:lnTo>
                    <a:pt x="883" y="153"/>
                  </a:lnTo>
                  <a:lnTo>
                    <a:pt x="882" y="158"/>
                  </a:lnTo>
                  <a:lnTo>
                    <a:pt x="882" y="159"/>
                  </a:lnTo>
                  <a:lnTo>
                    <a:pt x="883" y="162"/>
                  </a:lnTo>
                  <a:lnTo>
                    <a:pt x="883" y="164"/>
                  </a:lnTo>
                  <a:lnTo>
                    <a:pt x="883" y="165"/>
                  </a:lnTo>
                  <a:lnTo>
                    <a:pt x="883" y="167"/>
                  </a:lnTo>
                  <a:lnTo>
                    <a:pt x="886" y="167"/>
                  </a:lnTo>
                  <a:lnTo>
                    <a:pt x="888" y="165"/>
                  </a:lnTo>
                  <a:lnTo>
                    <a:pt x="890" y="165"/>
                  </a:lnTo>
                  <a:lnTo>
                    <a:pt x="890" y="165"/>
                  </a:lnTo>
                  <a:lnTo>
                    <a:pt x="888" y="168"/>
                  </a:lnTo>
                  <a:lnTo>
                    <a:pt x="888" y="170"/>
                  </a:lnTo>
                  <a:lnTo>
                    <a:pt x="891" y="168"/>
                  </a:lnTo>
                  <a:lnTo>
                    <a:pt x="891" y="168"/>
                  </a:lnTo>
                  <a:lnTo>
                    <a:pt x="891" y="168"/>
                  </a:lnTo>
                  <a:lnTo>
                    <a:pt x="893" y="170"/>
                  </a:lnTo>
                  <a:lnTo>
                    <a:pt x="893" y="172"/>
                  </a:lnTo>
                  <a:lnTo>
                    <a:pt x="893" y="173"/>
                  </a:lnTo>
                  <a:lnTo>
                    <a:pt x="893" y="175"/>
                  </a:lnTo>
                  <a:lnTo>
                    <a:pt x="893" y="176"/>
                  </a:lnTo>
                  <a:lnTo>
                    <a:pt x="893" y="176"/>
                  </a:lnTo>
                  <a:lnTo>
                    <a:pt x="891" y="176"/>
                  </a:lnTo>
                  <a:lnTo>
                    <a:pt x="891" y="176"/>
                  </a:lnTo>
                  <a:lnTo>
                    <a:pt x="890" y="176"/>
                  </a:lnTo>
                  <a:lnTo>
                    <a:pt x="888" y="176"/>
                  </a:lnTo>
                  <a:lnTo>
                    <a:pt x="886" y="175"/>
                  </a:lnTo>
                  <a:lnTo>
                    <a:pt x="885" y="175"/>
                  </a:lnTo>
                  <a:lnTo>
                    <a:pt x="885" y="176"/>
                  </a:lnTo>
                  <a:lnTo>
                    <a:pt x="883" y="175"/>
                  </a:lnTo>
                  <a:lnTo>
                    <a:pt x="882" y="173"/>
                  </a:lnTo>
                  <a:lnTo>
                    <a:pt x="880" y="173"/>
                  </a:lnTo>
                  <a:lnTo>
                    <a:pt x="880" y="173"/>
                  </a:lnTo>
                  <a:lnTo>
                    <a:pt x="880" y="175"/>
                  </a:lnTo>
                  <a:lnTo>
                    <a:pt x="882" y="176"/>
                  </a:lnTo>
                  <a:lnTo>
                    <a:pt x="888" y="184"/>
                  </a:lnTo>
                  <a:lnTo>
                    <a:pt x="888" y="185"/>
                  </a:lnTo>
                  <a:lnTo>
                    <a:pt x="888" y="187"/>
                  </a:lnTo>
                  <a:lnTo>
                    <a:pt x="888" y="187"/>
                  </a:lnTo>
                  <a:lnTo>
                    <a:pt x="890" y="185"/>
                  </a:lnTo>
                  <a:lnTo>
                    <a:pt x="888" y="184"/>
                  </a:lnTo>
                  <a:lnTo>
                    <a:pt x="886" y="179"/>
                  </a:lnTo>
                  <a:lnTo>
                    <a:pt x="885" y="178"/>
                  </a:lnTo>
                  <a:lnTo>
                    <a:pt x="885" y="178"/>
                  </a:lnTo>
                  <a:lnTo>
                    <a:pt x="886" y="176"/>
                  </a:lnTo>
                  <a:lnTo>
                    <a:pt x="891" y="178"/>
                  </a:lnTo>
                  <a:lnTo>
                    <a:pt x="893" y="178"/>
                  </a:lnTo>
                  <a:lnTo>
                    <a:pt x="893" y="176"/>
                  </a:lnTo>
                  <a:lnTo>
                    <a:pt x="894" y="176"/>
                  </a:lnTo>
                  <a:lnTo>
                    <a:pt x="894" y="170"/>
                  </a:lnTo>
                  <a:lnTo>
                    <a:pt x="896" y="167"/>
                  </a:lnTo>
                  <a:lnTo>
                    <a:pt x="894" y="164"/>
                  </a:lnTo>
                  <a:lnTo>
                    <a:pt x="894" y="159"/>
                  </a:lnTo>
                  <a:lnTo>
                    <a:pt x="893" y="156"/>
                  </a:lnTo>
                  <a:lnTo>
                    <a:pt x="891" y="153"/>
                  </a:lnTo>
                  <a:lnTo>
                    <a:pt x="890" y="152"/>
                  </a:lnTo>
                  <a:lnTo>
                    <a:pt x="893" y="143"/>
                  </a:lnTo>
                  <a:lnTo>
                    <a:pt x="893" y="141"/>
                  </a:lnTo>
                  <a:lnTo>
                    <a:pt x="894" y="141"/>
                  </a:lnTo>
                  <a:lnTo>
                    <a:pt x="896" y="141"/>
                  </a:lnTo>
                  <a:lnTo>
                    <a:pt x="897" y="140"/>
                  </a:lnTo>
                  <a:lnTo>
                    <a:pt x="899" y="141"/>
                  </a:lnTo>
                  <a:lnTo>
                    <a:pt x="900" y="141"/>
                  </a:lnTo>
                  <a:lnTo>
                    <a:pt x="902" y="141"/>
                  </a:lnTo>
                  <a:lnTo>
                    <a:pt x="905" y="137"/>
                  </a:lnTo>
                  <a:lnTo>
                    <a:pt x="906" y="135"/>
                  </a:lnTo>
                  <a:lnTo>
                    <a:pt x="908" y="133"/>
                  </a:lnTo>
                  <a:lnTo>
                    <a:pt x="909" y="130"/>
                  </a:lnTo>
                  <a:lnTo>
                    <a:pt x="911" y="127"/>
                  </a:lnTo>
                  <a:lnTo>
                    <a:pt x="915" y="124"/>
                  </a:lnTo>
                  <a:lnTo>
                    <a:pt x="917" y="123"/>
                  </a:lnTo>
                  <a:lnTo>
                    <a:pt x="917" y="123"/>
                  </a:lnTo>
                  <a:lnTo>
                    <a:pt x="915" y="123"/>
                  </a:lnTo>
                  <a:lnTo>
                    <a:pt x="915" y="121"/>
                  </a:lnTo>
                  <a:lnTo>
                    <a:pt x="914" y="120"/>
                  </a:lnTo>
                  <a:lnTo>
                    <a:pt x="915" y="117"/>
                  </a:lnTo>
                  <a:lnTo>
                    <a:pt x="915" y="115"/>
                  </a:lnTo>
                  <a:lnTo>
                    <a:pt x="914" y="114"/>
                  </a:lnTo>
                  <a:lnTo>
                    <a:pt x="914" y="112"/>
                  </a:lnTo>
                  <a:lnTo>
                    <a:pt x="914" y="111"/>
                  </a:lnTo>
                  <a:lnTo>
                    <a:pt x="912" y="109"/>
                  </a:lnTo>
                  <a:lnTo>
                    <a:pt x="912" y="109"/>
                  </a:lnTo>
                  <a:lnTo>
                    <a:pt x="912" y="109"/>
                  </a:lnTo>
                  <a:lnTo>
                    <a:pt x="912" y="111"/>
                  </a:lnTo>
                  <a:lnTo>
                    <a:pt x="911" y="114"/>
                  </a:lnTo>
                  <a:lnTo>
                    <a:pt x="911" y="115"/>
                  </a:lnTo>
                  <a:lnTo>
                    <a:pt x="909" y="117"/>
                  </a:lnTo>
                  <a:lnTo>
                    <a:pt x="908" y="118"/>
                  </a:lnTo>
                  <a:lnTo>
                    <a:pt x="905" y="118"/>
                  </a:lnTo>
                  <a:lnTo>
                    <a:pt x="903" y="117"/>
                  </a:lnTo>
                  <a:lnTo>
                    <a:pt x="903" y="117"/>
                  </a:lnTo>
                  <a:lnTo>
                    <a:pt x="903" y="112"/>
                  </a:lnTo>
                  <a:lnTo>
                    <a:pt x="905" y="111"/>
                  </a:lnTo>
                  <a:lnTo>
                    <a:pt x="908" y="108"/>
                  </a:lnTo>
                  <a:lnTo>
                    <a:pt x="909" y="105"/>
                  </a:lnTo>
                  <a:lnTo>
                    <a:pt x="909" y="105"/>
                  </a:lnTo>
                  <a:lnTo>
                    <a:pt x="908" y="105"/>
                  </a:lnTo>
                  <a:lnTo>
                    <a:pt x="908" y="105"/>
                  </a:lnTo>
                  <a:lnTo>
                    <a:pt x="906" y="102"/>
                  </a:lnTo>
                  <a:lnTo>
                    <a:pt x="908" y="100"/>
                  </a:lnTo>
                  <a:lnTo>
                    <a:pt x="908" y="99"/>
                  </a:lnTo>
                  <a:lnTo>
                    <a:pt x="909" y="97"/>
                  </a:lnTo>
                  <a:lnTo>
                    <a:pt x="912" y="97"/>
                  </a:lnTo>
                  <a:lnTo>
                    <a:pt x="915" y="95"/>
                  </a:lnTo>
                  <a:lnTo>
                    <a:pt x="915" y="95"/>
                  </a:lnTo>
                  <a:lnTo>
                    <a:pt x="912" y="100"/>
                  </a:lnTo>
                  <a:lnTo>
                    <a:pt x="912" y="102"/>
                  </a:lnTo>
                  <a:lnTo>
                    <a:pt x="914" y="102"/>
                  </a:lnTo>
                  <a:lnTo>
                    <a:pt x="915" y="100"/>
                  </a:lnTo>
                  <a:lnTo>
                    <a:pt x="917" y="97"/>
                  </a:lnTo>
                  <a:lnTo>
                    <a:pt x="917" y="97"/>
                  </a:lnTo>
                  <a:lnTo>
                    <a:pt x="917" y="97"/>
                  </a:lnTo>
                  <a:lnTo>
                    <a:pt x="915" y="95"/>
                  </a:lnTo>
                  <a:lnTo>
                    <a:pt x="917" y="94"/>
                  </a:lnTo>
                  <a:lnTo>
                    <a:pt x="917" y="92"/>
                  </a:lnTo>
                  <a:lnTo>
                    <a:pt x="915" y="91"/>
                  </a:lnTo>
                  <a:lnTo>
                    <a:pt x="912" y="92"/>
                  </a:lnTo>
                  <a:lnTo>
                    <a:pt x="911" y="94"/>
                  </a:lnTo>
                  <a:lnTo>
                    <a:pt x="911" y="94"/>
                  </a:lnTo>
                  <a:lnTo>
                    <a:pt x="908" y="94"/>
                  </a:lnTo>
                  <a:lnTo>
                    <a:pt x="908" y="94"/>
                  </a:lnTo>
                  <a:lnTo>
                    <a:pt x="906" y="92"/>
                  </a:lnTo>
                  <a:lnTo>
                    <a:pt x="905" y="91"/>
                  </a:lnTo>
                  <a:lnTo>
                    <a:pt x="905" y="89"/>
                  </a:lnTo>
                  <a:lnTo>
                    <a:pt x="903" y="86"/>
                  </a:lnTo>
                  <a:lnTo>
                    <a:pt x="902" y="86"/>
                  </a:lnTo>
                  <a:lnTo>
                    <a:pt x="902" y="86"/>
                  </a:lnTo>
                  <a:lnTo>
                    <a:pt x="900" y="89"/>
                  </a:lnTo>
                  <a:lnTo>
                    <a:pt x="900" y="89"/>
                  </a:lnTo>
                  <a:lnTo>
                    <a:pt x="894" y="86"/>
                  </a:lnTo>
                  <a:lnTo>
                    <a:pt x="893" y="85"/>
                  </a:lnTo>
                  <a:lnTo>
                    <a:pt x="891" y="83"/>
                  </a:lnTo>
                  <a:lnTo>
                    <a:pt x="890" y="82"/>
                  </a:lnTo>
                  <a:lnTo>
                    <a:pt x="888" y="82"/>
                  </a:lnTo>
                  <a:lnTo>
                    <a:pt x="886" y="82"/>
                  </a:lnTo>
                  <a:lnTo>
                    <a:pt x="885" y="80"/>
                  </a:lnTo>
                  <a:lnTo>
                    <a:pt x="885" y="79"/>
                  </a:lnTo>
                  <a:lnTo>
                    <a:pt x="883" y="77"/>
                  </a:lnTo>
                  <a:lnTo>
                    <a:pt x="882" y="74"/>
                  </a:lnTo>
                  <a:lnTo>
                    <a:pt x="880" y="70"/>
                  </a:lnTo>
                  <a:lnTo>
                    <a:pt x="879" y="67"/>
                  </a:lnTo>
                  <a:lnTo>
                    <a:pt x="879" y="65"/>
                  </a:lnTo>
                  <a:lnTo>
                    <a:pt x="879" y="62"/>
                  </a:lnTo>
                  <a:lnTo>
                    <a:pt x="882" y="57"/>
                  </a:lnTo>
                  <a:lnTo>
                    <a:pt x="882" y="56"/>
                  </a:lnTo>
                  <a:lnTo>
                    <a:pt x="883" y="54"/>
                  </a:lnTo>
                  <a:lnTo>
                    <a:pt x="885" y="54"/>
                  </a:lnTo>
                  <a:lnTo>
                    <a:pt x="885" y="54"/>
                  </a:lnTo>
                  <a:lnTo>
                    <a:pt x="888" y="54"/>
                  </a:lnTo>
                  <a:lnTo>
                    <a:pt x="886" y="53"/>
                  </a:lnTo>
                  <a:lnTo>
                    <a:pt x="886" y="51"/>
                  </a:lnTo>
                  <a:lnTo>
                    <a:pt x="888" y="48"/>
                  </a:lnTo>
                  <a:lnTo>
                    <a:pt x="886" y="48"/>
                  </a:lnTo>
                  <a:lnTo>
                    <a:pt x="883" y="51"/>
                  </a:lnTo>
                  <a:lnTo>
                    <a:pt x="883" y="51"/>
                  </a:lnTo>
                  <a:lnTo>
                    <a:pt x="882" y="50"/>
                  </a:lnTo>
                  <a:lnTo>
                    <a:pt x="879" y="45"/>
                  </a:lnTo>
                  <a:lnTo>
                    <a:pt x="879" y="42"/>
                  </a:lnTo>
                  <a:lnTo>
                    <a:pt x="880" y="38"/>
                  </a:lnTo>
                  <a:lnTo>
                    <a:pt x="880" y="35"/>
                  </a:lnTo>
                  <a:lnTo>
                    <a:pt x="879" y="33"/>
                  </a:lnTo>
                  <a:lnTo>
                    <a:pt x="880" y="32"/>
                  </a:lnTo>
                  <a:lnTo>
                    <a:pt x="880" y="32"/>
                  </a:lnTo>
                  <a:lnTo>
                    <a:pt x="880" y="32"/>
                  </a:lnTo>
                  <a:lnTo>
                    <a:pt x="880" y="29"/>
                  </a:lnTo>
                  <a:lnTo>
                    <a:pt x="880" y="27"/>
                  </a:lnTo>
                  <a:lnTo>
                    <a:pt x="882" y="24"/>
                  </a:lnTo>
                  <a:lnTo>
                    <a:pt x="885" y="22"/>
                  </a:lnTo>
                  <a:lnTo>
                    <a:pt x="885" y="22"/>
                  </a:lnTo>
                  <a:lnTo>
                    <a:pt x="886" y="22"/>
                  </a:lnTo>
                  <a:lnTo>
                    <a:pt x="886" y="22"/>
                  </a:lnTo>
                  <a:lnTo>
                    <a:pt x="888" y="24"/>
                  </a:lnTo>
                  <a:lnTo>
                    <a:pt x="890" y="26"/>
                  </a:lnTo>
                  <a:lnTo>
                    <a:pt x="891" y="26"/>
                  </a:lnTo>
                  <a:lnTo>
                    <a:pt x="891" y="26"/>
                  </a:lnTo>
                  <a:lnTo>
                    <a:pt x="893" y="19"/>
                  </a:lnTo>
                  <a:lnTo>
                    <a:pt x="893" y="19"/>
                  </a:lnTo>
                  <a:lnTo>
                    <a:pt x="893" y="18"/>
                  </a:lnTo>
                  <a:lnTo>
                    <a:pt x="890" y="18"/>
                  </a:lnTo>
                  <a:lnTo>
                    <a:pt x="888" y="18"/>
                  </a:lnTo>
                  <a:lnTo>
                    <a:pt x="888" y="18"/>
                  </a:lnTo>
                  <a:lnTo>
                    <a:pt x="888" y="16"/>
                  </a:lnTo>
                  <a:lnTo>
                    <a:pt x="888" y="15"/>
                  </a:lnTo>
                  <a:lnTo>
                    <a:pt x="891" y="12"/>
                  </a:lnTo>
                  <a:lnTo>
                    <a:pt x="893" y="7"/>
                  </a:lnTo>
                  <a:lnTo>
                    <a:pt x="896" y="3"/>
                  </a:lnTo>
                  <a:lnTo>
                    <a:pt x="900" y="0"/>
                  </a:lnTo>
                  <a:lnTo>
                    <a:pt x="902" y="0"/>
                  </a:lnTo>
                  <a:lnTo>
                    <a:pt x="903"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6" name="Freeform 22707"/>
            <p:cNvSpPr>
              <a:spLocks noChangeAspect="1"/>
            </p:cNvSpPr>
            <p:nvPr/>
          </p:nvSpPr>
          <p:spPr bwMode="auto">
            <a:xfrm>
              <a:off x="3571919" y="926430"/>
              <a:ext cx="3791857" cy="2915741"/>
            </a:xfrm>
            <a:custGeom>
              <a:avLst/>
              <a:gdLst>
                <a:gd name="T0" fmla="*/ 1603 w 2553"/>
                <a:gd name="T1" fmla="*/ 199 h 2023"/>
                <a:gd name="T2" fmla="*/ 1816 w 2553"/>
                <a:gd name="T3" fmla="*/ 313 h 2023"/>
                <a:gd name="T4" fmla="*/ 2049 w 2553"/>
                <a:gd name="T5" fmla="*/ 286 h 2023"/>
                <a:gd name="T6" fmla="*/ 2458 w 2553"/>
                <a:gd name="T7" fmla="*/ 409 h 2023"/>
                <a:gd name="T8" fmla="*/ 2523 w 2553"/>
                <a:gd name="T9" fmla="*/ 508 h 2023"/>
                <a:gd name="T10" fmla="*/ 2382 w 2553"/>
                <a:gd name="T11" fmla="*/ 517 h 2023"/>
                <a:gd name="T12" fmla="*/ 2242 w 2553"/>
                <a:gd name="T13" fmla="*/ 645 h 2023"/>
                <a:gd name="T14" fmla="*/ 2139 w 2553"/>
                <a:gd name="T15" fmla="*/ 712 h 2023"/>
                <a:gd name="T16" fmla="*/ 2120 w 2553"/>
                <a:gd name="T17" fmla="*/ 656 h 2023"/>
                <a:gd name="T18" fmla="*/ 1917 w 2553"/>
                <a:gd name="T19" fmla="*/ 779 h 2023"/>
                <a:gd name="T20" fmla="*/ 1806 w 2553"/>
                <a:gd name="T21" fmla="*/ 1021 h 2023"/>
                <a:gd name="T22" fmla="*/ 1773 w 2553"/>
                <a:gd name="T23" fmla="*/ 1074 h 2023"/>
                <a:gd name="T24" fmla="*/ 1659 w 2553"/>
                <a:gd name="T25" fmla="*/ 1053 h 2023"/>
                <a:gd name="T26" fmla="*/ 1709 w 2553"/>
                <a:gd name="T27" fmla="*/ 1170 h 2023"/>
                <a:gd name="T28" fmla="*/ 1660 w 2553"/>
                <a:gd name="T29" fmla="*/ 1267 h 2023"/>
                <a:gd name="T30" fmla="*/ 1566 w 2553"/>
                <a:gd name="T31" fmla="*/ 1313 h 2023"/>
                <a:gd name="T32" fmla="*/ 1557 w 2553"/>
                <a:gd name="T33" fmla="*/ 1421 h 2023"/>
                <a:gd name="T34" fmla="*/ 1446 w 2553"/>
                <a:gd name="T35" fmla="*/ 1402 h 2023"/>
                <a:gd name="T36" fmla="*/ 1428 w 2553"/>
                <a:gd name="T37" fmla="*/ 1466 h 2023"/>
                <a:gd name="T38" fmla="*/ 1376 w 2553"/>
                <a:gd name="T39" fmla="*/ 1357 h 2023"/>
                <a:gd name="T40" fmla="*/ 1312 w 2553"/>
                <a:gd name="T41" fmla="*/ 1295 h 2023"/>
                <a:gd name="T42" fmla="*/ 1189 w 2553"/>
                <a:gd name="T43" fmla="*/ 1444 h 2023"/>
                <a:gd name="T44" fmla="*/ 1101 w 2553"/>
                <a:gd name="T45" fmla="*/ 1302 h 2023"/>
                <a:gd name="T46" fmla="*/ 905 w 2553"/>
                <a:gd name="T47" fmla="*/ 1222 h 2023"/>
                <a:gd name="T48" fmla="*/ 851 w 2553"/>
                <a:gd name="T49" fmla="*/ 1250 h 2023"/>
                <a:gd name="T50" fmla="*/ 837 w 2553"/>
                <a:gd name="T51" fmla="*/ 1381 h 2023"/>
                <a:gd name="T52" fmla="*/ 645 w 2553"/>
                <a:gd name="T53" fmla="*/ 1188 h 2023"/>
                <a:gd name="T54" fmla="*/ 750 w 2553"/>
                <a:gd name="T55" fmla="*/ 1428 h 2023"/>
                <a:gd name="T56" fmla="*/ 699 w 2553"/>
                <a:gd name="T57" fmla="*/ 1671 h 2023"/>
                <a:gd name="T58" fmla="*/ 652 w 2553"/>
                <a:gd name="T59" fmla="*/ 1867 h 2023"/>
                <a:gd name="T60" fmla="*/ 398 w 2553"/>
                <a:gd name="T61" fmla="*/ 1894 h 2023"/>
                <a:gd name="T62" fmla="*/ 331 w 2553"/>
                <a:gd name="T63" fmla="*/ 1585 h 2023"/>
                <a:gd name="T64" fmla="*/ 292 w 2553"/>
                <a:gd name="T65" fmla="*/ 1516 h 2023"/>
                <a:gd name="T66" fmla="*/ 58 w 2553"/>
                <a:gd name="T67" fmla="*/ 1462 h 2023"/>
                <a:gd name="T68" fmla="*/ 2 w 2553"/>
                <a:gd name="T69" fmla="*/ 1387 h 2023"/>
                <a:gd name="T70" fmla="*/ 216 w 2553"/>
                <a:gd name="T71" fmla="*/ 1095 h 2023"/>
                <a:gd name="T72" fmla="*/ 501 w 2553"/>
                <a:gd name="T73" fmla="*/ 1147 h 2023"/>
                <a:gd name="T74" fmla="*/ 577 w 2553"/>
                <a:gd name="T75" fmla="*/ 1091 h 2023"/>
                <a:gd name="T76" fmla="*/ 636 w 2553"/>
                <a:gd name="T77" fmla="*/ 1000 h 2023"/>
                <a:gd name="T78" fmla="*/ 647 w 2553"/>
                <a:gd name="T79" fmla="*/ 936 h 2023"/>
                <a:gd name="T80" fmla="*/ 557 w 2553"/>
                <a:gd name="T81" fmla="*/ 993 h 2023"/>
                <a:gd name="T82" fmla="*/ 504 w 2553"/>
                <a:gd name="T83" fmla="*/ 1071 h 2023"/>
                <a:gd name="T84" fmla="*/ 426 w 2553"/>
                <a:gd name="T85" fmla="*/ 983 h 2023"/>
                <a:gd name="T86" fmla="*/ 412 w 2553"/>
                <a:gd name="T87" fmla="*/ 1042 h 2023"/>
                <a:gd name="T88" fmla="*/ 210 w 2553"/>
                <a:gd name="T89" fmla="*/ 1059 h 2023"/>
                <a:gd name="T90" fmla="*/ 105 w 2553"/>
                <a:gd name="T91" fmla="*/ 978 h 2023"/>
                <a:gd name="T92" fmla="*/ 193 w 2553"/>
                <a:gd name="T93" fmla="*/ 884 h 2023"/>
                <a:gd name="T94" fmla="*/ 316 w 2553"/>
                <a:gd name="T95" fmla="*/ 721 h 2023"/>
                <a:gd name="T96" fmla="*/ 442 w 2553"/>
                <a:gd name="T97" fmla="*/ 762 h 2023"/>
                <a:gd name="T98" fmla="*/ 548 w 2553"/>
                <a:gd name="T99" fmla="*/ 630 h 2023"/>
                <a:gd name="T100" fmla="*/ 520 w 2553"/>
                <a:gd name="T101" fmla="*/ 490 h 2023"/>
                <a:gd name="T102" fmla="*/ 439 w 2553"/>
                <a:gd name="T103" fmla="*/ 633 h 2023"/>
                <a:gd name="T104" fmla="*/ 356 w 2553"/>
                <a:gd name="T105" fmla="*/ 682 h 2023"/>
                <a:gd name="T106" fmla="*/ 280 w 2553"/>
                <a:gd name="T107" fmla="*/ 651 h 2023"/>
                <a:gd name="T108" fmla="*/ 319 w 2553"/>
                <a:gd name="T109" fmla="*/ 552 h 2023"/>
                <a:gd name="T110" fmla="*/ 400 w 2553"/>
                <a:gd name="T111" fmla="*/ 427 h 2023"/>
                <a:gd name="T112" fmla="*/ 533 w 2553"/>
                <a:gd name="T113" fmla="*/ 318 h 2023"/>
                <a:gd name="T114" fmla="*/ 711 w 2553"/>
                <a:gd name="T115" fmla="*/ 420 h 2023"/>
                <a:gd name="T116" fmla="*/ 753 w 2553"/>
                <a:gd name="T117" fmla="*/ 474 h 2023"/>
                <a:gd name="T118" fmla="*/ 952 w 2553"/>
                <a:gd name="T119" fmla="*/ 397 h 2023"/>
                <a:gd name="T120" fmla="*/ 1074 w 2553"/>
                <a:gd name="T121" fmla="*/ 455 h 2023"/>
                <a:gd name="T122" fmla="*/ 1161 w 2553"/>
                <a:gd name="T123" fmla="*/ 272 h 2023"/>
                <a:gd name="T124" fmla="*/ 1281 w 2553"/>
                <a:gd name="T125" fmla="*/ 170 h 2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53" h="2023">
                  <a:moveTo>
                    <a:pt x="1493" y="0"/>
                  </a:moveTo>
                  <a:lnTo>
                    <a:pt x="1495" y="0"/>
                  </a:lnTo>
                  <a:lnTo>
                    <a:pt x="1504" y="5"/>
                  </a:lnTo>
                  <a:lnTo>
                    <a:pt x="1505" y="8"/>
                  </a:lnTo>
                  <a:lnTo>
                    <a:pt x="1510" y="11"/>
                  </a:lnTo>
                  <a:lnTo>
                    <a:pt x="1515" y="12"/>
                  </a:lnTo>
                  <a:lnTo>
                    <a:pt x="1516" y="14"/>
                  </a:lnTo>
                  <a:lnTo>
                    <a:pt x="1518" y="17"/>
                  </a:lnTo>
                  <a:lnTo>
                    <a:pt x="1519" y="20"/>
                  </a:lnTo>
                  <a:lnTo>
                    <a:pt x="1515" y="21"/>
                  </a:lnTo>
                  <a:lnTo>
                    <a:pt x="1510" y="27"/>
                  </a:lnTo>
                  <a:lnTo>
                    <a:pt x="1504" y="32"/>
                  </a:lnTo>
                  <a:lnTo>
                    <a:pt x="1498" y="33"/>
                  </a:lnTo>
                  <a:lnTo>
                    <a:pt x="1496" y="35"/>
                  </a:lnTo>
                  <a:lnTo>
                    <a:pt x="1510" y="36"/>
                  </a:lnTo>
                  <a:lnTo>
                    <a:pt x="1513" y="35"/>
                  </a:lnTo>
                  <a:lnTo>
                    <a:pt x="1515" y="41"/>
                  </a:lnTo>
                  <a:lnTo>
                    <a:pt x="1516" y="41"/>
                  </a:lnTo>
                  <a:lnTo>
                    <a:pt x="1519" y="38"/>
                  </a:lnTo>
                  <a:lnTo>
                    <a:pt x="1522" y="38"/>
                  </a:lnTo>
                  <a:lnTo>
                    <a:pt x="1527" y="41"/>
                  </a:lnTo>
                  <a:lnTo>
                    <a:pt x="1527" y="40"/>
                  </a:lnTo>
                  <a:lnTo>
                    <a:pt x="1530" y="40"/>
                  </a:lnTo>
                  <a:lnTo>
                    <a:pt x="1533" y="41"/>
                  </a:lnTo>
                  <a:lnTo>
                    <a:pt x="1536" y="46"/>
                  </a:lnTo>
                  <a:lnTo>
                    <a:pt x="1533" y="50"/>
                  </a:lnTo>
                  <a:lnTo>
                    <a:pt x="1530" y="56"/>
                  </a:lnTo>
                  <a:lnTo>
                    <a:pt x="1525" y="64"/>
                  </a:lnTo>
                  <a:lnTo>
                    <a:pt x="1525" y="64"/>
                  </a:lnTo>
                  <a:lnTo>
                    <a:pt x="1522" y="64"/>
                  </a:lnTo>
                  <a:lnTo>
                    <a:pt x="1522" y="67"/>
                  </a:lnTo>
                  <a:lnTo>
                    <a:pt x="1527" y="67"/>
                  </a:lnTo>
                  <a:lnTo>
                    <a:pt x="1528" y="68"/>
                  </a:lnTo>
                  <a:lnTo>
                    <a:pt x="1531" y="67"/>
                  </a:lnTo>
                  <a:lnTo>
                    <a:pt x="1537" y="67"/>
                  </a:lnTo>
                  <a:lnTo>
                    <a:pt x="1539" y="67"/>
                  </a:lnTo>
                  <a:lnTo>
                    <a:pt x="1540" y="64"/>
                  </a:lnTo>
                  <a:lnTo>
                    <a:pt x="1542" y="59"/>
                  </a:lnTo>
                  <a:lnTo>
                    <a:pt x="1542" y="56"/>
                  </a:lnTo>
                  <a:lnTo>
                    <a:pt x="1545" y="55"/>
                  </a:lnTo>
                  <a:lnTo>
                    <a:pt x="1546" y="56"/>
                  </a:lnTo>
                  <a:lnTo>
                    <a:pt x="1550" y="56"/>
                  </a:lnTo>
                  <a:lnTo>
                    <a:pt x="1559" y="55"/>
                  </a:lnTo>
                  <a:lnTo>
                    <a:pt x="1566" y="56"/>
                  </a:lnTo>
                  <a:lnTo>
                    <a:pt x="1572" y="55"/>
                  </a:lnTo>
                  <a:lnTo>
                    <a:pt x="1580" y="56"/>
                  </a:lnTo>
                  <a:lnTo>
                    <a:pt x="1584" y="58"/>
                  </a:lnTo>
                  <a:lnTo>
                    <a:pt x="1586" y="61"/>
                  </a:lnTo>
                  <a:lnTo>
                    <a:pt x="1589" y="62"/>
                  </a:lnTo>
                  <a:lnTo>
                    <a:pt x="1591" y="65"/>
                  </a:lnTo>
                  <a:lnTo>
                    <a:pt x="1592" y="68"/>
                  </a:lnTo>
                  <a:lnTo>
                    <a:pt x="1592" y="71"/>
                  </a:lnTo>
                  <a:lnTo>
                    <a:pt x="1591" y="74"/>
                  </a:lnTo>
                  <a:lnTo>
                    <a:pt x="1594" y="71"/>
                  </a:lnTo>
                  <a:lnTo>
                    <a:pt x="1595" y="71"/>
                  </a:lnTo>
                  <a:lnTo>
                    <a:pt x="1597" y="73"/>
                  </a:lnTo>
                  <a:lnTo>
                    <a:pt x="1600" y="74"/>
                  </a:lnTo>
                  <a:lnTo>
                    <a:pt x="1600" y="82"/>
                  </a:lnTo>
                  <a:lnTo>
                    <a:pt x="1601" y="84"/>
                  </a:lnTo>
                  <a:lnTo>
                    <a:pt x="1601" y="87"/>
                  </a:lnTo>
                  <a:lnTo>
                    <a:pt x="1600" y="90"/>
                  </a:lnTo>
                  <a:lnTo>
                    <a:pt x="1600" y="91"/>
                  </a:lnTo>
                  <a:lnTo>
                    <a:pt x="1601" y="91"/>
                  </a:lnTo>
                  <a:lnTo>
                    <a:pt x="1604" y="88"/>
                  </a:lnTo>
                  <a:lnTo>
                    <a:pt x="1604" y="87"/>
                  </a:lnTo>
                  <a:lnTo>
                    <a:pt x="1606" y="85"/>
                  </a:lnTo>
                  <a:lnTo>
                    <a:pt x="1604" y="82"/>
                  </a:lnTo>
                  <a:lnTo>
                    <a:pt x="1604" y="82"/>
                  </a:lnTo>
                  <a:lnTo>
                    <a:pt x="1604" y="81"/>
                  </a:lnTo>
                  <a:lnTo>
                    <a:pt x="1607" y="81"/>
                  </a:lnTo>
                  <a:lnTo>
                    <a:pt x="1609" y="85"/>
                  </a:lnTo>
                  <a:lnTo>
                    <a:pt x="1609" y="88"/>
                  </a:lnTo>
                  <a:lnTo>
                    <a:pt x="1610" y="99"/>
                  </a:lnTo>
                  <a:lnTo>
                    <a:pt x="1615" y="97"/>
                  </a:lnTo>
                  <a:lnTo>
                    <a:pt x="1615" y="100"/>
                  </a:lnTo>
                  <a:lnTo>
                    <a:pt x="1613" y="108"/>
                  </a:lnTo>
                  <a:lnTo>
                    <a:pt x="1612" y="114"/>
                  </a:lnTo>
                  <a:lnTo>
                    <a:pt x="1610" y="116"/>
                  </a:lnTo>
                  <a:lnTo>
                    <a:pt x="1610" y="116"/>
                  </a:lnTo>
                  <a:lnTo>
                    <a:pt x="1610" y="113"/>
                  </a:lnTo>
                  <a:lnTo>
                    <a:pt x="1609" y="111"/>
                  </a:lnTo>
                  <a:lnTo>
                    <a:pt x="1609" y="109"/>
                  </a:lnTo>
                  <a:lnTo>
                    <a:pt x="1606" y="109"/>
                  </a:lnTo>
                  <a:lnTo>
                    <a:pt x="1600" y="102"/>
                  </a:lnTo>
                  <a:lnTo>
                    <a:pt x="1598" y="102"/>
                  </a:lnTo>
                  <a:lnTo>
                    <a:pt x="1597" y="102"/>
                  </a:lnTo>
                  <a:lnTo>
                    <a:pt x="1597" y="102"/>
                  </a:lnTo>
                  <a:lnTo>
                    <a:pt x="1600" y="106"/>
                  </a:lnTo>
                  <a:lnTo>
                    <a:pt x="1603" y="116"/>
                  </a:lnTo>
                  <a:lnTo>
                    <a:pt x="1606" y="113"/>
                  </a:lnTo>
                  <a:lnTo>
                    <a:pt x="1607" y="113"/>
                  </a:lnTo>
                  <a:lnTo>
                    <a:pt x="1609" y="117"/>
                  </a:lnTo>
                  <a:lnTo>
                    <a:pt x="1610" y="119"/>
                  </a:lnTo>
                  <a:lnTo>
                    <a:pt x="1613" y="122"/>
                  </a:lnTo>
                  <a:lnTo>
                    <a:pt x="1612" y="129"/>
                  </a:lnTo>
                  <a:lnTo>
                    <a:pt x="1603" y="141"/>
                  </a:lnTo>
                  <a:lnTo>
                    <a:pt x="1594" y="151"/>
                  </a:lnTo>
                  <a:lnTo>
                    <a:pt x="1591" y="155"/>
                  </a:lnTo>
                  <a:lnTo>
                    <a:pt x="1583" y="160"/>
                  </a:lnTo>
                  <a:lnTo>
                    <a:pt x="1578" y="164"/>
                  </a:lnTo>
                  <a:lnTo>
                    <a:pt x="1571" y="167"/>
                  </a:lnTo>
                  <a:lnTo>
                    <a:pt x="1569" y="172"/>
                  </a:lnTo>
                  <a:lnTo>
                    <a:pt x="1565" y="175"/>
                  </a:lnTo>
                  <a:lnTo>
                    <a:pt x="1565" y="176"/>
                  </a:lnTo>
                  <a:lnTo>
                    <a:pt x="1566" y="176"/>
                  </a:lnTo>
                  <a:lnTo>
                    <a:pt x="1565" y="179"/>
                  </a:lnTo>
                  <a:lnTo>
                    <a:pt x="1565" y="181"/>
                  </a:lnTo>
                  <a:lnTo>
                    <a:pt x="1560" y="185"/>
                  </a:lnTo>
                  <a:lnTo>
                    <a:pt x="1556" y="187"/>
                  </a:lnTo>
                  <a:lnTo>
                    <a:pt x="1545" y="202"/>
                  </a:lnTo>
                  <a:lnTo>
                    <a:pt x="1539" y="205"/>
                  </a:lnTo>
                  <a:lnTo>
                    <a:pt x="1533" y="205"/>
                  </a:lnTo>
                  <a:lnTo>
                    <a:pt x="1533" y="207"/>
                  </a:lnTo>
                  <a:lnTo>
                    <a:pt x="1528" y="216"/>
                  </a:lnTo>
                  <a:lnTo>
                    <a:pt x="1527" y="217"/>
                  </a:lnTo>
                  <a:lnTo>
                    <a:pt x="1521" y="219"/>
                  </a:lnTo>
                  <a:lnTo>
                    <a:pt x="1515" y="234"/>
                  </a:lnTo>
                  <a:lnTo>
                    <a:pt x="1510" y="239"/>
                  </a:lnTo>
                  <a:lnTo>
                    <a:pt x="1507" y="242"/>
                  </a:lnTo>
                  <a:lnTo>
                    <a:pt x="1510" y="240"/>
                  </a:lnTo>
                  <a:lnTo>
                    <a:pt x="1515" y="239"/>
                  </a:lnTo>
                  <a:lnTo>
                    <a:pt x="1519" y="234"/>
                  </a:lnTo>
                  <a:lnTo>
                    <a:pt x="1519" y="233"/>
                  </a:lnTo>
                  <a:lnTo>
                    <a:pt x="1521" y="230"/>
                  </a:lnTo>
                  <a:lnTo>
                    <a:pt x="1522" y="228"/>
                  </a:lnTo>
                  <a:lnTo>
                    <a:pt x="1524" y="227"/>
                  </a:lnTo>
                  <a:lnTo>
                    <a:pt x="1531" y="225"/>
                  </a:lnTo>
                  <a:lnTo>
                    <a:pt x="1534" y="225"/>
                  </a:lnTo>
                  <a:lnTo>
                    <a:pt x="1539" y="225"/>
                  </a:lnTo>
                  <a:lnTo>
                    <a:pt x="1542" y="222"/>
                  </a:lnTo>
                  <a:lnTo>
                    <a:pt x="1545" y="220"/>
                  </a:lnTo>
                  <a:lnTo>
                    <a:pt x="1546" y="220"/>
                  </a:lnTo>
                  <a:lnTo>
                    <a:pt x="1546" y="219"/>
                  </a:lnTo>
                  <a:lnTo>
                    <a:pt x="1550" y="219"/>
                  </a:lnTo>
                  <a:lnTo>
                    <a:pt x="1556" y="216"/>
                  </a:lnTo>
                  <a:lnTo>
                    <a:pt x="1557" y="214"/>
                  </a:lnTo>
                  <a:lnTo>
                    <a:pt x="1559" y="211"/>
                  </a:lnTo>
                  <a:lnTo>
                    <a:pt x="1563" y="213"/>
                  </a:lnTo>
                  <a:lnTo>
                    <a:pt x="1565" y="211"/>
                  </a:lnTo>
                  <a:lnTo>
                    <a:pt x="1572" y="205"/>
                  </a:lnTo>
                  <a:lnTo>
                    <a:pt x="1577" y="202"/>
                  </a:lnTo>
                  <a:lnTo>
                    <a:pt x="1577" y="201"/>
                  </a:lnTo>
                  <a:lnTo>
                    <a:pt x="1577" y="199"/>
                  </a:lnTo>
                  <a:lnTo>
                    <a:pt x="1575" y="199"/>
                  </a:lnTo>
                  <a:lnTo>
                    <a:pt x="1572" y="201"/>
                  </a:lnTo>
                  <a:lnTo>
                    <a:pt x="1568" y="202"/>
                  </a:lnTo>
                  <a:lnTo>
                    <a:pt x="1563" y="201"/>
                  </a:lnTo>
                  <a:lnTo>
                    <a:pt x="1563" y="201"/>
                  </a:lnTo>
                  <a:lnTo>
                    <a:pt x="1563" y="198"/>
                  </a:lnTo>
                  <a:lnTo>
                    <a:pt x="1565" y="195"/>
                  </a:lnTo>
                  <a:lnTo>
                    <a:pt x="1565" y="192"/>
                  </a:lnTo>
                  <a:lnTo>
                    <a:pt x="1568" y="189"/>
                  </a:lnTo>
                  <a:lnTo>
                    <a:pt x="1571" y="189"/>
                  </a:lnTo>
                  <a:lnTo>
                    <a:pt x="1578" y="192"/>
                  </a:lnTo>
                  <a:lnTo>
                    <a:pt x="1580" y="192"/>
                  </a:lnTo>
                  <a:lnTo>
                    <a:pt x="1581" y="187"/>
                  </a:lnTo>
                  <a:lnTo>
                    <a:pt x="1583" y="187"/>
                  </a:lnTo>
                  <a:lnTo>
                    <a:pt x="1586" y="187"/>
                  </a:lnTo>
                  <a:lnTo>
                    <a:pt x="1584" y="189"/>
                  </a:lnTo>
                  <a:lnTo>
                    <a:pt x="1581" y="190"/>
                  </a:lnTo>
                  <a:lnTo>
                    <a:pt x="1583" y="195"/>
                  </a:lnTo>
                  <a:lnTo>
                    <a:pt x="1584" y="196"/>
                  </a:lnTo>
                  <a:lnTo>
                    <a:pt x="1589" y="201"/>
                  </a:lnTo>
                  <a:lnTo>
                    <a:pt x="1594" y="202"/>
                  </a:lnTo>
                  <a:lnTo>
                    <a:pt x="1597" y="202"/>
                  </a:lnTo>
                  <a:lnTo>
                    <a:pt x="1601" y="201"/>
                  </a:lnTo>
                  <a:lnTo>
                    <a:pt x="1603" y="199"/>
                  </a:lnTo>
                  <a:lnTo>
                    <a:pt x="1603" y="196"/>
                  </a:lnTo>
                  <a:lnTo>
                    <a:pt x="1601" y="190"/>
                  </a:lnTo>
                  <a:lnTo>
                    <a:pt x="1603" y="192"/>
                  </a:lnTo>
                  <a:lnTo>
                    <a:pt x="1604" y="193"/>
                  </a:lnTo>
                  <a:lnTo>
                    <a:pt x="1606" y="196"/>
                  </a:lnTo>
                  <a:lnTo>
                    <a:pt x="1607" y="202"/>
                  </a:lnTo>
                  <a:lnTo>
                    <a:pt x="1609" y="204"/>
                  </a:lnTo>
                  <a:lnTo>
                    <a:pt x="1609" y="207"/>
                  </a:lnTo>
                  <a:lnTo>
                    <a:pt x="1606" y="213"/>
                  </a:lnTo>
                  <a:lnTo>
                    <a:pt x="1607" y="216"/>
                  </a:lnTo>
                  <a:lnTo>
                    <a:pt x="1610" y="217"/>
                  </a:lnTo>
                  <a:lnTo>
                    <a:pt x="1610" y="227"/>
                  </a:lnTo>
                  <a:lnTo>
                    <a:pt x="1609" y="230"/>
                  </a:lnTo>
                  <a:lnTo>
                    <a:pt x="1609" y="234"/>
                  </a:lnTo>
                  <a:lnTo>
                    <a:pt x="1607" y="236"/>
                  </a:lnTo>
                  <a:lnTo>
                    <a:pt x="1606" y="239"/>
                  </a:lnTo>
                  <a:lnTo>
                    <a:pt x="1606" y="242"/>
                  </a:lnTo>
                  <a:lnTo>
                    <a:pt x="1606" y="243"/>
                  </a:lnTo>
                  <a:lnTo>
                    <a:pt x="1607" y="246"/>
                  </a:lnTo>
                  <a:lnTo>
                    <a:pt x="1612" y="248"/>
                  </a:lnTo>
                  <a:lnTo>
                    <a:pt x="1612" y="246"/>
                  </a:lnTo>
                  <a:lnTo>
                    <a:pt x="1612" y="245"/>
                  </a:lnTo>
                  <a:lnTo>
                    <a:pt x="1609" y="245"/>
                  </a:lnTo>
                  <a:lnTo>
                    <a:pt x="1607" y="243"/>
                  </a:lnTo>
                  <a:lnTo>
                    <a:pt x="1606" y="240"/>
                  </a:lnTo>
                  <a:lnTo>
                    <a:pt x="1607" y="237"/>
                  </a:lnTo>
                  <a:lnTo>
                    <a:pt x="1609" y="236"/>
                  </a:lnTo>
                  <a:lnTo>
                    <a:pt x="1610" y="230"/>
                  </a:lnTo>
                  <a:lnTo>
                    <a:pt x="1610" y="227"/>
                  </a:lnTo>
                  <a:lnTo>
                    <a:pt x="1610" y="222"/>
                  </a:lnTo>
                  <a:lnTo>
                    <a:pt x="1612" y="220"/>
                  </a:lnTo>
                  <a:lnTo>
                    <a:pt x="1613" y="219"/>
                  </a:lnTo>
                  <a:lnTo>
                    <a:pt x="1613" y="219"/>
                  </a:lnTo>
                  <a:lnTo>
                    <a:pt x="1615" y="217"/>
                  </a:lnTo>
                  <a:lnTo>
                    <a:pt x="1613" y="216"/>
                  </a:lnTo>
                  <a:lnTo>
                    <a:pt x="1612" y="216"/>
                  </a:lnTo>
                  <a:lnTo>
                    <a:pt x="1610" y="214"/>
                  </a:lnTo>
                  <a:lnTo>
                    <a:pt x="1610" y="210"/>
                  </a:lnTo>
                  <a:lnTo>
                    <a:pt x="1615" y="210"/>
                  </a:lnTo>
                  <a:lnTo>
                    <a:pt x="1616" y="207"/>
                  </a:lnTo>
                  <a:lnTo>
                    <a:pt x="1625" y="207"/>
                  </a:lnTo>
                  <a:lnTo>
                    <a:pt x="1633" y="202"/>
                  </a:lnTo>
                  <a:lnTo>
                    <a:pt x="1647" y="204"/>
                  </a:lnTo>
                  <a:lnTo>
                    <a:pt x="1656" y="207"/>
                  </a:lnTo>
                  <a:lnTo>
                    <a:pt x="1671" y="207"/>
                  </a:lnTo>
                  <a:lnTo>
                    <a:pt x="1676" y="210"/>
                  </a:lnTo>
                  <a:lnTo>
                    <a:pt x="1676" y="210"/>
                  </a:lnTo>
                  <a:lnTo>
                    <a:pt x="1677" y="211"/>
                  </a:lnTo>
                  <a:lnTo>
                    <a:pt x="1674" y="213"/>
                  </a:lnTo>
                  <a:lnTo>
                    <a:pt x="1671" y="213"/>
                  </a:lnTo>
                  <a:lnTo>
                    <a:pt x="1670" y="216"/>
                  </a:lnTo>
                  <a:lnTo>
                    <a:pt x="1671" y="222"/>
                  </a:lnTo>
                  <a:lnTo>
                    <a:pt x="1677" y="227"/>
                  </a:lnTo>
                  <a:lnTo>
                    <a:pt x="1683" y="230"/>
                  </a:lnTo>
                  <a:lnTo>
                    <a:pt x="1686" y="233"/>
                  </a:lnTo>
                  <a:lnTo>
                    <a:pt x="1689" y="233"/>
                  </a:lnTo>
                  <a:lnTo>
                    <a:pt x="1697" y="233"/>
                  </a:lnTo>
                  <a:lnTo>
                    <a:pt x="1701" y="234"/>
                  </a:lnTo>
                  <a:lnTo>
                    <a:pt x="1706" y="233"/>
                  </a:lnTo>
                  <a:lnTo>
                    <a:pt x="1711" y="233"/>
                  </a:lnTo>
                  <a:lnTo>
                    <a:pt x="1712" y="234"/>
                  </a:lnTo>
                  <a:lnTo>
                    <a:pt x="1715" y="236"/>
                  </a:lnTo>
                  <a:lnTo>
                    <a:pt x="1717" y="237"/>
                  </a:lnTo>
                  <a:lnTo>
                    <a:pt x="1721" y="237"/>
                  </a:lnTo>
                  <a:lnTo>
                    <a:pt x="1723" y="237"/>
                  </a:lnTo>
                  <a:lnTo>
                    <a:pt x="1723" y="236"/>
                  </a:lnTo>
                  <a:lnTo>
                    <a:pt x="1723" y="236"/>
                  </a:lnTo>
                  <a:lnTo>
                    <a:pt x="1720" y="233"/>
                  </a:lnTo>
                  <a:lnTo>
                    <a:pt x="1721" y="231"/>
                  </a:lnTo>
                  <a:lnTo>
                    <a:pt x="1721" y="231"/>
                  </a:lnTo>
                  <a:lnTo>
                    <a:pt x="1726" y="234"/>
                  </a:lnTo>
                  <a:lnTo>
                    <a:pt x="1729" y="234"/>
                  </a:lnTo>
                  <a:lnTo>
                    <a:pt x="1730" y="233"/>
                  </a:lnTo>
                  <a:lnTo>
                    <a:pt x="1732" y="228"/>
                  </a:lnTo>
                  <a:lnTo>
                    <a:pt x="1732" y="227"/>
                  </a:lnTo>
                  <a:lnTo>
                    <a:pt x="1733" y="225"/>
                  </a:lnTo>
                  <a:lnTo>
                    <a:pt x="1733" y="225"/>
                  </a:lnTo>
                  <a:lnTo>
                    <a:pt x="1733" y="224"/>
                  </a:lnTo>
                  <a:lnTo>
                    <a:pt x="1732" y="220"/>
                  </a:lnTo>
                  <a:lnTo>
                    <a:pt x="1732" y="217"/>
                  </a:lnTo>
                  <a:lnTo>
                    <a:pt x="1730" y="214"/>
                  </a:lnTo>
                  <a:lnTo>
                    <a:pt x="1730" y="214"/>
                  </a:lnTo>
                  <a:lnTo>
                    <a:pt x="1730" y="210"/>
                  </a:lnTo>
                  <a:lnTo>
                    <a:pt x="1732" y="205"/>
                  </a:lnTo>
                  <a:lnTo>
                    <a:pt x="1732" y="204"/>
                  </a:lnTo>
                  <a:lnTo>
                    <a:pt x="1737" y="205"/>
                  </a:lnTo>
                  <a:lnTo>
                    <a:pt x="1738" y="202"/>
                  </a:lnTo>
                  <a:lnTo>
                    <a:pt x="1740" y="202"/>
                  </a:lnTo>
                  <a:lnTo>
                    <a:pt x="1744" y="199"/>
                  </a:lnTo>
                  <a:lnTo>
                    <a:pt x="1746" y="199"/>
                  </a:lnTo>
                  <a:lnTo>
                    <a:pt x="1749" y="202"/>
                  </a:lnTo>
                  <a:lnTo>
                    <a:pt x="1759" y="210"/>
                  </a:lnTo>
                  <a:lnTo>
                    <a:pt x="1758" y="213"/>
                  </a:lnTo>
                  <a:lnTo>
                    <a:pt x="1761" y="213"/>
                  </a:lnTo>
                  <a:lnTo>
                    <a:pt x="1762" y="211"/>
                  </a:lnTo>
                  <a:lnTo>
                    <a:pt x="1765" y="210"/>
                  </a:lnTo>
                  <a:lnTo>
                    <a:pt x="1767" y="208"/>
                  </a:lnTo>
                  <a:lnTo>
                    <a:pt x="1767" y="210"/>
                  </a:lnTo>
                  <a:lnTo>
                    <a:pt x="1767" y="210"/>
                  </a:lnTo>
                  <a:lnTo>
                    <a:pt x="1767" y="213"/>
                  </a:lnTo>
                  <a:lnTo>
                    <a:pt x="1767" y="214"/>
                  </a:lnTo>
                  <a:lnTo>
                    <a:pt x="1767" y="216"/>
                  </a:lnTo>
                  <a:lnTo>
                    <a:pt x="1767" y="216"/>
                  </a:lnTo>
                  <a:lnTo>
                    <a:pt x="1770" y="217"/>
                  </a:lnTo>
                  <a:lnTo>
                    <a:pt x="1773" y="213"/>
                  </a:lnTo>
                  <a:lnTo>
                    <a:pt x="1774" y="210"/>
                  </a:lnTo>
                  <a:lnTo>
                    <a:pt x="1776" y="208"/>
                  </a:lnTo>
                  <a:lnTo>
                    <a:pt x="1786" y="211"/>
                  </a:lnTo>
                  <a:lnTo>
                    <a:pt x="1788" y="213"/>
                  </a:lnTo>
                  <a:lnTo>
                    <a:pt x="1789" y="214"/>
                  </a:lnTo>
                  <a:lnTo>
                    <a:pt x="1789" y="216"/>
                  </a:lnTo>
                  <a:lnTo>
                    <a:pt x="1791" y="217"/>
                  </a:lnTo>
                  <a:lnTo>
                    <a:pt x="1792" y="217"/>
                  </a:lnTo>
                  <a:lnTo>
                    <a:pt x="1792" y="219"/>
                  </a:lnTo>
                  <a:lnTo>
                    <a:pt x="1792" y="220"/>
                  </a:lnTo>
                  <a:lnTo>
                    <a:pt x="1797" y="220"/>
                  </a:lnTo>
                  <a:lnTo>
                    <a:pt x="1798" y="222"/>
                  </a:lnTo>
                  <a:lnTo>
                    <a:pt x="1800" y="224"/>
                  </a:lnTo>
                  <a:lnTo>
                    <a:pt x="1800" y="227"/>
                  </a:lnTo>
                  <a:lnTo>
                    <a:pt x="1800" y="228"/>
                  </a:lnTo>
                  <a:lnTo>
                    <a:pt x="1801" y="228"/>
                  </a:lnTo>
                  <a:lnTo>
                    <a:pt x="1803" y="228"/>
                  </a:lnTo>
                  <a:lnTo>
                    <a:pt x="1801" y="230"/>
                  </a:lnTo>
                  <a:lnTo>
                    <a:pt x="1800" y="233"/>
                  </a:lnTo>
                  <a:lnTo>
                    <a:pt x="1798" y="234"/>
                  </a:lnTo>
                  <a:lnTo>
                    <a:pt x="1797" y="237"/>
                  </a:lnTo>
                  <a:lnTo>
                    <a:pt x="1797" y="237"/>
                  </a:lnTo>
                  <a:lnTo>
                    <a:pt x="1801" y="237"/>
                  </a:lnTo>
                  <a:lnTo>
                    <a:pt x="1804" y="242"/>
                  </a:lnTo>
                  <a:lnTo>
                    <a:pt x="1804" y="245"/>
                  </a:lnTo>
                  <a:lnTo>
                    <a:pt x="1803" y="245"/>
                  </a:lnTo>
                  <a:lnTo>
                    <a:pt x="1798" y="249"/>
                  </a:lnTo>
                  <a:lnTo>
                    <a:pt x="1797" y="251"/>
                  </a:lnTo>
                  <a:lnTo>
                    <a:pt x="1795" y="251"/>
                  </a:lnTo>
                  <a:lnTo>
                    <a:pt x="1794" y="251"/>
                  </a:lnTo>
                  <a:lnTo>
                    <a:pt x="1795" y="252"/>
                  </a:lnTo>
                  <a:lnTo>
                    <a:pt x="1803" y="254"/>
                  </a:lnTo>
                  <a:lnTo>
                    <a:pt x="1804" y="255"/>
                  </a:lnTo>
                  <a:lnTo>
                    <a:pt x="1806" y="260"/>
                  </a:lnTo>
                  <a:lnTo>
                    <a:pt x="1806" y="266"/>
                  </a:lnTo>
                  <a:lnTo>
                    <a:pt x="1804" y="269"/>
                  </a:lnTo>
                  <a:lnTo>
                    <a:pt x="1800" y="269"/>
                  </a:lnTo>
                  <a:lnTo>
                    <a:pt x="1795" y="263"/>
                  </a:lnTo>
                  <a:lnTo>
                    <a:pt x="1791" y="260"/>
                  </a:lnTo>
                  <a:lnTo>
                    <a:pt x="1786" y="255"/>
                  </a:lnTo>
                  <a:lnTo>
                    <a:pt x="1786" y="257"/>
                  </a:lnTo>
                  <a:lnTo>
                    <a:pt x="1788" y="260"/>
                  </a:lnTo>
                  <a:lnTo>
                    <a:pt x="1789" y="263"/>
                  </a:lnTo>
                  <a:lnTo>
                    <a:pt x="1794" y="269"/>
                  </a:lnTo>
                  <a:lnTo>
                    <a:pt x="1800" y="283"/>
                  </a:lnTo>
                  <a:lnTo>
                    <a:pt x="1801" y="281"/>
                  </a:lnTo>
                  <a:lnTo>
                    <a:pt x="1803" y="280"/>
                  </a:lnTo>
                  <a:lnTo>
                    <a:pt x="1803" y="278"/>
                  </a:lnTo>
                  <a:lnTo>
                    <a:pt x="1803" y="275"/>
                  </a:lnTo>
                  <a:lnTo>
                    <a:pt x="1804" y="277"/>
                  </a:lnTo>
                  <a:lnTo>
                    <a:pt x="1804" y="278"/>
                  </a:lnTo>
                  <a:lnTo>
                    <a:pt x="1807" y="283"/>
                  </a:lnTo>
                  <a:lnTo>
                    <a:pt x="1804" y="283"/>
                  </a:lnTo>
                  <a:lnTo>
                    <a:pt x="1800" y="284"/>
                  </a:lnTo>
                  <a:lnTo>
                    <a:pt x="1800" y="286"/>
                  </a:lnTo>
                  <a:lnTo>
                    <a:pt x="1800" y="289"/>
                  </a:lnTo>
                  <a:lnTo>
                    <a:pt x="1803" y="289"/>
                  </a:lnTo>
                  <a:lnTo>
                    <a:pt x="1804" y="292"/>
                  </a:lnTo>
                  <a:lnTo>
                    <a:pt x="1806" y="296"/>
                  </a:lnTo>
                  <a:lnTo>
                    <a:pt x="1810" y="307"/>
                  </a:lnTo>
                  <a:lnTo>
                    <a:pt x="1813" y="309"/>
                  </a:lnTo>
                  <a:lnTo>
                    <a:pt x="1816" y="313"/>
                  </a:lnTo>
                  <a:lnTo>
                    <a:pt x="1819" y="316"/>
                  </a:lnTo>
                  <a:lnTo>
                    <a:pt x="1821" y="316"/>
                  </a:lnTo>
                  <a:lnTo>
                    <a:pt x="1822" y="313"/>
                  </a:lnTo>
                  <a:lnTo>
                    <a:pt x="1824" y="315"/>
                  </a:lnTo>
                  <a:lnTo>
                    <a:pt x="1824" y="319"/>
                  </a:lnTo>
                  <a:lnTo>
                    <a:pt x="1825" y="321"/>
                  </a:lnTo>
                  <a:lnTo>
                    <a:pt x="1827" y="321"/>
                  </a:lnTo>
                  <a:lnTo>
                    <a:pt x="1828" y="321"/>
                  </a:lnTo>
                  <a:lnTo>
                    <a:pt x="1832" y="318"/>
                  </a:lnTo>
                  <a:lnTo>
                    <a:pt x="1833" y="315"/>
                  </a:lnTo>
                  <a:lnTo>
                    <a:pt x="1835" y="307"/>
                  </a:lnTo>
                  <a:lnTo>
                    <a:pt x="1836" y="304"/>
                  </a:lnTo>
                  <a:lnTo>
                    <a:pt x="1838" y="303"/>
                  </a:lnTo>
                  <a:lnTo>
                    <a:pt x="1838" y="301"/>
                  </a:lnTo>
                  <a:lnTo>
                    <a:pt x="1838" y="298"/>
                  </a:lnTo>
                  <a:lnTo>
                    <a:pt x="1839" y="293"/>
                  </a:lnTo>
                  <a:lnTo>
                    <a:pt x="1841" y="287"/>
                  </a:lnTo>
                  <a:lnTo>
                    <a:pt x="1842" y="284"/>
                  </a:lnTo>
                  <a:lnTo>
                    <a:pt x="1845" y="277"/>
                  </a:lnTo>
                  <a:lnTo>
                    <a:pt x="1845" y="275"/>
                  </a:lnTo>
                  <a:lnTo>
                    <a:pt x="1847" y="278"/>
                  </a:lnTo>
                  <a:lnTo>
                    <a:pt x="1847" y="281"/>
                  </a:lnTo>
                  <a:lnTo>
                    <a:pt x="1848" y="283"/>
                  </a:lnTo>
                  <a:lnTo>
                    <a:pt x="1848" y="283"/>
                  </a:lnTo>
                  <a:lnTo>
                    <a:pt x="1851" y="289"/>
                  </a:lnTo>
                  <a:lnTo>
                    <a:pt x="1856" y="293"/>
                  </a:lnTo>
                  <a:lnTo>
                    <a:pt x="1859" y="295"/>
                  </a:lnTo>
                  <a:lnTo>
                    <a:pt x="1864" y="296"/>
                  </a:lnTo>
                  <a:lnTo>
                    <a:pt x="1871" y="296"/>
                  </a:lnTo>
                  <a:lnTo>
                    <a:pt x="1873" y="293"/>
                  </a:lnTo>
                  <a:lnTo>
                    <a:pt x="1876" y="292"/>
                  </a:lnTo>
                  <a:lnTo>
                    <a:pt x="1879" y="290"/>
                  </a:lnTo>
                  <a:lnTo>
                    <a:pt x="1882" y="289"/>
                  </a:lnTo>
                  <a:lnTo>
                    <a:pt x="1886" y="287"/>
                  </a:lnTo>
                  <a:lnTo>
                    <a:pt x="1888" y="287"/>
                  </a:lnTo>
                  <a:lnTo>
                    <a:pt x="1892" y="290"/>
                  </a:lnTo>
                  <a:lnTo>
                    <a:pt x="1900" y="296"/>
                  </a:lnTo>
                  <a:lnTo>
                    <a:pt x="1903" y="298"/>
                  </a:lnTo>
                  <a:lnTo>
                    <a:pt x="1905" y="300"/>
                  </a:lnTo>
                  <a:lnTo>
                    <a:pt x="1908" y="304"/>
                  </a:lnTo>
                  <a:lnTo>
                    <a:pt x="1909" y="306"/>
                  </a:lnTo>
                  <a:lnTo>
                    <a:pt x="1911" y="307"/>
                  </a:lnTo>
                  <a:lnTo>
                    <a:pt x="1912" y="306"/>
                  </a:lnTo>
                  <a:lnTo>
                    <a:pt x="1911" y="306"/>
                  </a:lnTo>
                  <a:lnTo>
                    <a:pt x="1911" y="304"/>
                  </a:lnTo>
                  <a:lnTo>
                    <a:pt x="1909" y="303"/>
                  </a:lnTo>
                  <a:lnTo>
                    <a:pt x="1912" y="301"/>
                  </a:lnTo>
                  <a:lnTo>
                    <a:pt x="1912" y="301"/>
                  </a:lnTo>
                  <a:lnTo>
                    <a:pt x="1912" y="300"/>
                  </a:lnTo>
                  <a:lnTo>
                    <a:pt x="1915" y="300"/>
                  </a:lnTo>
                  <a:lnTo>
                    <a:pt x="1912" y="298"/>
                  </a:lnTo>
                  <a:lnTo>
                    <a:pt x="1912" y="298"/>
                  </a:lnTo>
                  <a:lnTo>
                    <a:pt x="1911" y="296"/>
                  </a:lnTo>
                  <a:lnTo>
                    <a:pt x="1911" y="295"/>
                  </a:lnTo>
                  <a:lnTo>
                    <a:pt x="1912" y="293"/>
                  </a:lnTo>
                  <a:lnTo>
                    <a:pt x="1912" y="292"/>
                  </a:lnTo>
                  <a:lnTo>
                    <a:pt x="1914" y="290"/>
                  </a:lnTo>
                  <a:lnTo>
                    <a:pt x="1914" y="289"/>
                  </a:lnTo>
                  <a:lnTo>
                    <a:pt x="1915" y="289"/>
                  </a:lnTo>
                  <a:lnTo>
                    <a:pt x="1918" y="290"/>
                  </a:lnTo>
                  <a:lnTo>
                    <a:pt x="1920" y="287"/>
                  </a:lnTo>
                  <a:lnTo>
                    <a:pt x="1921" y="287"/>
                  </a:lnTo>
                  <a:lnTo>
                    <a:pt x="1924" y="290"/>
                  </a:lnTo>
                  <a:lnTo>
                    <a:pt x="1926" y="295"/>
                  </a:lnTo>
                  <a:lnTo>
                    <a:pt x="1927" y="295"/>
                  </a:lnTo>
                  <a:lnTo>
                    <a:pt x="1932" y="293"/>
                  </a:lnTo>
                  <a:lnTo>
                    <a:pt x="1936" y="293"/>
                  </a:lnTo>
                  <a:lnTo>
                    <a:pt x="1935" y="290"/>
                  </a:lnTo>
                  <a:lnTo>
                    <a:pt x="1932" y="284"/>
                  </a:lnTo>
                  <a:lnTo>
                    <a:pt x="1932" y="278"/>
                  </a:lnTo>
                  <a:lnTo>
                    <a:pt x="1930" y="275"/>
                  </a:lnTo>
                  <a:lnTo>
                    <a:pt x="1929" y="275"/>
                  </a:lnTo>
                  <a:lnTo>
                    <a:pt x="1932" y="274"/>
                  </a:lnTo>
                  <a:lnTo>
                    <a:pt x="1935" y="268"/>
                  </a:lnTo>
                  <a:lnTo>
                    <a:pt x="1936" y="266"/>
                  </a:lnTo>
                  <a:lnTo>
                    <a:pt x="1938" y="265"/>
                  </a:lnTo>
                  <a:lnTo>
                    <a:pt x="1938" y="265"/>
                  </a:lnTo>
                  <a:lnTo>
                    <a:pt x="1932" y="265"/>
                  </a:lnTo>
                  <a:lnTo>
                    <a:pt x="1930" y="265"/>
                  </a:lnTo>
                  <a:lnTo>
                    <a:pt x="1929" y="266"/>
                  </a:lnTo>
                  <a:lnTo>
                    <a:pt x="1926" y="266"/>
                  </a:lnTo>
                  <a:lnTo>
                    <a:pt x="1926" y="263"/>
                  </a:lnTo>
                  <a:lnTo>
                    <a:pt x="1926" y="260"/>
                  </a:lnTo>
                  <a:lnTo>
                    <a:pt x="1929" y="254"/>
                  </a:lnTo>
                  <a:lnTo>
                    <a:pt x="1932" y="252"/>
                  </a:lnTo>
                  <a:lnTo>
                    <a:pt x="1941" y="252"/>
                  </a:lnTo>
                  <a:lnTo>
                    <a:pt x="1944" y="252"/>
                  </a:lnTo>
                  <a:lnTo>
                    <a:pt x="1949" y="249"/>
                  </a:lnTo>
                  <a:lnTo>
                    <a:pt x="1949" y="248"/>
                  </a:lnTo>
                  <a:lnTo>
                    <a:pt x="1949" y="243"/>
                  </a:lnTo>
                  <a:lnTo>
                    <a:pt x="1944" y="239"/>
                  </a:lnTo>
                  <a:lnTo>
                    <a:pt x="1944" y="237"/>
                  </a:lnTo>
                  <a:lnTo>
                    <a:pt x="1944" y="237"/>
                  </a:lnTo>
                  <a:lnTo>
                    <a:pt x="1946" y="237"/>
                  </a:lnTo>
                  <a:lnTo>
                    <a:pt x="1952" y="239"/>
                  </a:lnTo>
                  <a:lnTo>
                    <a:pt x="1955" y="240"/>
                  </a:lnTo>
                  <a:lnTo>
                    <a:pt x="1961" y="243"/>
                  </a:lnTo>
                  <a:lnTo>
                    <a:pt x="1979" y="245"/>
                  </a:lnTo>
                  <a:lnTo>
                    <a:pt x="1980" y="246"/>
                  </a:lnTo>
                  <a:lnTo>
                    <a:pt x="1988" y="246"/>
                  </a:lnTo>
                  <a:lnTo>
                    <a:pt x="1993" y="248"/>
                  </a:lnTo>
                  <a:lnTo>
                    <a:pt x="2000" y="249"/>
                  </a:lnTo>
                  <a:lnTo>
                    <a:pt x="2003" y="251"/>
                  </a:lnTo>
                  <a:lnTo>
                    <a:pt x="2006" y="252"/>
                  </a:lnTo>
                  <a:lnTo>
                    <a:pt x="2011" y="254"/>
                  </a:lnTo>
                  <a:lnTo>
                    <a:pt x="2012" y="255"/>
                  </a:lnTo>
                  <a:lnTo>
                    <a:pt x="2012" y="258"/>
                  </a:lnTo>
                  <a:lnTo>
                    <a:pt x="2003" y="258"/>
                  </a:lnTo>
                  <a:lnTo>
                    <a:pt x="2000" y="257"/>
                  </a:lnTo>
                  <a:lnTo>
                    <a:pt x="1996" y="257"/>
                  </a:lnTo>
                  <a:lnTo>
                    <a:pt x="1994" y="257"/>
                  </a:lnTo>
                  <a:lnTo>
                    <a:pt x="1993" y="260"/>
                  </a:lnTo>
                  <a:lnTo>
                    <a:pt x="1990" y="263"/>
                  </a:lnTo>
                  <a:lnTo>
                    <a:pt x="1987" y="263"/>
                  </a:lnTo>
                  <a:lnTo>
                    <a:pt x="1988" y="265"/>
                  </a:lnTo>
                  <a:lnTo>
                    <a:pt x="1991" y="266"/>
                  </a:lnTo>
                  <a:lnTo>
                    <a:pt x="1997" y="263"/>
                  </a:lnTo>
                  <a:lnTo>
                    <a:pt x="2017" y="262"/>
                  </a:lnTo>
                  <a:lnTo>
                    <a:pt x="2020" y="262"/>
                  </a:lnTo>
                  <a:lnTo>
                    <a:pt x="2020" y="263"/>
                  </a:lnTo>
                  <a:lnTo>
                    <a:pt x="2017" y="268"/>
                  </a:lnTo>
                  <a:lnTo>
                    <a:pt x="2014" y="272"/>
                  </a:lnTo>
                  <a:lnTo>
                    <a:pt x="2011" y="275"/>
                  </a:lnTo>
                  <a:lnTo>
                    <a:pt x="2009" y="275"/>
                  </a:lnTo>
                  <a:lnTo>
                    <a:pt x="2012" y="268"/>
                  </a:lnTo>
                  <a:lnTo>
                    <a:pt x="2011" y="268"/>
                  </a:lnTo>
                  <a:lnTo>
                    <a:pt x="2011" y="268"/>
                  </a:lnTo>
                  <a:lnTo>
                    <a:pt x="2008" y="265"/>
                  </a:lnTo>
                  <a:lnTo>
                    <a:pt x="2006" y="265"/>
                  </a:lnTo>
                  <a:lnTo>
                    <a:pt x="2006" y="265"/>
                  </a:lnTo>
                  <a:lnTo>
                    <a:pt x="2006" y="266"/>
                  </a:lnTo>
                  <a:lnTo>
                    <a:pt x="2005" y="271"/>
                  </a:lnTo>
                  <a:lnTo>
                    <a:pt x="2006" y="272"/>
                  </a:lnTo>
                  <a:lnTo>
                    <a:pt x="2006" y="275"/>
                  </a:lnTo>
                  <a:lnTo>
                    <a:pt x="2002" y="277"/>
                  </a:lnTo>
                  <a:lnTo>
                    <a:pt x="2000" y="277"/>
                  </a:lnTo>
                  <a:lnTo>
                    <a:pt x="1999" y="275"/>
                  </a:lnTo>
                  <a:lnTo>
                    <a:pt x="1999" y="275"/>
                  </a:lnTo>
                  <a:lnTo>
                    <a:pt x="1997" y="277"/>
                  </a:lnTo>
                  <a:lnTo>
                    <a:pt x="1999" y="278"/>
                  </a:lnTo>
                  <a:lnTo>
                    <a:pt x="1999" y="280"/>
                  </a:lnTo>
                  <a:lnTo>
                    <a:pt x="1997" y="281"/>
                  </a:lnTo>
                  <a:lnTo>
                    <a:pt x="1997" y="283"/>
                  </a:lnTo>
                  <a:lnTo>
                    <a:pt x="1999" y="284"/>
                  </a:lnTo>
                  <a:lnTo>
                    <a:pt x="2000" y="284"/>
                  </a:lnTo>
                  <a:lnTo>
                    <a:pt x="2008" y="283"/>
                  </a:lnTo>
                  <a:lnTo>
                    <a:pt x="2011" y="280"/>
                  </a:lnTo>
                  <a:lnTo>
                    <a:pt x="2014" y="277"/>
                  </a:lnTo>
                  <a:lnTo>
                    <a:pt x="2020" y="265"/>
                  </a:lnTo>
                  <a:lnTo>
                    <a:pt x="2023" y="262"/>
                  </a:lnTo>
                  <a:lnTo>
                    <a:pt x="2025" y="260"/>
                  </a:lnTo>
                  <a:lnTo>
                    <a:pt x="2028" y="260"/>
                  </a:lnTo>
                  <a:lnTo>
                    <a:pt x="2040" y="260"/>
                  </a:lnTo>
                  <a:lnTo>
                    <a:pt x="2046" y="263"/>
                  </a:lnTo>
                  <a:lnTo>
                    <a:pt x="2052" y="266"/>
                  </a:lnTo>
                  <a:lnTo>
                    <a:pt x="2056" y="269"/>
                  </a:lnTo>
                  <a:lnTo>
                    <a:pt x="2058" y="274"/>
                  </a:lnTo>
                  <a:lnTo>
                    <a:pt x="2058" y="275"/>
                  </a:lnTo>
                  <a:lnTo>
                    <a:pt x="2060" y="277"/>
                  </a:lnTo>
                  <a:lnTo>
                    <a:pt x="2058" y="280"/>
                  </a:lnTo>
                  <a:lnTo>
                    <a:pt x="2050" y="280"/>
                  </a:lnTo>
                  <a:lnTo>
                    <a:pt x="2047" y="281"/>
                  </a:lnTo>
                  <a:lnTo>
                    <a:pt x="2046" y="283"/>
                  </a:lnTo>
                  <a:lnTo>
                    <a:pt x="2046" y="283"/>
                  </a:lnTo>
                  <a:lnTo>
                    <a:pt x="2046" y="284"/>
                  </a:lnTo>
                  <a:lnTo>
                    <a:pt x="2046" y="286"/>
                  </a:lnTo>
                  <a:lnTo>
                    <a:pt x="2049" y="286"/>
                  </a:lnTo>
                  <a:lnTo>
                    <a:pt x="2052" y="286"/>
                  </a:lnTo>
                  <a:lnTo>
                    <a:pt x="2056" y="289"/>
                  </a:lnTo>
                  <a:lnTo>
                    <a:pt x="2058" y="289"/>
                  </a:lnTo>
                  <a:lnTo>
                    <a:pt x="2060" y="292"/>
                  </a:lnTo>
                  <a:lnTo>
                    <a:pt x="2060" y="292"/>
                  </a:lnTo>
                  <a:lnTo>
                    <a:pt x="2066" y="292"/>
                  </a:lnTo>
                  <a:lnTo>
                    <a:pt x="2067" y="292"/>
                  </a:lnTo>
                  <a:lnTo>
                    <a:pt x="2067" y="295"/>
                  </a:lnTo>
                  <a:lnTo>
                    <a:pt x="2066" y="296"/>
                  </a:lnTo>
                  <a:lnTo>
                    <a:pt x="2064" y="298"/>
                  </a:lnTo>
                  <a:lnTo>
                    <a:pt x="2060" y="303"/>
                  </a:lnTo>
                  <a:lnTo>
                    <a:pt x="2061" y="301"/>
                  </a:lnTo>
                  <a:lnTo>
                    <a:pt x="2069" y="298"/>
                  </a:lnTo>
                  <a:lnTo>
                    <a:pt x="2070" y="296"/>
                  </a:lnTo>
                  <a:lnTo>
                    <a:pt x="2073" y="298"/>
                  </a:lnTo>
                  <a:lnTo>
                    <a:pt x="2078" y="301"/>
                  </a:lnTo>
                  <a:lnTo>
                    <a:pt x="2081" y="304"/>
                  </a:lnTo>
                  <a:lnTo>
                    <a:pt x="2084" y="310"/>
                  </a:lnTo>
                  <a:lnTo>
                    <a:pt x="2084" y="312"/>
                  </a:lnTo>
                  <a:lnTo>
                    <a:pt x="2081" y="312"/>
                  </a:lnTo>
                  <a:lnTo>
                    <a:pt x="2090" y="318"/>
                  </a:lnTo>
                  <a:lnTo>
                    <a:pt x="2093" y="318"/>
                  </a:lnTo>
                  <a:lnTo>
                    <a:pt x="2101" y="316"/>
                  </a:lnTo>
                  <a:lnTo>
                    <a:pt x="2105" y="316"/>
                  </a:lnTo>
                  <a:lnTo>
                    <a:pt x="2113" y="313"/>
                  </a:lnTo>
                  <a:lnTo>
                    <a:pt x="2120" y="310"/>
                  </a:lnTo>
                  <a:lnTo>
                    <a:pt x="2128" y="310"/>
                  </a:lnTo>
                  <a:lnTo>
                    <a:pt x="2131" y="309"/>
                  </a:lnTo>
                  <a:lnTo>
                    <a:pt x="2140" y="309"/>
                  </a:lnTo>
                  <a:lnTo>
                    <a:pt x="2151" y="309"/>
                  </a:lnTo>
                  <a:lnTo>
                    <a:pt x="2157" y="310"/>
                  </a:lnTo>
                  <a:lnTo>
                    <a:pt x="2166" y="315"/>
                  </a:lnTo>
                  <a:lnTo>
                    <a:pt x="2173" y="319"/>
                  </a:lnTo>
                  <a:lnTo>
                    <a:pt x="2178" y="325"/>
                  </a:lnTo>
                  <a:lnTo>
                    <a:pt x="2180" y="327"/>
                  </a:lnTo>
                  <a:lnTo>
                    <a:pt x="2181" y="330"/>
                  </a:lnTo>
                  <a:lnTo>
                    <a:pt x="2181" y="333"/>
                  </a:lnTo>
                  <a:lnTo>
                    <a:pt x="2181" y="338"/>
                  </a:lnTo>
                  <a:lnTo>
                    <a:pt x="2181" y="341"/>
                  </a:lnTo>
                  <a:lnTo>
                    <a:pt x="2180" y="342"/>
                  </a:lnTo>
                  <a:lnTo>
                    <a:pt x="2180" y="345"/>
                  </a:lnTo>
                  <a:lnTo>
                    <a:pt x="2180" y="348"/>
                  </a:lnTo>
                  <a:lnTo>
                    <a:pt x="2178" y="353"/>
                  </a:lnTo>
                  <a:lnTo>
                    <a:pt x="2180" y="356"/>
                  </a:lnTo>
                  <a:lnTo>
                    <a:pt x="2183" y="359"/>
                  </a:lnTo>
                  <a:lnTo>
                    <a:pt x="2190" y="360"/>
                  </a:lnTo>
                  <a:lnTo>
                    <a:pt x="2193" y="362"/>
                  </a:lnTo>
                  <a:lnTo>
                    <a:pt x="2193" y="368"/>
                  </a:lnTo>
                  <a:lnTo>
                    <a:pt x="2193" y="373"/>
                  </a:lnTo>
                  <a:lnTo>
                    <a:pt x="2195" y="380"/>
                  </a:lnTo>
                  <a:lnTo>
                    <a:pt x="2195" y="382"/>
                  </a:lnTo>
                  <a:lnTo>
                    <a:pt x="2198" y="385"/>
                  </a:lnTo>
                  <a:lnTo>
                    <a:pt x="2198" y="386"/>
                  </a:lnTo>
                  <a:lnTo>
                    <a:pt x="2195" y="395"/>
                  </a:lnTo>
                  <a:lnTo>
                    <a:pt x="2193" y="397"/>
                  </a:lnTo>
                  <a:lnTo>
                    <a:pt x="2192" y="400"/>
                  </a:lnTo>
                  <a:lnTo>
                    <a:pt x="2195" y="398"/>
                  </a:lnTo>
                  <a:lnTo>
                    <a:pt x="2196" y="395"/>
                  </a:lnTo>
                  <a:lnTo>
                    <a:pt x="2198" y="389"/>
                  </a:lnTo>
                  <a:lnTo>
                    <a:pt x="2199" y="389"/>
                  </a:lnTo>
                  <a:lnTo>
                    <a:pt x="2201" y="386"/>
                  </a:lnTo>
                  <a:lnTo>
                    <a:pt x="2201" y="382"/>
                  </a:lnTo>
                  <a:lnTo>
                    <a:pt x="2199" y="377"/>
                  </a:lnTo>
                  <a:lnTo>
                    <a:pt x="2199" y="373"/>
                  </a:lnTo>
                  <a:lnTo>
                    <a:pt x="2201" y="371"/>
                  </a:lnTo>
                  <a:lnTo>
                    <a:pt x="2205" y="365"/>
                  </a:lnTo>
                  <a:lnTo>
                    <a:pt x="2208" y="362"/>
                  </a:lnTo>
                  <a:lnTo>
                    <a:pt x="2210" y="360"/>
                  </a:lnTo>
                  <a:lnTo>
                    <a:pt x="2218" y="360"/>
                  </a:lnTo>
                  <a:lnTo>
                    <a:pt x="2221" y="359"/>
                  </a:lnTo>
                  <a:lnTo>
                    <a:pt x="2225" y="359"/>
                  </a:lnTo>
                  <a:lnTo>
                    <a:pt x="2227" y="359"/>
                  </a:lnTo>
                  <a:lnTo>
                    <a:pt x="2230" y="357"/>
                  </a:lnTo>
                  <a:lnTo>
                    <a:pt x="2233" y="359"/>
                  </a:lnTo>
                  <a:lnTo>
                    <a:pt x="2237" y="362"/>
                  </a:lnTo>
                  <a:lnTo>
                    <a:pt x="2252" y="363"/>
                  </a:lnTo>
                  <a:lnTo>
                    <a:pt x="2256" y="365"/>
                  </a:lnTo>
                  <a:lnTo>
                    <a:pt x="2265" y="366"/>
                  </a:lnTo>
                  <a:lnTo>
                    <a:pt x="2266" y="366"/>
                  </a:lnTo>
                  <a:lnTo>
                    <a:pt x="2268" y="365"/>
                  </a:lnTo>
                  <a:lnTo>
                    <a:pt x="2275" y="357"/>
                  </a:lnTo>
                  <a:lnTo>
                    <a:pt x="2278" y="359"/>
                  </a:lnTo>
                  <a:lnTo>
                    <a:pt x="2278" y="359"/>
                  </a:lnTo>
                  <a:lnTo>
                    <a:pt x="2280" y="362"/>
                  </a:lnTo>
                  <a:lnTo>
                    <a:pt x="2281" y="363"/>
                  </a:lnTo>
                  <a:lnTo>
                    <a:pt x="2283" y="368"/>
                  </a:lnTo>
                  <a:lnTo>
                    <a:pt x="2283" y="374"/>
                  </a:lnTo>
                  <a:lnTo>
                    <a:pt x="2284" y="376"/>
                  </a:lnTo>
                  <a:lnTo>
                    <a:pt x="2287" y="376"/>
                  </a:lnTo>
                  <a:lnTo>
                    <a:pt x="2292" y="379"/>
                  </a:lnTo>
                  <a:lnTo>
                    <a:pt x="2295" y="380"/>
                  </a:lnTo>
                  <a:lnTo>
                    <a:pt x="2297" y="386"/>
                  </a:lnTo>
                  <a:lnTo>
                    <a:pt x="2300" y="391"/>
                  </a:lnTo>
                  <a:lnTo>
                    <a:pt x="2306" y="391"/>
                  </a:lnTo>
                  <a:lnTo>
                    <a:pt x="2310" y="389"/>
                  </a:lnTo>
                  <a:lnTo>
                    <a:pt x="2316" y="382"/>
                  </a:lnTo>
                  <a:lnTo>
                    <a:pt x="2316" y="379"/>
                  </a:lnTo>
                  <a:lnTo>
                    <a:pt x="2315" y="374"/>
                  </a:lnTo>
                  <a:lnTo>
                    <a:pt x="2313" y="369"/>
                  </a:lnTo>
                  <a:lnTo>
                    <a:pt x="2312" y="363"/>
                  </a:lnTo>
                  <a:lnTo>
                    <a:pt x="2306" y="362"/>
                  </a:lnTo>
                  <a:lnTo>
                    <a:pt x="2307" y="360"/>
                  </a:lnTo>
                  <a:lnTo>
                    <a:pt x="2309" y="357"/>
                  </a:lnTo>
                  <a:lnTo>
                    <a:pt x="2310" y="354"/>
                  </a:lnTo>
                  <a:lnTo>
                    <a:pt x="2310" y="351"/>
                  </a:lnTo>
                  <a:lnTo>
                    <a:pt x="2310" y="345"/>
                  </a:lnTo>
                  <a:lnTo>
                    <a:pt x="2315" y="345"/>
                  </a:lnTo>
                  <a:lnTo>
                    <a:pt x="2319" y="345"/>
                  </a:lnTo>
                  <a:lnTo>
                    <a:pt x="2328" y="348"/>
                  </a:lnTo>
                  <a:lnTo>
                    <a:pt x="2336" y="350"/>
                  </a:lnTo>
                  <a:lnTo>
                    <a:pt x="2339" y="351"/>
                  </a:lnTo>
                  <a:lnTo>
                    <a:pt x="2342" y="353"/>
                  </a:lnTo>
                  <a:lnTo>
                    <a:pt x="2345" y="354"/>
                  </a:lnTo>
                  <a:lnTo>
                    <a:pt x="2345" y="351"/>
                  </a:lnTo>
                  <a:lnTo>
                    <a:pt x="2347" y="350"/>
                  </a:lnTo>
                  <a:lnTo>
                    <a:pt x="2350" y="353"/>
                  </a:lnTo>
                  <a:lnTo>
                    <a:pt x="2353" y="353"/>
                  </a:lnTo>
                  <a:lnTo>
                    <a:pt x="2357" y="353"/>
                  </a:lnTo>
                  <a:lnTo>
                    <a:pt x="2363" y="354"/>
                  </a:lnTo>
                  <a:lnTo>
                    <a:pt x="2369" y="353"/>
                  </a:lnTo>
                  <a:lnTo>
                    <a:pt x="2374" y="351"/>
                  </a:lnTo>
                  <a:lnTo>
                    <a:pt x="2377" y="353"/>
                  </a:lnTo>
                  <a:lnTo>
                    <a:pt x="2379" y="353"/>
                  </a:lnTo>
                  <a:lnTo>
                    <a:pt x="2383" y="357"/>
                  </a:lnTo>
                  <a:lnTo>
                    <a:pt x="2389" y="360"/>
                  </a:lnTo>
                  <a:lnTo>
                    <a:pt x="2395" y="362"/>
                  </a:lnTo>
                  <a:lnTo>
                    <a:pt x="2401" y="366"/>
                  </a:lnTo>
                  <a:lnTo>
                    <a:pt x="2407" y="368"/>
                  </a:lnTo>
                  <a:lnTo>
                    <a:pt x="2412" y="369"/>
                  </a:lnTo>
                  <a:lnTo>
                    <a:pt x="2414" y="371"/>
                  </a:lnTo>
                  <a:lnTo>
                    <a:pt x="2414" y="373"/>
                  </a:lnTo>
                  <a:lnTo>
                    <a:pt x="2414" y="374"/>
                  </a:lnTo>
                  <a:lnTo>
                    <a:pt x="2418" y="374"/>
                  </a:lnTo>
                  <a:lnTo>
                    <a:pt x="2426" y="383"/>
                  </a:lnTo>
                  <a:lnTo>
                    <a:pt x="2427" y="385"/>
                  </a:lnTo>
                  <a:lnTo>
                    <a:pt x="2427" y="385"/>
                  </a:lnTo>
                  <a:lnTo>
                    <a:pt x="2429" y="386"/>
                  </a:lnTo>
                  <a:lnTo>
                    <a:pt x="2432" y="386"/>
                  </a:lnTo>
                  <a:lnTo>
                    <a:pt x="2433" y="386"/>
                  </a:lnTo>
                  <a:lnTo>
                    <a:pt x="2433" y="386"/>
                  </a:lnTo>
                  <a:lnTo>
                    <a:pt x="2435" y="389"/>
                  </a:lnTo>
                  <a:lnTo>
                    <a:pt x="2436" y="389"/>
                  </a:lnTo>
                  <a:lnTo>
                    <a:pt x="2441" y="392"/>
                  </a:lnTo>
                  <a:lnTo>
                    <a:pt x="2442" y="395"/>
                  </a:lnTo>
                  <a:lnTo>
                    <a:pt x="2445" y="397"/>
                  </a:lnTo>
                  <a:lnTo>
                    <a:pt x="2444" y="397"/>
                  </a:lnTo>
                  <a:lnTo>
                    <a:pt x="2442" y="395"/>
                  </a:lnTo>
                  <a:lnTo>
                    <a:pt x="2442" y="397"/>
                  </a:lnTo>
                  <a:lnTo>
                    <a:pt x="2442" y="398"/>
                  </a:lnTo>
                  <a:lnTo>
                    <a:pt x="2445" y="400"/>
                  </a:lnTo>
                  <a:lnTo>
                    <a:pt x="2448" y="401"/>
                  </a:lnTo>
                  <a:lnTo>
                    <a:pt x="2450" y="403"/>
                  </a:lnTo>
                  <a:lnTo>
                    <a:pt x="2452" y="404"/>
                  </a:lnTo>
                  <a:lnTo>
                    <a:pt x="2452" y="406"/>
                  </a:lnTo>
                  <a:lnTo>
                    <a:pt x="2450" y="409"/>
                  </a:lnTo>
                  <a:lnTo>
                    <a:pt x="2453" y="407"/>
                  </a:lnTo>
                  <a:lnTo>
                    <a:pt x="2455" y="406"/>
                  </a:lnTo>
                  <a:lnTo>
                    <a:pt x="2453" y="404"/>
                  </a:lnTo>
                  <a:lnTo>
                    <a:pt x="2448" y="400"/>
                  </a:lnTo>
                  <a:lnTo>
                    <a:pt x="2447" y="398"/>
                  </a:lnTo>
                  <a:lnTo>
                    <a:pt x="2448" y="398"/>
                  </a:lnTo>
                  <a:lnTo>
                    <a:pt x="2455" y="404"/>
                  </a:lnTo>
                  <a:lnTo>
                    <a:pt x="2458" y="407"/>
                  </a:lnTo>
                  <a:lnTo>
                    <a:pt x="2456" y="407"/>
                  </a:lnTo>
                  <a:lnTo>
                    <a:pt x="2456" y="409"/>
                  </a:lnTo>
                  <a:lnTo>
                    <a:pt x="2456" y="409"/>
                  </a:lnTo>
                  <a:lnTo>
                    <a:pt x="2458" y="409"/>
                  </a:lnTo>
                  <a:lnTo>
                    <a:pt x="2459" y="409"/>
                  </a:lnTo>
                  <a:lnTo>
                    <a:pt x="2461" y="409"/>
                  </a:lnTo>
                  <a:lnTo>
                    <a:pt x="2462" y="411"/>
                  </a:lnTo>
                  <a:lnTo>
                    <a:pt x="2465" y="414"/>
                  </a:lnTo>
                  <a:lnTo>
                    <a:pt x="2483" y="427"/>
                  </a:lnTo>
                  <a:lnTo>
                    <a:pt x="2485" y="430"/>
                  </a:lnTo>
                  <a:lnTo>
                    <a:pt x="2485" y="432"/>
                  </a:lnTo>
                  <a:lnTo>
                    <a:pt x="2485" y="433"/>
                  </a:lnTo>
                  <a:lnTo>
                    <a:pt x="2485" y="435"/>
                  </a:lnTo>
                  <a:lnTo>
                    <a:pt x="2483" y="438"/>
                  </a:lnTo>
                  <a:lnTo>
                    <a:pt x="2486" y="438"/>
                  </a:lnTo>
                  <a:lnTo>
                    <a:pt x="2486" y="438"/>
                  </a:lnTo>
                  <a:lnTo>
                    <a:pt x="2488" y="436"/>
                  </a:lnTo>
                  <a:lnTo>
                    <a:pt x="2488" y="435"/>
                  </a:lnTo>
                  <a:lnTo>
                    <a:pt x="2489" y="436"/>
                  </a:lnTo>
                  <a:lnTo>
                    <a:pt x="2489" y="438"/>
                  </a:lnTo>
                  <a:lnTo>
                    <a:pt x="2489" y="441"/>
                  </a:lnTo>
                  <a:lnTo>
                    <a:pt x="2489" y="442"/>
                  </a:lnTo>
                  <a:lnTo>
                    <a:pt x="2489" y="446"/>
                  </a:lnTo>
                  <a:lnTo>
                    <a:pt x="2489" y="449"/>
                  </a:lnTo>
                  <a:lnTo>
                    <a:pt x="2491" y="450"/>
                  </a:lnTo>
                  <a:lnTo>
                    <a:pt x="2491" y="452"/>
                  </a:lnTo>
                  <a:lnTo>
                    <a:pt x="2491" y="456"/>
                  </a:lnTo>
                  <a:lnTo>
                    <a:pt x="2489" y="458"/>
                  </a:lnTo>
                  <a:lnTo>
                    <a:pt x="2489" y="461"/>
                  </a:lnTo>
                  <a:lnTo>
                    <a:pt x="2489" y="461"/>
                  </a:lnTo>
                  <a:lnTo>
                    <a:pt x="2493" y="462"/>
                  </a:lnTo>
                  <a:lnTo>
                    <a:pt x="2493" y="462"/>
                  </a:lnTo>
                  <a:lnTo>
                    <a:pt x="2494" y="464"/>
                  </a:lnTo>
                  <a:lnTo>
                    <a:pt x="2494" y="465"/>
                  </a:lnTo>
                  <a:lnTo>
                    <a:pt x="2496" y="467"/>
                  </a:lnTo>
                  <a:lnTo>
                    <a:pt x="2496" y="468"/>
                  </a:lnTo>
                  <a:lnTo>
                    <a:pt x="2496" y="470"/>
                  </a:lnTo>
                  <a:lnTo>
                    <a:pt x="2496" y="470"/>
                  </a:lnTo>
                  <a:lnTo>
                    <a:pt x="2497" y="467"/>
                  </a:lnTo>
                  <a:lnTo>
                    <a:pt x="2499" y="467"/>
                  </a:lnTo>
                  <a:lnTo>
                    <a:pt x="2500" y="465"/>
                  </a:lnTo>
                  <a:lnTo>
                    <a:pt x="2500" y="468"/>
                  </a:lnTo>
                  <a:lnTo>
                    <a:pt x="2500" y="473"/>
                  </a:lnTo>
                  <a:lnTo>
                    <a:pt x="2500" y="473"/>
                  </a:lnTo>
                  <a:lnTo>
                    <a:pt x="2500" y="473"/>
                  </a:lnTo>
                  <a:lnTo>
                    <a:pt x="2502" y="471"/>
                  </a:lnTo>
                  <a:lnTo>
                    <a:pt x="2502" y="470"/>
                  </a:lnTo>
                  <a:lnTo>
                    <a:pt x="2503" y="468"/>
                  </a:lnTo>
                  <a:lnTo>
                    <a:pt x="2503" y="467"/>
                  </a:lnTo>
                  <a:lnTo>
                    <a:pt x="2502" y="465"/>
                  </a:lnTo>
                  <a:lnTo>
                    <a:pt x="2502" y="464"/>
                  </a:lnTo>
                  <a:lnTo>
                    <a:pt x="2499" y="464"/>
                  </a:lnTo>
                  <a:lnTo>
                    <a:pt x="2499" y="462"/>
                  </a:lnTo>
                  <a:lnTo>
                    <a:pt x="2497" y="461"/>
                  </a:lnTo>
                  <a:lnTo>
                    <a:pt x="2499" y="461"/>
                  </a:lnTo>
                  <a:lnTo>
                    <a:pt x="2500" y="459"/>
                  </a:lnTo>
                  <a:lnTo>
                    <a:pt x="2500" y="456"/>
                  </a:lnTo>
                  <a:lnTo>
                    <a:pt x="2500" y="455"/>
                  </a:lnTo>
                  <a:lnTo>
                    <a:pt x="2500" y="453"/>
                  </a:lnTo>
                  <a:lnTo>
                    <a:pt x="2500" y="452"/>
                  </a:lnTo>
                  <a:lnTo>
                    <a:pt x="2499" y="450"/>
                  </a:lnTo>
                  <a:lnTo>
                    <a:pt x="2497" y="449"/>
                  </a:lnTo>
                  <a:lnTo>
                    <a:pt x="2496" y="449"/>
                  </a:lnTo>
                  <a:lnTo>
                    <a:pt x="2496" y="449"/>
                  </a:lnTo>
                  <a:lnTo>
                    <a:pt x="2494" y="447"/>
                  </a:lnTo>
                  <a:lnTo>
                    <a:pt x="2494" y="447"/>
                  </a:lnTo>
                  <a:lnTo>
                    <a:pt x="2494" y="447"/>
                  </a:lnTo>
                  <a:lnTo>
                    <a:pt x="2496" y="446"/>
                  </a:lnTo>
                  <a:lnTo>
                    <a:pt x="2502" y="446"/>
                  </a:lnTo>
                  <a:lnTo>
                    <a:pt x="2505" y="444"/>
                  </a:lnTo>
                  <a:lnTo>
                    <a:pt x="2506" y="446"/>
                  </a:lnTo>
                  <a:lnTo>
                    <a:pt x="2506" y="446"/>
                  </a:lnTo>
                  <a:lnTo>
                    <a:pt x="2511" y="447"/>
                  </a:lnTo>
                  <a:lnTo>
                    <a:pt x="2511" y="447"/>
                  </a:lnTo>
                  <a:lnTo>
                    <a:pt x="2509" y="449"/>
                  </a:lnTo>
                  <a:lnTo>
                    <a:pt x="2509" y="450"/>
                  </a:lnTo>
                  <a:lnTo>
                    <a:pt x="2509" y="452"/>
                  </a:lnTo>
                  <a:lnTo>
                    <a:pt x="2508" y="453"/>
                  </a:lnTo>
                  <a:lnTo>
                    <a:pt x="2509" y="455"/>
                  </a:lnTo>
                  <a:lnTo>
                    <a:pt x="2511" y="453"/>
                  </a:lnTo>
                  <a:lnTo>
                    <a:pt x="2511" y="452"/>
                  </a:lnTo>
                  <a:lnTo>
                    <a:pt x="2509" y="450"/>
                  </a:lnTo>
                  <a:lnTo>
                    <a:pt x="2511" y="450"/>
                  </a:lnTo>
                  <a:lnTo>
                    <a:pt x="2511" y="449"/>
                  </a:lnTo>
                  <a:lnTo>
                    <a:pt x="2512" y="450"/>
                  </a:lnTo>
                  <a:lnTo>
                    <a:pt x="2514" y="452"/>
                  </a:lnTo>
                  <a:lnTo>
                    <a:pt x="2517" y="452"/>
                  </a:lnTo>
                  <a:lnTo>
                    <a:pt x="2518" y="452"/>
                  </a:lnTo>
                  <a:lnTo>
                    <a:pt x="2518" y="450"/>
                  </a:lnTo>
                  <a:lnTo>
                    <a:pt x="2518" y="450"/>
                  </a:lnTo>
                  <a:lnTo>
                    <a:pt x="2512" y="449"/>
                  </a:lnTo>
                  <a:lnTo>
                    <a:pt x="2512" y="447"/>
                  </a:lnTo>
                  <a:lnTo>
                    <a:pt x="2517" y="449"/>
                  </a:lnTo>
                  <a:lnTo>
                    <a:pt x="2520" y="450"/>
                  </a:lnTo>
                  <a:lnTo>
                    <a:pt x="2521" y="450"/>
                  </a:lnTo>
                  <a:lnTo>
                    <a:pt x="2524" y="450"/>
                  </a:lnTo>
                  <a:lnTo>
                    <a:pt x="2527" y="452"/>
                  </a:lnTo>
                  <a:lnTo>
                    <a:pt x="2531" y="455"/>
                  </a:lnTo>
                  <a:lnTo>
                    <a:pt x="2534" y="459"/>
                  </a:lnTo>
                  <a:lnTo>
                    <a:pt x="2535" y="462"/>
                  </a:lnTo>
                  <a:lnTo>
                    <a:pt x="2538" y="464"/>
                  </a:lnTo>
                  <a:lnTo>
                    <a:pt x="2543" y="470"/>
                  </a:lnTo>
                  <a:lnTo>
                    <a:pt x="2543" y="470"/>
                  </a:lnTo>
                  <a:lnTo>
                    <a:pt x="2544" y="470"/>
                  </a:lnTo>
                  <a:lnTo>
                    <a:pt x="2543" y="471"/>
                  </a:lnTo>
                  <a:lnTo>
                    <a:pt x="2543" y="473"/>
                  </a:lnTo>
                  <a:lnTo>
                    <a:pt x="2544" y="471"/>
                  </a:lnTo>
                  <a:lnTo>
                    <a:pt x="2546" y="471"/>
                  </a:lnTo>
                  <a:lnTo>
                    <a:pt x="2546" y="471"/>
                  </a:lnTo>
                  <a:lnTo>
                    <a:pt x="2547" y="471"/>
                  </a:lnTo>
                  <a:lnTo>
                    <a:pt x="2547" y="473"/>
                  </a:lnTo>
                  <a:lnTo>
                    <a:pt x="2547" y="474"/>
                  </a:lnTo>
                  <a:lnTo>
                    <a:pt x="2547" y="474"/>
                  </a:lnTo>
                  <a:lnTo>
                    <a:pt x="2550" y="474"/>
                  </a:lnTo>
                  <a:lnTo>
                    <a:pt x="2552" y="476"/>
                  </a:lnTo>
                  <a:lnTo>
                    <a:pt x="2553" y="477"/>
                  </a:lnTo>
                  <a:lnTo>
                    <a:pt x="2552" y="480"/>
                  </a:lnTo>
                  <a:lnTo>
                    <a:pt x="2550" y="480"/>
                  </a:lnTo>
                  <a:lnTo>
                    <a:pt x="2550" y="479"/>
                  </a:lnTo>
                  <a:lnTo>
                    <a:pt x="2550" y="479"/>
                  </a:lnTo>
                  <a:lnTo>
                    <a:pt x="2547" y="479"/>
                  </a:lnTo>
                  <a:lnTo>
                    <a:pt x="2544" y="482"/>
                  </a:lnTo>
                  <a:lnTo>
                    <a:pt x="2543" y="484"/>
                  </a:lnTo>
                  <a:lnTo>
                    <a:pt x="2543" y="485"/>
                  </a:lnTo>
                  <a:lnTo>
                    <a:pt x="2543" y="488"/>
                  </a:lnTo>
                  <a:lnTo>
                    <a:pt x="2543" y="490"/>
                  </a:lnTo>
                  <a:lnTo>
                    <a:pt x="2541" y="491"/>
                  </a:lnTo>
                  <a:lnTo>
                    <a:pt x="2538" y="491"/>
                  </a:lnTo>
                  <a:lnTo>
                    <a:pt x="2537" y="490"/>
                  </a:lnTo>
                  <a:lnTo>
                    <a:pt x="2535" y="490"/>
                  </a:lnTo>
                  <a:lnTo>
                    <a:pt x="2535" y="488"/>
                  </a:lnTo>
                  <a:lnTo>
                    <a:pt x="2532" y="487"/>
                  </a:lnTo>
                  <a:lnTo>
                    <a:pt x="2532" y="485"/>
                  </a:lnTo>
                  <a:lnTo>
                    <a:pt x="2532" y="487"/>
                  </a:lnTo>
                  <a:lnTo>
                    <a:pt x="2532" y="488"/>
                  </a:lnTo>
                  <a:lnTo>
                    <a:pt x="2534" y="490"/>
                  </a:lnTo>
                  <a:lnTo>
                    <a:pt x="2535" y="491"/>
                  </a:lnTo>
                  <a:lnTo>
                    <a:pt x="2537" y="494"/>
                  </a:lnTo>
                  <a:lnTo>
                    <a:pt x="2537" y="494"/>
                  </a:lnTo>
                  <a:lnTo>
                    <a:pt x="2535" y="494"/>
                  </a:lnTo>
                  <a:lnTo>
                    <a:pt x="2535" y="494"/>
                  </a:lnTo>
                  <a:lnTo>
                    <a:pt x="2534" y="494"/>
                  </a:lnTo>
                  <a:lnTo>
                    <a:pt x="2532" y="494"/>
                  </a:lnTo>
                  <a:lnTo>
                    <a:pt x="2527" y="494"/>
                  </a:lnTo>
                  <a:lnTo>
                    <a:pt x="2526" y="496"/>
                  </a:lnTo>
                  <a:lnTo>
                    <a:pt x="2526" y="494"/>
                  </a:lnTo>
                  <a:lnTo>
                    <a:pt x="2526" y="494"/>
                  </a:lnTo>
                  <a:lnTo>
                    <a:pt x="2523" y="493"/>
                  </a:lnTo>
                  <a:lnTo>
                    <a:pt x="2521" y="493"/>
                  </a:lnTo>
                  <a:lnTo>
                    <a:pt x="2521" y="493"/>
                  </a:lnTo>
                  <a:lnTo>
                    <a:pt x="2521" y="491"/>
                  </a:lnTo>
                  <a:lnTo>
                    <a:pt x="2520" y="490"/>
                  </a:lnTo>
                  <a:lnTo>
                    <a:pt x="2517" y="490"/>
                  </a:lnTo>
                  <a:lnTo>
                    <a:pt x="2517" y="490"/>
                  </a:lnTo>
                  <a:lnTo>
                    <a:pt x="2515" y="490"/>
                  </a:lnTo>
                  <a:lnTo>
                    <a:pt x="2518" y="491"/>
                  </a:lnTo>
                  <a:lnTo>
                    <a:pt x="2521" y="496"/>
                  </a:lnTo>
                  <a:lnTo>
                    <a:pt x="2520" y="496"/>
                  </a:lnTo>
                  <a:lnTo>
                    <a:pt x="2520" y="496"/>
                  </a:lnTo>
                  <a:lnTo>
                    <a:pt x="2521" y="496"/>
                  </a:lnTo>
                  <a:lnTo>
                    <a:pt x="2521" y="496"/>
                  </a:lnTo>
                  <a:lnTo>
                    <a:pt x="2523" y="497"/>
                  </a:lnTo>
                  <a:lnTo>
                    <a:pt x="2521" y="500"/>
                  </a:lnTo>
                  <a:lnTo>
                    <a:pt x="2521" y="502"/>
                  </a:lnTo>
                  <a:lnTo>
                    <a:pt x="2517" y="502"/>
                  </a:lnTo>
                  <a:lnTo>
                    <a:pt x="2518" y="503"/>
                  </a:lnTo>
                  <a:lnTo>
                    <a:pt x="2518" y="503"/>
                  </a:lnTo>
                  <a:lnTo>
                    <a:pt x="2520" y="503"/>
                  </a:lnTo>
                  <a:lnTo>
                    <a:pt x="2521" y="503"/>
                  </a:lnTo>
                  <a:lnTo>
                    <a:pt x="2523" y="506"/>
                  </a:lnTo>
                  <a:lnTo>
                    <a:pt x="2523" y="508"/>
                  </a:lnTo>
                  <a:lnTo>
                    <a:pt x="2521" y="509"/>
                  </a:lnTo>
                  <a:lnTo>
                    <a:pt x="2520" y="511"/>
                  </a:lnTo>
                  <a:lnTo>
                    <a:pt x="2518" y="512"/>
                  </a:lnTo>
                  <a:lnTo>
                    <a:pt x="2515" y="512"/>
                  </a:lnTo>
                  <a:lnTo>
                    <a:pt x="2514" y="512"/>
                  </a:lnTo>
                  <a:lnTo>
                    <a:pt x="2512" y="512"/>
                  </a:lnTo>
                  <a:lnTo>
                    <a:pt x="2512" y="514"/>
                  </a:lnTo>
                  <a:lnTo>
                    <a:pt x="2512" y="515"/>
                  </a:lnTo>
                  <a:lnTo>
                    <a:pt x="2512" y="514"/>
                  </a:lnTo>
                  <a:lnTo>
                    <a:pt x="2514" y="514"/>
                  </a:lnTo>
                  <a:lnTo>
                    <a:pt x="2515" y="515"/>
                  </a:lnTo>
                  <a:lnTo>
                    <a:pt x="2515" y="517"/>
                  </a:lnTo>
                  <a:lnTo>
                    <a:pt x="2514" y="517"/>
                  </a:lnTo>
                  <a:lnTo>
                    <a:pt x="2514" y="517"/>
                  </a:lnTo>
                  <a:lnTo>
                    <a:pt x="2514" y="520"/>
                  </a:lnTo>
                  <a:lnTo>
                    <a:pt x="2514" y="520"/>
                  </a:lnTo>
                  <a:lnTo>
                    <a:pt x="2514" y="522"/>
                  </a:lnTo>
                  <a:lnTo>
                    <a:pt x="2515" y="522"/>
                  </a:lnTo>
                  <a:lnTo>
                    <a:pt x="2517" y="522"/>
                  </a:lnTo>
                  <a:lnTo>
                    <a:pt x="2518" y="523"/>
                  </a:lnTo>
                  <a:lnTo>
                    <a:pt x="2520" y="523"/>
                  </a:lnTo>
                  <a:lnTo>
                    <a:pt x="2520" y="525"/>
                  </a:lnTo>
                  <a:lnTo>
                    <a:pt x="2520" y="526"/>
                  </a:lnTo>
                  <a:lnTo>
                    <a:pt x="2520" y="526"/>
                  </a:lnTo>
                  <a:lnTo>
                    <a:pt x="2517" y="526"/>
                  </a:lnTo>
                  <a:lnTo>
                    <a:pt x="2515" y="526"/>
                  </a:lnTo>
                  <a:lnTo>
                    <a:pt x="2515" y="525"/>
                  </a:lnTo>
                  <a:lnTo>
                    <a:pt x="2515" y="525"/>
                  </a:lnTo>
                  <a:lnTo>
                    <a:pt x="2514" y="523"/>
                  </a:lnTo>
                  <a:lnTo>
                    <a:pt x="2514" y="523"/>
                  </a:lnTo>
                  <a:lnTo>
                    <a:pt x="2514" y="528"/>
                  </a:lnTo>
                  <a:lnTo>
                    <a:pt x="2514" y="529"/>
                  </a:lnTo>
                  <a:lnTo>
                    <a:pt x="2512" y="529"/>
                  </a:lnTo>
                  <a:lnTo>
                    <a:pt x="2511" y="531"/>
                  </a:lnTo>
                  <a:lnTo>
                    <a:pt x="2509" y="531"/>
                  </a:lnTo>
                  <a:lnTo>
                    <a:pt x="2508" y="528"/>
                  </a:lnTo>
                  <a:lnTo>
                    <a:pt x="2508" y="526"/>
                  </a:lnTo>
                  <a:lnTo>
                    <a:pt x="2509" y="526"/>
                  </a:lnTo>
                  <a:lnTo>
                    <a:pt x="2509" y="525"/>
                  </a:lnTo>
                  <a:lnTo>
                    <a:pt x="2509" y="523"/>
                  </a:lnTo>
                  <a:lnTo>
                    <a:pt x="2508" y="525"/>
                  </a:lnTo>
                  <a:lnTo>
                    <a:pt x="2506" y="526"/>
                  </a:lnTo>
                  <a:lnTo>
                    <a:pt x="2505" y="528"/>
                  </a:lnTo>
                  <a:lnTo>
                    <a:pt x="2505" y="528"/>
                  </a:lnTo>
                  <a:lnTo>
                    <a:pt x="2503" y="528"/>
                  </a:lnTo>
                  <a:lnTo>
                    <a:pt x="2502" y="526"/>
                  </a:lnTo>
                  <a:lnTo>
                    <a:pt x="2500" y="526"/>
                  </a:lnTo>
                  <a:lnTo>
                    <a:pt x="2499" y="522"/>
                  </a:lnTo>
                  <a:lnTo>
                    <a:pt x="2497" y="520"/>
                  </a:lnTo>
                  <a:lnTo>
                    <a:pt x="2494" y="517"/>
                  </a:lnTo>
                  <a:lnTo>
                    <a:pt x="2491" y="515"/>
                  </a:lnTo>
                  <a:lnTo>
                    <a:pt x="2488" y="515"/>
                  </a:lnTo>
                  <a:lnTo>
                    <a:pt x="2486" y="515"/>
                  </a:lnTo>
                  <a:lnTo>
                    <a:pt x="2485" y="515"/>
                  </a:lnTo>
                  <a:lnTo>
                    <a:pt x="2483" y="515"/>
                  </a:lnTo>
                  <a:lnTo>
                    <a:pt x="2483" y="515"/>
                  </a:lnTo>
                  <a:lnTo>
                    <a:pt x="2482" y="514"/>
                  </a:lnTo>
                  <a:lnTo>
                    <a:pt x="2482" y="514"/>
                  </a:lnTo>
                  <a:lnTo>
                    <a:pt x="2479" y="511"/>
                  </a:lnTo>
                  <a:lnTo>
                    <a:pt x="2477" y="509"/>
                  </a:lnTo>
                  <a:lnTo>
                    <a:pt x="2477" y="508"/>
                  </a:lnTo>
                  <a:lnTo>
                    <a:pt x="2477" y="506"/>
                  </a:lnTo>
                  <a:lnTo>
                    <a:pt x="2477" y="503"/>
                  </a:lnTo>
                  <a:lnTo>
                    <a:pt x="2477" y="499"/>
                  </a:lnTo>
                  <a:lnTo>
                    <a:pt x="2474" y="496"/>
                  </a:lnTo>
                  <a:lnTo>
                    <a:pt x="2470" y="494"/>
                  </a:lnTo>
                  <a:lnTo>
                    <a:pt x="2465" y="493"/>
                  </a:lnTo>
                  <a:lnTo>
                    <a:pt x="2464" y="491"/>
                  </a:lnTo>
                  <a:lnTo>
                    <a:pt x="2462" y="491"/>
                  </a:lnTo>
                  <a:lnTo>
                    <a:pt x="2458" y="494"/>
                  </a:lnTo>
                  <a:lnTo>
                    <a:pt x="2455" y="496"/>
                  </a:lnTo>
                  <a:lnTo>
                    <a:pt x="2447" y="496"/>
                  </a:lnTo>
                  <a:lnTo>
                    <a:pt x="2447" y="496"/>
                  </a:lnTo>
                  <a:lnTo>
                    <a:pt x="2445" y="494"/>
                  </a:lnTo>
                  <a:lnTo>
                    <a:pt x="2445" y="493"/>
                  </a:lnTo>
                  <a:lnTo>
                    <a:pt x="2445" y="490"/>
                  </a:lnTo>
                  <a:lnTo>
                    <a:pt x="2445" y="488"/>
                  </a:lnTo>
                  <a:lnTo>
                    <a:pt x="2445" y="487"/>
                  </a:lnTo>
                  <a:lnTo>
                    <a:pt x="2444" y="488"/>
                  </a:lnTo>
                  <a:lnTo>
                    <a:pt x="2442" y="487"/>
                  </a:lnTo>
                  <a:lnTo>
                    <a:pt x="2442" y="484"/>
                  </a:lnTo>
                  <a:lnTo>
                    <a:pt x="2441" y="482"/>
                  </a:lnTo>
                  <a:lnTo>
                    <a:pt x="2439" y="479"/>
                  </a:lnTo>
                  <a:lnTo>
                    <a:pt x="2441" y="479"/>
                  </a:lnTo>
                  <a:lnTo>
                    <a:pt x="2442" y="479"/>
                  </a:lnTo>
                  <a:lnTo>
                    <a:pt x="2442" y="479"/>
                  </a:lnTo>
                  <a:lnTo>
                    <a:pt x="2442" y="476"/>
                  </a:lnTo>
                  <a:lnTo>
                    <a:pt x="2444" y="474"/>
                  </a:lnTo>
                  <a:lnTo>
                    <a:pt x="2444" y="474"/>
                  </a:lnTo>
                  <a:lnTo>
                    <a:pt x="2445" y="470"/>
                  </a:lnTo>
                  <a:lnTo>
                    <a:pt x="2445" y="468"/>
                  </a:lnTo>
                  <a:lnTo>
                    <a:pt x="2444" y="470"/>
                  </a:lnTo>
                  <a:lnTo>
                    <a:pt x="2442" y="473"/>
                  </a:lnTo>
                  <a:lnTo>
                    <a:pt x="2441" y="474"/>
                  </a:lnTo>
                  <a:lnTo>
                    <a:pt x="2441" y="474"/>
                  </a:lnTo>
                  <a:lnTo>
                    <a:pt x="2441" y="474"/>
                  </a:lnTo>
                  <a:lnTo>
                    <a:pt x="2439" y="474"/>
                  </a:lnTo>
                  <a:lnTo>
                    <a:pt x="2438" y="473"/>
                  </a:lnTo>
                  <a:lnTo>
                    <a:pt x="2438" y="470"/>
                  </a:lnTo>
                  <a:lnTo>
                    <a:pt x="2438" y="468"/>
                  </a:lnTo>
                  <a:lnTo>
                    <a:pt x="2436" y="470"/>
                  </a:lnTo>
                  <a:lnTo>
                    <a:pt x="2436" y="470"/>
                  </a:lnTo>
                  <a:lnTo>
                    <a:pt x="2435" y="471"/>
                  </a:lnTo>
                  <a:lnTo>
                    <a:pt x="2435" y="471"/>
                  </a:lnTo>
                  <a:lnTo>
                    <a:pt x="2435" y="473"/>
                  </a:lnTo>
                  <a:lnTo>
                    <a:pt x="2435" y="474"/>
                  </a:lnTo>
                  <a:lnTo>
                    <a:pt x="2433" y="476"/>
                  </a:lnTo>
                  <a:lnTo>
                    <a:pt x="2432" y="476"/>
                  </a:lnTo>
                  <a:lnTo>
                    <a:pt x="2430" y="474"/>
                  </a:lnTo>
                  <a:lnTo>
                    <a:pt x="2430" y="477"/>
                  </a:lnTo>
                  <a:lnTo>
                    <a:pt x="2430" y="479"/>
                  </a:lnTo>
                  <a:lnTo>
                    <a:pt x="2429" y="484"/>
                  </a:lnTo>
                  <a:lnTo>
                    <a:pt x="2430" y="487"/>
                  </a:lnTo>
                  <a:lnTo>
                    <a:pt x="2432" y="487"/>
                  </a:lnTo>
                  <a:lnTo>
                    <a:pt x="2433" y="490"/>
                  </a:lnTo>
                  <a:lnTo>
                    <a:pt x="2435" y="491"/>
                  </a:lnTo>
                  <a:lnTo>
                    <a:pt x="2435" y="493"/>
                  </a:lnTo>
                  <a:lnTo>
                    <a:pt x="2435" y="494"/>
                  </a:lnTo>
                  <a:lnTo>
                    <a:pt x="2433" y="497"/>
                  </a:lnTo>
                  <a:lnTo>
                    <a:pt x="2433" y="499"/>
                  </a:lnTo>
                  <a:lnTo>
                    <a:pt x="2432" y="502"/>
                  </a:lnTo>
                  <a:lnTo>
                    <a:pt x="2430" y="505"/>
                  </a:lnTo>
                  <a:lnTo>
                    <a:pt x="2427" y="508"/>
                  </a:lnTo>
                  <a:lnTo>
                    <a:pt x="2427" y="508"/>
                  </a:lnTo>
                  <a:lnTo>
                    <a:pt x="2424" y="508"/>
                  </a:lnTo>
                  <a:lnTo>
                    <a:pt x="2423" y="512"/>
                  </a:lnTo>
                  <a:lnTo>
                    <a:pt x="2420" y="515"/>
                  </a:lnTo>
                  <a:lnTo>
                    <a:pt x="2417" y="515"/>
                  </a:lnTo>
                  <a:lnTo>
                    <a:pt x="2410" y="520"/>
                  </a:lnTo>
                  <a:lnTo>
                    <a:pt x="2409" y="522"/>
                  </a:lnTo>
                  <a:lnTo>
                    <a:pt x="2406" y="517"/>
                  </a:lnTo>
                  <a:lnTo>
                    <a:pt x="2400" y="517"/>
                  </a:lnTo>
                  <a:lnTo>
                    <a:pt x="2397" y="515"/>
                  </a:lnTo>
                  <a:lnTo>
                    <a:pt x="2394" y="511"/>
                  </a:lnTo>
                  <a:lnTo>
                    <a:pt x="2394" y="511"/>
                  </a:lnTo>
                  <a:lnTo>
                    <a:pt x="2392" y="509"/>
                  </a:lnTo>
                  <a:lnTo>
                    <a:pt x="2389" y="508"/>
                  </a:lnTo>
                  <a:lnTo>
                    <a:pt x="2386" y="508"/>
                  </a:lnTo>
                  <a:lnTo>
                    <a:pt x="2383" y="508"/>
                  </a:lnTo>
                  <a:lnTo>
                    <a:pt x="2382" y="508"/>
                  </a:lnTo>
                  <a:lnTo>
                    <a:pt x="2383" y="509"/>
                  </a:lnTo>
                  <a:lnTo>
                    <a:pt x="2386" y="509"/>
                  </a:lnTo>
                  <a:lnTo>
                    <a:pt x="2389" y="509"/>
                  </a:lnTo>
                  <a:lnTo>
                    <a:pt x="2391" y="509"/>
                  </a:lnTo>
                  <a:lnTo>
                    <a:pt x="2392" y="511"/>
                  </a:lnTo>
                  <a:lnTo>
                    <a:pt x="2392" y="514"/>
                  </a:lnTo>
                  <a:lnTo>
                    <a:pt x="2392" y="515"/>
                  </a:lnTo>
                  <a:lnTo>
                    <a:pt x="2391" y="515"/>
                  </a:lnTo>
                  <a:lnTo>
                    <a:pt x="2388" y="514"/>
                  </a:lnTo>
                  <a:lnTo>
                    <a:pt x="2385" y="514"/>
                  </a:lnTo>
                  <a:lnTo>
                    <a:pt x="2383" y="514"/>
                  </a:lnTo>
                  <a:lnTo>
                    <a:pt x="2379" y="511"/>
                  </a:lnTo>
                  <a:lnTo>
                    <a:pt x="2376" y="514"/>
                  </a:lnTo>
                  <a:lnTo>
                    <a:pt x="2371" y="515"/>
                  </a:lnTo>
                  <a:lnTo>
                    <a:pt x="2366" y="515"/>
                  </a:lnTo>
                  <a:lnTo>
                    <a:pt x="2360" y="517"/>
                  </a:lnTo>
                  <a:lnTo>
                    <a:pt x="2362" y="517"/>
                  </a:lnTo>
                  <a:lnTo>
                    <a:pt x="2366" y="517"/>
                  </a:lnTo>
                  <a:lnTo>
                    <a:pt x="2369" y="517"/>
                  </a:lnTo>
                  <a:lnTo>
                    <a:pt x="2374" y="515"/>
                  </a:lnTo>
                  <a:lnTo>
                    <a:pt x="2376" y="514"/>
                  </a:lnTo>
                  <a:lnTo>
                    <a:pt x="2377" y="514"/>
                  </a:lnTo>
                  <a:lnTo>
                    <a:pt x="2379" y="512"/>
                  </a:lnTo>
                  <a:lnTo>
                    <a:pt x="2380" y="512"/>
                  </a:lnTo>
                  <a:lnTo>
                    <a:pt x="2380" y="514"/>
                  </a:lnTo>
                  <a:lnTo>
                    <a:pt x="2382" y="515"/>
                  </a:lnTo>
                  <a:lnTo>
                    <a:pt x="2382" y="517"/>
                  </a:lnTo>
                  <a:lnTo>
                    <a:pt x="2382" y="520"/>
                  </a:lnTo>
                  <a:lnTo>
                    <a:pt x="2380" y="520"/>
                  </a:lnTo>
                  <a:lnTo>
                    <a:pt x="2380" y="522"/>
                  </a:lnTo>
                  <a:lnTo>
                    <a:pt x="2385" y="517"/>
                  </a:lnTo>
                  <a:lnTo>
                    <a:pt x="2386" y="520"/>
                  </a:lnTo>
                  <a:lnTo>
                    <a:pt x="2388" y="520"/>
                  </a:lnTo>
                  <a:lnTo>
                    <a:pt x="2391" y="517"/>
                  </a:lnTo>
                  <a:lnTo>
                    <a:pt x="2395" y="515"/>
                  </a:lnTo>
                  <a:lnTo>
                    <a:pt x="2395" y="517"/>
                  </a:lnTo>
                  <a:lnTo>
                    <a:pt x="2395" y="517"/>
                  </a:lnTo>
                  <a:lnTo>
                    <a:pt x="2395" y="522"/>
                  </a:lnTo>
                  <a:lnTo>
                    <a:pt x="2395" y="526"/>
                  </a:lnTo>
                  <a:lnTo>
                    <a:pt x="2398" y="529"/>
                  </a:lnTo>
                  <a:lnTo>
                    <a:pt x="2401" y="532"/>
                  </a:lnTo>
                  <a:lnTo>
                    <a:pt x="2403" y="532"/>
                  </a:lnTo>
                  <a:lnTo>
                    <a:pt x="2404" y="532"/>
                  </a:lnTo>
                  <a:lnTo>
                    <a:pt x="2404" y="529"/>
                  </a:lnTo>
                  <a:lnTo>
                    <a:pt x="2404" y="528"/>
                  </a:lnTo>
                  <a:lnTo>
                    <a:pt x="2406" y="529"/>
                  </a:lnTo>
                  <a:lnTo>
                    <a:pt x="2407" y="531"/>
                  </a:lnTo>
                  <a:lnTo>
                    <a:pt x="2409" y="535"/>
                  </a:lnTo>
                  <a:lnTo>
                    <a:pt x="2407" y="535"/>
                  </a:lnTo>
                  <a:lnTo>
                    <a:pt x="2407" y="538"/>
                  </a:lnTo>
                  <a:lnTo>
                    <a:pt x="2409" y="538"/>
                  </a:lnTo>
                  <a:lnTo>
                    <a:pt x="2410" y="540"/>
                  </a:lnTo>
                  <a:lnTo>
                    <a:pt x="2410" y="543"/>
                  </a:lnTo>
                  <a:lnTo>
                    <a:pt x="2412" y="547"/>
                  </a:lnTo>
                  <a:lnTo>
                    <a:pt x="2410" y="547"/>
                  </a:lnTo>
                  <a:lnTo>
                    <a:pt x="2410" y="547"/>
                  </a:lnTo>
                  <a:lnTo>
                    <a:pt x="2407" y="549"/>
                  </a:lnTo>
                  <a:lnTo>
                    <a:pt x="2407" y="549"/>
                  </a:lnTo>
                  <a:lnTo>
                    <a:pt x="2410" y="549"/>
                  </a:lnTo>
                  <a:lnTo>
                    <a:pt x="2410" y="552"/>
                  </a:lnTo>
                  <a:lnTo>
                    <a:pt x="2410" y="552"/>
                  </a:lnTo>
                  <a:lnTo>
                    <a:pt x="2410" y="555"/>
                  </a:lnTo>
                  <a:lnTo>
                    <a:pt x="2412" y="555"/>
                  </a:lnTo>
                  <a:lnTo>
                    <a:pt x="2412" y="552"/>
                  </a:lnTo>
                  <a:lnTo>
                    <a:pt x="2412" y="552"/>
                  </a:lnTo>
                  <a:lnTo>
                    <a:pt x="2412" y="549"/>
                  </a:lnTo>
                  <a:lnTo>
                    <a:pt x="2414" y="555"/>
                  </a:lnTo>
                  <a:lnTo>
                    <a:pt x="2414" y="557"/>
                  </a:lnTo>
                  <a:lnTo>
                    <a:pt x="2415" y="558"/>
                  </a:lnTo>
                  <a:lnTo>
                    <a:pt x="2418" y="561"/>
                  </a:lnTo>
                  <a:lnTo>
                    <a:pt x="2420" y="561"/>
                  </a:lnTo>
                  <a:lnTo>
                    <a:pt x="2420" y="564"/>
                  </a:lnTo>
                  <a:lnTo>
                    <a:pt x="2418" y="564"/>
                  </a:lnTo>
                  <a:lnTo>
                    <a:pt x="2418" y="566"/>
                  </a:lnTo>
                  <a:lnTo>
                    <a:pt x="2418" y="567"/>
                  </a:lnTo>
                  <a:lnTo>
                    <a:pt x="2420" y="569"/>
                  </a:lnTo>
                  <a:lnTo>
                    <a:pt x="2421" y="569"/>
                  </a:lnTo>
                  <a:lnTo>
                    <a:pt x="2421" y="572"/>
                  </a:lnTo>
                  <a:lnTo>
                    <a:pt x="2421" y="575"/>
                  </a:lnTo>
                  <a:lnTo>
                    <a:pt x="2421" y="576"/>
                  </a:lnTo>
                  <a:lnTo>
                    <a:pt x="2418" y="578"/>
                  </a:lnTo>
                  <a:lnTo>
                    <a:pt x="2417" y="578"/>
                  </a:lnTo>
                  <a:lnTo>
                    <a:pt x="2417" y="581"/>
                  </a:lnTo>
                  <a:lnTo>
                    <a:pt x="2417" y="584"/>
                  </a:lnTo>
                  <a:lnTo>
                    <a:pt x="2415" y="584"/>
                  </a:lnTo>
                  <a:lnTo>
                    <a:pt x="2414" y="581"/>
                  </a:lnTo>
                  <a:lnTo>
                    <a:pt x="2403" y="578"/>
                  </a:lnTo>
                  <a:lnTo>
                    <a:pt x="2398" y="576"/>
                  </a:lnTo>
                  <a:lnTo>
                    <a:pt x="2394" y="576"/>
                  </a:lnTo>
                  <a:lnTo>
                    <a:pt x="2394" y="576"/>
                  </a:lnTo>
                  <a:lnTo>
                    <a:pt x="2394" y="575"/>
                  </a:lnTo>
                  <a:lnTo>
                    <a:pt x="2394" y="575"/>
                  </a:lnTo>
                  <a:lnTo>
                    <a:pt x="2394" y="573"/>
                  </a:lnTo>
                  <a:lnTo>
                    <a:pt x="2394" y="572"/>
                  </a:lnTo>
                  <a:lnTo>
                    <a:pt x="2394" y="572"/>
                  </a:lnTo>
                  <a:lnTo>
                    <a:pt x="2394" y="572"/>
                  </a:lnTo>
                  <a:lnTo>
                    <a:pt x="2392" y="572"/>
                  </a:lnTo>
                  <a:lnTo>
                    <a:pt x="2391" y="572"/>
                  </a:lnTo>
                  <a:lnTo>
                    <a:pt x="2391" y="572"/>
                  </a:lnTo>
                  <a:lnTo>
                    <a:pt x="2389" y="573"/>
                  </a:lnTo>
                  <a:lnTo>
                    <a:pt x="2389" y="573"/>
                  </a:lnTo>
                  <a:lnTo>
                    <a:pt x="2389" y="575"/>
                  </a:lnTo>
                  <a:lnTo>
                    <a:pt x="2391" y="576"/>
                  </a:lnTo>
                  <a:lnTo>
                    <a:pt x="2392" y="576"/>
                  </a:lnTo>
                  <a:lnTo>
                    <a:pt x="2392" y="578"/>
                  </a:lnTo>
                  <a:lnTo>
                    <a:pt x="2389" y="578"/>
                  </a:lnTo>
                  <a:lnTo>
                    <a:pt x="2386" y="578"/>
                  </a:lnTo>
                  <a:lnTo>
                    <a:pt x="2383" y="581"/>
                  </a:lnTo>
                  <a:lnTo>
                    <a:pt x="2382" y="581"/>
                  </a:lnTo>
                  <a:lnTo>
                    <a:pt x="2373" y="587"/>
                  </a:lnTo>
                  <a:lnTo>
                    <a:pt x="2371" y="587"/>
                  </a:lnTo>
                  <a:lnTo>
                    <a:pt x="2369" y="587"/>
                  </a:lnTo>
                  <a:lnTo>
                    <a:pt x="2369" y="590"/>
                  </a:lnTo>
                  <a:lnTo>
                    <a:pt x="2368" y="590"/>
                  </a:lnTo>
                  <a:lnTo>
                    <a:pt x="2363" y="594"/>
                  </a:lnTo>
                  <a:lnTo>
                    <a:pt x="2362" y="593"/>
                  </a:lnTo>
                  <a:lnTo>
                    <a:pt x="2360" y="596"/>
                  </a:lnTo>
                  <a:lnTo>
                    <a:pt x="2359" y="597"/>
                  </a:lnTo>
                  <a:lnTo>
                    <a:pt x="2357" y="597"/>
                  </a:lnTo>
                  <a:lnTo>
                    <a:pt x="2354" y="597"/>
                  </a:lnTo>
                  <a:lnTo>
                    <a:pt x="2351" y="600"/>
                  </a:lnTo>
                  <a:lnTo>
                    <a:pt x="2348" y="599"/>
                  </a:lnTo>
                  <a:lnTo>
                    <a:pt x="2345" y="603"/>
                  </a:lnTo>
                  <a:lnTo>
                    <a:pt x="2342" y="607"/>
                  </a:lnTo>
                  <a:lnTo>
                    <a:pt x="2342" y="607"/>
                  </a:lnTo>
                  <a:lnTo>
                    <a:pt x="2339" y="606"/>
                  </a:lnTo>
                  <a:lnTo>
                    <a:pt x="2339" y="606"/>
                  </a:lnTo>
                  <a:lnTo>
                    <a:pt x="2339" y="607"/>
                  </a:lnTo>
                  <a:lnTo>
                    <a:pt x="2341" y="609"/>
                  </a:lnTo>
                  <a:lnTo>
                    <a:pt x="2339" y="610"/>
                  </a:lnTo>
                  <a:lnTo>
                    <a:pt x="2339" y="609"/>
                  </a:lnTo>
                  <a:lnTo>
                    <a:pt x="2338" y="609"/>
                  </a:lnTo>
                  <a:lnTo>
                    <a:pt x="2338" y="609"/>
                  </a:lnTo>
                  <a:lnTo>
                    <a:pt x="2338" y="610"/>
                  </a:lnTo>
                  <a:lnTo>
                    <a:pt x="2336" y="612"/>
                  </a:lnTo>
                  <a:lnTo>
                    <a:pt x="2335" y="612"/>
                  </a:lnTo>
                  <a:lnTo>
                    <a:pt x="2333" y="613"/>
                  </a:lnTo>
                  <a:lnTo>
                    <a:pt x="2333" y="613"/>
                  </a:lnTo>
                  <a:lnTo>
                    <a:pt x="2333" y="615"/>
                  </a:lnTo>
                  <a:lnTo>
                    <a:pt x="2331" y="616"/>
                  </a:lnTo>
                  <a:lnTo>
                    <a:pt x="2330" y="619"/>
                  </a:lnTo>
                  <a:lnTo>
                    <a:pt x="2328" y="619"/>
                  </a:lnTo>
                  <a:lnTo>
                    <a:pt x="2328" y="621"/>
                  </a:lnTo>
                  <a:lnTo>
                    <a:pt x="2327" y="621"/>
                  </a:lnTo>
                  <a:lnTo>
                    <a:pt x="2325" y="621"/>
                  </a:lnTo>
                  <a:lnTo>
                    <a:pt x="2322" y="624"/>
                  </a:lnTo>
                  <a:lnTo>
                    <a:pt x="2316" y="629"/>
                  </a:lnTo>
                  <a:lnTo>
                    <a:pt x="2313" y="630"/>
                  </a:lnTo>
                  <a:lnTo>
                    <a:pt x="2312" y="632"/>
                  </a:lnTo>
                  <a:lnTo>
                    <a:pt x="2312" y="632"/>
                  </a:lnTo>
                  <a:lnTo>
                    <a:pt x="2312" y="633"/>
                  </a:lnTo>
                  <a:lnTo>
                    <a:pt x="2310" y="636"/>
                  </a:lnTo>
                  <a:lnTo>
                    <a:pt x="2309" y="641"/>
                  </a:lnTo>
                  <a:lnTo>
                    <a:pt x="2309" y="642"/>
                  </a:lnTo>
                  <a:lnTo>
                    <a:pt x="2309" y="642"/>
                  </a:lnTo>
                  <a:lnTo>
                    <a:pt x="2306" y="642"/>
                  </a:lnTo>
                  <a:lnTo>
                    <a:pt x="2304" y="641"/>
                  </a:lnTo>
                  <a:lnTo>
                    <a:pt x="2303" y="639"/>
                  </a:lnTo>
                  <a:lnTo>
                    <a:pt x="2303" y="638"/>
                  </a:lnTo>
                  <a:lnTo>
                    <a:pt x="2303" y="636"/>
                  </a:lnTo>
                  <a:lnTo>
                    <a:pt x="2303" y="636"/>
                  </a:lnTo>
                  <a:lnTo>
                    <a:pt x="2303" y="636"/>
                  </a:lnTo>
                  <a:lnTo>
                    <a:pt x="2300" y="632"/>
                  </a:lnTo>
                  <a:lnTo>
                    <a:pt x="2295" y="629"/>
                  </a:lnTo>
                  <a:lnTo>
                    <a:pt x="2295" y="627"/>
                  </a:lnTo>
                  <a:lnTo>
                    <a:pt x="2289" y="629"/>
                  </a:lnTo>
                  <a:lnTo>
                    <a:pt x="2287" y="629"/>
                  </a:lnTo>
                  <a:lnTo>
                    <a:pt x="2286" y="627"/>
                  </a:lnTo>
                  <a:lnTo>
                    <a:pt x="2281" y="627"/>
                  </a:lnTo>
                  <a:lnTo>
                    <a:pt x="2277" y="630"/>
                  </a:lnTo>
                  <a:lnTo>
                    <a:pt x="2275" y="630"/>
                  </a:lnTo>
                  <a:lnTo>
                    <a:pt x="2271" y="632"/>
                  </a:lnTo>
                  <a:lnTo>
                    <a:pt x="2268" y="635"/>
                  </a:lnTo>
                  <a:lnTo>
                    <a:pt x="2260" y="644"/>
                  </a:lnTo>
                  <a:lnTo>
                    <a:pt x="2259" y="645"/>
                  </a:lnTo>
                  <a:lnTo>
                    <a:pt x="2259" y="645"/>
                  </a:lnTo>
                  <a:lnTo>
                    <a:pt x="2257" y="645"/>
                  </a:lnTo>
                  <a:lnTo>
                    <a:pt x="2257" y="644"/>
                  </a:lnTo>
                  <a:lnTo>
                    <a:pt x="2257" y="642"/>
                  </a:lnTo>
                  <a:lnTo>
                    <a:pt x="2257" y="639"/>
                  </a:lnTo>
                  <a:lnTo>
                    <a:pt x="2259" y="638"/>
                  </a:lnTo>
                  <a:lnTo>
                    <a:pt x="2259" y="633"/>
                  </a:lnTo>
                  <a:lnTo>
                    <a:pt x="2259" y="632"/>
                  </a:lnTo>
                  <a:lnTo>
                    <a:pt x="2260" y="630"/>
                  </a:lnTo>
                  <a:lnTo>
                    <a:pt x="2257" y="630"/>
                  </a:lnTo>
                  <a:lnTo>
                    <a:pt x="2254" y="633"/>
                  </a:lnTo>
                  <a:lnTo>
                    <a:pt x="2249" y="636"/>
                  </a:lnTo>
                  <a:lnTo>
                    <a:pt x="2248" y="636"/>
                  </a:lnTo>
                  <a:lnTo>
                    <a:pt x="2246" y="639"/>
                  </a:lnTo>
                  <a:lnTo>
                    <a:pt x="2245" y="639"/>
                  </a:lnTo>
                  <a:lnTo>
                    <a:pt x="2243" y="639"/>
                  </a:lnTo>
                  <a:lnTo>
                    <a:pt x="2243" y="644"/>
                  </a:lnTo>
                  <a:lnTo>
                    <a:pt x="2243" y="645"/>
                  </a:lnTo>
                  <a:lnTo>
                    <a:pt x="2242" y="645"/>
                  </a:lnTo>
                  <a:lnTo>
                    <a:pt x="2240" y="645"/>
                  </a:lnTo>
                  <a:lnTo>
                    <a:pt x="2240" y="645"/>
                  </a:lnTo>
                  <a:lnTo>
                    <a:pt x="2239" y="642"/>
                  </a:lnTo>
                  <a:lnTo>
                    <a:pt x="2237" y="641"/>
                  </a:lnTo>
                  <a:lnTo>
                    <a:pt x="2236" y="641"/>
                  </a:lnTo>
                  <a:lnTo>
                    <a:pt x="2236" y="641"/>
                  </a:lnTo>
                  <a:lnTo>
                    <a:pt x="2234" y="642"/>
                  </a:lnTo>
                  <a:lnTo>
                    <a:pt x="2231" y="644"/>
                  </a:lnTo>
                  <a:lnTo>
                    <a:pt x="2233" y="642"/>
                  </a:lnTo>
                  <a:lnTo>
                    <a:pt x="2231" y="642"/>
                  </a:lnTo>
                  <a:lnTo>
                    <a:pt x="2230" y="641"/>
                  </a:lnTo>
                  <a:lnTo>
                    <a:pt x="2228" y="641"/>
                  </a:lnTo>
                  <a:lnTo>
                    <a:pt x="2228" y="641"/>
                  </a:lnTo>
                  <a:lnTo>
                    <a:pt x="2227" y="642"/>
                  </a:lnTo>
                  <a:lnTo>
                    <a:pt x="2225" y="644"/>
                  </a:lnTo>
                  <a:lnTo>
                    <a:pt x="2224" y="645"/>
                  </a:lnTo>
                  <a:lnTo>
                    <a:pt x="2224" y="645"/>
                  </a:lnTo>
                  <a:lnTo>
                    <a:pt x="2222" y="647"/>
                  </a:lnTo>
                  <a:lnTo>
                    <a:pt x="2222" y="650"/>
                  </a:lnTo>
                  <a:lnTo>
                    <a:pt x="2222" y="654"/>
                  </a:lnTo>
                  <a:lnTo>
                    <a:pt x="2222" y="659"/>
                  </a:lnTo>
                  <a:lnTo>
                    <a:pt x="2219" y="663"/>
                  </a:lnTo>
                  <a:lnTo>
                    <a:pt x="2219" y="662"/>
                  </a:lnTo>
                  <a:lnTo>
                    <a:pt x="2218" y="663"/>
                  </a:lnTo>
                  <a:lnTo>
                    <a:pt x="2218" y="663"/>
                  </a:lnTo>
                  <a:lnTo>
                    <a:pt x="2219" y="665"/>
                  </a:lnTo>
                  <a:lnTo>
                    <a:pt x="2218" y="667"/>
                  </a:lnTo>
                  <a:lnTo>
                    <a:pt x="2218" y="667"/>
                  </a:lnTo>
                  <a:lnTo>
                    <a:pt x="2216" y="668"/>
                  </a:lnTo>
                  <a:lnTo>
                    <a:pt x="2214" y="671"/>
                  </a:lnTo>
                  <a:lnTo>
                    <a:pt x="2211" y="673"/>
                  </a:lnTo>
                  <a:lnTo>
                    <a:pt x="2208" y="679"/>
                  </a:lnTo>
                  <a:lnTo>
                    <a:pt x="2207" y="683"/>
                  </a:lnTo>
                  <a:lnTo>
                    <a:pt x="2205" y="688"/>
                  </a:lnTo>
                  <a:lnTo>
                    <a:pt x="2205" y="689"/>
                  </a:lnTo>
                  <a:lnTo>
                    <a:pt x="2207" y="691"/>
                  </a:lnTo>
                  <a:lnTo>
                    <a:pt x="2207" y="692"/>
                  </a:lnTo>
                  <a:lnTo>
                    <a:pt x="2208" y="694"/>
                  </a:lnTo>
                  <a:lnTo>
                    <a:pt x="2211" y="695"/>
                  </a:lnTo>
                  <a:lnTo>
                    <a:pt x="2211" y="695"/>
                  </a:lnTo>
                  <a:lnTo>
                    <a:pt x="2211" y="695"/>
                  </a:lnTo>
                  <a:lnTo>
                    <a:pt x="2211" y="695"/>
                  </a:lnTo>
                  <a:lnTo>
                    <a:pt x="2213" y="692"/>
                  </a:lnTo>
                  <a:lnTo>
                    <a:pt x="2214" y="691"/>
                  </a:lnTo>
                  <a:lnTo>
                    <a:pt x="2214" y="691"/>
                  </a:lnTo>
                  <a:lnTo>
                    <a:pt x="2221" y="694"/>
                  </a:lnTo>
                  <a:lnTo>
                    <a:pt x="2221" y="694"/>
                  </a:lnTo>
                  <a:lnTo>
                    <a:pt x="2221" y="697"/>
                  </a:lnTo>
                  <a:lnTo>
                    <a:pt x="2221" y="698"/>
                  </a:lnTo>
                  <a:lnTo>
                    <a:pt x="2219" y="700"/>
                  </a:lnTo>
                  <a:lnTo>
                    <a:pt x="2218" y="701"/>
                  </a:lnTo>
                  <a:lnTo>
                    <a:pt x="2216" y="705"/>
                  </a:lnTo>
                  <a:lnTo>
                    <a:pt x="2216" y="706"/>
                  </a:lnTo>
                  <a:lnTo>
                    <a:pt x="2216" y="708"/>
                  </a:lnTo>
                  <a:lnTo>
                    <a:pt x="2216" y="711"/>
                  </a:lnTo>
                  <a:lnTo>
                    <a:pt x="2216" y="712"/>
                  </a:lnTo>
                  <a:lnTo>
                    <a:pt x="2216" y="715"/>
                  </a:lnTo>
                  <a:lnTo>
                    <a:pt x="2216" y="717"/>
                  </a:lnTo>
                  <a:lnTo>
                    <a:pt x="2216" y="718"/>
                  </a:lnTo>
                  <a:lnTo>
                    <a:pt x="2218" y="718"/>
                  </a:lnTo>
                  <a:lnTo>
                    <a:pt x="2219" y="718"/>
                  </a:lnTo>
                  <a:lnTo>
                    <a:pt x="2221" y="718"/>
                  </a:lnTo>
                  <a:lnTo>
                    <a:pt x="2222" y="720"/>
                  </a:lnTo>
                  <a:lnTo>
                    <a:pt x="2221" y="723"/>
                  </a:lnTo>
                  <a:lnTo>
                    <a:pt x="2222" y="724"/>
                  </a:lnTo>
                  <a:lnTo>
                    <a:pt x="2222" y="729"/>
                  </a:lnTo>
                  <a:lnTo>
                    <a:pt x="2222" y="730"/>
                  </a:lnTo>
                  <a:lnTo>
                    <a:pt x="2221" y="732"/>
                  </a:lnTo>
                  <a:lnTo>
                    <a:pt x="2219" y="733"/>
                  </a:lnTo>
                  <a:lnTo>
                    <a:pt x="2218" y="733"/>
                  </a:lnTo>
                  <a:lnTo>
                    <a:pt x="2216" y="733"/>
                  </a:lnTo>
                  <a:lnTo>
                    <a:pt x="2213" y="729"/>
                  </a:lnTo>
                  <a:lnTo>
                    <a:pt x="2214" y="727"/>
                  </a:lnTo>
                  <a:lnTo>
                    <a:pt x="2218" y="726"/>
                  </a:lnTo>
                  <a:lnTo>
                    <a:pt x="2218" y="724"/>
                  </a:lnTo>
                  <a:lnTo>
                    <a:pt x="2219" y="723"/>
                  </a:lnTo>
                  <a:lnTo>
                    <a:pt x="2218" y="723"/>
                  </a:lnTo>
                  <a:lnTo>
                    <a:pt x="2218" y="724"/>
                  </a:lnTo>
                  <a:lnTo>
                    <a:pt x="2214" y="724"/>
                  </a:lnTo>
                  <a:lnTo>
                    <a:pt x="2213" y="724"/>
                  </a:lnTo>
                  <a:lnTo>
                    <a:pt x="2211" y="726"/>
                  </a:lnTo>
                  <a:lnTo>
                    <a:pt x="2213" y="729"/>
                  </a:lnTo>
                  <a:lnTo>
                    <a:pt x="2211" y="729"/>
                  </a:lnTo>
                  <a:lnTo>
                    <a:pt x="2210" y="730"/>
                  </a:lnTo>
                  <a:lnTo>
                    <a:pt x="2208" y="732"/>
                  </a:lnTo>
                  <a:lnTo>
                    <a:pt x="2207" y="733"/>
                  </a:lnTo>
                  <a:lnTo>
                    <a:pt x="2205" y="738"/>
                  </a:lnTo>
                  <a:lnTo>
                    <a:pt x="2204" y="743"/>
                  </a:lnTo>
                  <a:lnTo>
                    <a:pt x="2202" y="746"/>
                  </a:lnTo>
                  <a:lnTo>
                    <a:pt x="2202" y="749"/>
                  </a:lnTo>
                  <a:lnTo>
                    <a:pt x="2204" y="752"/>
                  </a:lnTo>
                  <a:lnTo>
                    <a:pt x="2204" y="753"/>
                  </a:lnTo>
                  <a:lnTo>
                    <a:pt x="2205" y="756"/>
                  </a:lnTo>
                  <a:lnTo>
                    <a:pt x="2207" y="759"/>
                  </a:lnTo>
                  <a:lnTo>
                    <a:pt x="2207" y="762"/>
                  </a:lnTo>
                  <a:lnTo>
                    <a:pt x="2205" y="762"/>
                  </a:lnTo>
                  <a:lnTo>
                    <a:pt x="2202" y="767"/>
                  </a:lnTo>
                  <a:lnTo>
                    <a:pt x="2201" y="767"/>
                  </a:lnTo>
                  <a:lnTo>
                    <a:pt x="2198" y="767"/>
                  </a:lnTo>
                  <a:lnTo>
                    <a:pt x="2195" y="765"/>
                  </a:lnTo>
                  <a:lnTo>
                    <a:pt x="2193" y="765"/>
                  </a:lnTo>
                  <a:lnTo>
                    <a:pt x="2192" y="767"/>
                  </a:lnTo>
                  <a:lnTo>
                    <a:pt x="2187" y="768"/>
                  </a:lnTo>
                  <a:lnTo>
                    <a:pt x="2186" y="771"/>
                  </a:lnTo>
                  <a:lnTo>
                    <a:pt x="2183" y="773"/>
                  </a:lnTo>
                  <a:lnTo>
                    <a:pt x="2181" y="774"/>
                  </a:lnTo>
                  <a:lnTo>
                    <a:pt x="2181" y="778"/>
                  </a:lnTo>
                  <a:lnTo>
                    <a:pt x="2180" y="782"/>
                  </a:lnTo>
                  <a:lnTo>
                    <a:pt x="2180" y="785"/>
                  </a:lnTo>
                  <a:lnTo>
                    <a:pt x="2181" y="785"/>
                  </a:lnTo>
                  <a:lnTo>
                    <a:pt x="2181" y="787"/>
                  </a:lnTo>
                  <a:lnTo>
                    <a:pt x="2180" y="790"/>
                  </a:lnTo>
                  <a:lnTo>
                    <a:pt x="2180" y="790"/>
                  </a:lnTo>
                  <a:lnTo>
                    <a:pt x="2181" y="793"/>
                  </a:lnTo>
                  <a:lnTo>
                    <a:pt x="2181" y="796"/>
                  </a:lnTo>
                  <a:lnTo>
                    <a:pt x="2181" y="796"/>
                  </a:lnTo>
                  <a:lnTo>
                    <a:pt x="2178" y="794"/>
                  </a:lnTo>
                  <a:lnTo>
                    <a:pt x="2176" y="793"/>
                  </a:lnTo>
                  <a:lnTo>
                    <a:pt x="2170" y="796"/>
                  </a:lnTo>
                  <a:lnTo>
                    <a:pt x="2169" y="797"/>
                  </a:lnTo>
                  <a:lnTo>
                    <a:pt x="2166" y="800"/>
                  </a:lnTo>
                  <a:lnTo>
                    <a:pt x="2166" y="799"/>
                  </a:lnTo>
                  <a:lnTo>
                    <a:pt x="2164" y="797"/>
                  </a:lnTo>
                  <a:lnTo>
                    <a:pt x="2164" y="797"/>
                  </a:lnTo>
                  <a:lnTo>
                    <a:pt x="2163" y="797"/>
                  </a:lnTo>
                  <a:lnTo>
                    <a:pt x="2163" y="799"/>
                  </a:lnTo>
                  <a:lnTo>
                    <a:pt x="2164" y="800"/>
                  </a:lnTo>
                  <a:lnTo>
                    <a:pt x="2164" y="800"/>
                  </a:lnTo>
                  <a:lnTo>
                    <a:pt x="2163" y="805"/>
                  </a:lnTo>
                  <a:lnTo>
                    <a:pt x="2163" y="806"/>
                  </a:lnTo>
                  <a:lnTo>
                    <a:pt x="2163" y="809"/>
                  </a:lnTo>
                  <a:lnTo>
                    <a:pt x="2163" y="811"/>
                  </a:lnTo>
                  <a:lnTo>
                    <a:pt x="2163" y="812"/>
                  </a:lnTo>
                  <a:lnTo>
                    <a:pt x="2161" y="817"/>
                  </a:lnTo>
                  <a:lnTo>
                    <a:pt x="2158" y="822"/>
                  </a:lnTo>
                  <a:lnTo>
                    <a:pt x="2155" y="826"/>
                  </a:lnTo>
                  <a:lnTo>
                    <a:pt x="2152" y="828"/>
                  </a:lnTo>
                  <a:lnTo>
                    <a:pt x="2151" y="829"/>
                  </a:lnTo>
                  <a:lnTo>
                    <a:pt x="2151" y="831"/>
                  </a:lnTo>
                  <a:lnTo>
                    <a:pt x="2148" y="834"/>
                  </a:lnTo>
                  <a:lnTo>
                    <a:pt x="2143" y="838"/>
                  </a:lnTo>
                  <a:lnTo>
                    <a:pt x="2142" y="838"/>
                  </a:lnTo>
                  <a:lnTo>
                    <a:pt x="2142" y="837"/>
                  </a:lnTo>
                  <a:lnTo>
                    <a:pt x="2142" y="835"/>
                  </a:lnTo>
                  <a:lnTo>
                    <a:pt x="2140" y="834"/>
                  </a:lnTo>
                  <a:lnTo>
                    <a:pt x="2139" y="832"/>
                  </a:lnTo>
                  <a:lnTo>
                    <a:pt x="2139" y="831"/>
                  </a:lnTo>
                  <a:lnTo>
                    <a:pt x="2139" y="829"/>
                  </a:lnTo>
                  <a:lnTo>
                    <a:pt x="2139" y="820"/>
                  </a:lnTo>
                  <a:lnTo>
                    <a:pt x="2137" y="811"/>
                  </a:lnTo>
                  <a:lnTo>
                    <a:pt x="2137" y="808"/>
                  </a:lnTo>
                  <a:lnTo>
                    <a:pt x="2135" y="806"/>
                  </a:lnTo>
                  <a:lnTo>
                    <a:pt x="2134" y="803"/>
                  </a:lnTo>
                  <a:lnTo>
                    <a:pt x="2134" y="800"/>
                  </a:lnTo>
                  <a:lnTo>
                    <a:pt x="2134" y="799"/>
                  </a:lnTo>
                  <a:lnTo>
                    <a:pt x="2132" y="784"/>
                  </a:lnTo>
                  <a:lnTo>
                    <a:pt x="2131" y="779"/>
                  </a:lnTo>
                  <a:lnTo>
                    <a:pt x="2129" y="767"/>
                  </a:lnTo>
                  <a:lnTo>
                    <a:pt x="2128" y="759"/>
                  </a:lnTo>
                  <a:lnTo>
                    <a:pt x="2126" y="752"/>
                  </a:lnTo>
                  <a:lnTo>
                    <a:pt x="2126" y="749"/>
                  </a:lnTo>
                  <a:lnTo>
                    <a:pt x="2128" y="740"/>
                  </a:lnTo>
                  <a:lnTo>
                    <a:pt x="2129" y="733"/>
                  </a:lnTo>
                  <a:lnTo>
                    <a:pt x="2132" y="720"/>
                  </a:lnTo>
                  <a:lnTo>
                    <a:pt x="2132" y="718"/>
                  </a:lnTo>
                  <a:lnTo>
                    <a:pt x="2134" y="717"/>
                  </a:lnTo>
                  <a:lnTo>
                    <a:pt x="2139" y="712"/>
                  </a:lnTo>
                  <a:lnTo>
                    <a:pt x="2142" y="709"/>
                  </a:lnTo>
                  <a:lnTo>
                    <a:pt x="2143" y="706"/>
                  </a:lnTo>
                  <a:lnTo>
                    <a:pt x="2145" y="701"/>
                  </a:lnTo>
                  <a:lnTo>
                    <a:pt x="2145" y="700"/>
                  </a:lnTo>
                  <a:lnTo>
                    <a:pt x="2145" y="698"/>
                  </a:lnTo>
                  <a:lnTo>
                    <a:pt x="2143" y="697"/>
                  </a:lnTo>
                  <a:lnTo>
                    <a:pt x="2142" y="695"/>
                  </a:lnTo>
                  <a:lnTo>
                    <a:pt x="2143" y="695"/>
                  </a:lnTo>
                  <a:lnTo>
                    <a:pt x="2143" y="694"/>
                  </a:lnTo>
                  <a:lnTo>
                    <a:pt x="2145" y="694"/>
                  </a:lnTo>
                  <a:lnTo>
                    <a:pt x="2148" y="695"/>
                  </a:lnTo>
                  <a:lnTo>
                    <a:pt x="2151" y="694"/>
                  </a:lnTo>
                  <a:lnTo>
                    <a:pt x="2152" y="689"/>
                  </a:lnTo>
                  <a:lnTo>
                    <a:pt x="2157" y="689"/>
                  </a:lnTo>
                  <a:lnTo>
                    <a:pt x="2160" y="689"/>
                  </a:lnTo>
                  <a:lnTo>
                    <a:pt x="2160" y="689"/>
                  </a:lnTo>
                  <a:lnTo>
                    <a:pt x="2161" y="688"/>
                  </a:lnTo>
                  <a:lnTo>
                    <a:pt x="2163" y="686"/>
                  </a:lnTo>
                  <a:lnTo>
                    <a:pt x="2166" y="683"/>
                  </a:lnTo>
                  <a:lnTo>
                    <a:pt x="2169" y="680"/>
                  </a:lnTo>
                  <a:lnTo>
                    <a:pt x="2172" y="677"/>
                  </a:lnTo>
                  <a:lnTo>
                    <a:pt x="2173" y="676"/>
                  </a:lnTo>
                  <a:lnTo>
                    <a:pt x="2175" y="673"/>
                  </a:lnTo>
                  <a:lnTo>
                    <a:pt x="2176" y="671"/>
                  </a:lnTo>
                  <a:lnTo>
                    <a:pt x="2180" y="663"/>
                  </a:lnTo>
                  <a:lnTo>
                    <a:pt x="2186" y="657"/>
                  </a:lnTo>
                  <a:lnTo>
                    <a:pt x="2189" y="653"/>
                  </a:lnTo>
                  <a:lnTo>
                    <a:pt x="2190" y="651"/>
                  </a:lnTo>
                  <a:lnTo>
                    <a:pt x="2192" y="651"/>
                  </a:lnTo>
                  <a:lnTo>
                    <a:pt x="2196" y="645"/>
                  </a:lnTo>
                  <a:lnTo>
                    <a:pt x="2199" y="641"/>
                  </a:lnTo>
                  <a:lnTo>
                    <a:pt x="2202" y="638"/>
                  </a:lnTo>
                  <a:lnTo>
                    <a:pt x="2204" y="636"/>
                  </a:lnTo>
                  <a:lnTo>
                    <a:pt x="2205" y="632"/>
                  </a:lnTo>
                  <a:lnTo>
                    <a:pt x="2207" y="630"/>
                  </a:lnTo>
                  <a:lnTo>
                    <a:pt x="2210" y="629"/>
                  </a:lnTo>
                  <a:lnTo>
                    <a:pt x="2214" y="625"/>
                  </a:lnTo>
                  <a:lnTo>
                    <a:pt x="2218" y="622"/>
                  </a:lnTo>
                  <a:lnTo>
                    <a:pt x="2222" y="622"/>
                  </a:lnTo>
                  <a:lnTo>
                    <a:pt x="2224" y="621"/>
                  </a:lnTo>
                  <a:lnTo>
                    <a:pt x="2225" y="619"/>
                  </a:lnTo>
                  <a:lnTo>
                    <a:pt x="2227" y="619"/>
                  </a:lnTo>
                  <a:lnTo>
                    <a:pt x="2225" y="616"/>
                  </a:lnTo>
                  <a:lnTo>
                    <a:pt x="2225" y="615"/>
                  </a:lnTo>
                  <a:lnTo>
                    <a:pt x="2227" y="615"/>
                  </a:lnTo>
                  <a:lnTo>
                    <a:pt x="2230" y="610"/>
                  </a:lnTo>
                  <a:lnTo>
                    <a:pt x="2231" y="609"/>
                  </a:lnTo>
                  <a:lnTo>
                    <a:pt x="2231" y="607"/>
                  </a:lnTo>
                  <a:lnTo>
                    <a:pt x="2230" y="606"/>
                  </a:lnTo>
                  <a:lnTo>
                    <a:pt x="2228" y="606"/>
                  </a:lnTo>
                  <a:lnTo>
                    <a:pt x="2228" y="603"/>
                  </a:lnTo>
                  <a:lnTo>
                    <a:pt x="2230" y="602"/>
                  </a:lnTo>
                  <a:lnTo>
                    <a:pt x="2231" y="599"/>
                  </a:lnTo>
                  <a:lnTo>
                    <a:pt x="2231" y="596"/>
                  </a:lnTo>
                  <a:lnTo>
                    <a:pt x="2231" y="590"/>
                  </a:lnTo>
                  <a:lnTo>
                    <a:pt x="2233" y="584"/>
                  </a:lnTo>
                  <a:lnTo>
                    <a:pt x="2234" y="581"/>
                  </a:lnTo>
                  <a:lnTo>
                    <a:pt x="2237" y="578"/>
                  </a:lnTo>
                  <a:lnTo>
                    <a:pt x="2239" y="578"/>
                  </a:lnTo>
                  <a:lnTo>
                    <a:pt x="2242" y="581"/>
                  </a:lnTo>
                  <a:lnTo>
                    <a:pt x="2245" y="581"/>
                  </a:lnTo>
                  <a:lnTo>
                    <a:pt x="2245" y="581"/>
                  </a:lnTo>
                  <a:lnTo>
                    <a:pt x="2245" y="581"/>
                  </a:lnTo>
                  <a:lnTo>
                    <a:pt x="2245" y="581"/>
                  </a:lnTo>
                  <a:lnTo>
                    <a:pt x="2246" y="578"/>
                  </a:lnTo>
                  <a:lnTo>
                    <a:pt x="2248" y="581"/>
                  </a:lnTo>
                  <a:lnTo>
                    <a:pt x="2248" y="578"/>
                  </a:lnTo>
                  <a:lnTo>
                    <a:pt x="2243" y="578"/>
                  </a:lnTo>
                  <a:lnTo>
                    <a:pt x="2240" y="578"/>
                  </a:lnTo>
                  <a:lnTo>
                    <a:pt x="2237" y="575"/>
                  </a:lnTo>
                  <a:lnTo>
                    <a:pt x="2236" y="573"/>
                  </a:lnTo>
                  <a:lnTo>
                    <a:pt x="2234" y="573"/>
                  </a:lnTo>
                  <a:lnTo>
                    <a:pt x="2222" y="578"/>
                  </a:lnTo>
                  <a:lnTo>
                    <a:pt x="2222" y="578"/>
                  </a:lnTo>
                  <a:lnTo>
                    <a:pt x="2221" y="581"/>
                  </a:lnTo>
                  <a:lnTo>
                    <a:pt x="2222" y="581"/>
                  </a:lnTo>
                  <a:lnTo>
                    <a:pt x="2222" y="584"/>
                  </a:lnTo>
                  <a:lnTo>
                    <a:pt x="2221" y="584"/>
                  </a:lnTo>
                  <a:lnTo>
                    <a:pt x="2221" y="584"/>
                  </a:lnTo>
                  <a:lnTo>
                    <a:pt x="2219" y="587"/>
                  </a:lnTo>
                  <a:lnTo>
                    <a:pt x="2221" y="590"/>
                  </a:lnTo>
                  <a:lnTo>
                    <a:pt x="2219" y="594"/>
                  </a:lnTo>
                  <a:lnTo>
                    <a:pt x="2219" y="597"/>
                  </a:lnTo>
                  <a:lnTo>
                    <a:pt x="2221" y="599"/>
                  </a:lnTo>
                  <a:lnTo>
                    <a:pt x="2222" y="600"/>
                  </a:lnTo>
                  <a:lnTo>
                    <a:pt x="2221" y="602"/>
                  </a:lnTo>
                  <a:lnTo>
                    <a:pt x="2221" y="602"/>
                  </a:lnTo>
                  <a:lnTo>
                    <a:pt x="2219" y="603"/>
                  </a:lnTo>
                  <a:lnTo>
                    <a:pt x="2219" y="603"/>
                  </a:lnTo>
                  <a:lnTo>
                    <a:pt x="2218" y="603"/>
                  </a:lnTo>
                  <a:lnTo>
                    <a:pt x="2218" y="602"/>
                  </a:lnTo>
                  <a:lnTo>
                    <a:pt x="2216" y="600"/>
                  </a:lnTo>
                  <a:lnTo>
                    <a:pt x="2216" y="599"/>
                  </a:lnTo>
                  <a:lnTo>
                    <a:pt x="2214" y="600"/>
                  </a:lnTo>
                  <a:lnTo>
                    <a:pt x="2214" y="600"/>
                  </a:lnTo>
                  <a:lnTo>
                    <a:pt x="2213" y="600"/>
                  </a:lnTo>
                  <a:lnTo>
                    <a:pt x="2211" y="600"/>
                  </a:lnTo>
                  <a:lnTo>
                    <a:pt x="2211" y="600"/>
                  </a:lnTo>
                  <a:lnTo>
                    <a:pt x="2208" y="603"/>
                  </a:lnTo>
                  <a:lnTo>
                    <a:pt x="2195" y="618"/>
                  </a:lnTo>
                  <a:lnTo>
                    <a:pt x="2193" y="619"/>
                  </a:lnTo>
                  <a:lnTo>
                    <a:pt x="2190" y="624"/>
                  </a:lnTo>
                  <a:lnTo>
                    <a:pt x="2187" y="624"/>
                  </a:lnTo>
                  <a:lnTo>
                    <a:pt x="2186" y="624"/>
                  </a:lnTo>
                  <a:lnTo>
                    <a:pt x="2186" y="625"/>
                  </a:lnTo>
                  <a:lnTo>
                    <a:pt x="2184" y="625"/>
                  </a:lnTo>
                  <a:lnTo>
                    <a:pt x="2184" y="625"/>
                  </a:lnTo>
                  <a:lnTo>
                    <a:pt x="2184" y="624"/>
                  </a:lnTo>
                  <a:lnTo>
                    <a:pt x="2184" y="621"/>
                  </a:lnTo>
                  <a:lnTo>
                    <a:pt x="2186" y="616"/>
                  </a:lnTo>
                  <a:lnTo>
                    <a:pt x="2186" y="616"/>
                  </a:lnTo>
                  <a:lnTo>
                    <a:pt x="2184" y="616"/>
                  </a:lnTo>
                  <a:lnTo>
                    <a:pt x="2181" y="616"/>
                  </a:lnTo>
                  <a:lnTo>
                    <a:pt x="2180" y="618"/>
                  </a:lnTo>
                  <a:lnTo>
                    <a:pt x="2180" y="618"/>
                  </a:lnTo>
                  <a:lnTo>
                    <a:pt x="2180" y="616"/>
                  </a:lnTo>
                  <a:lnTo>
                    <a:pt x="2181" y="613"/>
                  </a:lnTo>
                  <a:lnTo>
                    <a:pt x="2181" y="610"/>
                  </a:lnTo>
                  <a:lnTo>
                    <a:pt x="2180" y="610"/>
                  </a:lnTo>
                  <a:lnTo>
                    <a:pt x="2181" y="609"/>
                  </a:lnTo>
                  <a:lnTo>
                    <a:pt x="2184" y="603"/>
                  </a:lnTo>
                  <a:lnTo>
                    <a:pt x="2184" y="602"/>
                  </a:lnTo>
                  <a:lnTo>
                    <a:pt x="2186" y="597"/>
                  </a:lnTo>
                  <a:lnTo>
                    <a:pt x="2186" y="596"/>
                  </a:lnTo>
                  <a:lnTo>
                    <a:pt x="2186" y="594"/>
                  </a:lnTo>
                  <a:lnTo>
                    <a:pt x="2184" y="594"/>
                  </a:lnTo>
                  <a:lnTo>
                    <a:pt x="2184" y="594"/>
                  </a:lnTo>
                  <a:lnTo>
                    <a:pt x="2178" y="599"/>
                  </a:lnTo>
                  <a:lnTo>
                    <a:pt x="2176" y="599"/>
                  </a:lnTo>
                  <a:lnTo>
                    <a:pt x="2175" y="597"/>
                  </a:lnTo>
                  <a:lnTo>
                    <a:pt x="2175" y="597"/>
                  </a:lnTo>
                  <a:lnTo>
                    <a:pt x="2173" y="594"/>
                  </a:lnTo>
                  <a:lnTo>
                    <a:pt x="2172" y="594"/>
                  </a:lnTo>
                  <a:lnTo>
                    <a:pt x="2170" y="594"/>
                  </a:lnTo>
                  <a:lnTo>
                    <a:pt x="2167" y="596"/>
                  </a:lnTo>
                  <a:lnTo>
                    <a:pt x="2164" y="597"/>
                  </a:lnTo>
                  <a:lnTo>
                    <a:pt x="2161" y="596"/>
                  </a:lnTo>
                  <a:lnTo>
                    <a:pt x="2158" y="599"/>
                  </a:lnTo>
                  <a:lnTo>
                    <a:pt x="2158" y="599"/>
                  </a:lnTo>
                  <a:lnTo>
                    <a:pt x="2155" y="597"/>
                  </a:lnTo>
                  <a:lnTo>
                    <a:pt x="2151" y="597"/>
                  </a:lnTo>
                  <a:lnTo>
                    <a:pt x="2149" y="599"/>
                  </a:lnTo>
                  <a:lnTo>
                    <a:pt x="2146" y="600"/>
                  </a:lnTo>
                  <a:lnTo>
                    <a:pt x="2143" y="603"/>
                  </a:lnTo>
                  <a:lnTo>
                    <a:pt x="2142" y="605"/>
                  </a:lnTo>
                  <a:lnTo>
                    <a:pt x="2140" y="605"/>
                  </a:lnTo>
                  <a:lnTo>
                    <a:pt x="2140" y="610"/>
                  </a:lnTo>
                  <a:lnTo>
                    <a:pt x="2139" y="612"/>
                  </a:lnTo>
                  <a:lnTo>
                    <a:pt x="2137" y="613"/>
                  </a:lnTo>
                  <a:lnTo>
                    <a:pt x="2132" y="616"/>
                  </a:lnTo>
                  <a:lnTo>
                    <a:pt x="2131" y="622"/>
                  </a:lnTo>
                  <a:lnTo>
                    <a:pt x="2129" y="625"/>
                  </a:lnTo>
                  <a:lnTo>
                    <a:pt x="2125" y="629"/>
                  </a:lnTo>
                  <a:lnTo>
                    <a:pt x="2120" y="633"/>
                  </a:lnTo>
                  <a:lnTo>
                    <a:pt x="2114" y="639"/>
                  </a:lnTo>
                  <a:lnTo>
                    <a:pt x="2113" y="645"/>
                  </a:lnTo>
                  <a:lnTo>
                    <a:pt x="2113" y="645"/>
                  </a:lnTo>
                  <a:lnTo>
                    <a:pt x="2111" y="647"/>
                  </a:lnTo>
                  <a:lnTo>
                    <a:pt x="2111" y="648"/>
                  </a:lnTo>
                  <a:lnTo>
                    <a:pt x="2111" y="650"/>
                  </a:lnTo>
                  <a:lnTo>
                    <a:pt x="2111" y="651"/>
                  </a:lnTo>
                  <a:lnTo>
                    <a:pt x="2110" y="653"/>
                  </a:lnTo>
                  <a:lnTo>
                    <a:pt x="2111" y="654"/>
                  </a:lnTo>
                  <a:lnTo>
                    <a:pt x="2111" y="654"/>
                  </a:lnTo>
                  <a:lnTo>
                    <a:pt x="2113" y="654"/>
                  </a:lnTo>
                  <a:lnTo>
                    <a:pt x="2116" y="653"/>
                  </a:lnTo>
                  <a:lnTo>
                    <a:pt x="2120" y="656"/>
                  </a:lnTo>
                  <a:lnTo>
                    <a:pt x="2122" y="657"/>
                  </a:lnTo>
                  <a:lnTo>
                    <a:pt x="2122" y="659"/>
                  </a:lnTo>
                  <a:lnTo>
                    <a:pt x="2122" y="662"/>
                  </a:lnTo>
                  <a:lnTo>
                    <a:pt x="2120" y="662"/>
                  </a:lnTo>
                  <a:lnTo>
                    <a:pt x="2117" y="662"/>
                  </a:lnTo>
                  <a:lnTo>
                    <a:pt x="2116" y="663"/>
                  </a:lnTo>
                  <a:lnTo>
                    <a:pt x="2114" y="660"/>
                  </a:lnTo>
                  <a:lnTo>
                    <a:pt x="2113" y="662"/>
                  </a:lnTo>
                  <a:lnTo>
                    <a:pt x="2111" y="663"/>
                  </a:lnTo>
                  <a:lnTo>
                    <a:pt x="2108" y="665"/>
                  </a:lnTo>
                  <a:lnTo>
                    <a:pt x="2107" y="663"/>
                  </a:lnTo>
                  <a:lnTo>
                    <a:pt x="2104" y="660"/>
                  </a:lnTo>
                  <a:lnTo>
                    <a:pt x="2101" y="660"/>
                  </a:lnTo>
                  <a:lnTo>
                    <a:pt x="2099" y="663"/>
                  </a:lnTo>
                  <a:lnTo>
                    <a:pt x="2097" y="663"/>
                  </a:lnTo>
                  <a:lnTo>
                    <a:pt x="2096" y="663"/>
                  </a:lnTo>
                  <a:lnTo>
                    <a:pt x="2094" y="668"/>
                  </a:lnTo>
                  <a:lnTo>
                    <a:pt x="2093" y="668"/>
                  </a:lnTo>
                  <a:lnTo>
                    <a:pt x="2090" y="667"/>
                  </a:lnTo>
                  <a:lnTo>
                    <a:pt x="2088" y="665"/>
                  </a:lnTo>
                  <a:lnTo>
                    <a:pt x="2087" y="665"/>
                  </a:lnTo>
                  <a:lnTo>
                    <a:pt x="2085" y="667"/>
                  </a:lnTo>
                  <a:lnTo>
                    <a:pt x="2084" y="668"/>
                  </a:lnTo>
                  <a:lnTo>
                    <a:pt x="2079" y="670"/>
                  </a:lnTo>
                  <a:lnTo>
                    <a:pt x="2075" y="670"/>
                  </a:lnTo>
                  <a:lnTo>
                    <a:pt x="2073" y="663"/>
                  </a:lnTo>
                  <a:lnTo>
                    <a:pt x="2078" y="662"/>
                  </a:lnTo>
                  <a:lnTo>
                    <a:pt x="2081" y="662"/>
                  </a:lnTo>
                  <a:lnTo>
                    <a:pt x="2084" y="662"/>
                  </a:lnTo>
                  <a:lnTo>
                    <a:pt x="2087" y="660"/>
                  </a:lnTo>
                  <a:lnTo>
                    <a:pt x="2085" y="659"/>
                  </a:lnTo>
                  <a:lnTo>
                    <a:pt x="2085" y="659"/>
                  </a:lnTo>
                  <a:lnTo>
                    <a:pt x="2082" y="659"/>
                  </a:lnTo>
                  <a:lnTo>
                    <a:pt x="2081" y="659"/>
                  </a:lnTo>
                  <a:lnTo>
                    <a:pt x="2076" y="653"/>
                  </a:lnTo>
                  <a:lnTo>
                    <a:pt x="2075" y="653"/>
                  </a:lnTo>
                  <a:lnTo>
                    <a:pt x="2073" y="653"/>
                  </a:lnTo>
                  <a:lnTo>
                    <a:pt x="2072" y="651"/>
                  </a:lnTo>
                  <a:lnTo>
                    <a:pt x="2070" y="653"/>
                  </a:lnTo>
                  <a:lnTo>
                    <a:pt x="2070" y="653"/>
                  </a:lnTo>
                  <a:lnTo>
                    <a:pt x="2069" y="654"/>
                  </a:lnTo>
                  <a:lnTo>
                    <a:pt x="2069" y="654"/>
                  </a:lnTo>
                  <a:lnTo>
                    <a:pt x="2067" y="654"/>
                  </a:lnTo>
                  <a:lnTo>
                    <a:pt x="2066" y="654"/>
                  </a:lnTo>
                  <a:lnTo>
                    <a:pt x="2064" y="654"/>
                  </a:lnTo>
                  <a:lnTo>
                    <a:pt x="2066" y="653"/>
                  </a:lnTo>
                  <a:lnTo>
                    <a:pt x="2067" y="653"/>
                  </a:lnTo>
                  <a:lnTo>
                    <a:pt x="2064" y="651"/>
                  </a:lnTo>
                  <a:lnTo>
                    <a:pt x="2063" y="651"/>
                  </a:lnTo>
                  <a:lnTo>
                    <a:pt x="2061" y="650"/>
                  </a:lnTo>
                  <a:lnTo>
                    <a:pt x="2055" y="648"/>
                  </a:lnTo>
                  <a:lnTo>
                    <a:pt x="2052" y="648"/>
                  </a:lnTo>
                  <a:lnTo>
                    <a:pt x="2050" y="648"/>
                  </a:lnTo>
                  <a:lnTo>
                    <a:pt x="2047" y="651"/>
                  </a:lnTo>
                  <a:lnTo>
                    <a:pt x="2047" y="653"/>
                  </a:lnTo>
                  <a:lnTo>
                    <a:pt x="2049" y="653"/>
                  </a:lnTo>
                  <a:lnTo>
                    <a:pt x="2049" y="654"/>
                  </a:lnTo>
                  <a:lnTo>
                    <a:pt x="2049" y="654"/>
                  </a:lnTo>
                  <a:lnTo>
                    <a:pt x="2046" y="654"/>
                  </a:lnTo>
                  <a:lnTo>
                    <a:pt x="2044" y="653"/>
                  </a:lnTo>
                  <a:lnTo>
                    <a:pt x="2043" y="656"/>
                  </a:lnTo>
                  <a:lnTo>
                    <a:pt x="2043" y="657"/>
                  </a:lnTo>
                  <a:lnTo>
                    <a:pt x="2046" y="656"/>
                  </a:lnTo>
                  <a:lnTo>
                    <a:pt x="2046" y="657"/>
                  </a:lnTo>
                  <a:lnTo>
                    <a:pt x="2046" y="659"/>
                  </a:lnTo>
                  <a:lnTo>
                    <a:pt x="2043" y="660"/>
                  </a:lnTo>
                  <a:lnTo>
                    <a:pt x="2040" y="660"/>
                  </a:lnTo>
                  <a:lnTo>
                    <a:pt x="2037" y="656"/>
                  </a:lnTo>
                  <a:lnTo>
                    <a:pt x="2032" y="657"/>
                  </a:lnTo>
                  <a:lnTo>
                    <a:pt x="2031" y="659"/>
                  </a:lnTo>
                  <a:lnTo>
                    <a:pt x="2028" y="660"/>
                  </a:lnTo>
                  <a:lnTo>
                    <a:pt x="2023" y="657"/>
                  </a:lnTo>
                  <a:lnTo>
                    <a:pt x="2020" y="657"/>
                  </a:lnTo>
                  <a:lnTo>
                    <a:pt x="2017" y="656"/>
                  </a:lnTo>
                  <a:lnTo>
                    <a:pt x="2015" y="656"/>
                  </a:lnTo>
                  <a:lnTo>
                    <a:pt x="2012" y="660"/>
                  </a:lnTo>
                  <a:lnTo>
                    <a:pt x="2011" y="662"/>
                  </a:lnTo>
                  <a:lnTo>
                    <a:pt x="2009" y="662"/>
                  </a:lnTo>
                  <a:lnTo>
                    <a:pt x="2008" y="659"/>
                  </a:lnTo>
                  <a:lnTo>
                    <a:pt x="2006" y="657"/>
                  </a:lnTo>
                  <a:lnTo>
                    <a:pt x="2005" y="656"/>
                  </a:lnTo>
                  <a:lnTo>
                    <a:pt x="1991" y="657"/>
                  </a:lnTo>
                  <a:lnTo>
                    <a:pt x="1987" y="656"/>
                  </a:lnTo>
                  <a:lnTo>
                    <a:pt x="1984" y="656"/>
                  </a:lnTo>
                  <a:lnTo>
                    <a:pt x="1979" y="657"/>
                  </a:lnTo>
                  <a:lnTo>
                    <a:pt x="1976" y="657"/>
                  </a:lnTo>
                  <a:lnTo>
                    <a:pt x="1968" y="660"/>
                  </a:lnTo>
                  <a:lnTo>
                    <a:pt x="1965" y="662"/>
                  </a:lnTo>
                  <a:lnTo>
                    <a:pt x="1961" y="667"/>
                  </a:lnTo>
                  <a:lnTo>
                    <a:pt x="1958" y="673"/>
                  </a:lnTo>
                  <a:lnTo>
                    <a:pt x="1956" y="674"/>
                  </a:lnTo>
                  <a:lnTo>
                    <a:pt x="1953" y="677"/>
                  </a:lnTo>
                  <a:lnTo>
                    <a:pt x="1949" y="680"/>
                  </a:lnTo>
                  <a:lnTo>
                    <a:pt x="1946" y="683"/>
                  </a:lnTo>
                  <a:lnTo>
                    <a:pt x="1944" y="685"/>
                  </a:lnTo>
                  <a:lnTo>
                    <a:pt x="1943" y="692"/>
                  </a:lnTo>
                  <a:lnTo>
                    <a:pt x="1941" y="694"/>
                  </a:lnTo>
                  <a:lnTo>
                    <a:pt x="1936" y="697"/>
                  </a:lnTo>
                  <a:lnTo>
                    <a:pt x="1935" y="700"/>
                  </a:lnTo>
                  <a:lnTo>
                    <a:pt x="1933" y="701"/>
                  </a:lnTo>
                  <a:lnTo>
                    <a:pt x="1932" y="701"/>
                  </a:lnTo>
                  <a:lnTo>
                    <a:pt x="1930" y="705"/>
                  </a:lnTo>
                  <a:lnTo>
                    <a:pt x="1929" y="705"/>
                  </a:lnTo>
                  <a:lnTo>
                    <a:pt x="1926" y="706"/>
                  </a:lnTo>
                  <a:lnTo>
                    <a:pt x="1923" y="711"/>
                  </a:lnTo>
                  <a:lnTo>
                    <a:pt x="1920" y="714"/>
                  </a:lnTo>
                  <a:lnTo>
                    <a:pt x="1914" y="721"/>
                  </a:lnTo>
                  <a:lnTo>
                    <a:pt x="1914" y="721"/>
                  </a:lnTo>
                  <a:lnTo>
                    <a:pt x="1914" y="724"/>
                  </a:lnTo>
                  <a:lnTo>
                    <a:pt x="1912" y="726"/>
                  </a:lnTo>
                  <a:lnTo>
                    <a:pt x="1908" y="732"/>
                  </a:lnTo>
                  <a:lnTo>
                    <a:pt x="1906" y="732"/>
                  </a:lnTo>
                  <a:lnTo>
                    <a:pt x="1905" y="735"/>
                  </a:lnTo>
                  <a:lnTo>
                    <a:pt x="1901" y="736"/>
                  </a:lnTo>
                  <a:lnTo>
                    <a:pt x="1900" y="740"/>
                  </a:lnTo>
                  <a:lnTo>
                    <a:pt x="1897" y="741"/>
                  </a:lnTo>
                  <a:lnTo>
                    <a:pt x="1892" y="744"/>
                  </a:lnTo>
                  <a:lnTo>
                    <a:pt x="1891" y="746"/>
                  </a:lnTo>
                  <a:lnTo>
                    <a:pt x="1889" y="749"/>
                  </a:lnTo>
                  <a:lnTo>
                    <a:pt x="1883" y="753"/>
                  </a:lnTo>
                  <a:lnTo>
                    <a:pt x="1882" y="755"/>
                  </a:lnTo>
                  <a:lnTo>
                    <a:pt x="1877" y="758"/>
                  </a:lnTo>
                  <a:lnTo>
                    <a:pt x="1877" y="758"/>
                  </a:lnTo>
                  <a:lnTo>
                    <a:pt x="1877" y="759"/>
                  </a:lnTo>
                  <a:lnTo>
                    <a:pt x="1877" y="762"/>
                  </a:lnTo>
                  <a:lnTo>
                    <a:pt x="1879" y="762"/>
                  </a:lnTo>
                  <a:lnTo>
                    <a:pt x="1880" y="762"/>
                  </a:lnTo>
                  <a:lnTo>
                    <a:pt x="1885" y="765"/>
                  </a:lnTo>
                  <a:lnTo>
                    <a:pt x="1889" y="765"/>
                  </a:lnTo>
                  <a:lnTo>
                    <a:pt x="1894" y="765"/>
                  </a:lnTo>
                  <a:lnTo>
                    <a:pt x="1895" y="764"/>
                  </a:lnTo>
                  <a:lnTo>
                    <a:pt x="1897" y="764"/>
                  </a:lnTo>
                  <a:lnTo>
                    <a:pt x="1897" y="765"/>
                  </a:lnTo>
                  <a:lnTo>
                    <a:pt x="1897" y="768"/>
                  </a:lnTo>
                  <a:lnTo>
                    <a:pt x="1897" y="770"/>
                  </a:lnTo>
                  <a:lnTo>
                    <a:pt x="1895" y="776"/>
                  </a:lnTo>
                  <a:lnTo>
                    <a:pt x="1895" y="779"/>
                  </a:lnTo>
                  <a:lnTo>
                    <a:pt x="1895" y="782"/>
                  </a:lnTo>
                  <a:lnTo>
                    <a:pt x="1897" y="782"/>
                  </a:lnTo>
                  <a:lnTo>
                    <a:pt x="1898" y="781"/>
                  </a:lnTo>
                  <a:lnTo>
                    <a:pt x="1900" y="781"/>
                  </a:lnTo>
                  <a:lnTo>
                    <a:pt x="1901" y="781"/>
                  </a:lnTo>
                  <a:lnTo>
                    <a:pt x="1903" y="778"/>
                  </a:lnTo>
                  <a:lnTo>
                    <a:pt x="1901" y="776"/>
                  </a:lnTo>
                  <a:lnTo>
                    <a:pt x="1900" y="774"/>
                  </a:lnTo>
                  <a:lnTo>
                    <a:pt x="1901" y="774"/>
                  </a:lnTo>
                  <a:lnTo>
                    <a:pt x="1905" y="771"/>
                  </a:lnTo>
                  <a:lnTo>
                    <a:pt x="1906" y="771"/>
                  </a:lnTo>
                  <a:lnTo>
                    <a:pt x="1908" y="771"/>
                  </a:lnTo>
                  <a:lnTo>
                    <a:pt x="1906" y="774"/>
                  </a:lnTo>
                  <a:lnTo>
                    <a:pt x="1905" y="774"/>
                  </a:lnTo>
                  <a:lnTo>
                    <a:pt x="1905" y="774"/>
                  </a:lnTo>
                  <a:lnTo>
                    <a:pt x="1903" y="776"/>
                  </a:lnTo>
                  <a:lnTo>
                    <a:pt x="1905" y="778"/>
                  </a:lnTo>
                  <a:lnTo>
                    <a:pt x="1908" y="778"/>
                  </a:lnTo>
                  <a:lnTo>
                    <a:pt x="1909" y="779"/>
                  </a:lnTo>
                  <a:lnTo>
                    <a:pt x="1909" y="779"/>
                  </a:lnTo>
                  <a:lnTo>
                    <a:pt x="1908" y="781"/>
                  </a:lnTo>
                  <a:lnTo>
                    <a:pt x="1906" y="784"/>
                  </a:lnTo>
                  <a:lnTo>
                    <a:pt x="1903" y="785"/>
                  </a:lnTo>
                  <a:lnTo>
                    <a:pt x="1901" y="787"/>
                  </a:lnTo>
                  <a:lnTo>
                    <a:pt x="1903" y="787"/>
                  </a:lnTo>
                  <a:lnTo>
                    <a:pt x="1903" y="787"/>
                  </a:lnTo>
                  <a:lnTo>
                    <a:pt x="1908" y="787"/>
                  </a:lnTo>
                  <a:lnTo>
                    <a:pt x="1911" y="785"/>
                  </a:lnTo>
                  <a:lnTo>
                    <a:pt x="1915" y="784"/>
                  </a:lnTo>
                  <a:lnTo>
                    <a:pt x="1917" y="779"/>
                  </a:lnTo>
                  <a:lnTo>
                    <a:pt x="1918" y="779"/>
                  </a:lnTo>
                  <a:lnTo>
                    <a:pt x="1918" y="779"/>
                  </a:lnTo>
                  <a:lnTo>
                    <a:pt x="1918" y="779"/>
                  </a:lnTo>
                  <a:lnTo>
                    <a:pt x="1918" y="782"/>
                  </a:lnTo>
                  <a:lnTo>
                    <a:pt x="1917" y="784"/>
                  </a:lnTo>
                  <a:lnTo>
                    <a:pt x="1915" y="787"/>
                  </a:lnTo>
                  <a:lnTo>
                    <a:pt x="1915" y="788"/>
                  </a:lnTo>
                  <a:lnTo>
                    <a:pt x="1915" y="788"/>
                  </a:lnTo>
                  <a:lnTo>
                    <a:pt x="1917" y="787"/>
                  </a:lnTo>
                  <a:lnTo>
                    <a:pt x="1918" y="787"/>
                  </a:lnTo>
                  <a:lnTo>
                    <a:pt x="1920" y="784"/>
                  </a:lnTo>
                  <a:lnTo>
                    <a:pt x="1920" y="781"/>
                  </a:lnTo>
                  <a:lnTo>
                    <a:pt x="1920" y="776"/>
                  </a:lnTo>
                  <a:lnTo>
                    <a:pt x="1920" y="774"/>
                  </a:lnTo>
                  <a:lnTo>
                    <a:pt x="1920" y="773"/>
                  </a:lnTo>
                  <a:lnTo>
                    <a:pt x="1920" y="771"/>
                  </a:lnTo>
                  <a:lnTo>
                    <a:pt x="1920" y="771"/>
                  </a:lnTo>
                  <a:lnTo>
                    <a:pt x="1926" y="773"/>
                  </a:lnTo>
                  <a:lnTo>
                    <a:pt x="1927" y="773"/>
                  </a:lnTo>
                  <a:lnTo>
                    <a:pt x="1932" y="771"/>
                  </a:lnTo>
                  <a:lnTo>
                    <a:pt x="1933" y="771"/>
                  </a:lnTo>
                  <a:lnTo>
                    <a:pt x="1935" y="773"/>
                  </a:lnTo>
                  <a:lnTo>
                    <a:pt x="1938" y="776"/>
                  </a:lnTo>
                  <a:lnTo>
                    <a:pt x="1939" y="778"/>
                  </a:lnTo>
                  <a:lnTo>
                    <a:pt x="1941" y="782"/>
                  </a:lnTo>
                  <a:lnTo>
                    <a:pt x="1944" y="787"/>
                  </a:lnTo>
                  <a:lnTo>
                    <a:pt x="1949" y="788"/>
                  </a:lnTo>
                  <a:lnTo>
                    <a:pt x="1949" y="788"/>
                  </a:lnTo>
                  <a:lnTo>
                    <a:pt x="1952" y="791"/>
                  </a:lnTo>
                  <a:lnTo>
                    <a:pt x="1953" y="793"/>
                  </a:lnTo>
                  <a:lnTo>
                    <a:pt x="1953" y="794"/>
                  </a:lnTo>
                  <a:lnTo>
                    <a:pt x="1952" y="796"/>
                  </a:lnTo>
                  <a:lnTo>
                    <a:pt x="1950" y="797"/>
                  </a:lnTo>
                  <a:lnTo>
                    <a:pt x="1947" y="796"/>
                  </a:lnTo>
                  <a:lnTo>
                    <a:pt x="1947" y="796"/>
                  </a:lnTo>
                  <a:lnTo>
                    <a:pt x="1947" y="797"/>
                  </a:lnTo>
                  <a:lnTo>
                    <a:pt x="1950" y="800"/>
                  </a:lnTo>
                  <a:lnTo>
                    <a:pt x="1952" y="802"/>
                  </a:lnTo>
                  <a:lnTo>
                    <a:pt x="1952" y="805"/>
                  </a:lnTo>
                  <a:lnTo>
                    <a:pt x="1952" y="808"/>
                  </a:lnTo>
                  <a:lnTo>
                    <a:pt x="1950" y="809"/>
                  </a:lnTo>
                  <a:lnTo>
                    <a:pt x="1950" y="811"/>
                  </a:lnTo>
                  <a:lnTo>
                    <a:pt x="1952" y="812"/>
                  </a:lnTo>
                  <a:lnTo>
                    <a:pt x="1953" y="814"/>
                  </a:lnTo>
                  <a:lnTo>
                    <a:pt x="1955" y="816"/>
                  </a:lnTo>
                  <a:lnTo>
                    <a:pt x="1953" y="817"/>
                  </a:lnTo>
                  <a:lnTo>
                    <a:pt x="1953" y="820"/>
                  </a:lnTo>
                  <a:lnTo>
                    <a:pt x="1952" y="822"/>
                  </a:lnTo>
                  <a:lnTo>
                    <a:pt x="1950" y="823"/>
                  </a:lnTo>
                  <a:lnTo>
                    <a:pt x="1947" y="826"/>
                  </a:lnTo>
                  <a:lnTo>
                    <a:pt x="1947" y="831"/>
                  </a:lnTo>
                  <a:lnTo>
                    <a:pt x="1944" y="834"/>
                  </a:lnTo>
                  <a:lnTo>
                    <a:pt x="1944" y="837"/>
                  </a:lnTo>
                  <a:lnTo>
                    <a:pt x="1944" y="838"/>
                  </a:lnTo>
                  <a:lnTo>
                    <a:pt x="1943" y="841"/>
                  </a:lnTo>
                  <a:lnTo>
                    <a:pt x="1943" y="847"/>
                  </a:lnTo>
                  <a:lnTo>
                    <a:pt x="1943" y="855"/>
                  </a:lnTo>
                  <a:lnTo>
                    <a:pt x="1943" y="855"/>
                  </a:lnTo>
                  <a:lnTo>
                    <a:pt x="1944" y="857"/>
                  </a:lnTo>
                  <a:lnTo>
                    <a:pt x="1944" y="857"/>
                  </a:lnTo>
                  <a:lnTo>
                    <a:pt x="1943" y="857"/>
                  </a:lnTo>
                  <a:lnTo>
                    <a:pt x="1941" y="860"/>
                  </a:lnTo>
                  <a:lnTo>
                    <a:pt x="1941" y="861"/>
                  </a:lnTo>
                  <a:lnTo>
                    <a:pt x="1943" y="863"/>
                  </a:lnTo>
                  <a:lnTo>
                    <a:pt x="1943" y="866"/>
                  </a:lnTo>
                  <a:lnTo>
                    <a:pt x="1941" y="870"/>
                  </a:lnTo>
                  <a:lnTo>
                    <a:pt x="1941" y="870"/>
                  </a:lnTo>
                  <a:lnTo>
                    <a:pt x="1941" y="872"/>
                  </a:lnTo>
                  <a:lnTo>
                    <a:pt x="1941" y="873"/>
                  </a:lnTo>
                  <a:lnTo>
                    <a:pt x="1939" y="875"/>
                  </a:lnTo>
                  <a:lnTo>
                    <a:pt x="1939" y="875"/>
                  </a:lnTo>
                  <a:lnTo>
                    <a:pt x="1939" y="876"/>
                  </a:lnTo>
                  <a:lnTo>
                    <a:pt x="1941" y="876"/>
                  </a:lnTo>
                  <a:lnTo>
                    <a:pt x="1939" y="881"/>
                  </a:lnTo>
                  <a:lnTo>
                    <a:pt x="1938" y="885"/>
                  </a:lnTo>
                  <a:lnTo>
                    <a:pt x="1938" y="887"/>
                  </a:lnTo>
                  <a:lnTo>
                    <a:pt x="1936" y="889"/>
                  </a:lnTo>
                  <a:lnTo>
                    <a:pt x="1933" y="892"/>
                  </a:lnTo>
                  <a:lnTo>
                    <a:pt x="1932" y="893"/>
                  </a:lnTo>
                  <a:lnTo>
                    <a:pt x="1930" y="895"/>
                  </a:lnTo>
                  <a:lnTo>
                    <a:pt x="1929" y="898"/>
                  </a:lnTo>
                  <a:lnTo>
                    <a:pt x="1926" y="902"/>
                  </a:lnTo>
                  <a:lnTo>
                    <a:pt x="1924" y="907"/>
                  </a:lnTo>
                  <a:lnTo>
                    <a:pt x="1918" y="911"/>
                  </a:lnTo>
                  <a:lnTo>
                    <a:pt x="1918" y="913"/>
                  </a:lnTo>
                  <a:lnTo>
                    <a:pt x="1918" y="914"/>
                  </a:lnTo>
                  <a:lnTo>
                    <a:pt x="1917" y="917"/>
                  </a:lnTo>
                  <a:lnTo>
                    <a:pt x="1915" y="922"/>
                  </a:lnTo>
                  <a:lnTo>
                    <a:pt x="1914" y="922"/>
                  </a:lnTo>
                  <a:lnTo>
                    <a:pt x="1912" y="927"/>
                  </a:lnTo>
                  <a:lnTo>
                    <a:pt x="1909" y="933"/>
                  </a:lnTo>
                  <a:lnTo>
                    <a:pt x="1908" y="934"/>
                  </a:lnTo>
                  <a:lnTo>
                    <a:pt x="1905" y="937"/>
                  </a:lnTo>
                  <a:lnTo>
                    <a:pt x="1901" y="942"/>
                  </a:lnTo>
                  <a:lnTo>
                    <a:pt x="1897" y="945"/>
                  </a:lnTo>
                  <a:lnTo>
                    <a:pt x="1895" y="946"/>
                  </a:lnTo>
                  <a:lnTo>
                    <a:pt x="1894" y="949"/>
                  </a:lnTo>
                  <a:lnTo>
                    <a:pt x="1892" y="951"/>
                  </a:lnTo>
                  <a:lnTo>
                    <a:pt x="1889" y="954"/>
                  </a:lnTo>
                  <a:lnTo>
                    <a:pt x="1889" y="955"/>
                  </a:lnTo>
                  <a:lnTo>
                    <a:pt x="1889" y="957"/>
                  </a:lnTo>
                  <a:lnTo>
                    <a:pt x="1886" y="958"/>
                  </a:lnTo>
                  <a:lnTo>
                    <a:pt x="1885" y="958"/>
                  </a:lnTo>
                  <a:lnTo>
                    <a:pt x="1882" y="966"/>
                  </a:lnTo>
                  <a:lnTo>
                    <a:pt x="1880" y="968"/>
                  </a:lnTo>
                  <a:lnTo>
                    <a:pt x="1880" y="969"/>
                  </a:lnTo>
                  <a:lnTo>
                    <a:pt x="1877" y="971"/>
                  </a:lnTo>
                  <a:lnTo>
                    <a:pt x="1876" y="974"/>
                  </a:lnTo>
                  <a:lnTo>
                    <a:pt x="1874" y="975"/>
                  </a:lnTo>
                  <a:lnTo>
                    <a:pt x="1871" y="978"/>
                  </a:lnTo>
                  <a:lnTo>
                    <a:pt x="1865" y="981"/>
                  </a:lnTo>
                  <a:lnTo>
                    <a:pt x="1862" y="983"/>
                  </a:lnTo>
                  <a:lnTo>
                    <a:pt x="1859" y="986"/>
                  </a:lnTo>
                  <a:lnTo>
                    <a:pt x="1857" y="986"/>
                  </a:lnTo>
                  <a:lnTo>
                    <a:pt x="1854" y="986"/>
                  </a:lnTo>
                  <a:lnTo>
                    <a:pt x="1851" y="987"/>
                  </a:lnTo>
                  <a:lnTo>
                    <a:pt x="1851" y="987"/>
                  </a:lnTo>
                  <a:lnTo>
                    <a:pt x="1850" y="986"/>
                  </a:lnTo>
                  <a:lnTo>
                    <a:pt x="1850" y="986"/>
                  </a:lnTo>
                  <a:lnTo>
                    <a:pt x="1848" y="986"/>
                  </a:lnTo>
                  <a:lnTo>
                    <a:pt x="1847" y="984"/>
                  </a:lnTo>
                  <a:lnTo>
                    <a:pt x="1845" y="984"/>
                  </a:lnTo>
                  <a:lnTo>
                    <a:pt x="1844" y="984"/>
                  </a:lnTo>
                  <a:lnTo>
                    <a:pt x="1842" y="984"/>
                  </a:lnTo>
                  <a:lnTo>
                    <a:pt x="1842" y="978"/>
                  </a:lnTo>
                  <a:lnTo>
                    <a:pt x="1842" y="977"/>
                  </a:lnTo>
                  <a:lnTo>
                    <a:pt x="1841" y="978"/>
                  </a:lnTo>
                  <a:lnTo>
                    <a:pt x="1838" y="981"/>
                  </a:lnTo>
                  <a:lnTo>
                    <a:pt x="1838" y="981"/>
                  </a:lnTo>
                  <a:lnTo>
                    <a:pt x="1836" y="981"/>
                  </a:lnTo>
                  <a:lnTo>
                    <a:pt x="1836" y="980"/>
                  </a:lnTo>
                  <a:lnTo>
                    <a:pt x="1838" y="978"/>
                  </a:lnTo>
                  <a:lnTo>
                    <a:pt x="1838" y="978"/>
                  </a:lnTo>
                  <a:lnTo>
                    <a:pt x="1838" y="978"/>
                  </a:lnTo>
                  <a:lnTo>
                    <a:pt x="1835" y="978"/>
                  </a:lnTo>
                  <a:lnTo>
                    <a:pt x="1835" y="980"/>
                  </a:lnTo>
                  <a:lnTo>
                    <a:pt x="1832" y="983"/>
                  </a:lnTo>
                  <a:lnTo>
                    <a:pt x="1830" y="986"/>
                  </a:lnTo>
                  <a:lnTo>
                    <a:pt x="1828" y="986"/>
                  </a:lnTo>
                  <a:lnTo>
                    <a:pt x="1828" y="987"/>
                  </a:lnTo>
                  <a:lnTo>
                    <a:pt x="1827" y="989"/>
                  </a:lnTo>
                  <a:lnTo>
                    <a:pt x="1825" y="989"/>
                  </a:lnTo>
                  <a:lnTo>
                    <a:pt x="1825" y="989"/>
                  </a:lnTo>
                  <a:lnTo>
                    <a:pt x="1822" y="987"/>
                  </a:lnTo>
                  <a:lnTo>
                    <a:pt x="1822" y="989"/>
                  </a:lnTo>
                  <a:lnTo>
                    <a:pt x="1824" y="990"/>
                  </a:lnTo>
                  <a:lnTo>
                    <a:pt x="1822" y="993"/>
                  </a:lnTo>
                  <a:lnTo>
                    <a:pt x="1822" y="993"/>
                  </a:lnTo>
                  <a:lnTo>
                    <a:pt x="1821" y="995"/>
                  </a:lnTo>
                  <a:lnTo>
                    <a:pt x="1821" y="995"/>
                  </a:lnTo>
                  <a:lnTo>
                    <a:pt x="1819" y="995"/>
                  </a:lnTo>
                  <a:lnTo>
                    <a:pt x="1818" y="995"/>
                  </a:lnTo>
                  <a:lnTo>
                    <a:pt x="1816" y="996"/>
                  </a:lnTo>
                  <a:lnTo>
                    <a:pt x="1815" y="998"/>
                  </a:lnTo>
                  <a:lnTo>
                    <a:pt x="1815" y="998"/>
                  </a:lnTo>
                  <a:lnTo>
                    <a:pt x="1813" y="1000"/>
                  </a:lnTo>
                  <a:lnTo>
                    <a:pt x="1812" y="1001"/>
                  </a:lnTo>
                  <a:lnTo>
                    <a:pt x="1812" y="1003"/>
                  </a:lnTo>
                  <a:lnTo>
                    <a:pt x="1810" y="1004"/>
                  </a:lnTo>
                  <a:lnTo>
                    <a:pt x="1809" y="1006"/>
                  </a:lnTo>
                  <a:lnTo>
                    <a:pt x="1809" y="1007"/>
                  </a:lnTo>
                  <a:lnTo>
                    <a:pt x="1810" y="1009"/>
                  </a:lnTo>
                  <a:lnTo>
                    <a:pt x="1810" y="1010"/>
                  </a:lnTo>
                  <a:lnTo>
                    <a:pt x="1810" y="1013"/>
                  </a:lnTo>
                  <a:lnTo>
                    <a:pt x="1810" y="1016"/>
                  </a:lnTo>
                  <a:lnTo>
                    <a:pt x="1810" y="1018"/>
                  </a:lnTo>
                  <a:lnTo>
                    <a:pt x="1806" y="1021"/>
                  </a:lnTo>
                  <a:lnTo>
                    <a:pt x="1804" y="1021"/>
                  </a:lnTo>
                  <a:lnTo>
                    <a:pt x="1803" y="1024"/>
                  </a:lnTo>
                  <a:lnTo>
                    <a:pt x="1800" y="1025"/>
                  </a:lnTo>
                  <a:lnTo>
                    <a:pt x="1800" y="1025"/>
                  </a:lnTo>
                  <a:lnTo>
                    <a:pt x="1797" y="1027"/>
                  </a:lnTo>
                  <a:lnTo>
                    <a:pt x="1797" y="1028"/>
                  </a:lnTo>
                  <a:lnTo>
                    <a:pt x="1795" y="1030"/>
                  </a:lnTo>
                  <a:lnTo>
                    <a:pt x="1794" y="1030"/>
                  </a:lnTo>
                  <a:lnTo>
                    <a:pt x="1792" y="1031"/>
                  </a:lnTo>
                  <a:lnTo>
                    <a:pt x="1791" y="1031"/>
                  </a:lnTo>
                  <a:lnTo>
                    <a:pt x="1789" y="1031"/>
                  </a:lnTo>
                  <a:lnTo>
                    <a:pt x="1788" y="1033"/>
                  </a:lnTo>
                  <a:lnTo>
                    <a:pt x="1782" y="1036"/>
                  </a:lnTo>
                  <a:lnTo>
                    <a:pt x="1782" y="1036"/>
                  </a:lnTo>
                  <a:lnTo>
                    <a:pt x="1782" y="1039"/>
                  </a:lnTo>
                  <a:lnTo>
                    <a:pt x="1782" y="1041"/>
                  </a:lnTo>
                  <a:lnTo>
                    <a:pt x="1782" y="1042"/>
                  </a:lnTo>
                  <a:lnTo>
                    <a:pt x="1780" y="1041"/>
                  </a:lnTo>
                  <a:lnTo>
                    <a:pt x="1780" y="1042"/>
                  </a:lnTo>
                  <a:lnTo>
                    <a:pt x="1780" y="1044"/>
                  </a:lnTo>
                  <a:lnTo>
                    <a:pt x="1780" y="1045"/>
                  </a:lnTo>
                  <a:lnTo>
                    <a:pt x="1782" y="1045"/>
                  </a:lnTo>
                  <a:lnTo>
                    <a:pt x="1782" y="1045"/>
                  </a:lnTo>
                  <a:lnTo>
                    <a:pt x="1783" y="1045"/>
                  </a:lnTo>
                  <a:lnTo>
                    <a:pt x="1786" y="1047"/>
                  </a:lnTo>
                  <a:lnTo>
                    <a:pt x="1789" y="1050"/>
                  </a:lnTo>
                  <a:lnTo>
                    <a:pt x="1791" y="1051"/>
                  </a:lnTo>
                  <a:lnTo>
                    <a:pt x="1791" y="1051"/>
                  </a:lnTo>
                  <a:lnTo>
                    <a:pt x="1792" y="1051"/>
                  </a:lnTo>
                  <a:lnTo>
                    <a:pt x="1792" y="1053"/>
                  </a:lnTo>
                  <a:lnTo>
                    <a:pt x="1794" y="1054"/>
                  </a:lnTo>
                  <a:lnTo>
                    <a:pt x="1797" y="1060"/>
                  </a:lnTo>
                  <a:lnTo>
                    <a:pt x="1800" y="1065"/>
                  </a:lnTo>
                  <a:lnTo>
                    <a:pt x="1801" y="1068"/>
                  </a:lnTo>
                  <a:lnTo>
                    <a:pt x="1806" y="1074"/>
                  </a:lnTo>
                  <a:lnTo>
                    <a:pt x="1806" y="1079"/>
                  </a:lnTo>
                  <a:lnTo>
                    <a:pt x="1806" y="1080"/>
                  </a:lnTo>
                  <a:lnTo>
                    <a:pt x="1807" y="1083"/>
                  </a:lnTo>
                  <a:lnTo>
                    <a:pt x="1806" y="1085"/>
                  </a:lnTo>
                  <a:lnTo>
                    <a:pt x="1806" y="1088"/>
                  </a:lnTo>
                  <a:lnTo>
                    <a:pt x="1806" y="1088"/>
                  </a:lnTo>
                  <a:lnTo>
                    <a:pt x="1806" y="1089"/>
                  </a:lnTo>
                  <a:lnTo>
                    <a:pt x="1806" y="1091"/>
                  </a:lnTo>
                  <a:lnTo>
                    <a:pt x="1806" y="1092"/>
                  </a:lnTo>
                  <a:lnTo>
                    <a:pt x="1806" y="1094"/>
                  </a:lnTo>
                  <a:lnTo>
                    <a:pt x="1806" y="1094"/>
                  </a:lnTo>
                  <a:lnTo>
                    <a:pt x="1807" y="1094"/>
                  </a:lnTo>
                  <a:lnTo>
                    <a:pt x="1807" y="1094"/>
                  </a:lnTo>
                  <a:lnTo>
                    <a:pt x="1809" y="1094"/>
                  </a:lnTo>
                  <a:lnTo>
                    <a:pt x="1807" y="1095"/>
                  </a:lnTo>
                  <a:lnTo>
                    <a:pt x="1807" y="1098"/>
                  </a:lnTo>
                  <a:lnTo>
                    <a:pt x="1806" y="1101"/>
                  </a:lnTo>
                  <a:lnTo>
                    <a:pt x="1806" y="1104"/>
                  </a:lnTo>
                  <a:lnTo>
                    <a:pt x="1804" y="1106"/>
                  </a:lnTo>
                  <a:lnTo>
                    <a:pt x="1803" y="1107"/>
                  </a:lnTo>
                  <a:lnTo>
                    <a:pt x="1801" y="1107"/>
                  </a:lnTo>
                  <a:lnTo>
                    <a:pt x="1798" y="1107"/>
                  </a:lnTo>
                  <a:lnTo>
                    <a:pt x="1797" y="1107"/>
                  </a:lnTo>
                  <a:lnTo>
                    <a:pt x="1795" y="1107"/>
                  </a:lnTo>
                  <a:lnTo>
                    <a:pt x="1795" y="1107"/>
                  </a:lnTo>
                  <a:lnTo>
                    <a:pt x="1794" y="1109"/>
                  </a:lnTo>
                  <a:lnTo>
                    <a:pt x="1794" y="1111"/>
                  </a:lnTo>
                  <a:lnTo>
                    <a:pt x="1794" y="1111"/>
                  </a:lnTo>
                  <a:lnTo>
                    <a:pt x="1794" y="1111"/>
                  </a:lnTo>
                  <a:lnTo>
                    <a:pt x="1792" y="1111"/>
                  </a:lnTo>
                  <a:lnTo>
                    <a:pt x="1791" y="1111"/>
                  </a:lnTo>
                  <a:lnTo>
                    <a:pt x="1791" y="1111"/>
                  </a:lnTo>
                  <a:lnTo>
                    <a:pt x="1789" y="1109"/>
                  </a:lnTo>
                  <a:lnTo>
                    <a:pt x="1789" y="1109"/>
                  </a:lnTo>
                  <a:lnTo>
                    <a:pt x="1788" y="1109"/>
                  </a:lnTo>
                  <a:lnTo>
                    <a:pt x="1786" y="1111"/>
                  </a:lnTo>
                  <a:lnTo>
                    <a:pt x="1783" y="1111"/>
                  </a:lnTo>
                  <a:lnTo>
                    <a:pt x="1783" y="1111"/>
                  </a:lnTo>
                  <a:lnTo>
                    <a:pt x="1783" y="1112"/>
                  </a:lnTo>
                  <a:lnTo>
                    <a:pt x="1786" y="1112"/>
                  </a:lnTo>
                  <a:lnTo>
                    <a:pt x="1786" y="1114"/>
                  </a:lnTo>
                  <a:lnTo>
                    <a:pt x="1783" y="1114"/>
                  </a:lnTo>
                  <a:lnTo>
                    <a:pt x="1782" y="1112"/>
                  </a:lnTo>
                  <a:lnTo>
                    <a:pt x="1782" y="1112"/>
                  </a:lnTo>
                  <a:lnTo>
                    <a:pt x="1782" y="1112"/>
                  </a:lnTo>
                  <a:lnTo>
                    <a:pt x="1780" y="1112"/>
                  </a:lnTo>
                  <a:lnTo>
                    <a:pt x="1780" y="1114"/>
                  </a:lnTo>
                  <a:lnTo>
                    <a:pt x="1780" y="1114"/>
                  </a:lnTo>
                  <a:lnTo>
                    <a:pt x="1782" y="1115"/>
                  </a:lnTo>
                  <a:lnTo>
                    <a:pt x="1780" y="1117"/>
                  </a:lnTo>
                  <a:lnTo>
                    <a:pt x="1780" y="1117"/>
                  </a:lnTo>
                  <a:lnTo>
                    <a:pt x="1779" y="1117"/>
                  </a:lnTo>
                  <a:lnTo>
                    <a:pt x="1777" y="1117"/>
                  </a:lnTo>
                  <a:lnTo>
                    <a:pt x="1777" y="1115"/>
                  </a:lnTo>
                  <a:lnTo>
                    <a:pt x="1779" y="1114"/>
                  </a:lnTo>
                  <a:lnTo>
                    <a:pt x="1779" y="1114"/>
                  </a:lnTo>
                  <a:lnTo>
                    <a:pt x="1779" y="1114"/>
                  </a:lnTo>
                  <a:lnTo>
                    <a:pt x="1776" y="1115"/>
                  </a:lnTo>
                  <a:lnTo>
                    <a:pt x="1774" y="1118"/>
                  </a:lnTo>
                  <a:lnTo>
                    <a:pt x="1773" y="1118"/>
                  </a:lnTo>
                  <a:lnTo>
                    <a:pt x="1773" y="1117"/>
                  </a:lnTo>
                  <a:lnTo>
                    <a:pt x="1773" y="1117"/>
                  </a:lnTo>
                  <a:lnTo>
                    <a:pt x="1771" y="1118"/>
                  </a:lnTo>
                  <a:lnTo>
                    <a:pt x="1770" y="1120"/>
                  </a:lnTo>
                  <a:lnTo>
                    <a:pt x="1770" y="1120"/>
                  </a:lnTo>
                  <a:lnTo>
                    <a:pt x="1770" y="1120"/>
                  </a:lnTo>
                  <a:lnTo>
                    <a:pt x="1770" y="1118"/>
                  </a:lnTo>
                  <a:lnTo>
                    <a:pt x="1770" y="1117"/>
                  </a:lnTo>
                  <a:lnTo>
                    <a:pt x="1767" y="1115"/>
                  </a:lnTo>
                  <a:lnTo>
                    <a:pt x="1767" y="1114"/>
                  </a:lnTo>
                  <a:lnTo>
                    <a:pt x="1767" y="1114"/>
                  </a:lnTo>
                  <a:lnTo>
                    <a:pt x="1768" y="1114"/>
                  </a:lnTo>
                  <a:lnTo>
                    <a:pt x="1770" y="1114"/>
                  </a:lnTo>
                  <a:lnTo>
                    <a:pt x="1770" y="1114"/>
                  </a:lnTo>
                  <a:lnTo>
                    <a:pt x="1768" y="1114"/>
                  </a:lnTo>
                  <a:lnTo>
                    <a:pt x="1770" y="1112"/>
                  </a:lnTo>
                  <a:lnTo>
                    <a:pt x="1770" y="1112"/>
                  </a:lnTo>
                  <a:lnTo>
                    <a:pt x="1770" y="1112"/>
                  </a:lnTo>
                  <a:lnTo>
                    <a:pt x="1770" y="1112"/>
                  </a:lnTo>
                  <a:lnTo>
                    <a:pt x="1768" y="1112"/>
                  </a:lnTo>
                  <a:lnTo>
                    <a:pt x="1768" y="1111"/>
                  </a:lnTo>
                  <a:lnTo>
                    <a:pt x="1767" y="1109"/>
                  </a:lnTo>
                  <a:lnTo>
                    <a:pt x="1767" y="1107"/>
                  </a:lnTo>
                  <a:lnTo>
                    <a:pt x="1768" y="1106"/>
                  </a:lnTo>
                  <a:lnTo>
                    <a:pt x="1768" y="1104"/>
                  </a:lnTo>
                  <a:lnTo>
                    <a:pt x="1768" y="1103"/>
                  </a:lnTo>
                  <a:lnTo>
                    <a:pt x="1770" y="1101"/>
                  </a:lnTo>
                  <a:lnTo>
                    <a:pt x="1770" y="1101"/>
                  </a:lnTo>
                  <a:lnTo>
                    <a:pt x="1771" y="1101"/>
                  </a:lnTo>
                  <a:lnTo>
                    <a:pt x="1770" y="1100"/>
                  </a:lnTo>
                  <a:lnTo>
                    <a:pt x="1770" y="1100"/>
                  </a:lnTo>
                  <a:lnTo>
                    <a:pt x="1770" y="1100"/>
                  </a:lnTo>
                  <a:lnTo>
                    <a:pt x="1770" y="1100"/>
                  </a:lnTo>
                  <a:lnTo>
                    <a:pt x="1771" y="1098"/>
                  </a:lnTo>
                  <a:lnTo>
                    <a:pt x="1771" y="1098"/>
                  </a:lnTo>
                  <a:lnTo>
                    <a:pt x="1773" y="1095"/>
                  </a:lnTo>
                  <a:lnTo>
                    <a:pt x="1771" y="1095"/>
                  </a:lnTo>
                  <a:lnTo>
                    <a:pt x="1771" y="1095"/>
                  </a:lnTo>
                  <a:lnTo>
                    <a:pt x="1771" y="1094"/>
                  </a:lnTo>
                  <a:lnTo>
                    <a:pt x="1771" y="1094"/>
                  </a:lnTo>
                  <a:lnTo>
                    <a:pt x="1771" y="1094"/>
                  </a:lnTo>
                  <a:lnTo>
                    <a:pt x="1770" y="1092"/>
                  </a:lnTo>
                  <a:lnTo>
                    <a:pt x="1770" y="1092"/>
                  </a:lnTo>
                  <a:lnTo>
                    <a:pt x="1770" y="1091"/>
                  </a:lnTo>
                  <a:lnTo>
                    <a:pt x="1770" y="1089"/>
                  </a:lnTo>
                  <a:lnTo>
                    <a:pt x="1770" y="1088"/>
                  </a:lnTo>
                  <a:lnTo>
                    <a:pt x="1770" y="1086"/>
                  </a:lnTo>
                  <a:lnTo>
                    <a:pt x="1770" y="1085"/>
                  </a:lnTo>
                  <a:lnTo>
                    <a:pt x="1770" y="1083"/>
                  </a:lnTo>
                  <a:lnTo>
                    <a:pt x="1768" y="1083"/>
                  </a:lnTo>
                  <a:lnTo>
                    <a:pt x="1768" y="1085"/>
                  </a:lnTo>
                  <a:lnTo>
                    <a:pt x="1767" y="1083"/>
                  </a:lnTo>
                  <a:lnTo>
                    <a:pt x="1765" y="1083"/>
                  </a:lnTo>
                  <a:lnTo>
                    <a:pt x="1765" y="1082"/>
                  </a:lnTo>
                  <a:lnTo>
                    <a:pt x="1765" y="1080"/>
                  </a:lnTo>
                  <a:lnTo>
                    <a:pt x="1767" y="1080"/>
                  </a:lnTo>
                  <a:lnTo>
                    <a:pt x="1768" y="1079"/>
                  </a:lnTo>
                  <a:lnTo>
                    <a:pt x="1770" y="1079"/>
                  </a:lnTo>
                  <a:lnTo>
                    <a:pt x="1770" y="1079"/>
                  </a:lnTo>
                  <a:lnTo>
                    <a:pt x="1771" y="1080"/>
                  </a:lnTo>
                  <a:lnTo>
                    <a:pt x="1773" y="1080"/>
                  </a:lnTo>
                  <a:lnTo>
                    <a:pt x="1773" y="1082"/>
                  </a:lnTo>
                  <a:lnTo>
                    <a:pt x="1774" y="1082"/>
                  </a:lnTo>
                  <a:lnTo>
                    <a:pt x="1774" y="1082"/>
                  </a:lnTo>
                  <a:lnTo>
                    <a:pt x="1774" y="1080"/>
                  </a:lnTo>
                  <a:lnTo>
                    <a:pt x="1776" y="1080"/>
                  </a:lnTo>
                  <a:lnTo>
                    <a:pt x="1774" y="1080"/>
                  </a:lnTo>
                  <a:lnTo>
                    <a:pt x="1774" y="1079"/>
                  </a:lnTo>
                  <a:lnTo>
                    <a:pt x="1773" y="1077"/>
                  </a:lnTo>
                  <a:lnTo>
                    <a:pt x="1773" y="1077"/>
                  </a:lnTo>
                  <a:lnTo>
                    <a:pt x="1773" y="1076"/>
                  </a:lnTo>
                  <a:lnTo>
                    <a:pt x="1773" y="1074"/>
                  </a:lnTo>
                  <a:lnTo>
                    <a:pt x="1771" y="1073"/>
                  </a:lnTo>
                  <a:lnTo>
                    <a:pt x="1771" y="1073"/>
                  </a:lnTo>
                  <a:lnTo>
                    <a:pt x="1771" y="1071"/>
                  </a:lnTo>
                  <a:lnTo>
                    <a:pt x="1771" y="1069"/>
                  </a:lnTo>
                  <a:lnTo>
                    <a:pt x="1770" y="1069"/>
                  </a:lnTo>
                  <a:lnTo>
                    <a:pt x="1770" y="1068"/>
                  </a:lnTo>
                  <a:lnTo>
                    <a:pt x="1770" y="1068"/>
                  </a:lnTo>
                  <a:lnTo>
                    <a:pt x="1771" y="1066"/>
                  </a:lnTo>
                  <a:lnTo>
                    <a:pt x="1771" y="1066"/>
                  </a:lnTo>
                  <a:lnTo>
                    <a:pt x="1771" y="1066"/>
                  </a:lnTo>
                  <a:lnTo>
                    <a:pt x="1770" y="1066"/>
                  </a:lnTo>
                  <a:lnTo>
                    <a:pt x="1768" y="1065"/>
                  </a:lnTo>
                  <a:lnTo>
                    <a:pt x="1765" y="1066"/>
                  </a:lnTo>
                  <a:lnTo>
                    <a:pt x="1765" y="1066"/>
                  </a:lnTo>
                  <a:lnTo>
                    <a:pt x="1765" y="1068"/>
                  </a:lnTo>
                  <a:lnTo>
                    <a:pt x="1764" y="1065"/>
                  </a:lnTo>
                  <a:lnTo>
                    <a:pt x="1762" y="1065"/>
                  </a:lnTo>
                  <a:lnTo>
                    <a:pt x="1761" y="1063"/>
                  </a:lnTo>
                  <a:lnTo>
                    <a:pt x="1759" y="1063"/>
                  </a:lnTo>
                  <a:lnTo>
                    <a:pt x="1759" y="1065"/>
                  </a:lnTo>
                  <a:lnTo>
                    <a:pt x="1758" y="1066"/>
                  </a:lnTo>
                  <a:lnTo>
                    <a:pt x="1756" y="1068"/>
                  </a:lnTo>
                  <a:lnTo>
                    <a:pt x="1756" y="1068"/>
                  </a:lnTo>
                  <a:lnTo>
                    <a:pt x="1755" y="1068"/>
                  </a:lnTo>
                  <a:lnTo>
                    <a:pt x="1756" y="1068"/>
                  </a:lnTo>
                  <a:lnTo>
                    <a:pt x="1755" y="1066"/>
                  </a:lnTo>
                  <a:lnTo>
                    <a:pt x="1752" y="1065"/>
                  </a:lnTo>
                  <a:lnTo>
                    <a:pt x="1752" y="1065"/>
                  </a:lnTo>
                  <a:lnTo>
                    <a:pt x="1750" y="1065"/>
                  </a:lnTo>
                  <a:lnTo>
                    <a:pt x="1753" y="1063"/>
                  </a:lnTo>
                  <a:lnTo>
                    <a:pt x="1755" y="1062"/>
                  </a:lnTo>
                  <a:lnTo>
                    <a:pt x="1753" y="1062"/>
                  </a:lnTo>
                  <a:lnTo>
                    <a:pt x="1753" y="1062"/>
                  </a:lnTo>
                  <a:lnTo>
                    <a:pt x="1752" y="1062"/>
                  </a:lnTo>
                  <a:lnTo>
                    <a:pt x="1750" y="1062"/>
                  </a:lnTo>
                  <a:lnTo>
                    <a:pt x="1749" y="1062"/>
                  </a:lnTo>
                  <a:lnTo>
                    <a:pt x="1747" y="1062"/>
                  </a:lnTo>
                  <a:lnTo>
                    <a:pt x="1750" y="1060"/>
                  </a:lnTo>
                  <a:lnTo>
                    <a:pt x="1750" y="1059"/>
                  </a:lnTo>
                  <a:lnTo>
                    <a:pt x="1750" y="1057"/>
                  </a:lnTo>
                  <a:lnTo>
                    <a:pt x="1750" y="1056"/>
                  </a:lnTo>
                  <a:lnTo>
                    <a:pt x="1752" y="1054"/>
                  </a:lnTo>
                  <a:lnTo>
                    <a:pt x="1755" y="1053"/>
                  </a:lnTo>
                  <a:lnTo>
                    <a:pt x="1756" y="1053"/>
                  </a:lnTo>
                  <a:lnTo>
                    <a:pt x="1758" y="1053"/>
                  </a:lnTo>
                  <a:lnTo>
                    <a:pt x="1758" y="1053"/>
                  </a:lnTo>
                  <a:lnTo>
                    <a:pt x="1758" y="1053"/>
                  </a:lnTo>
                  <a:lnTo>
                    <a:pt x="1756" y="1051"/>
                  </a:lnTo>
                  <a:lnTo>
                    <a:pt x="1755" y="1051"/>
                  </a:lnTo>
                  <a:lnTo>
                    <a:pt x="1753" y="1051"/>
                  </a:lnTo>
                  <a:lnTo>
                    <a:pt x="1753" y="1050"/>
                  </a:lnTo>
                  <a:lnTo>
                    <a:pt x="1756" y="1044"/>
                  </a:lnTo>
                  <a:lnTo>
                    <a:pt x="1756" y="1042"/>
                  </a:lnTo>
                  <a:lnTo>
                    <a:pt x="1756" y="1041"/>
                  </a:lnTo>
                  <a:lnTo>
                    <a:pt x="1755" y="1039"/>
                  </a:lnTo>
                  <a:lnTo>
                    <a:pt x="1753" y="1039"/>
                  </a:lnTo>
                  <a:lnTo>
                    <a:pt x="1752" y="1039"/>
                  </a:lnTo>
                  <a:lnTo>
                    <a:pt x="1750" y="1036"/>
                  </a:lnTo>
                  <a:lnTo>
                    <a:pt x="1749" y="1036"/>
                  </a:lnTo>
                  <a:lnTo>
                    <a:pt x="1747" y="1036"/>
                  </a:lnTo>
                  <a:lnTo>
                    <a:pt x="1747" y="1038"/>
                  </a:lnTo>
                  <a:lnTo>
                    <a:pt x="1747" y="1038"/>
                  </a:lnTo>
                  <a:lnTo>
                    <a:pt x="1747" y="1038"/>
                  </a:lnTo>
                  <a:lnTo>
                    <a:pt x="1746" y="1036"/>
                  </a:lnTo>
                  <a:lnTo>
                    <a:pt x="1746" y="1035"/>
                  </a:lnTo>
                  <a:lnTo>
                    <a:pt x="1744" y="1035"/>
                  </a:lnTo>
                  <a:lnTo>
                    <a:pt x="1743" y="1033"/>
                  </a:lnTo>
                  <a:lnTo>
                    <a:pt x="1744" y="1031"/>
                  </a:lnTo>
                  <a:lnTo>
                    <a:pt x="1743" y="1031"/>
                  </a:lnTo>
                  <a:lnTo>
                    <a:pt x="1743" y="1031"/>
                  </a:lnTo>
                  <a:lnTo>
                    <a:pt x="1743" y="1033"/>
                  </a:lnTo>
                  <a:lnTo>
                    <a:pt x="1740" y="1035"/>
                  </a:lnTo>
                  <a:lnTo>
                    <a:pt x="1737" y="1035"/>
                  </a:lnTo>
                  <a:lnTo>
                    <a:pt x="1735" y="1033"/>
                  </a:lnTo>
                  <a:lnTo>
                    <a:pt x="1733" y="1035"/>
                  </a:lnTo>
                  <a:lnTo>
                    <a:pt x="1733" y="1035"/>
                  </a:lnTo>
                  <a:lnTo>
                    <a:pt x="1732" y="1036"/>
                  </a:lnTo>
                  <a:lnTo>
                    <a:pt x="1730" y="1036"/>
                  </a:lnTo>
                  <a:lnTo>
                    <a:pt x="1730" y="1036"/>
                  </a:lnTo>
                  <a:lnTo>
                    <a:pt x="1729" y="1038"/>
                  </a:lnTo>
                  <a:lnTo>
                    <a:pt x="1727" y="1038"/>
                  </a:lnTo>
                  <a:lnTo>
                    <a:pt x="1726" y="1038"/>
                  </a:lnTo>
                  <a:lnTo>
                    <a:pt x="1724" y="1038"/>
                  </a:lnTo>
                  <a:lnTo>
                    <a:pt x="1718" y="1042"/>
                  </a:lnTo>
                  <a:lnTo>
                    <a:pt x="1717" y="1044"/>
                  </a:lnTo>
                  <a:lnTo>
                    <a:pt x="1715" y="1045"/>
                  </a:lnTo>
                  <a:lnTo>
                    <a:pt x="1715" y="1047"/>
                  </a:lnTo>
                  <a:lnTo>
                    <a:pt x="1714" y="1047"/>
                  </a:lnTo>
                  <a:lnTo>
                    <a:pt x="1714" y="1047"/>
                  </a:lnTo>
                  <a:lnTo>
                    <a:pt x="1712" y="1048"/>
                  </a:lnTo>
                  <a:lnTo>
                    <a:pt x="1712" y="1048"/>
                  </a:lnTo>
                  <a:lnTo>
                    <a:pt x="1711" y="1048"/>
                  </a:lnTo>
                  <a:lnTo>
                    <a:pt x="1711" y="1048"/>
                  </a:lnTo>
                  <a:lnTo>
                    <a:pt x="1709" y="1048"/>
                  </a:lnTo>
                  <a:lnTo>
                    <a:pt x="1711" y="1050"/>
                  </a:lnTo>
                  <a:lnTo>
                    <a:pt x="1711" y="1050"/>
                  </a:lnTo>
                  <a:lnTo>
                    <a:pt x="1708" y="1050"/>
                  </a:lnTo>
                  <a:lnTo>
                    <a:pt x="1706" y="1051"/>
                  </a:lnTo>
                  <a:lnTo>
                    <a:pt x="1704" y="1051"/>
                  </a:lnTo>
                  <a:lnTo>
                    <a:pt x="1704" y="1051"/>
                  </a:lnTo>
                  <a:lnTo>
                    <a:pt x="1704" y="1051"/>
                  </a:lnTo>
                  <a:lnTo>
                    <a:pt x="1703" y="1051"/>
                  </a:lnTo>
                  <a:lnTo>
                    <a:pt x="1703" y="1050"/>
                  </a:lnTo>
                  <a:lnTo>
                    <a:pt x="1704" y="1048"/>
                  </a:lnTo>
                  <a:lnTo>
                    <a:pt x="1704" y="1048"/>
                  </a:lnTo>
                  <a:lnTo>
                    <a:pt x="1711" y="1047"/>
                  </a:lnTo>
                  <a:lnTo>
                    <a:pt x="1709" y="1044"/>
                  </a:lnTo>
                  <a:lnTo>
                    <a:pt x="1711" y="1044"/>
                  </a:lnTo>
                  <a:lnTo>
                    <a:pt x="1711" y="1042"/>
                  </a:lnTo>
                  <a:lnTo>
                    <a:pt x="1712" y="1042"/>
                  </a:lnTo>
                  <a:lnTo>
                    <a:pt x="1712" y="1041"/>
                  </a:lnTo>
                  <a:lnTo>
                    <a:pt x="1708" y="1042"/>
                  </a:lnTo>
                  <a:lnTo>
                    <a:pt x="1706" y="1042"/>
                  </a:lnTo>
                  <a:lnTo>
                    <a:pt x="1704" y="1042"/>
                  </a:lnTo>
                  <a:lnTo>
                    <a:pt x="1706" y="1041"/>
                  </a:lnTo>
                  <a:lnTo>
                    <a:pt x="1706" y="1039"/>
                  </a:lnTo>
                  <a:lnTo>
                    <a:pt x="1704" y="1039"/>
                  </a:lnTo>
                  <a:lnTo>
                    <a:pt x="1708" y="1038"/>
                  </a:lnTo>
                  <a:lnTo>
                    <a:pt x="1708" y="1038"/>
                  </a:lnTo>
                  <a:lnTo>
                    <a:pt x="1708" y="1038"/>
                  </a:lnTo>
                  <a:lnTo>
                    <a:pt x="1708" y="1038"/>
                  </a:lnTo>
                  <a:lnTo>
                    <a:pt x="1708" y="1036"/>
                  </a:lnTo>
                  <a:lnTo>
                    <a:pt x="1708" y="1035"/>
                  </a:lnTo>
                  <a:lnTo>
                    <a:pt x="1712" y="1033"/>
                  </a:lnTo>
                  <a:lnTo>
                    <a:pt x="1712" y="1031"/>
                  </a:lnTo>
                  <a:lnTo>
                    <a:pt x="1714" y="1030"/>
                  </a:lnTo>
                  <a:lnTo>
                    <a:pt x="1717" y="1025"/>
                  </a:lnTo>
                  <a:lnTo>
                    <a:pt x="1717" y="1025"/>
                  </a:lnTo>
                  <a:lnTo>
                    <a:pt x="1717" y="1024"/>
                  </a:lnTo>
                  <a:lnTo>
                    <a:pt x="1718" y="1022"/>
                  </a:lnTo>
                  <a:lnTo>
                    <a:pt x="1717" y="1022"/>
                  </a:lnTo>
                  <a:lnTo>
                    <a:pt x="1715" y="1021"/>
                  </a:lnTo>
                  <a:lnTo>
                    <a:pt x="1712" y="1018"/>
                  </a:lnTo>
                  <a:lnTo>
                    <a:pt x="1712" y="1016"/>
                  </a:lnTo>
                  <a:lnTo>
                    <a:pt x="1712" y="1016"/>
                  </a:lnTo>
                  <a:lnTo>
                    <a:pt x="1711" y="1018"/>
                  </a:lnTo>
                  <a:lnTo>
                    <a:pt x="1711" y="1018"/>
                  </a:lnTo>
                  <a:lnTo>
                    <a:pt x="1709" y="1018"/>
                  </a:lnTo>
                  <a:lnTo>
                    <a:pt x="1709" y="1018"/>
                  </a:lnTo>
                  <a:lnTo>
                    <a:pt x="1704" y="1018"/>
                  </a:lnTo>
                  <a:lnTo>
                    <a:pt x="1703" y="1018"/>
                  </a:lnTo>
                  <a:lnTo>
                    <a:pt x="1701" y="1019"/>
                  </a:lnTo>
                  <a:lnTo>
                    <a:pt x="1701" y="1021"/>
                  </a:lnTo>
                  <a:lnTo>
                    <a:pt x="1700" y="1021"/>
                  </a:lnTo>
                  <a:lnTo>
                    <a:pt x="1698" y="1022"/>
                  </a:lnTo>
                  <a:lnTo>
                    <a:pt x="1695" y="1028"/>
                  </a:lnTo>
                  <a:lnTo>
                    <a:pt x="1694" y="1028"/>
                  </a:lnTo>
                  <a:lnTo>
                    <a:pt x="1688" y="1031"/>
                  </a:lnTo>
                  <a:lnTo>
                    <a:pt x="1685" y="1033"/>
                  </a:lnTo>
                  <a:lnTo>
                    <a:pt x="1682" y="1036"/>
                  </a:lnTo>
                  <a:lnTo>
                    <a:pt x="1682" y="1038"/>
                  </a:lnTo>
                  <a:lnTo>
                    <a:pt x="1680" y="1039"/>
                  </a:lnTo>
                  <a:lnTo>
                    <a:pt x="1680" y="1041"/>
                  </a:lnTo>
                  <a:lnTo>
                    <a:pt x="1677" y="1044"/>
                  </a:lnTo>
                  <a:lnTo>
                    <a:pt x="1677" y="1045"/>
                  </a:lnTo>
                  <a:lnTo>
                    <a:pt x="1676" y="1045"/>
                  </a:lnTo>
                  <a:lnTo>
                    <a:pt x="1676" y="1045"/>
                  </a:lnTo>
                  <a:lnTo>
                    <a:pt x="1674" y="1045"/>
                  </a:lnTo>
                  <a:lnTo>
                    <a:pt x="1673" y="1045"/>
                  </a:lnTo>
                  <a:lnTo>
                    <a:pt x="1671" y="1045"/>
                  </a:lnTo>
                  <a:lnTo>
                    <a:pt x="1668" y="1047"/>
                  </a:lnTo>
                  <a:lnTo>
                    <a:pt x="1667" y="1045"/>
                  </a:lnTo>
                  <a:lnTo>
                    <a:pt x="1665" y="1044"/>
                  </a:lnTo>
                  <a:lnTo>
                    <a:pt x="1663" y="1045"/>
                  </a:lnTo>
                  <a:lnTo>
                    <a:pt x="1662" y="1045"/>
                  </a:lnTo>
                  <a:lnTo>
                    <a:pt x="1660" y="1050"/>
                  </a:lnTo>
                  <a:lnTo>
                    <a:pt x="1659" y="1053"/>
                  </a:lnTo>
                  <a:lnTo>
                    <a:pt x="1659" y="1054"/>
                  </a:lnTo>
                  <a:lnTo>
                    <a:pt x="1660" y="1057"/>
                  </a:lnTo>
                  <a:lnTo>
                    <a:pt x="1662" y="1059"/>
                  </a:lnTo>
                  <a:lnTo>
                    <a:pt x="1665" y="1060"/>
                  </a:lnTo>
                  <a:lnTo>
                    <a:pt x="1671" y="1062"/>
                  </a:lnTo>
                  <a:lnTo>
                    <a:pt x="1673" y="1062"/>
                  </a:lnTo>
                  <a:lnTo>
                    <a:pt x="1676" y="1062"/>
                  </a:lnTo>
                  <a:lnTo>
                    <a:pt x="1677" y="1063"/>
                  </a:lnTo>
                  <a:lnTo>
                    <a:pt x="1677" y="1065"/>
                  </a:lnTo>
                  <a:lnTo>
                    <a:pt x="1677" y="1066"/>
                  </a:lnTo>
                  <a:lnTo>
                    <a:pt x="1677" y="1066"/>
                  </a:lnTo>
                  <a:lnTo>
                    <a:pt x="1679" y="1068"/>
                  </a:lnTo>
                  <a:lnTo>
                    <a:pt x="1679" y="1068"/>
                  </a:lnTo>
                  <a:lnTo>
                    <a:pt x="1677" y="1068"/>
                  </a:lnTo>
                  <a:lnTo>
                    <a:pt x="1677" y="1069"/>
                  </a:lnTo>
                  <a:lnTo>
                    <a:pt x="1677" y="1071"/>
                  </a:lnTo>
                  <a:lnTo>
                    <a:pt x="1677" y="1074"/>
                  </a:lnTo>
                  <a:lnTo>
                    <a:pt x="1677" y="1074"/>
                  </a:lnTo>
                  <a:lnTo>
                    <a:pt x="1679" y="1076"/>
                  </a:lnTo>
                  <a:lnTo>
                    <a:pt x="1680" y="1077"/>
                  </a:lnTo>
                  <a:lnTo>
                    <a:pt x="1683" y="1077"/>
                  </a:lnTo>
                  <a:lnTo>
                    <a:pt x="1686" y="1077"/>
                  </a:lnTo>
                  <a:lnTo>
                    <a:pt x="1688" y="1076"/>
                  </a:lnTo>
                  <a:lnTo>
                    <a:pt x="1688" y="1074"/>
                  </a:lnTo>
                  <a:lnTo>
                    <a:pt x="1688" y="1074"/>
                  </a:lnTo>
                  <a:lnTo>
                    <a:pt x="1691" y="1071"/>
                  </a:lnTo>
                  <a:lnTo>
                    <a:pt x="1694" y="1069"/>
                  </a:lnTo>
                  <a:lnTo>
                    <a:pt x="1694" y="1069"/>
                  </a:lnTo>
                  <a:lnTo>
                    <a:pt x="1692" y="1068"/>
                  </a:lnTo>
                  <a:lnTo>
                    <a:pt x="1692" y="1068"/>
                  </a:lnTo>
                  <a:lnTo>
                    <a:pt x="1694" y="1068"/>
                  </a:lnTo>
                  <a:lnTo>
                    <a:pt x="1698" y="1066"/>
                  </a:lnTo>
                  <a:lnTo>
                    <a:pt x="1703" y="1068"/>
                  </a:lnTo>
                  <a:lnTo>
                    <a:pt x="1704" y="1069"/>
                  </a:lnTo>
                  <a:lnTo>
                    <a:pt x="1706" y="1069"/>
                  </a:lnTo>
                  <a:lnTo>
                    <a:pt x="1708" y="1071"/>
                  </a:lnTo>
                  <a:lnTo>
                    <a:pt x="1709" y="1073"/>
                  </a:lnTo>
                  <a:lnTo>
                    <a:pt x="1712" y="1073"/>
                  </a:lnTo>
                  <a:lnTo>
                    <a:pt x="1714" y="1073"/>
                  </a:lnTo>
                  <a:lnTo>
                    <a:pt x="1714" y="1071"/>
                  </a:lnTo>
                  <a:lnTo>
                    <a:pt x="1715" y="1071"/>
                  </a:lnTo>
                  <a:lnTo>
                    <a:pt x="1715" y="1071"/>
                  </a:lnTo>
                  <a:lnTo>
                    <a:pt x="1717" y="1073"/>
                  </a:lnTo>
                  <a:lnTo>
                    <a:pt x="1718" y="1073"/>
                  </a:lnTo>
                  <a:lnTo>
                    <a:pt x="1720" y="1073"/>
                  </a:lnTo>
                  <a:lnTo>
                    <a:pt x="1721" y="1073"/>
                  </a:lnTo>
                  <a:lnTo>
                    <a:pt x="1723" y="1073"/>
                  </a:lnTo>
                  <a:lnTo>
                    <a:pt x="1721" y="1074"/>
                  </a:lnTo>
                  <a:lnTo>
                    <a:pt x="1721" y="1076"/>
                  </a:lnTo>
                  <a:lnTo>
                    <a:pt x="1721" y="1077"/>
                  </a:lnTo>
                  <a:lnTo>
                    <a:pt x="1720" y="1077"/>
                  </a:lnTo>
                  <a:lnTo>
                    <a:pt x="1720" y="1079"/>
                  </a:lnTo>
                  <a:lnTo>
                    <a:pt x="1721" y="1079"/>
                  </a:lnTo>
                  <a:lnTo>
                    <a:pt x="1721" y="1080"/>
                  </a:lnTo>
                  <a:lnTo>
                    <a:pt x="1720" y="1080"/>
                  </a:lnTo>
                  <a:lnTo>
                    <a:pt x="1718" y="1082"/>
                  </a:lnTo>
                  <a:lnTo>
                    <a:pt x="1718" y="1082"/>
                  </a:lnTo>
                  <a:lnTo>
                    <a:pt x="1717" y="1082"/>
                  </a:lnTo>
                  <a:lnTo>
                    <a:pt x="1717" y="1080"/>
                  </a:lnTo>
                  <a:lnTo>
                    <a:pt x="1717" y="1080"/>
                  </a:lnTo>
                  <a:lnTo>
                    <a:pt x="1717" y="1080"/>
                  </a:lnTo>
                  <a:lnTo>
                    <a:pt x="1715" y="1079"/>
                  </a:lnTo>
                  <a:lnTo>
                    <a:pt x="1714" y="1080"/>
                  </a:lnTo>
                  <a:lnTo>
                    <a:pt x="1711" y="1082"/>
                  </a:lnTo>
                  <a:lnTo>
                    <a:pt x="1708" y="1083"/>
                  </a:lnTo>
                  <a:lnTo>
                    <a:pt x="1703" y="1085"/>
                  </a:lnTo>
                  <a:lnTo>
                    <a:pt x="1703" y="1085"/>
                  </a:lnTo>
                  <a:lnTo>
                    <a:pt x="1701" y="1085"/>
                  </a:lnTo>
                  <a:lnTo>
                    <a:pt x="1700" y="1085"/>
                  </a:lnTo>
                  <a:lnTo>
                    <a:pt x="1700" y="1085"/>
                  </a:lnTo>
                  <a:lnTo>
                    <a:pt x="1700" y="1085"/>
                  </a:lnTo>
                  <a:lnTo>
                    <a:pt x="1700" y="1086"/>
                  </a:lnTo>
                  <a:lnTo>
                    <a:pt x="1701" y="1086"/>
                  </a:lnTo>
                  <a:lnTo>
                    <a:pt x="1700" y="1088"/>
                  </a:lnTo>
                  <a:lnTo>
                    <a:pt x="1700" y="1088"/>
                  </a:lnTo>
                  <a:lnTo>
                    <a:pt x="1698" y="1088"/>
                  </a:lnTo>
                  <a:lnTo>
                    <a:pt x="1698" y="1088"/>
                  </a:lnTo>
                  <a:lnTo>
                    <a:pt x="1698" y="1089"/>
                  </a:lnTo>
                  <a:lnTo>
                    <a:pt x="1698" y="1092"/>
                  </a:lnTo>
                  <a:lnTo>
                    <a:pt x="1697" y="1092"/>
                  </a:lnTo>
                  <a:lnTo>
                    <a:pt x="1695" y="1092"/>
                  </a:lnTo>
                  <a:lnTo>
                    <a:pt x="1694" y="1094"/>
                  </a:lnTo>
                  <a:lnTo>
                    <a:pt x="1694" y="1092"/>
                  </a:lnTo>
                  <a:lnTo>
                    <a:pt x="1694" y="1092"/>
                  </a:lnTo>
                  <a:lnTo>
                    <a:pt x="1694" y="1091"/>
                  </a:lnTo>
                  <a:lnTo>
                    <a:pt x="1694" y="1091"/>
                  </a:lnTo>
                  <a:lnTo>
                    <a:pt x="1692" y="1091"/>
                  </a:lnTo>
                  <a:lnTo>
                    <a:pt x="1692" y="1091"/>
                  </a:lnTo>
                  <a:lnTo>
                    <a:pt x="1691" y="1092"/>
                  </a:lnTo>
                  <a:lnTo>
                    <a:pt x="1691" y="1092"/>
                  </a:lnTo>
                  <a:lnTo>
                    <a:pt x="1692" y="1094"/>
                  </a:lnTo>
                  <a:lnTo>
                    <a:pt x="1692" y="1094"/>
                  </a:lnTo>
                  <a:lnTo>
                    <a:pt x="1692" y="1094"/>
                  </a:lnTo>
                  <a:lnTo>
                    <a:pt x="1692" y="1095"/>
                  </a:lnTo>
                  <a:lnTo>
                    <a:pt x="1691" y="1097"/>
                  </a:lnTo>
                  <a:lnTo>
                    <a:pt x="1689" y="1097"/>
                  </a:lnTo>
                  <a:lnTo>
                    <a:pt x="1689" y="1098"/>
                  </a:lnTo>
                  <a:lnTo>
                    <a:pt x="1688" y="1098"/>
                  </a:lnTo>
                  <a:lnTo>
                    <a:pt x="1688" y="1100"/>
                  </a:lnTo>
                  <a:lnTo>
                    <a:pt x="1688" y="1100"/>
                  </a:lnTo>
                  <a:lnTo>
                    <a:pt x="1686" y="1100"/>
                  </a:lnTo>
                  <a:lnTo>
                    <a:pt x="1685" y="1103"/>
                  </a:lnTo>
                  <a:lnTo>
                    <a:pt x="1683" y="1104"/>
                  </a:lnTo>
                  <a:lnTo>
                    <a:pt x="1683" y="1104"/>
                  </a:lnTo>
                  <a:lnTo>
                    <a:pt x="1682" y="1107"/>
                  </a:lnTo>
                  <a:lnTo>
                    <a:pt x="1680" y="1109"/>
                  </a:lnTo>
                  <a:lnTo>
                    <a:pt x="1679" y="1112"/>
                  </a:lnTo>
                  <a:lnTo>
                    <a:pt x="1680" y="1114"/>
                  </a:lnTo>
                  <a:lnTo>
                    <a:pt x="1682" y="1114"/>
                  </a:lnTo>
                  <a:lnTo>
                    <a:pt x="1683" y="1114"/>
                  </a:lnTo>
                  <a:lnTo>
                    <a:pt x="1685" y="1115"/>
                  </a:lnTo>
                  <a:lnTo>
                    <a:pt x="1686" y="1117"/>
                  </a:lnTo>
                  <a:lnTo>
                    <a:pt x="1689" y="1118"/>
                  </a:lnTo>
                  <a:lnTo>
                    <a:pt x="1692" y="1120"/>
                  </a:lnTo>
                  <a:lnTo>
                    <a:pt x="1692" y="1120"/>
                  </a:lnTo>
                  <a:lnTo>
                    <a:pt x="1694" y="1121"/>
                  </a:lnTo>
                  <a:lnTo>
                    <a:pt x="1695" y="1126"/>
                  </a:lnTo>
                  <a:lnTo>
                    <a:pt x="1695" y="1129"/>
                  </a:lnTo>
                  <a:lnTo>
                    <a:pt x="1695" y="1129"/>
                  </a:lnTo>
                  <a:lnTo>
                    <a:pt x="1697" y="1132"/>
                  </a:lnTo>
                  <a:lnTo>
                    <a:pt x="1698" y="1135"/>
                  </a:lnTo>
                  <a:lnTo>
                    <a:pt x="1700" y="1138"/>
                  </a:lnTo>
                  <a:lnTo>
                    <a:pt x="1700" y="1141"/>
                  </a:lnTo>
                  <a:lnTo>
                    <a:pt x="1700" y="1142"/>
                  </a:lnTo>
                  <a:lnTo>
                    <a:pt x="1700" y="1144"/>
                  </a:lnTo>
                  <a:lnTo>
                    <a:pt x="1701" y="1146"/>
                  </a:lnTo>
                  <a:lnTo>
                    <a:pt x="1706" y="1147"/>
                  </a:lnTo>
                  <a:lnTo>
                    <a:pt x="1706" y="1147"/>
                  </a:lnTo>
                  <a:lnTo>
                    <a:pt x="1708" y="1149"/>
                  </a:lnTo>
                  <a:lnTo>
                    <a:pt x="1708" y="1150"/>
                  </a:lnTo>
                  <a:lnTo>
                    <a:pt x="1708" y="1152"/>
                  </a:lnTo>
                  <a:lnTo>
                    <a:pt x="1708" y="1152"/>
                  </a:lnTo>
                  <a:lnTo>
                    <a:pt x="1711" y="1153"/>
                  </a:lnTo>
                  <a:lnTo>
                    <a:pt x="1711" y="1153"/>
                  </a:lnTo>
                  <a:lnTo>
                    <a:pt x="1712" y="1155"/>
                  </a:lnTo>
                  <a:lnTo>
                    <a:pt x="1712" y="1156"/>
                  </a:lnTo>
                  <a:lnTo>
                    <a:pt x="1712" y="1158"/>
                  </a:lnTo>
                  <a:lnTo>
                    <a:pt x="1711" y="1158"/>
                  </a:lnTo>
                  <a:lnTo>
                    <a:pt x="1711" y="1158"/>
                  </a:lnTo>
                  <a:lnTo>
                    <a:pt x="1706" y="1156"/>
                  </a:lnTo>
                  <a:lnTo>
                    <a:pt x="1704" y="1156"/>
                  </a:lnTo>
                  <a:lnTo>
                    <a:pt x="1703" y="1156"/>
                  </a:lnTo>
                  <a:lnTo>
                    <a:pt x="1701" y="1155"/>
                  </a:lnTo>
                  <a:lnTo>
                    <a:pt x="1700" y="1153"/>
                  </a:lnTo>
                  <a:lnTo>
                    <a:pt x="1698" y="1152"/>
                  </a:lnTo>
                  <a:lnTo>
                    <a:pt x="1695" y="1152"/>
                  </a:lnTo>
                  <a:lnTo>
                    <a:pt x="1692" y="1155"/>
                  </a:lnTo>
                  <a:lnTo>
                    <a:pt x="1691" y="1153"/>
                  </a:lnTo>
                  <a:lnTo>
                    <a:pt x="1691" y="1155"/>
                  </a:lnTo>
                  <a:lnTo>
                    <a:pt x="1689" y="1155"/>
                  </a:lnTo>
                  <a:lnTo>
                    <a:pt x="1692" y="1155"/>
                  </a:lnTo>
                  <a:lnTo>
                    <a:pt x="1694" y="1155"/>
                  </a:lnTo>
                  <a:lnTo>
                    <a:pt x="1695" y="1153"/>
                  </a:lnTo>
                  <a:lnTo>
                    <a:pt x="1698" y="1153"/>
                  </a:lnTo>
                  <a:lnTo>
                    <a:pt x="1698" y="1155"/>
                  </a:lnTo>
                  <a:lnTo>
                    <a:pt x="1700" y="1156"/>
                  </a:lnTo>
                  <a:lnTo>
                    <a:pt x="1701" y="1158"/>
                  </a:lnTo>
                  <a:lnTo>
                    <a:pt x="1703" y="1158"/>
                  </a:lnTo>
                  <a:lnTo>
                    <a:pt x="1704" y="1159"/>
                  </a:lnTo>
                  <a:lnTo>
                    <a:pt x="1706" y="1161"/>
                  </a:lnTo>
                  <a:lnTo>
                    <a:pt x="1711" y="1164"/>
                  </a:lnTo>
                  <a:lnTo>
                    <a:pt x="1712" y="1165"/>
                  </a:lnTo>
                  <a:lnTo>
                    <a:pt x="1712" y="1167"/>
                  </a:lnTo>
                  <a:lnTo>
                    <a:pt x="1712" y="1168"/>
                  </a:lnTo>
                  <a:lnTo>
                    <a:pt x="1711" y="1170"/>
                  </a:lnTo>
                  <a:lnTo>
                    <a:pt x="1711" y="1170"/>
                  </a:lnTo>
                  <a:lnTo>
                    <a:pt x="1709" y="1170"/>
                  </a:lnTo>
                  <a:lnTo>
                    <a:pt x="1708" y="1171"/>
                  </a:lnTo>
                  <a:lnTo>
                    <a:pt x="1706" y="1173"/>
                  </a:lnTo>
                  <a:lnTo>
                    <a:pt x="1701" y="1174"/>
                  </a:lnTo>
                  <a:lnTo>
                    <a:pt x="1701" y="1176"/>
                  </a:lnTo>
                  <a:lnTo>
                    <a:pt x="1700" y="1176"/>
                  </a:lnTo>
                  <a:lnTo>
                    <a:pt x="1700" y="1177"/>
                  </a:lnTo>
                  <a:lnTo>
                    <a:pt x="1697" y="1176"/>
                  </a:lnTo>
                  <a:lnTo>
                    <a:pt x="1695" y="1176"/>
                  </a:lnTo>
                  <a:lnTo>
                    <a:pt x="1692" y="1177"/>
                  </a:lnTo>
                  <a:lnTo>
                    <a:pt x="1692" y="1179"/>
                  </a:lnTo>
                  <a:lnTo>
                    <a:pt x="1692" y="1179"/>
                  </a:lnTo>
                  <a:lnTo>
                    <a:pt x="1692" y="1179"/>
                  </a:lnTo>
                  <a:lnTo>
                    <a:pt x="1694" y="1179"/>
                  </a:lnTo>
                  <a:lnTo>
                    <a:pt x="1695" y="1177"/>
                  </a:lnTo>
                  <a:lnTo>
                    <a:pt x="1697" y="1180"/>
                  </a:lnTo>
                  <a:lnTo>
                    <a:pt x="1701" y="1180"/>
                  </a:lnTo>
                  <a:lnTo>
                    <a:pt x="1704" y="1177"/>
                  </a:lnTo>
                  <a:lnTo>
                    <a:pt x="1704" y="1177"/>
                  </a:lnTo>
                  <a:lnTo>
                    <a:pt x="1706" y="1177"/>
                  </a:lnTo>
                  <a:lnTo>
                    <a:pt x="1708" y="1179"/>
                  </a:lnTo>
                  <a:lnTo>
                    <a:pt x="1711" y="1182"/>
                  </a:lnTo>
                  <a:lnTo>
                    <a:pt x="1712" y="1184"/>
                  </a:lnTo>
                  <a:lnTo>
                    <a:pt x="1714" y="1184"/>
                  </a:lnTo>
                  <a:lnTo>
                    <a:pt x="1714" y="1184"/>
                  </a:lnTo>
                  <a:lnTo>
                    <a:pt x="1715" y="1184"/>
                  </a:lnTo>
                  <a:lnTo>
                    <a:pt x="1714" y="1185"/>
                  </a:lnTo>
                  <a:lnTo>
                    <a:pt x="1711" y="1188"/>
                  </a:lnTo>
                  <a:lnTo>
                    <a:pt x="1709" y="1188"/>
                  </a:lnTo>
                  <a:lnTo>
                    <a:pt x="1708" y="1190"/>
                  </a:lnTo>
                  <a:lnTo>
                    <a:pt x="1711" y="1190"/>
                  </a:lnTo>
                  <a:lnTo>
                    <a:pt x="1712" y="1188"/>
                  </a:lnTo>
                  <a:lnTo>
                    <a:pt x="1712" y="1188"/>
                  </a:lnTo>
                  <a:lnTo>
                    <a:pt x="1714" y="1188"/>
                  </a:lnTo>
                  <a:lnTo>
                    <a:pt x="1714" y="1190"/>
                  </a:lnTo>
                  <a:lnTo>
                    <a:pt x="1714" y="1194"/>
                  </a:lnTo>
                  <a:lnTo>
                    <a:pt x="1712" y="1194"/>
                  </a:lnTo>
                  <a:lnTo>
                    <a:pt x="1712" y="1193"/>
                  </a:lnTo>
                  <a:lnTo>
                    <a:pt x="1711" y="1193"/>
                  </a:lnTo>
                  <a:lnTo>
                    <a:pt x="1711" y="1193"/>
                  </a:lnTo>
                  <a:lnTo>
                    <a:pt x="1709" y="1193"/>
                  </a:lnTo>
                  <a:lnTo>
                    <a:pt x="1708" y="1194"/>
                  </a:lnTo>
                  <a:lnTo>
                    <a:pt x="1708" y="1194"/>
                  </a:lnTo>
                  <a:lnTo>
                    <a:pt x="1708" y="1194"/>
                  </a:lnTo>
                  <a:lnTo>
                    <a:pt x="1711" y="1196"/>
                  </a:lnTo>
                  <a:lnTo>
                    <a:pt x="1711" y="1197"/>
                  </a:lnTo>
                  <a:lnTo>
                    <a:pt x="1709" y="1197"/>
                  </a:lnTo>
                  <a:lnTo>
                    <a:pt x="1709" y="1197"/>
                  </a:lnTo>
                  <a:lnTo>
                    <a:pt x="1711" y="1199"/>
                  </a:lnTo>
                  <a:lnTo>
                    <a:pt x="1709" y="1199"/>
                  </a:lnTo>
                  <a:lnTo>
                    <a:pt x="1709" y="1200"/>
                  </a:lnTo>
                  <a:lnTo>
                    <a:pt x="1708" y="1200"/>
                  </a:lnTo>
                  <a:lnTo>
                    <a:pt x="1708" y="1202"/>
                  </a:lnTo>
                  <a:lnTo>
                    <a:pt x="1709" y="1203"/>
                  </a:lnTo>
                  <a:lnTo>
                    <a:pt x="1709" y="1205"/>
                  </a:lnTo>
                  <a:lnTo>
                    <a:pt x="1709" y="1206"/>
                  </a:lnTo>
                  <a:lnTo>
                    <a:pt x="1708" y="1206"/>
                  </a:lnTo>
                  <a:lnTo>
                    <a:pt x="1706" y="1206"/>
                  </a:lnTo>
                  <a:lnTo>
                    <a:pt x="1704" y="1208"/>
                  </a:lnTo>
                  <a:lnTo>
                    <a:pt x="1704" y="1205"/>
                  </a:lnTo>
                  <a:lnTo>
                    <a:pt x="1703" y="1206"/>
                  </a:lnTo>
                  <a:lnTo>
                    <a:pt x="1703" y="1206"/>
                  </a:lnTo>
                  <a:lnTo>
                    <a:pt x="1703" y="1208"/>
                  </a:lnTo>
                  <a:lnTo>
                    <a:pt x="1701" y="1209"/>
                  </a:lnTo>
                  <a:lnTo>
                    <a:pt x="1700" y="1211"/>
                  </a:lnTo>
                  <a:lnTo>
                    <a:pt x="1700" y="1209"/>
                  </a:lnTo>
                  <a:lnTo>
                    <a:pt x="1698" y="1209"/>
                  </a:lnTo>
                  <a:lnTo>
                    <a:pt x="1698" y="1211"/>
                  </a:lnTo>
                  <a:lnTo>
                    <a:pt x="1700" y="1211"/>
                  </a:lnTo>
                  <a:lnTo>
                    <a:pt x="1700" y="1212"/>
                  </a:lnTo>
                  <a:lnTo>
                    <a:pt x="1698" y="1214"/>
                  </a:lnTo>
                  <a:lnTo>
                    <a:pt x="1698" y="1214"/>
                  </a:lnTo>
                  <a:lnTo>
                    <a:pt x="1698" y="1215"/>
                  </a:lnTo>
                  <a:lnTo>
                    <a:pt x="1697" y="1215"/>
                  </a:lnTo>
                  <a:lnTo>
                    <a:pt x="1697" y="1217"/>
                  </a:lnTo>
                  <a:lnTo>
                    <a:pt x="1697" y="1218"/>
                  </a:lnTo>
                  <a:lnTo>
                    <a:pt x="1697" y="1220"/>
                  </a:lnTo>
                  <a:lnTo>
                    <a:pt x="1695" y="1220"/>
                  </a:lnTo>
                  <a:lnTo>
                    <a:pt x="1694" y="1222"/>
                  </a:lnTo>
                  <a:lnTo>
                    <a:pt x="1692" y="1223"/>
                  </a:lnTo>
                  <a:lnTo>
                    <a:pt x="1691" y="1226"/>
                  </a:lnTo>
                  <a:lnTo>
                    <a:pt x="1691" y="1228"/>
                  </a:lnTo>
                  <a:lnTo>
                    <a:pt x="1691" y="1229"/>
                  </a:lnTo>
                  <a:lnTo>
                    <a:pt x="1691" y="1229"/>
                  </a:lnTo>
                  <a:lnTo>
                    <a:pt x="1689" y="1229"/>
                  </a:lnTo>
                  <a:lnTo>
                    <a:pt x="1688" y="1229"/>
                  </a:lnTo>
                  <a:lnTo>
                    <a:pt x="1688" y="1228"/>
                  </a:lnTo>
                  <a:lnTo>
                    <a:pt x="1688" y="1228"/>
                  </a:lnTo>
                  <a:lnTo>
                    <a:pt x="1688" y="1228"/>
                  </a:lnTo>
                  <a:lnTo>
                    <a:pt x="1688" y="1226"/>
                  </a:lnTo>
                  <a:lnTo>
                    <a:pt x="1688" y="1226"/>
                  </a:lnTo>
                  <a:lnTo>
                    <a:pt x="1686" y="1226"/>
                  </a:lnTo>
                  <a:lnTo>
                    <a:pt x="1686" y="1228"/>
                  </a:lnTo>
                  <a:lnTo>
                    <a:pt x="1686" y="1228"/>
                  </a:lnTo>
                  <a:lnTo>
                    <a:pt x="1685" y="1228"/>
                  </a:lnTo>
                  <a:lnTo>
                    <a:pt x="1685" y="1228"/>
                  </a:lnTo>
                  <a:lnTo>
                    <a:pt x="1685" y="1228"/>
                  </a:lnTo>
                  <a:lnTo>
                    <a:pt x="1685" y="1229"/>
                  </a:lnTo>
                  <a:lnTo>
                    <a:pt x="1685" y="1229"/>
                  </a:lnTo>
                  <a:lnTo>
                    <a:pt x="1686" y="1229"/>
                  </a:lnTo>
                  <a:lnTo>
                    <a:pt x="1686" y="1231"/>
                  </a:lnTo>
                  <a:lnTo>
                    <a:pt x="1688" y="1232"/>
                  </a:lnTo>
                  <a:lnTo>
                    <a:pt x="1688" y="1232"/>
                  </a:lnTo>
                  <a:lnTo>
                    <a:pt x="1688" y="1232"/>
                  </a:lnTo>
                  <a:lnTo>
                    <a:pt x="1688" y="1234"/>
                  </a:lnTo>
                  <a:lnTo>
                    <a:pt x="1688" y="1234"/>
                  </a:lnTo>
                  <a:lnTo>
                    <a:pt x="1686" y="1235"/>
                  </a:lnTo>
                  <a:lnTo>
                    <a:pt x="1685" y="1237"/>
                  </a:lnTo>
                  <a:lnTo>
                    <a:pt x="1683" y="1237"/>
                  </a:lnTo>
                  <a:lnTo>
                    <a:pt x="1682" y="1237"/>
                  </a:lnTo>
                  <a:lnTo>
                    <a:pt x="1682" y="1237"/>
                  </a:lnTo>
                  <a:lnTo>
                    <a:pt x="1680" y="1237"/>
                  </a:lnTo>
                  <a:lnTo>
                    <a:pt x="1679" y="1237"/>
                  </a:lnTo>
                  <a:lnTo>
                    <a:pt x="1680" y="1238"/>
                  </a:lnTo>
                  <a:lnTo>
                    <a:pt x="1682" y="1238"/>
                  </a:lnTo>
                  <a:lnTo>
                    <a:pt x="1682" y="1238"/>
                  </a:lnTo>
                  <a:lnTo>
                    <a:pt x="1683" y="1238"/>
                  </a:lnTo>
                  <a:lnTo>
                    <a:pt x="1685" y="1238"/>
                  </a:lnTo>
                  <a:lnTo>
                    <a:pt x="1685" y="1238"/>
                  </a:lnTo>
                  <a:lnTo>
                    <a:pt x="1685" y="1240"/>
                  </a:lnTo>
                  <a:lnTo>
                    <a:pt x="1685" y="1241"/>
                  </a:lnTo>
                  <a:lnTo>
                    <a:pt x="1683" y="1243"/>
                  </a:lnTo>
                  <a:lnTo>
                    <a:pt x="1685" y="1246"/>
                  </a:lnTo>
                  <a:lnTo>
                    <a:pt x="1685" y="1246"/>
                  </a:lnTo>
                  <a:lnTo>
                    <a:pt x="1685" y="1246"/>
                  </a:lnTo>
                  <a:lnTo>
                    <a:pt x="1683" y="1246"/>
                  </a:lnTo>
                  <a:lnTo>
                    <a:pt x="1683" y="1244"/>
                  </a:lnTo>
                  <a:lnTo>
                    <a:pt x="1682" y="1246"/>
                  </a:lnTo>
                  <a:lnTo>
                    <a:pt x="1680" y="1244"/>
                  </a:lnTo>
                  <a:lnTo>
                    <a:pt x="1680" y="1246"/>
                  </a:lnTo>
                  <a:lnTo>
                    <a:pt x="1679" y="1246"/>
                  </a:lnTo>
                  <a:lnTo>
                    <a:pt x="1679" y="1246"/>
                  </a:lnTo>
                  <a:lnTo>
                    <a:pt x="1680" y="1247"/>
                  </a:lnTo>
                  <a:lnTo>
                    <a:pt x="1680" y="1249"/>
                  </a:lnTo>
                  <a:lnTo>
                    <a:pt x="1680" y="1249"/>
                  </a:lnTo>
                  <a:lnTo>
                    <a:pt x="1677" y="1249"/>
                  </a:lnTo>
                  <a:lnTo>
                    <a:pt x="1677" y="1249"/>
                  </a:lnTo>
                  <a:lnTo>
                    <a:pt x="1676" y="1249"/>
                  </a:lnTo>
                  <a:lnTo>
                    <a:pt x="1677" y="1252"/>
                  </a:lnTo>
                  <a:lnTo>
                    <a:pt x="1676" y="1252"/>
                  </a:lnTo>
                  <a:lnTo>
                    <a:pt x="1676" y="1252"/>
                  </a:lnTo>
                  <a:lnTo>
                    <a:pt x="1674" y="1253"/>
                  </a:lnTo>
                  <a:lnTo>
                    <a:pt x="1673" y="1253"/>
                  </a:lnTo>
                  <a:lnTo>
                    <a:pt x="1673" y="1253"/>
                  </a:lnTo>
                  <a:lnTo>
                    <a:pt x="1674" y="1255"/>
                  </a:lnTo>
                  <a:lnTo>
                    <a:pt x="1674" y="1255"/>
                  </a:lnTo>
                  <a:lnTo>
                    <a:pt x="1673" y="1257"/>
                  </a:lnTo>
                  <a:lnTo>
                    <a:pt x="1673" y="1257"/>
                  </a:lnTo>
                  <a:lnTo>
                    <a:pt x="1670" y="1257"/>
                  </a:lnTo>
                  <a:lnTo>
                    <a:pt x="1668" y="1257"/>
                  </a:lnTo>
                  <a:lnTo>
                    <a:pt x="1668" y="1257"/>
                  </a:lnTo>
                  <a:lnTo>
                    <a:pt x="1667" y="1257"/>
                  </a:lnTo>
                  <a:lnTo>
                    <a:pt x="1665" y="1258"/>
                  </a:lnTo>
                  <a:lnTo>
                    <a:pt x="1665" y="1258"/>
                  </a:lnTo>
                  <a:lnTo>
                    <a:pt x="1665" y="1258"/>
                  </a:lnTo>
                  <a:lnTo>
                    <a:pt x="1663" y="1258"/>
                  </a:lnTo>
                  <a:lnTo>
                    <a:pt x="1663" y="1258"/>
                  </a:lnTo>
                  <a:lnTo>
                    <a:pt x="1663" y="1260"/>
                  </a:lnTo>
                  <a:lnTo>
                    <a:pt x="1663" y="1260"/>
                  </a:lnTo>
                  <a:lnTo>
                    <a:pt x="1665" y="1260"/>
                  </a:lnTo>
                  <a:lnTo>
                    <a:pt x="1665" y="1261"/>
                  </a:lnTo>
                  <a:lnTo>
                    <a:pt x="1665" y="1261"/>
                  </a:lnTo>
                  <a:lnTo>
                    <a:pt x="1663" y="1264"/>
                  </a:lnTo>
                  <a:lnTo>
                    <a:pt x="1663" y="1264"/>
                  </a:lnTo>
                  <a:lnTo>
                    <a:pt x="1662" y="1264"/>
                  </a:lnTo>
                  <a:lnTo>
                    <a:pt x="1660" y="1266"/>
                  </a:lnTo>
                  <a:lnTo>
                    <a:pt x="1660" y="1267"/>
                  </a:lnTo>
                  <a:lnTo>
                    <a:pt x="1660" y="1267"/>
                  </a:lnTo>
                  <a:lnTo>
                    <a:pt x="1659" y="1267"/>
                  </a:lnTo>
                  <a:lnTo>
                    <a:pt x="1657" y="1267"/>
                  </a:lnTo>
                  <a:lnTo>
                    <a:pt x="1659" y="1269"/>
                  </a:lnTo>
                  <a:lnTo>
                    <a:pt x="1659" y="1269"/>
                  </a:lnTo>
                  <a:lnTo>
                    <a:pt x="1657" y="1270"/>
                  </a:lnTo>
                  <a:lnTo>
                    <a:pt x="1657" y="1270"/>
                  </a:lnTo>
                  <a:lnTo>
                    <a:pt x="1657" y="1270"/>
                  </a:lnTo>
                  <a:lnTo>
                    <a:pt x="1657" y="1269"/>
                  </a:lnTo>
                  <a:lnTo>
                    <a:pt x="1656" y="1269"/>
                  </a:lnTo>
                  <a:lnTo>
                    <a:pt x="1656" y="1270"/>
                  </a:lnTo>
                  <a:lnTo>
                    <a:pt x="1654" y="1270"/>
                  </a:lnTo>
                  <a:lnTo>
                    <a:pt x="1654" y="1270"/>
                  </a:lnTo>
                  <a:lnTo>
                    <a:pt x="1653" y="1270"/>
                  </a:lnTo>
                  <a:lnTo>
                    <a:pt x="1651" y="1270"/>
                  </a:lnTo>
                  <a:lnTo>
                    <a:pt x="1651" y="1272"/>
                  </a:lnTo>
                  <a:lnTo>
                    <a:pt x="1650" y="1273"/>
                  </a:lnTo>
                  <a:lnTo>
                    <a:pt x="1650" y="1273"/>
                  </a:lnTo>
                  <a:lnTo>
                    <a:pt x="1648" y="1273"/>
                  </a:lnTo>
                  <a:lnTo>
                    <a:pt x="1648" y="1273"/>
                  </a:lnTo>
                  <a:lnTo>
                    <a:pt x="1650" y="1275"/>
                  </a:lnTo>
                  <a:lnTo>
                    <a:pt x="1648" y="1275"/>
                  </a:lnTo>
                  <a:lnTo>
                    <a:pt x="1648" y="1275"/>
                  </a:lnTo>
                  <a:lnTo>
                    <a:pt x="1647" y="1276"/>
                  </a:lnTo>
                  <a:lnTo>
                    <a:pt x="1647" y="1278"/>
                  </a:lnTo>
                  <a:lnTo>
                    <a:pt x="1647" y="1279"/>
                  </a:lnTo>
                  <a:lnTo>
                    <a:pt x="1645" y="1279"/>
                  </a:lnTo>
                  <a:lnTo>
                    <a:pt x="1644" y="1278"/>
                  </a:lnTo>
                  <a:lnTo>
                    <a:pt x="1644" y="1279"/>
                  </a:lnTo>
                  <a:lnTo>
                    <a:pt x="1644" y="1279"/>
                  </a:lnTo>
                  <a:lnTo>
                    <a:pt x="1642" y="1279"/>
                  </a:lnTo>
                  <a:lnTo>
                    <a:pt x="1641" y="1279"/>
                  </a:lnTo>
                  <a:lnTo>
                    <a:pt x="1639" y="1281"/>
                  </a:lnTo>
                  <a:lnTo>
                    <a:pt x="1638" y="1281"/>
                  </a:lnTo>
                  <a:lnTo>
                    <a:pt x="1636" y="1281"/>
                  </a:lnTo>
                  <a:lnTo>
                    <a:pt x="1635" y="1281"/>
                  </a:lnTo>
                  <a:lnTo>
                    <a:pt x="1635" y="1281"/>
                  </a:lnTo>
                  <a:lnTo>
                    <a:pt x="1635" y="1282"/>
                  </a:lnTo>
                  <a:lnTo>
                    <a:pt x="1633" y="1282"/>
                  </a:lnTo>
                  <a:lnTo>
                    <a:pt x="1632" y="1281"/>
                  </a:lnTo>
                  <a:lnTo>
                    <a:pt x="1630" y="1281"/>
                  </a:lnTo>
                  <a:lnTo>
                    <a:pt x="1630" y="1281"/>
                  </a:lnTo>
                  <a:lnTo>
                    <a:pt x="1629" y="1282"/>
                  </a:lnTo>
                  <a:lnTo>
                    <a:pt x="1627" y="1282"/>
                  </a:lnTo>
                  <a:lnTo>
                    <a:pt x="1627" y="1282"/>
                  </a:lnTo>
                  <a:lnTo>
                    <a:pt x="1627" y="1284"/>
                  </a:lnTo>
                  <a:lnTo>
                    <a:pt x="1625" y="1284"/>
                  </a:lnTo>
                  <a:lnTo>
                    <a:pt x="1624" y="1282"/>
                  </a:lnTo>
                  <a:lnTo>
                    <a:pt x="1624" y="1281"/>
                  </a:lnTo>
                  <a:lnTo>
                    <a:pt x="1624" y="1282"/>
                  </a:lnTo>
                  <a:lnTo>
                    <a:pt x="1622" y="1282"/>
                  </a:lnTo>
                  <a:lnTo>
                    <a:pt x="1622" y="1284"/>
                  </a:lnTo>
                  <a:lnTo>
                    <a:pt x="1622" y="1284"/>
                  </a:lnTo>
                  <a:lnTo>
                    <a:pt x="1622" y="1284"/>
                  </a:lnTo>
                  <a:lnTo>
                    <a:pt x="1621" y="1284"/>
                  </a:lnTo>
                  <a:lnTo>
                    <a:pt x="1619" y="1284"/>
                  </a:lnTo>
                  <a:lnTo>
                    <a:pt x="1619" y="1284"/>
                  </a:lnTo>
                  <a:lnTo>
                    <a:pt x="1619" y="1285"/>
                  </a:lnTo>
                  <a:lnTo>
                    <a:pt x="1619" y="1285"/>
                  </a:lnTo>
                  <a:lnTo>
                    <a:pt x="1619" y="1285"/>
                  </a:lnTo>
                  <a:lnTo>
                    <a:pt x="1619" y="1287"/>
                  </a:lnTo>
                  <a:lnTo>
                    <a:pt x="1619" y="1287"/>
                  </a:lnTo>
                  <a:lnTo>
                    <a:pt x="1619" y="1287"/>
                  </a:lnTo>
                  <a:lnTo>
                    <a:pt x="1619" y="1287"/>
                  </a:lnTo>
                  <a:lnTo>
                    <a:pt x="1618" y="1287"/>
                  </a:lnTo>
                  <a:lnTo>
                    <a:pt x="1616" y="1287"/>
                  </a:lnTo>
                  <a:lnTo>
                    <a:pt x="1615" y="1287"/>
                  </a:lnTo>
                  <a:lnTo>
                    <a:pt x="1615" y="1287"/>
                  </a:lnTo>
                  <a:lnTo>
                    <a:pt x="1615" y="1285"/>
                  </a:lnTo>
                  <a:lnTo>
                    <a:pt x="1616" y="1285"/>
                  </a:lnTo>
                  <a:lnTo>
                    <a:pt x="1616" y="1285"/>
                  </a:lnTo>
                  <a:lnTo>
                    <a:pt x="1615" y="1284"/>
                  </a:lnTo>
                  <a:lnTo>
                    <a:pt x="1613" y="1284"/>
                  </a:lnTo>
                  <a:lnTo>
                    <a:pt x="1613" y="1282"/>
                  </a:lnTo>
                  <a:lnTo>
                    <a:pt x="1612" y="1281"/>
                  </a:lnTo>
                  <a:lnTo>
                    <a:pt x="1612" y="1281"/>
                  </a:lnTo>
                  <a:lnTo>
                    <a:pt x="1612" y="1279"/>
                  </a:lnTo>
                  <a:lnTo>
                    <a:pt x="1610" y="1278"/>
                  </a:lnTo>
                  <a:lnTo>
                    <a:pt x="1610" y="1278"/>
                  </a:lnTo>
                  <a:lnTo>
                    <a:pt x="1612" y="1276"/>
                  </a:lnTo>
                  <a:lnTo>
                    <a:pt x="1610" y="1276"/>
                  </a:lnTo>
                  <a:lnTo>
                    <a:pt x="1609" y="1278"/>
                  </a:lnTo>
                  <a:lnTo>
                    <a:pt x="1609" y="1278"/>
                  </a:lnTo>
                  <a:lnTo>
                    <a:pt x="1609" y="1279"/>
                  </a:lnTo>
                  <a:lnTo>
                    <a:pt x="1607" y="1279"/>
                  </a:lnTo>
                  <a:lnTo>
                    <a:pt x="1607" y="1279"/>
                  </a:lnTo>
                  <a:lnTo>
                    <a:pt x="1607" y="1279"/>
                  </a:lnTo>
                  <a:lnTo>
                    <a:pt x="1609" y="1281"/>
                  </a:lnTo>
                  <a:lnTo>
                    <a:pt x="1609" y="1282"/>
                  </a:lnTo>
                  <a:lnTo>
                    <a:pt x="1610" y="1282"/>
                  </a:lnTo>
                  <a:lnTo>
                    <a:pt x="1610" y="1284"/>
                  </a:lnTo>
                  <a:lnTo>
                    <a:pt x="1610" y="1287"/>
                  </a:lnTo>
                  <a:lnTo>
                    <a:pt x="1610" y="1287"/>
                  </a:lnTo>
                  <a:lnTo>
                    <a:pt x="1610" y="1287"/>
                  </a:lnTo>
                  <a:lnTo>
                    <a:pt x="1610" y="1288"/>
                  </a:lnTo>
                  <a:lnTo>
                    <a:pt x="1610" y="1288"/>
                  </a:lnTo>
                  <a:lnTo>
                    <a:pt x="1609" y="1288"/>
                  </a:lnTo>
                  <a:lnTo>
                    <a:pt x="1609" y="1290"/>
                  </a:lnTo>
                  <a:lnTo>
                    <a:pt x="1607" y="1290"/>
                  </a:lnTo>
                  <a:lnTo>
                    <a:pt x="1607" y="1290"/>
                  </a:lnTo>
                  <a:lnTo>
                    <a:pt x="1606" y="1290"/>
                  </a:lnTo>
                  <a:lnTo>
                    <a:pt x="1604" y="1288"/>
                  </a:lnTo>
                  <a:lnTo>
                    <a:pt x="1604" y="1290"/>
                  </a:lnTo>
                  <a:lnTo>
                    <a:pt x="1604" y="1293"/>
                  </a:lnTo>
                  <a:lnTo>
                    <a:pt x="1603" y="1293"/>
                  </a:lnTo>
                  <a:lnTo>
                    <a:pt x="1603" y="1293"/>
                  </a:lnTo>
                  <a:lnTo>
                    <a:pt x="1601" y="1293"/>
                  </a:lnTo>
                  <a:lnTo>
                    <a:pt x="1600" y="1293"/>
                  </a:lnTo>
                  <a:lnTo>
                    <a:pt x="1600" y="1293"/>
                  </a:lnTo>
                  <a:lnTo>
                    <a:pt x="1600" y="1295"/>
                  </a:lnTo>
                  <a:lnTo>
                    <a:pt x="1598" y="1295"/>
                  </a:lnTo>
                  <a:lnTo>
                    <a:pt x="1598" y="1295"/>
                  </a:lnTo>
                  <a:lnTo>
                    <a:pt x="1597" y="1293"/>
                  </a:lnTo>
                  <a:lnTo>
                    <a:pt x="1597" y="1293"/>
                  </a:lnTo>
                  <a:lnTo>
                    <a:pt x="1597" y="1291"/>
                  </a:lnTo>
                  <a:lnTo>
                    <a:pt x="1597" y="1291"/>
                  </a:lnTo>
                  <a:lnTo>
                    <a:pt x="1595" y="1291"/>
                  </a:lnTo>
                  <a:lnTo>
                    <a:pt x="1597" y="1293"/>
                  </a:lnTo>
                  <a:lnTo>
                    <a:pt x="1597" y="1295"/>
                  </a:lnTo>
                  <a:lnTo>
                    <a:pt x="1595" y="1295"/>
                  </a:lnTo>
                  <a:lnTo>
                    <a:pt x="1595" y="1295"/>
                  </a:lnTo>
                  <a:lnTo>
                    <a:pt x="1594" y="1295"/>
                  </a:lnTo>
                  <a:lnTo>
                    <a:pt x="1594" y="1295"/>
                  </a:lnTo>
                  <a:lnTo>
                    <a:pt x="1592" y="1293"/>
                  </a:lnTo>
                  <a:lnTo>
                    <a:pt x="1591" y="1293"/>
                  </a:lnTo>
                  <a:lnTo>
                    <a:pt x="1591" y="1295"/>
                  </a:lnTo>
                  <a:lnTo>
                    <a:pt x="1591" y="1296"/>
                  </a:lnTo>
                  <a:lnTo>
                    <a:pt x="1589" y="1296"/>
                  </a:lnTo>
                  <a:lnTo>
                    <a:pt x="1589" y="1295"/>
                  </a:lnTo>
                  <a:lnTo>
                    <a:pt x="1587" y="1296"/>
                  </a:lnTo>
                  <a:lnTo>
                    <a:pt x="1587" y="1296"/>
                  </a:lnTo>
                  <a:lnTo>
                    <a:pt x="1586" y="1298"/>
                  </a:lnTo>
                  <a:lnTo>
                    <a:pt x="1584" y="1298"/>
                  </a:lnTo>
                  <a:lnTo>
                    <a:pt x="1583" y="1298"/>
                  </a:lnTo>
                  <a:lnTo>
                    <a:pt x="1581" y="1298"/>
                  </a:lnTo>
                  <a:lnTo>
                    <a:pt x="1581" y="1299"/>
                  </a:lnTo>
                  <a:lnTo>
                    <a:pt x="1580" y="1299"/>
                  </a:lnTo>
                  <a:lnTo>
                    <a:pt x="1580" y="1298"/>
                  </a:lnTo>
                  <a:lnTo>
                    <a:pt x="1580" y="1298"/>
                  </a:lnTo>
                  <a:lnTo>
                    <a:pt x="1578" y="1299"/>
                  </a:lnTo>
                  <a:lnTo>
                    <a:pt x="1578" y="1299"/>
                  </a:lnTo>
                  <a:lnTo>
                    <a:pt x="1577" y="1299"/>
                  </a:lnTo>
                  <a:lnTo>
                    <a:pt x="1575" y="1301"/>
                  </a:lnTo>
                  <a:lnTo>
                    <a:pt x="1574" y="1302"/>
                  </a:lnTo>
                  <a:lnTo>
                    <a:pt x="1574" y="1302"/>
                  </a:lnTo>
                  <a:lnTo>
                    <a:pt x="1572" y="1302"/>
                  </a:lnTo>
                  <a:lnTo>
                    <a:pt x="1572" y="1301"/>
                  </a:lnTo>
                  <a:lnTo>
                    <a:pt x="1572" y="1301"/>
                  </a:lnTo>
                  <a:lnTo>
                    <a:pt x="1572" y="1302"/>
                  </a:lnTo>
                  <a:lnTo>
                    <a:pt x="1571" y="1302"/>
                  </a:lnTo>
                  <a:lnTo>
                    <a:pt x="1571" y="1304"/>
                  </a:lnTo>
                  <a:lnTo>
                    <a:pt x="1569" y="1304"/>
                  </a:lnTo>
                  <a:lnTo>
                    <a:pt x="1569" y="1305"/>
                  </a:lnTo>
                  <a:lnTo>
                    <a:pt x="1569" y="1307"/>
                  </a:lnTo>
                  <a:lnTo>
                    <a:pt x="1571" y="1307"/>
                  </a:lnTo>
                  <a:lnTo>
                    <a:pt x="1572" y="1308"/>
                  </a:lnTo>
                  <a:lnTo>
                    <a:pt x="1571" y="1308"/>
                  </a:lnTo>
                  <a:lnTo>
                    <a:pt x="1571" y="1308"/>
                  </a:lnTo>
                  <a:lnTo>
                    <a:pt x="1571" y="1310"/>
                  </a:lnTo>
                  <a:lnTo>
                    <a:pt x="1574" y="1311"/>
                  </a:lnTo>
                  <a:lnTo>
                    <a:pt x="1574" y="1311"/>
                  </a:lnTo>
                  <a:lnTo>
                    <a:pt x="1572" y="1313"/>
                  </a:lnTo>
                  <a:lnTo>
                    <a:pt x="1572" y="1313"/>
                  </a:lnTo>
                  <a:lnTo>
                    <a:pt x="1571" y="1314"/>
                  </a:lnTo>
                  <a:lnTo>
                    <a:pt x="1568" y="1314"/>
                  </a:lnTo>
                  <a:lnTo>
                    <a:pt x="1566" y="1314"/>
                  </a:lnTo>
                  <a:lnTo>
                    <a:pt x="1565" y="1313"/>
                  </a:lnTo>
                  <a:lnTo>
                    <a:pt x="1566" y="1313"/>
                  </a:lnTo>
                  <a:lnTo>
                    <a:pt x="1566" y="1313"/>
                  </a:lnTo>
                  <a:lnTo>
                    <a:pt x="1566" y="1313"/>
                  </a:lnTo>
                  <a:lnTo>
                    <a:pt x="1566" y="1311"/>
                  </a:lnTo>
                  <a:lnTo>
                    <a:pt x="1566" y="1311"/>
                  </a:lnTo>
                  <a:lnTo>
                    <a:pt x="1565" y="1311"/>
                  </a:lnTo>
                  <a:lnTo>
                    <a:pt x="1565" y="1310"/>
                  </a:lnTo>
                  <a:lnTo>
                    <a:pt x="1565" y="1308"/>
                  </a:lnTo>
                  <a:lnTo>
                    <a:pt x="1565" y="1308"/>
                  </a:lnTo>
                  <a:lnTo>
                    <a:pt x="1563" y="1307"/>
                  </a:lnTo>
                  <a:lnTo>
                    <a:pt x="1563" y="1307"/>
                  </a:lnTo>
                  <a:lnTo>
                    <a:pt x="1563" y="1305"/>
                  </a:lnTo>
                  <a:lnTo>
                    <a:pt x="1563" y="1304"/>
                  </a:lnTo>
                  <a:lnTo>
                    <a:pt x="1563" y="1304"/>
                  </a:lnTo>
                  <a:lnTo>
                    <a:pt x="1563" y="1302"/>
                  </a:lnTo>
                  <a:lnTo>
                    <a:pt x="1565" y="1301"/>
                  </a:lnTo>
                  <a:lnTo>
                    <a:pt x="1566" y="1299"/>
                  </a:lnTo>
                  <a:lnTo>
                    <a:pt x="1566" y="1299"/>
                  </a:lnTo>
                  <a:lnTo>
                    <a:pt x="1565" y="1299"/>
                  </a:lnTo>
                  <a:lnTo>
                    <a:pt x="1563" y="1298"/>
                  </a:lnTo>
                  <a:lnTo>
                    <a:pt x="1563" y="1298"/>
                  </a:lnTo>
                  <a:lnTo>
                    <a:pt x="1563" y="1298"/>
                  </a:lnTo>
                  <a:lnTo>
                    <a:pt x="1562" y="1296"/>
                  </a:lnTo>
                  <a:lnTo>
                    <a:pt x="1562" y="1296"/>
                  </a:lnTo>
                  <a:lnTo>
                    <a:pt x="1562" y="1296"/>
                  </a:lnTo>
                  <a:lnTo>
                    <a:pt x="1562" y="1298"/>
                  </a:lnTo>
                  <a:lnTo>
                    <a:pt x="1560" y="1299"/>
                  </a:lnTo>
                  <a:lnTo>
                    <a:pt x="1559" y="1299"/>
                  </a:lnTo>
                  <a:lnTo>
                    <a:pt x="1557" y="1299"/>
                  </a:lnTo>
                  <a:lnTo>
                    <a:pt x="1557" y="1299"/>
                  </a:lnTo>
                  <a:lnTo>
                    <a:pt x="1556" y="1299"/>
                  </a:lnTo>
                  <a:lnTo>
                    <a:pt x="1556" y="1298"/>
                  </a:lnTo>
                  <a:lnTo>
                    <a:pt x="1556" y="1298"/>
                  </a:lnTo>
                  <a:lnTo>
                    <a:pt x="1556" y="1298"/>
                  </a:lnTo>
                  <a:lnTo>
                    <a:pt x="1556" y="1296"/>
                  </a:lnTo>
                  <a:lnTo>
                    <a:pt x="1554" y="1296"/>
                  </a:lnTo>
                  <a:lnTo>
                    <a:pt x="1553" y="1296"/>
                  </a:lnTo>
                  <a:lnTo>
                    <a:pt x="1553" y="1296"/>
                  </a:lnTo>
                  <a:lnTo>
                    <a:pt x="1551" y="1296"/>
                  </a:lnTo>
                  <a:lnTo>
                    <a:pt x="1551" y="1295"/>
                  </a:lnTo>
                  <a:lnTo>
                    <a:pt x="1550" y="1295"/>
                  </a:lnTo>
                  <a:lnTo>
                    <a:pt x="1550" y="1295"/>
                  </a:lnTo>
                  <a:lnTo>
                    <a:pt x="1550" y="1293"/>
                  </a:lnTo>
                  <a:lnTo>
                    <a:pt x="1550" y="1293"/>
                  </a:lnTo>
                  <a:lnTo>
                    <a:pt x="1548" y="1293"/>
                  </a:lnTo>
                  <a:lnTo>
                    <a:pt x="1548" y="1295"/>
                  </a:lnTo>
                  <a:lnTo>
                    <a:pt x="1548" y="1295"/>
                  </a:lnTo>
                  <a:lnTo>
                    <a:pt x="1550" y="1296"/>
                  </a:lnTo>
                  <a:lnTo>
                    <a:pt x="1548" y="1296"/>
                  </a:lnTo>
                  <a:lnTo>
                    <a:pt x="1548" y="1296"/>
                  </a:lnTo>
                  <a:lnTo>
                    <a:pt x="1546" y="1296"/>
                  </a:lnTo>
                  <a:lnTo>
                    <a:pt x="1546" y="1296"/>
                  </a:lnTo>
                  <a:lnTo>
                    <a:pt x="1546" y="1296"/>
                  </a:lnTo>
                  <a:lnTo>
                    <a:pt x="1546" y="1296"/>
                  </a:lnTo>
                  <a:lnTo>
                    <a:pt x="1545" y="1298"/>
                  </a:lnTo>
                  <a:lnTo>
                    <a:pt x="1543" y="1298"/>
                  </a:lnTo>
                  <a:lnTo>
                    <a:pt x="1543" y="1298"/>
                  </a:lnTo>
                  <a:lnTo>
                    <a:pt x="1542" y="1298"/>
                  </a:lnTo>
                  <a:lnTo>
                    <a:pt x="1542" y="1298"/>
                  </a:lnTo>
                  <a:lnTo>
                    <a:pt x="1540" y="1298"/>
                  </a:lnTo>
                  <a:lnTo>
                    <a:pt x="1539" y="1299"/>
                  </a:lnTo>
                  <a:lnTo>
                    <a:pt x="1537" y="1301"/>
                  </a:lnTo>
                  <a:lnTo>
                    <a:pt x="1536" y="1301"/>
                  </a:lnTo>
                  <a:lnTo>
                    <a:pt x="1536" y="1301"/>
                  </a:lnTo>
                  <a:lnTo>
                    <a:pt x="1534" y="1302"/>
                  </a:lnTo>
                  <a:lnTo>
                    <a:pt x="1534" y="1304"/>
                  </a:lnTo>
                  <a:lnTo>
                    <a:pt x="1534" y="1304"/>
                  </a:lnTo>
                  <a:lnTo>
                    <a:pt x="1533" y="1305"/>
                  </a:lnTo>
                  <a:lnTo>
                    <a:pt x="1531" y="1305"/>
                  </a:lnTo>
                  <a:lnTo>
                    <a:pt x="1531" y="1305"/>
                  </a:lnTo>
                  <a:lnTo>
                    <a:pt x="1530" y="1305"/>
                  </a:lnTo>
                  <a:lnTo>
                    <a:pt x="1530" y="1305"/>
                  </a:lnTo>
                  <a:lnTo>
                    <a:pt x="1530" y="1305"/>
                  </a:lnTo>
                  <a:lnTo>
                    <a:pt x="1528" y="1305"/>
                  </a:lnTo>
                  <a:lnTo>
                    <a:pt x="1528" y="1305"/>
                  </a:lnTo>
                  <a:lnTo>
                    <a:pt x="1527" y="1305"/>
                  </a:lnTo>
                  <a:lnTo>
                    <a:pt x="1527" y="1305"/>
                  </a:lnTo>
                  <a:lnTo>
                    <a:pt x="1527" y="1305"/>
                  </a:lnTo>
                  <a:lnTo>
                    <a:pt x="1527" y="1305"/>
                  </a:lnTo>
                  <a:lnTo>
                    <a:pt x="1527" y="1307"/>
                  </a:lnTo>
                  <a:lnTo>
                    <a:pt x="1527" y="1308"/>
                  </a:lnTo>
                  <a:lnTo>
                    <a:pt x="1525" y="1311"/>
                  </a:lnTo>
                  <a:lnTo>
                    <a:pt x="1525" y="1313"/>
                  </a:lnTo>
                  <a:lnTo>
                    <a:pt x="1524" y="1314"/>
                  </a:lnTo>
                  <a:lnTo>
                    <a:pt x="1522" y="1316"/>
                  </a:lnTo>
                  <a:lnTo>
                    <a:pt x="1519" y="1317"/>
                  </a:lnTo>
                  <a:lnTo>
                    <a:pt x="1519" y="1317"/>
                  </a:lnTo>
                  <a:lnTo>
                    <a:pt x="1518" y="1319"/>
                  </a:lnTo>
                  <a:lnTo>
                    <a:pt x="1516" y="1323"/>
                  </a:lnTo>
                  <a:lnTo>
                    <a:pt x="1516" y="1325"/>
                  </a:lnTo>
                  <a:lnTo>
                    <a:pt x="1515" y="1326"/>
                  </a:lnTo>
                  <a:lnTo>
                    <a:pt x="1515" y="1326"/>
                  </a:lnTo>
                  <a:lnTo>
                    <a:pt x="1515" y="1329"/>
                  </a:lnTo>
                  <a:lnTo>
                    <a:pt x="1513" y="1329"/>
                  </a:lnTo>
                  <a:lnTo>
                    <a:pt x="1513" y="1331"/>
                  </a:lnTo>
                  <a:lnTo>
                    <a:pt x="1515" y="1334"/>
                  </a:lnTo>
                  <a:lnTo>
                    <a:pt x="1515" y="1334"/>
                  </a:lnTo>
                  <a:lnTo>
                    <a:pt x="1516" y="1336"/>
                  </a:lnTo>
                  <a:lnTo>
                    <a:pt x="1516" y="1337"/>
                  </a:lnTo>
                  <a:lnTo>
                    <a:pt x="1516" y="1337"/>
                  </a:lnTo>
                  <a:lnTo>
                    <a:pt x="1519" y="1340"/>
                  </a:lnTo>
                  <a:lnTo>
                    <a:pt x="1519" y="1340"/>
                  </a:lnTo>
                  <a:lnTo>
                    <a:pt x="1521" y="1342"/>
                  </a:lnTo>
                  <a:lnTo>
                    <a:pt x="1522" y="1343"/>
                  </a:lnTo>
                  <a:lnTo>
                    <a:pt x="1524" y="1345"/>
                  </a:lnTo>
                  <a:lnTo>
                    <a:pt x="1524" y="1345"/>
                  </a:lnTo>
                  <a:lnTo>
                    <a:pt x="1524" y="1348"/>
                  </a:lnTo>
                  <a:lnTo>
                    <a:pt x="1522" y="1346"/>
                  </a:lnTo>
                  <a:lnTo>
                    <a:pt x="1522" y="1348"/>
                  </a:lnTo>
                  <a:lnTo>
                    <a:pt x="1524" y="1348"/>
                  </a:lnTo>
                  <a:lnTo>
                    <a:pt x="1527" y="1352"/>
                  </a:lnTo>
                  <a:lnTo>
                    <a:pt x="1530" y="1354"/>
                  </a:lnTo>
                  <a:lnTo>
                    <a:pt x="1531" y="1355"/>
                  </a:lnTo>
                  <a:lnTo>
                    <a:pt x="1533" y="1358"/>
                  </a:lnTo>
                  <a:lnTo>
                    <a:pt x="1534" y="1360"/>
                  </a:lnTo>
                  <a:lnTo>
                    <a:pt x="1537" y="1361"/>
                  </a:lnTo>
                  <a:lnTo>
                    <a:pt x="1537" y="1361"/>
                  </a:lnTo>
                  <a:lnTo>
                    <a:pt x="1537" y="1363"/>
                  </a:lnTo>
                  <a:lnTo>
                    <a:pt x="1539" y="1363"/>
                  </a:lnTo>
                  <a:lnTo>
                    <a:pt x="1540" y="1364"/>
                  </a:lnTo>
                  <a:lnTo>
                    <a:pt x="1540" y="1366"/>
                  </a:lnTo>
                  <a:lnTo>
                    <a:pt x="1540" y="1366"/>
                  </a:lnTo>
                  <a:lnTo>
                    <a:pt x="1542" y="1366"/>
                  </a:lnTo>
                  <a:lnTo>
                    <a:pt x="1542" y="1364"/>
                  </a:lnTo>
                  <a:lnTo>
                    <a:pt x="1543" y="1366"/>
                  </a:lnTo>
                  <a:lnTo>
                    <a:pt x="1543" y="1366"/>
                  </a:lnTo>
                  <a:lnTo>
                    <a:pt x="1545" y="1368"/>
                  </a:lnTo>
                  <a:lnTo>
                    <a:pt x="1545" y="1369"/>
                  </a:lnTo>
                  <a:lnTo>
                    <a:pt x="1545" y="1368"/>
                  </a:lnTo>
                  <a:lnTo>
                    <a:pt x="1545" y="1369"/>
                  </a:lnTo>
                  <a:lnTo>
                    <a:pt x="1545" y="1369"/>
                  </a:lnTo>
                  <a:lnTo>
                    <a:pt x="1546" y="1369"/>
                  </a:lnTo>
                  <a:lnTo>
                    <a:pt x="1546" y="1371"/>
                  </a:lnTo>
                  <a:lnTo>
                    <a:pt x="1548" y="1372"/>
                  </a:lnTo>
                  <a:lnTo>
                    <a:pt x="1550" y="1375"/>
                  </a:lnTo>
                  <a:lnTo>
                    <a:pt x="1551" y="1377"/>
                  </a:lnTo>
                  <a:lnTo>
                    <a:pt x="1551" y="1377"/>
                  </a:lnTo>
                  <a:lnTo>
                    <a:pt x="1553" y="1378"/>
                  </a:lnTo>
                  <a:lnTo>
                    <a:pt x="1554" y="1380"/>
                  </a:lnTo>
                  <a:lnTo>
                    <a:pt x="1554" y="1383"/>
                  </a:lnTo>
                  <a:lnTo>
                    <a:pt x="1556" y="1384"/>
                  </a:lnTo>
                  <a:lnTo>
                    <a:pt x="1556" y="1386"/>
                  </a:lnTo>
                  <a:lnTo>
                    <a:pt x="1556" y="1387"/>
                  </a:lnTo>
                  <a:lnTo>
                    <a:pt x="1556" y="1390"/>
                  </a:lnTo>
                  <a:lnTo>
                    <a:pt x="1557" y="1392"/>
                  </a:lnTo>
                  <a:lnTo>
                    <a:pt x="1557" y="1393"/>
                  </a:lnTo>
                  <a:lnTo>
                    <a:pt x="1557" y="1393"/>
                  </a:lnTo>
                  <a:lnTo>
                    <a:pt x="1557" y="1395"/>
                  </a:lnTo>
                  <a:lnTo>
                    <a:pt x="1559" y="1396"/>
                  </a:lnTo>
                  <a:lnTo>
                    <a:pt x="1559" y="1398"/>
                  </a:lnTo>
                  <a:lnTo>
                    <a:pt x="1557" y="1396"/>
                  </a:lnTo>
                  <a:lnTo>
                    <a:pt x="1557" y="1399"/>
                  </a:lnTo>
                  <a:lnTo>
                    <a:pt x="1559" y="1402"/>
                  </a:lnTo>
                  <a:lnTo>
                    <a:pt x="1559" y="1404"/>
                  </a:lnTo>
                  <a:lnTo>
                    <a:pt x="1559" y="1406"/>
                  </a:lnTo>
                  <a:lnTo>
                    <a:pt x="1559" y="1407"/>
                  </a:lnTo>
                  <a:lnTo>
                    <a:pt x="1560" y="1409"/>
                  </a:lnTo>
                  <a:lnTo>
                    <a:pt x="1560" y="1412"/>
                  </a:lnTo>
                  <a:lnTo>
                    <a:pt x="1560" y="1413"/>
                  </a:lnTo>
                  <a:lnTo>
                    <a:pt x="1559" y="1412"/>
                  </a:lnTo>
                  <a:lnTo>
                    <a:pt x="1559" y="1410"/>
                  </a:lnTo>
                  <a:lnTo>
                    <a:pt x="1559" y="1412"/>
                  </a:lnTo>
                  <a:lnTo>
                    <a:pt x="1557" y="1412"/>
                  </a:lnTo>
                  <a:lnTo>
                    <a:pt x="1559" y="1415"/>
                  </a:lnTo>
                  <a:lnTo>
                    <a:pt x="1557" y="1415"/>
                  </a:lnTo>
                  <a:lnTo>
                    <a:pt x="1557" y="1419"/>
                  </a:lnTo>
                  <a:lnTo>
                    <a:pt x="1557" y="1421"/>
                  </a:lnTo>
                  <a:lnTo>
                    <a:pt x="1557" y="1421"/>
                  </a:lnTo>
                  <a:lnTo>
                    <a:pt x="1557" y="1421"/>
                  </a:lnTo>
                  <a:lnTo>
                    <a:pt x="1557" y="1421"/>
                  </a:lnTo>
                  <a:lnTo>
                    <a:pt x="1557" y="1421"/>
                  </a:lnTo>
                  <a:lnTo>
                    <a:pt x="1557" y="1421"/>
                  </a:lnTo>
                  <a:lnTo>
                    <a:pt x="1557" y="1421"/>
                  </a:lnTo>
                  <a:lnTo>
                    <a:pt x="1557" y="1421"/>
                  </a:lnTo>
                  <a:lnTo>
                    <a:pt x="1557" y="1422"/>
                  </a:lnTo>
                  <a:lnTo>
                    <a:pt x="1557" y="1422"/>
                  </a:lnTo>
                  <a:lnTo>
                    <a:pt x="1557" y="1424"/>
                  </a:lnTo>
                  <a:lnTo>
                    <a:pt x="1557" y="1424"/>
                  </a:lnTo>
                  <a:lnTo>
                    <a:pt x="1556" y="1425"/>
                  </a:lnTo>
                  <a:lnTo>
                    <a:pt x="1556" y="1425"/>
                  </a:lnTo>
                  <a:lnTo>
                    <a:pt x="1556" y="1427"/>
                  </a:lnTo>
                  <a:lnTo>
                    <a:pt x="1554" y="1428"/>
                  </a:lnTo>
                  <a:lnTo>
                    <a:pt x="1553" y="1428"/>
                  </a:lnTo>
                  <a:lnTo>
                    <a:pt x="1551" y="1430"/>
                  </a:lnTo>
                  <a:lnTo>
                    <a:pt x="1550" y="1431"/>
                  </a:lnTo>
                  <a:lnTo>
                    <a:pt x="1548" y="1433"/>
                  </a:lnTo>
                  <a:lnTo>
                    <a:pt x="1545" y="1433"/>
                  </a:lnTo>
                  <a:lnTo>
                    <a:pt x="1545" y="1434"/>
                  </a:lnTo>
                  <a:lnTo>
                    <a:pt x="1543" y="1434"/>
                  </a:lnTo>
                  <a:lnTo>
                    <a:pt x="1542" y="1436"/>
                  </a:lnTo>
                  <a:lnTo>
                    <a:pt x="1540" y="1436"/>
                  </a:lnTo>
                  <a:lnTo>
                    <a:pt x="1537" y="1439"/>
                  </a:lnTo>
                  <a:lnTo>
                    <a:pt x="1536" y="1439"/>
                  </a:lnTo>
                  <a:lnTo>
                    <a:pt x="1534" y="1439"/>
                  </a:lnTo>
                  <a:lnTo>
                    <a:pt x="1533" y="1440"/>
                  </a:lnTo>
                  <a:lnTo>
                    <a:pt x="1533" y="1440"/>
                  </a:lnTo>
                  <a:lnTo>
                    <a:pt x="1533" y="1439"/>
                  </a:lnTo>
                  <a:lnTo>
                    <a:pt x="1531" y="1439"/>
                  </a:lnTo>
                  <a:lnTo>
                    <a:pt x="1530" y="1439"/>
                  </a:lnTo>
                  <a:lnTo>
                    <a:pt x="1530" y="1437"/>
                  </a:lnTo>
                  <a:lnTo>
                    <a:pt x="1530" y="1437"/>
                  </a:lnTo>
                  <a:lnTo>
                    <a:pt x="1530" y="1437"/>
                  </a:lnTo>
                  <a:lnTo>
                    <a:pt x="1530" y="1439"/>
                  </a:lnTo>
                  <a:lnTo>
                    <a:pt x="1530" y="1440"/>
                  </a:lnTo>
                  <a:lnTo>
                    <a:pt x="1528" y="1440"/>
                  </a:lnTo>
                  <a:lnTo>
                    <a:pt x="1528" y="1440"/>
                  </a:lnTo>
                  <a:lnTo>
                    <a:pt x="1527" y="1439"/>
                  </a:lnTo>
                  <a:lnTo>
                    <a:pt x="1525" y="1439"/>
                  </a:lnTo>
                  <a:lnTo>
                    <a:pt x="1525" y="1439"/>
                  </a:lnTo>
                  <a:lnTo>
                    <a:pt x="1527" y="1439"/>
                  </a:lnTo>
                  <a:lnTo>
                    <a:pt x="1527" y="1439"/>
                  </a:lnTo>
                  <a:lnTo>
                    <a:pt x="1527" y="1440"/>
                  </a:lnTo>
                  <a:lnTo>
                    <a:pt x="1527" y="1440"/>
                  </a:lnTo>
                  <a:lnTo>
                    <a:pt x="1527" y="1442"/>
                  </a:lnTo>
                  <a:lnTo>
                    <a:pt x="1525" y="1442"/>
                  </a:lnTo>
                  <a:lnTo>
                    <a:pt x="1524" y="1442"/>
                  </a:lnTo>
                  <a:lnTo>
                    <a:pt x="1524" y="1442"/>
                  </a:lnTo>
                  <a:lnTo>
                    <a:pt x="1525" y="1442"/>
                  </a:lnTo>
                  <a:lnTo>
                    <a:pt x="1527" y="1442"/>
                  </a:lnTo>
                  <a:lnTo>
                    <a:pt x="1527" y="1444"/>
                  </a:lnTo>
                  <a:lnTo>
                    <a:pt x="1527" y="1444"/>
                  </a:lnTo>
                  <a:lnTo>
                    <a:pt x="1527" y="1445"/>
                  </a:lnTo>
                  <a:lnTo>
                    <a:pt x="1525" y="1445"/>
                  </a:lnTo>
                  <a:lnTo>
                    <a:pt x="1525" y="1445"/>
                  </a:lnTo>
                  <a:lnTo>
                    <a:pt x="1525" y="1447"/>
                  </a:lnTo>
                  <a:lnTo>
                    <a:pt x="1525" y="1447"/>
                  </a:lnTo>
                  <a:lnTo>
                    <a:pt x="1525" y="1447"/>
                  </a:lnTo>
                  <a:lnTo>
                    <a:pt x="1524" y="1447"/>
                  </a:lnTo>
                  <a:lnTo>
                    <a:pt x="1519" y="1442"/>
                  </a:lnTo>
                  <a:lnTo>
                    <a:pt x="1521" y="1444"/>
                  </a:lnTo>
                  <a:lnTo>
                    <a:pt x="1524" y="1448"/>
                  </a:lnTo>
                  <a:lnTo>
                    <a:pt x="1525" y="1448"/>
                  </a:lnTo>
                  <a:lnTo>
                    <a:pt x="1525" y="1450"/>
                  </a:lnTo>
                  <a:lnTo>
                    <a:pt x="1524" y="1450"/>
                  </a:lnTo>
                  <a:lnTo>
                    <a:pt x="1524" y="1451"/>
                  </a:lnTo>
                  <a:lnTo>
                    <a:pt x="1522" y="1451"/>
                  </a:lnTo>
                  <a:lnTo>
                    <a:pt x="1521" y="1450"/>
                  </a:lnTo>
                  <a:lnTo>
                    <a:pt x="1518" y="1445"/>
                  </a:lnTo>
                  <a:lnTo>
                    <a:pt x="1516" y="1445"/>
                  </a:lnTo>
                  <a:lnTo>
                    <a:pt x="1519" y="1450"/>
                  </a:lnTo>
                  <a:lnTo>
                    <a:pt x="1519" y="1450"/>
                  </a:lnTo>
                  <a:lnTo>
                    <a:pt x="1521" y="1451"/>
                  </a:lnTo>
                  <a:lnTo>
                    <a:pt x="1521" y="1453"/>
                  </a:lnTo>
                  <a:lnTo>
                    <a:pt x="1519" y="1453"/>
                  </a:lnTo>
                  <a:lnTo>
                    <a:pt x="1512" y="1456"/>
                  </a:lnTo>
                  <a:lnTo>
                    <a:pt x="1510" y="1459"/>
                  </a:lnTo>
                  <a:lnTo>
                    <a:pt x="1510" y="1460"/>
                  </a:lnTo>
                  <a:lnTo>
                    <a:pt x="1508" y="1462"/>
                  </a:lnTo>
                  <a:lnTo>
                    <a:pt x="1507" y="1462"/>
                  </a:lnTo>
                  <a:lnTo>
                    <a:pt x="1504" y="1463"/>
                  </a:lnTo>
                  <a:lnTo>
                    <a:pt x="1502" y="1463"/>
                  </a:lnTo>
                  <a:lnTo>
                    <a:pt x="1504" y="1460"/>
                  </a:lnTo>
                  <a:lnTo>
                    <a:pt x="1504" y="1460"/>
                  </a:lnTo>
                  <a:lnTo>
                    <a:pt x="1504" y="1456"/>
                  </a:lnTo>
                  <a:lnTo>
                    <a:pt x="1504" y="1450"/>
                  </a:lnTo>
                  <a:lnTo>
                    <a:pt x="1504" y="1448"/>
                  </a:lnTo>
                  <a:lnTo>
                    <a:pt x="1505" y="1447"/>
                  </a:lnTo>
                  <a:lnTo>
                    <a:pt x="1507" y="1447"/>
                  </a:lnTo>
                  <a:lnTo>
                    <a:pt x="1507" y="1447"/>
                  </a:lnTo>
                  <a:lnTo>
                    <a:pt x="1507" y="1445"/>
                  </a:lnTo>
                  <a:lnTo>
                    <a:pt x="1505" y="1445"/>
                  </a:lnTo>
                  <a:lnTo>
                    <a:pt x="1505" y="1444"/>
                  </a:lnTo>
                  <a:lnTo>
                    <a:pt x="1504" y="1444"/>
                  </a:lnTo>
                  <a:lnTo>
                    <a:pt x="1502" y="1442"/>
                  </a:lnTo>
                  <a:lnTo>
                    <a:pt x="1502" y="1442"/>
                  </a:lnTo>
                  <a:lnTo>
                    <a:pt x="1501" y="1444"/>
                  </a:lnTo>
                  <a:lnTo>
                    <a:pt x="1501" y="1442"/>
                  </a:lnTo>
                  <a:lnTo>
                    <a:pt x="1501" y="1442"/>
                  </a:lnTo>
                  <a:lnTo>
                    <a:pt x="1499" y="1440"/>
                  </a:lnTo>
                  <a:lnTo>
                    <a:pt x="1498" y="1440"/>
                  </a:lnTo>
                  <a:lnTo>
                    <a:pt x="1496" y="1439"/>
                  </a:lnTo>
                  <a:lnTo>
                    <a:pt x="1492" y="1437"/>
                  </a:lnTo>
                  <a:lnTo>
                    <a:pt x="1492" y="1437"/>
                  </a:lnTo>
                  <a:lnTo>
                    <a:pt x="1492" y="1437"/>
                  </a:lnTo>
                  <a:lnTo>
                    <a:pt x="1492" y="1437"/>
                  </a:lnTo>
                  <a:lnTo>
                    <a:pt x="1489" y="1439"/>
                  </a:lnTo>
                  <a:lnTo>
                    <a:pt x="1489" y="1439"/>
                  </a:lnTo>
                  <a:lnTo>
                    <a:pt x="1487" y="1437"/>
                  </a:lnTo>
                  <a:lnTo>
                    <a:pt x="1487" y="1437"/>
                  </a:lnTo>
                  <a:lnTo>
                    <a:pt x="1489" y="1436"/>
                  </a:lnTo>
                  <a:lnTo>
                    <a:pt x="1489" y="1436"/>
                  </a:lnTo>
                  <a:lnTo>
                    <a:pt x="1490" y="1434"/>
                  </a:lnTo>
                  <a:lnTo>
                    <a:pt x="1489" y="1431"/>
                  </a:lnTo>
                  <a:lnTo>
                    <a:pt x="1489" y="1431"/>
                  </a:lnTo>
                  <a:lnTo>
                    <a:pt x="1487" y="1431"/>
                  </a:lnTo>
                  <a:lnTo>
                    <a:pt x="1487" y="1431"/>
                  </a:lnTo>
                  <a:lnTo>
                    <a:pt x="1486" y="1433"/>
                  </a:lnTo>
                  <a:lnTo>
                    <a:pt x="1486" y="1434"/>
                  </a:lnTo>
                  <a:lnTo>
                    <a:pt x="1484" y="1434"/>
                  </a:lnTo>
                  <a:lnTo>
                    <a:pt x="1483" y="1434"/>
                  </a:lnTo>
                  <a:lnTo>
                    <a:pt x="1483" y="1431"/>
                  </a:lnTo>
                  <a:lnTo>
                    <a:pt x="1483" y="1430"/>
                  </a:lnTo>
                  <a:lnTo>
                    <a:pt x="1483" y="1428"/>
                  </a:lnTo>
                  <a:lnTo>
                    <a:pt x="1483" y="1427"/>
                  </a:lnTo>
                  <a:lnTo>
                    <a:pt x="1481" y="1425"/>
                  </a:lnTo>
                  <a:lnTo>
                    <a:pt x="1481" y="1424"/>
                  </a:lnTo>
                  <a:lnTo>
                    <a:pt x="1480" y="1422"/>
                  </a:lnTo>
                  <a:lnTo>
                    <a:pt x="1480" y="1424"/>
                  </a:lnTo>
                  <a:lnTo>
                    <a:pt x="1480" y="1424"/>
                  </a:lnTo>
                  <a:lnTo>
                    <a:pt x="1480" y="1424"/>
                  </a:lnTo>
                  <a:lnTo>
                    <a:pt x="1480" y="1424"/>
                  </a:lnTo>
                  <a:lnTo>
                    <a:pt x="1478" y="1422"/>
                  </a:lnTo>
                  <a:lnTo>
                    <a:pt x="1478" y="1421"/>
                  </a:lnTo>
                  <a:lnTo>
                    <a:pt x="1477" y="1418"/>
                  </a:lnTo>
                  <a:lnTo>
                    <a:pt x="1477" y="1418"/>
                  </a:lnTo>
                  <a:lnTo>
                    <a:pt x="1475" y="1418"/>
                  </a:lnTo>
                  <a:lnTo>
                    <a:pt x="1475" y="1419"/>
                  </a:lnTo>
                  <a:lnTo>
                    <a:pt x="1474" y="1418"/>
                  </a:lnTo>
                  <a:lnTo>
                    <a:pt x="1474" y="1418"/>
                  </a:lnTo>
                  <a:lnTo>
                    <a:pt x="1472" y="1415"/>
                  </a:lnTo>
                  <a:lnTo>
                    <a:pt x="1472" y="1416"/>
                  </a:lnTo>
                  <a:lnTo>
                    <a:pt x="1472" y="1416"/>
                  </a:lnTo>
                  <a:lnTo>
                    <a:pt x="1471" y="1415"/>
                  </a:lnTo>
                  <a:lnTo>
                    <a:pt x="1469" y="1413"/>
                  </a:lnTo>
                  <a:lnTo>
                    <a:pt x="1467" y="1413"/>
                  </a:lnTo>
                  <a:lnTo>
                    <a:pt x="1467" y="1413"/>
                  </a:lnTo>
                  <a:lnTo>
                    <a:pt x="1466" y="1412"/>
                  </a:lnTo>
                  <a:lnTo>
                    <a:pt x="1466" y="1412"/>
                  </a:lnTo>
                  <a:lnTo>
                    <a:pt x="1461" y="1412"/>
                  </a:lnTo>
                  <a:lnTo>
                    <a:pt x="1457" y="1412"/>
                  </a:lnTo>
                  <a:lnTo>
                    <a:pt x="1455" y="1412"/>
                  </a:lnTo>
                  <a:lnTo>
                    <a:pt x="1455" y="1412"/>
                  </a:lnTo>
                  <a:lnTo>
                    <a:pt x="1455" y="1412"/>
                  </a:lnTo>
                  <a:lnTo>
                    <a:pt x="1455" y="1410"/>
                  </a:lnTo>
                  <a:lnTo>
                    <a:pt x="1455" y="1407"/>
                  </a:lnTo>
                  <a:lnTo>
                    <a:pt x="1455" y="1406"/>
                  </a:lnTo>
                  <a:lnTo>
                    <a:pt x="1455" y="1404"/>
                  </a:lnTo>
                  <a:lnTo>
                    <a:pt x="1455" y="1402"/>
                  </a:lnTo>
                  <a:lnTo>
                    <a:pt x="1455" y="1402"/>
                  </a:lnTo>
                  <a:lnTo>
                    <a:pt x="1455" y="1402"/>
                  </a:lnTo>
                  <a:lnTo>
                    <a:pt x="1452" y="1401"/>
                  </a:lnTo>
                  <a:lnTo>
                    <a:pt x="1452" y="1401"/>
                  </a:lnTo>
                  <a:lnTo>
                    <a:pt x="1451" y="1401"/>
                  </a:lnTo>
                  <a:lnTo>
                    <a:pt x="1448" y="1401"/>
                  </a:lnTo>
                  <a:lnTo>
                    <a:pt x="1446" y="1402"/>
                  </a:lnTo>
                  <a:lnTo>
                    <a:pt x="1445" y="1402"/>
                  </a:lnTo>
                  <a:lnTo>
                    <a:pt x="1445" y="1404"/>
                  </a:lnTo>
                  <a:lnTo>
                    <a:pt x="1445" y="1406"/>
                  </a:lnTo>
                  <a:lnTo>
                    <a:pt x="1445" y="1407"/>
                  </a:lnTo>
                  <a:lnTo>
                    <a:pt x="1445" y="1410"/>
                  </a:lnTo>
                  <a:lnTo>
                    <a:pt x="1443" y="1412"/>
                  </a:lnTo>
                  <a:lnTo>
                    <a:pt x="1445" y="1416"/>
                  </a:lnTo>
                  <a:lnTo>
                    <a:pt x="1445" y="1418"/>
                  </a:lnTo>
                  <a:lnTo>
                    <a:pt x="1443" y="1419"/>
                  </a:lnTo>
                  <a:lnTo>
                    <a:pt x="1442" y="1421"/>
                  </a:lnTo>
                  <a:lnTo>
                    <a:pt x="1442" y="1424"/>
                  </a:lnTo>
                  <a:lnTo>
                    <a:pt x="1440" y="1424"/>
                  </a:lnTo>
                  <a:lnTo>
                    <a:pt x="1440" y="1427"/>
                  </a:lnTo>
                  <a:lnTo>
                    <a:pt x="1439" y="1430"/>
                  </a:lnTo>
                  <a:lnTo>
                    <a:pt x="1439" y="1431"/>
                  </a:lnTo>
                  <a:lnTo>
                    <a:pt x="1439" y="1434"/>
                  </a:lnTo>
                  <a:lnTo>
                    <a:pt x="1436" y="1437"/>
                  </a:lnTo>
                  <a:lnTo>
                    <a:pt x="1436" y="1440"/>
                  </a:lnTo>
                  <a:lnTo>
                    <a:pt x="1434" y="1440"/>
                  </a:lnTo>
                  <a:lnTo>
                    <a:pt x="1434" y="1442"/>
                  </a:lnTo>
                  <a:lnTo>
                    <a:pt x="1434" y="1444"/>
                  </a:lnTo>
                  <a:lnTo>
                    <a:pt x="1434" y="1447"/>
                  </a:lnTo>
                  <a:lnTo>
                    <a:pt x="1434" y="1448"/>
                  </a:lnTo>
                  <a:lnTo>
                    <a:pt x="1434" y="1450"/>
                  </a:lnTo>
                  <a:lnTo>
                    <a:pt x="1436" y="1453"/>
                  </a:lnTo>
                  <a:lnTo>
                    <a:pt x="1436" y="1453"/>
                  </a:lnTo>
                  <a:lnTo>
                    <a:pt x="1436" y="1454"/>
                  </a:lnTo>
                  <a:lnTo>
                    <a:pt x="1436" y="1454"/>
                  </a:lnTo>
                  <a:lnTo>
                    <a:pt x="1437" y="1456"/>
                  </a:lnTo>
                  <a:lnTo>
                    <a:pt x="1440" y="1454"/>
                  </a:lnTo>
                  <a:lnTo>
                    <a:pt x="1442" y="1454"/>
                  </a:lnTo>
                  <a:lnTo>
                    <a:pt x="1443" y="1456"/>
                  </a:lnTo>
                  <a:lnTo>
                    <a:pt x="1443" y="1456"/>
                  </a:lnTo>
                  <a:lnTo>
                    <a:pt x="1443" y="1462"/>
                  </a:lnTo>
                  <a:lnTo>
                    <a:pt x="1445" y="1463"/>
                  </a:lnTo>
                  <a:lnTo>
                    <a:pt x="1445" y="1463"/>
                  </a:lnTo>
                  <a:lnTo>
                    <a:pt x="1446" y="1465"/>
                  </a:lnTo>
                  <a:lnTo>
                    <a:pt x="1446" y="1465"/>
                  </a:lnTo>
                  <a:lnTo>
                    <a:pt x="1446" y="1465"/>
                  </a:lnTo>
                  <a:lnTo>
                    <a:pt x="1446" y="1463"/>
                  </a:lnTo>
                  <a:lnTo>
                    <a:pt x="1448" y="1465"/>
                  </a:lnTo>
                  <a:lnTo>
                    <a:pt x="1448" y="1466"/>
                  </a:lnTo>
                  <a:lnTo>
                    <a:pt x="1449" y="1477"/>
                  </a:lnTo>
                  <a:lnTo>
                    <a:pt x="1451" y="1478"/>
                  </a:lnTo>
                  <a:lnTo>
                    <a:pt x="1451" y="1480"/>
                  </a:lnTo>
                  <a:lnTo>
                    <a:pt x="1449" y="1478"/>
                  </a:lnTo>
                  <a:lnTo>
                    <a:pt x="1449" y="1477"/>
                  </a:lnTo>
                  <a:lnTo>
                    <a:pt x="1449" y="1475"/>
                  </a:lnTo>
                  <a:lnTo>
                    <a:pt x="1448" y="1475"/>
                  </a:lnTo>
                  <a:lnTo>
                    <a:pt x="1448" y="1475"/>
                  </a:lnTo>
                  <a:lnTo>
                    <a:pt x="1448" y="1475"/>
                  </a:lnTo>
                  <a:lnTo>
                    <a:pt x="1448" y="1474"/>
                  </a:lnTo>
                  <a:lnTo>
                    <a:pt x="1448" y="1474"/>
                  </a:lnTo>
                  <a:lnTo>
                    <a:pt x="1448" y="1472"/>
                  </a:lnTo>
                  <a:lnTo>
                    <a:pt x="1446" y="1474"/>
                  </a:lnTo>
                  <a:lnTo>
                    <a:pt x="1446" y="1475"/>
                  </a:lnTo>
                  <a:lnTo>
                    <a:pt x="1446" y="1477"/>
                  </a:lnTo>
                  <a:lnTo>
                    <a:pt x="1449" y="1478"/>
                  </a:lnTo>
                  <a:lnTo>
                    <a:pt x="1449" y="1480"/>
                  </a:lnTo>
                  <a:lnTo>
                    <a:pt x="1451" y="1480"/>
                  </a:lnTo>
                  <a:lnTo>
                    <a:pt x="1451" y="1480"/>
                  </a:lnTo>
                  <a:lnTo>
                    <a:pt x="1452" y="1481"/>
                  </a:lnTo>
                  <a:lnTo>
                    <a:pt x="1454" y="1483"/>
                  </a:lnTo>
                  <a:lnTo>
                    <a:pt x="1457" y="1484"/>
                  </a:lnTo>
                  <a:lnTo>
                    <a:pt x="1458" y="1484"/>
                  </a:lnTo>
                  <a:lnTo>
                    <a:pt x="1460" y="1483"/>
                  </a:lnTo>
                  <a:lnTo>
                    <a:pt x="1461" y="1483"/>
                  </a:lnTo>
                  <a:lnTo>
                    <a:pt x="1463" y="1484"/>
                  </a:lnTo>
                  <a:lnTo>
                    <a:pt x="1464" y="1486"/>
                  </a:lnTo>
                  <a:lnTo>
                    <a:pt x="1466" y="1489"/>
                  </a:lnTo>
                  <a:lnTo>
                    <a:pt x="1471" y="1492"/>
                  </a:lnTo>
                  <a:lnTo>
                    <a:pt x="1472" y="1492"/>
                  </a:lnTo>
                  <a:lnTo>
                    <a:pt x="1474" y="1492"/>
                  </a:lnTo>
                  <a:lnTo>
                    <a:pt x="1475" y="1497"/>
                  </a:lnTo>
                  <a:lnTo>
                    <a:pt x="1478" y="1500"/>
                  </a:lnTo>
                  <a:lnTo>
                    <a:pt x="1480" y="1500"/>
                  </a:lnTo>
                  <a:lnTo>
                    <a:pt x="1481" y="1501"/>
                  </a:lnTo>
                  <a:lnTo>
                    <a:pt x="1483" y="1503"/>
                  </a:lnTo>
                  <a:lnTo>
                    <a:pt x="1483" y="1504"/>
                  </a:lnTo>
                  <a:lnTo>
                    <a:pt x="1486" y="1509"/>
                  </a:lnTo>
                  <a:lnTo>
                    <a:pt x="1487" y="1512"/>
                  </a:lnTo>
                  <a:lnTo>
                    <a:pt x="1487" y="1515"/>
                  </a:lnTo>
                  <a:lnTo>
                    <a:pt x="1486" y="1519"/>
                  </a:lnTo>
                  <a:lnTo>
                    <a:pt x="1486" y="1522"/>
                  </a:lnTo>
                  <a:lnTo>
                    <a:pt x="1486" y="1524"/>
                  </a:lnTo>
                  <a:lnTo>
                    <a:pt x="1487" y="1525"/>
                  </a:lnTo>
                  <a:lnTo>
                    <a:pt x="1486" y="1527"/>
                  </a:lnTo>
                  <a:lnTo>
                    <a:pt x="1486" y="1528"/>
                  </a:lnTo>
                  <a:lnTo>
                    <a:pt x="1486" y="1533"/>
                  </a:lnTo>
                  <a:lnTo>
                    <a:pt x="1487" y="1533"/>
                  </a:lnTo>
                  <a:lnTo>
                    <a:pt x="1487" y="1534"/>
                  </a:lnTo>
                  <a:lnTo>
                    <a:pt x="1490" y="1536"/>
                  </a:lnTo>
                  <a:lnTo>
                    <a:pt x="1492" y="1537"/>
                  </a:lnTo>
                  <a:lnTo>
                    <a:pt x="1493" y="1540"/>
                  </a:lnTo>
                  <a:lnTo>
                    <a:pt x="1496" y="1546"/>
                  </a:lnTo>
                  <a:lnTo>
                    <a:pt x="1496" y="1549"/>
                  </a:lnTo>
                  <a:lnTo>
                    <a:pt x="1496" y="1551"/>
                  </a:lnTo>
                  <a:lnTo>
                    <a:pt x="1496" y="1551"/>
                  </a:lnTo>
                  <a:lnTo>
                    <a:pt x="1495" y="1551"/>
                  </a:lnTo>
                  <a:lnTo>
                    <a:pt x="1495" y="1551"/>
                  </a:lnTo>
                  <a:lnTo>
                    <a:pt x="1495" y="1551"/>
                  </a:lnTo>
                  <a:lnTo>
                    <a:pt x="1495" y="1549"/>
                  </a:lnTo>
                  <a:lnTo>
                    <a:pt x="1495" y="1549"/>
                  </a:lnTo>
                  <a:lnTo>
                    <a:pt x="1493" y="1548"/>
                  </a:lnTo>
                  <a:lnTo>
                    <a:pt x="1493" y="1548"/>
                  </a:lnTo>
                  <a:lnTo>
                    <a:pt x="1493" y="1549"/>
                  </a:lnTo>
                  <a:lnTo>
                    <a:pt x="1493" y="1549"/>
                  </a:lnTo>
                  <a:lnTo>
                    <a:pt x="1492" y="1551"/>
                  </a:lnTo>
                  <a:lnTo>
                    <a:pt x="1492" y="1549"/>
                  </a:lnTo>
                  <a:lnTo>
                    <a:pt x="1490" y="1551"/>
                  </a:lnTo>
                  <a:lnTo>
                    <a:pt x="1487" y="1551"/>
                  </a:lnTo>
                  <a:lnTo>
                    <a:pt x="1487" y="1552"/>
                  </a:lnTo>
                  <a:lnTo>
                    <a:pt x="1486" y="1551"/>
                  </a:lnTo>
                  <a:lnTo>
                    <a:pt x="1486" y="1549"/>
                  </a:lnTo>
                  <a:lnTo>
                    <a:pt x="1486" y="1549"/>
                  </a:lnTo>
                  <a:lnTo>
                    <a:pt x="1480" y="1546"/>
                  </a:lnTo>
                  <a:lnTo>
                    <a:pt x="1478" y="1545"/>
                  </a:lnTo>
                  <a:lnTo>
                    <a:pt x="1475" y="1543"/>
                  </a:lnTo>
                  <a:lnTo>
                    <a:pt x="1471" y="1540"/>
                  </a:lnTo>
                  <a:lnTo>
                    <a:pt x="1467" y="1537"/>
                  </a:lnTo>
                  <a:lnTo>
                    <a:pt x="1466" y="1536"/>
                  </a:lnTo>
                  <a:lnTo>
                    <a:pt x="1463" y="1536"/>
                  </a:lnTo>
                  <a:lnTo>
                    <a:pt x="1461" y="1534"/>
                  </a:lnTo>
                  <a:lnTo>
                    <a:pt x="1461" y="1533"/>
                  </a:lnTo>
                  <a:lnTo>
                    <a:pt x="1460" y="1533"/>
                  </a:lnTo>
                  <a:lnTo>
                    <a:pt x="1461" y="1531"/>
                  </a:lnTo>
                  <a:lnTo>
                    <a:pt x="1460" y="1530"/>
                  </a:lnTo>
                  <a:lnTo>
                    <a:pt x="1460" y="1528"/>
                  </a:lnTo>
                  <a:lnTo>
                    <a:pt x="1458" y="1525"/>
                  </a:lnTo>
                  <a:lnTo>
                    <a:pt x="1457" y="1524"/>
                  </a:lnTo>
                  <a:lnTo>
                    <a:pt x="1455" y="1522"/>
                  </a:lnTo>
                  <a:lnTo>
                    <a:pt x="1454" y="1521"/>
                  </a:lnTo>
                  <a:lnTo>
                    <a:pt x="1452" y="1519"/>
                  </a:lnTo>
                  <a:lnTo>
                    <a:pt x="1454" y="1519"/>
                  </a:lnTo>
                  <a:lnTo>
                    <a:pt x="1454" y="1519"/>
                  </a:lnTo>
                  <a:lnTo>
                    <a:pt x="1454" y="1518"/>
                  </a:lnTo>
                  <a:lnTo>
                    <a:pt x="1452" y="1516"/>
                  </a:lnTo>
                  <a:lnTo>
                    <a:pt x="1452" y="1515"/>
                  </a:lnTo>
                  <a:lnTo>
                    <a:pt x="1452" y="1512"/>
                  </a:lnTo>
                  <a:lnTo>
                    <a:pt x="1449" y="1506"/>
                  </a:lnTo>
                  <a:lnTo>
                    <a:pt x="1449" y="1500"/>
                  </a:lnTo>
                  <a:lnTo>
                    <a:pt x="1449" y="1498"/>
                  </a:lnTo>
                  <a:lnTo>
                    <a:pt x="1448" y="1493"/>
                  </a:lnTo>
                  <a:lnTo>
                    <a:pt x="1448" y="1492"/>
                  </a:lnTo>
                  <a:lnTo>
                    <a:pt x="1446" y="1490"/>
                  </a:lnTo>
                  <a:lnTo>
                    <a:pt x="1446" y="1489"/>
                  </a:lnTo>
                  <a:lnTo>
                    <a:pt x="1443" y="1486"/>
                  </a:lnTo>
                  <a:lnTo>
                    <a:pt x="1440" y="1484"/>
                  </a:lnTo>
                  <a:lnTo>
                    <a:pt x="1440" y="1481"/>
                  </a:lnTo>
                  <a:lnTo>
                    <a:pt x="1440" y="1480"/>
                  </a:lnTo>
                  <a:lnTo>
                    <a:pt x="1439" y="1480"/>
                  </a:lnTo>
                  <a:lnTo>
                    <a:pt x="1439" y="1480"/>
                  </a:lnTo>
                  <a:lnTo>
                    <a:pt x="1439" y="1478"/>
                  </a:lnTo>
                  <a:lnTo>
                    <a:pt x="1439" y="1478"/>
                  </a:lnTo>
                  <a:lnTo>
                    <a:pt x="1437" y="1478"/>
                  </a:lnTo>
                  <a:lnTo>
                    <a:pt x="1436" y="1478"/>
                  </a:lnTo>
                  <a:lnTo>
                    <a:pt x="1436" y="1475"/>
                  </a:lnTo>
                  <a:lnTo>
                    <a:pt x="1436" y="1475"/>
                  </a:lnTo>
                  <a:lnTo>
                    <a:pt x="1434" y="1474"/>
                  </a:lnTo>
                  <a:lnTo>
                    <a:pt x="1433" y="1474"/>
                  </a:lnTo>
                  <a:lnTo>
                    <a:pt x="1433" y="1472"/>
                  </a:lnTo>
                  <a:lnTo>
                    <a:pt x="1433" y="1471"/>
                  </a:lnTo>
                  <a:lnTo>
                    <a:pt x="1431" y="1471"/>
                  </a:lnTo>
                  <a:lnTo>
                    <a:pt x="1431" y="1469"/>
                  </a:lnTo>
                  <a:lnTo>
                    <a:pt x="1429" y="1469"/>
                  </a:lnTo>
                  <a:lnTo>
                    <a:pt x="1428" y="1466"/>
                  </a:lnTo>
                  <a:lnTo>
                    <a:pt x="1428" y="1466"/>
                  </a:lnTo>
                  <a:lnTo>
                    <a:pt x="1426" y="1466"/>
                  </a:lnTo>
                  <a:lnTo>
                    <a:pt x="1426" y="1466"/>
                  </a:lnTo>
                  <a:lnTo>
                    <a:pt x="1425" y="1466"/>
                  </a:lnTo>
                  <a:lnTo>
                    <a:pt x="1425" y="1468"/>
                  </a:lnTo>
                  <a:lnTo>
                    <a:pt x="1423" y="1468"/>
                  </a:lnTo>
                  <a:lnTo>
                    <a:pt x="1423" y="1468"/>
                  </a:lnTo>
                  <a:lnTo>
                    <a:pt x="1422" y="1465"/>
                  </a:lnTo>
                  <a:lnTo>
                    <a:pt x="1422" y="1463"/>
                  </a:lnTo>
                  <a:lnTo>
                    <a:pt x="1422" y="1460"/>
                  </a:lnTo>
                  <a:lnTo>
                    <a:pt x="1423" y="1459"/>
                  </a:lnTo>
                  <a:lnTo>
                    <a:pt x="1425" y="1454"/>
                  </a:lnTo>
                  <a:lnTo>
                    <a:pt x="1425" y="1451"/>
                  </a:lnTo>
                  <a:lnTo>
                    <a:pt x="1425" y="1451"/>
                  </a:lnTo>
                  <a:lnTo>
                    <a:pt x="1426" y="1447"/>
                  </a:lnTo>
                  <a:lnTo>
                    <a:pt x="1428" y="1444"/>
                  </a:lnTo>
                  <a:lnTo>
                    <a:pt x="1428" y="1444"/>
                  </a:lnTo>
                  <a:lnTo>
                    <a:pt x="1426" y="1445"/>
                  </a:lnTo>
                  <a:lnTo>
                    <a:pt x="1426" y="1444"/>
                  </a:lnTo>
                  <a:lnTo>
                    <a:pt x="1426" y="1444"/>
                  </a:lnTo>
                  <a:lnTo>
                    <a:pt x="1426" y="1440"/>
                  </a:lnTo>
                  <a:lnTo>
                    <a:pt x="1425" y="1437"/>
                  </a:lnTo>
                  <a:lnTo>
                    <a:pt x="1426" y="1436"/>
                  </a:lnTo>
                  <a:lnTo>
                    <a:pt x="1426" y="1436"/>
                  </a:lnTo>
                  <a:lnTo>
                    <a:pt x="1426" y="1434"/>
                  </a:lnTo>
                  <a:lnTo>
                    <a:pt x="1428" y="1433"/>
                  </a:lnTo>
                  <a:lnTo>
                    <a:pt x="1428" y="1431"/>
                  </a:lnTo>
                  <a:lnTo>
                    <a:pt x="1429" y="1430"/>
                  </a:lnTo>
                  <a:lnTo>
                    <a:pt x="1428" y="1428"/>
                  </a:lnTo>
                  <a:lnTo>
                    <a:pt x="1428" y="1427"/>
                  </a:lnTo>
                  <a:lnTo>
                    <a:pt x="1429" y="1427"/>
                  </a:lnTo>
                  <a:lnTo>
                    <a:pt x="1429" y="1425"/>
                  </a:lnTo>
                  <a:lnTo>
                    <a:pt x="1429" y="1424"/>
                  </a:lnTo>
                  <a:lnTo>
                    <a:pt x="1431" y="1424"/>
                  </a:lnTo>
                  <a:lnTo>
                    <a:pt x="1429" y="1424"/>
                  </a:lnTo>
                  <a:lnTo>
                    <a:pt x="1429" y="1422"/>
                  </a:lnTo>
                  <a:lnTo>
                    <a:pt x="1428" y="1424"/>
                  </a:lnTo>
                  <a:lnTo>
                    <a:pt x="1428" y="1424"/>
                  </a:lnTo>
                  <a:lnTo>
                    <a:pt x="1428" y="1422"/>
                  </a:lnTo>
                  <a:lnTo>
                    <a:pt x="1428" y="1422"/>
                  </a:lnTo>
                  <a:lnTo>
                    <a:pt x="1428" y="1421"/>
                  </a:lnTo>
                  <a:lnTo>
                    <a:pt x="1428" y="1421"/>
                  </a:lnTo>
                  <a:lnTo>
                    <a:pt x="1428" y="1419"/>
                  </a:lnTo>
                  <a:lnTo>
                    <a:pt x="1428" y="1419"/>
                  </a:lnTo>
                  <a:lnTo>
                    <a:pt x="1428" y="1418"/>
                  </a:lnTo>
                  <a:lnTo>
                    <a:pt x="1428" y="1418"/>
                  </a:lnTo>
                  <a:lnTo>
                    <a:pt x="1426" y="1418"/>
                  </a:lnTo>
                  <a:lnTo>
                    <a:pt x="1428" y="1416"/>
                  </a:lnTo>
                  <a:lnTo>
                    <a:pt x="1428" y="1416"/>
                  </a:lnTo>
                  <a:lnTo>
                    <a:pt x="1428" y="1415"/>
                  </a:lnTo>
                  <a:lnTo>
                    <a:pt x="1428" y="1413"/>
                  </a:lnTo>
                  <a:lnTo>
                    <a:pt x="1428" y="1412"/>
                  </a:lnTo>
                  <a:lnTo>
                    <a:pt x="1428" y="1410"/>
                  </a:lnTo>
                  <a:lnTo>
                    <a:pt x="1428" y="1410"/>
                  </a:lnTo>
                  <a:lnTo>
                    <a:pt x="1426" y="1407"/>
                  </a:lnTo>
                  <a:lnTo>
                    <a:pt x="1426" y="1406"/>
                  </a:lnTo>
                  <a:lnTo>
                    <a:pt x="1425" y="1404"/>
                  </a:lnTo>
                  <a:lnTo>
                    <a:pt x="1425" y="1401"/>
                  </a:lnTo>
                  <a:lnTo>
                    <a:pt x="1422" y="1398"/>
                  </a:lnTo>
                  <a:lnTo>
                    <a:pt x="1423" y="1396"/>
                  </a:lnTo>
                  <a:lnTo>
                    <a:pt x="1422" y="1396"/>
                  </a:lnTo>
                  <a:lnTo>
                    <a:pt x="1422" y="1395"/>
                  </a:lnTo>
                  <a:lnTo>
                    <a:pt x="1422" y="1399"/>
                  </a:lnTo>
                  <a:lnTo>
                    <a:pt x="1420" y="1398"/>
                  </a:lnTo>
                  <a:lnTo>
                    <a:pt x="1420" y="1396"/>
                  </a:lnTo>
                  <a:lnTo>
                    <a:pt x="1420" y="1395"/>
                  </a:lnTo>
                  <a:lnTo>
                    <a:pt x="1420" y="1393"/>
                  </a:lnTo>
                  <a:lnTo>
                    <a:pt x="1419" y="1390"/>
                  </a:lnTo>
                  <a:lnTo>
                    <a:pt x="1419" y="1389"/>
                  </a:lnTo>
                  <a:lnTo>
                    <a:pt x="1419" y="1387"/>
                  </a:lnTo>
                  <a:lnTo>
                    <a:pt x="1419" y="1386"/>
                  </a:lnTo>
                  <a:lnTo>
                    <a:pt x="1420" y="1387"/>
                  </a:lnTo>
                  <a:lnTo>
                    <a:pt x="1419" y="1386"/>
                  </a:lnTo>
                  <a:lnTo>
                    <a:pt x="1417" y="1386"/>
                  </a:lnTo>
                  <a:lnTo>
                    <a:pt x="1417" y="1384"/>
                  </a:lnTo>
                  <a:lnTo>
                    <a:pt x="1417" y="1380"/>
                  </a:lnTo>
                  <a:lnTo>
                    <a:pt x="1416" y="1378"/>
                  </a:lnTo>
                  <a:lnTo>
                    <a:pt x="1417" y="1377"/>
                  </a:lnTo>
                  <a:lnTo>
                    <a:pt x="1416" y="1371"/>
                  </a:lnTo>
                  <a:lnTo>
                    <a:pt x="1414" y="1369"/>
                  </a:lnTo>
                  <a:lnTo>
                    <a:pt x="1414" y="1368"/>
                  </a:lnTo>
                  <a:lnTo>
                    <a:pt x="1416" y="1366"/>
                  </a:lnTo>
                  <a:lnTo>
                    <a:pt x="1416" y="1363"/>
                  </a:lnTo>
                  <a:lnTo>
                    <a:pt x="1416" y="1363"/>
                  </a:lnTo>
                  <a:lnTo>
                    <a:pt x="1416" y="1363"/>
                  </a:lnTo>
                  <a:lnTo>
                    <a:pt x="1416" y="1363"/>
                  </a:lnTo>
                  <a:lnTo>
                    <a:pt x="1414" y="1363"/>
                  </a:lnTo>
                  <a:lnTo>
                    <a:pt x="1414" y="1363"/>
                  </a:lnTo>
                  <a:lnTo>
                    <a:pt x="1411" y="1363"/>
                  </a:lnTo>
                  <a:lnTo>
                    <a:pt x="1411" y="1361"/>
                  </a:lnTo>
                  <a:lnTo>
                    <a:pt x="1411" y="1360"/>
                  </a:lnTo>
                  <a:lnTo>
                    <a:pt x="1410" y="1358"/>
                  </a:lnTo>
                  <a:lnTo>
                    <a:pt x="1410" y="1355"/>
                  </a:lnTo>
                  <a:lnTo>
                    <a:pt x="1410" y="1355"/>
                  </a:lnTo>
                  <a:lnTo>
                    <a:pt x="1408" y="1354"/>
                  </a:lnTo>
                  <a:lnTo>
                    <a:pt x="1408" y="1354"/>
                  </a:lnTo>
                  <a:lnTo>
                    <a:pt x="1407" y="1352"/>
                  </a:lnTo>
                  <a:lnTo>
                    <a:pt x="1405" y="1351"/>
                  </a:lnTo>
                  <a:lnTo>
                    <a:pt x="1405" y="1352"/>
                  </a:lnTo>
                  <a:lnTo>
                    <a:pt x="1407" y="1352"/>
                  </a:lnTo>
                  <a:lnTo>
                    <a:pt x="1405" y="1354"/>
                  </a:lnTo>
                  <a:lnTo>
                    <a:pt x="1407" y="1357"/>
                  </a:lnTo>
                  <a:lnTo>
                    <a:pt x="1405" y="1358"/>
                  </a:lnTo>
                  <a:lnTo>
                    <a:pt x="1405" y="1360"/>
                  </a:lnTo>
                  <a:lnTo>
                    <a:pt x="1405" y="1360"/>
                  </a:lnTo>
                  <a:lnTo>
                    <a:pt x="1402" y="1363"/>
                  </a:lnTo>
                  <a:lnTo>
                    <a:pt x="1401" y="1363"/>
                  </a:lnTo>
                  <a:lnTo>
                    <a:pt x="1401" y="1363"/>
                  </a:lnTo>
                  <a:lnTo>
                    <a:pt x="1399" y="1363"/>
                  </a:lnTo>
                  <a:lnTo>
                    <a:pt x="1399" y="1361"/>
                  </a:lnTo>
                  <a:lnTo>
                    <a:pt x="1398" y="1361"/>
                  </a:lnTo>
                  <a:lnTo>
                    <a:pt x="1398" y="1360"/>
                  </a:lnTo>
                  <a:lnTo>
                    <a:pt x="1398" y="1360"/>
                  </a:lnTo>
                  <a:lnTo>
                    <a:pt x="1398" y="1360"/>
                  </a:lnTo>
                  <a:lnTo>
                    <a:pt x="1398" y="1361"/>
                  </a:lnTo>
                  <a:lnTo>
                    <a:pt x="1398" y="1363"/>
                  </a:lnTo>
                  <a:lnTo>
                    <a:pt x="1399" y="1364"/>
                  </a:lnTo>
                  <a:lnTo>
                    <a:pt x="1399" y="1364"/>
                  </a:lnTo>
                  <a:lnTo>
                    <a:pt x="1396" y="1364"/>
                  </a:lnTo>
                  <a:lnTo>
                    <a:pt x="1396" y="1364"/>
                  </a:lnTo>
                  <a:lnTo>
                    <a:pt x="1396" y="1364"/>
                  </a:lnTo>
                  <a:lnTo>
                    <a:pt x="1396" y="1366"/>
                  </a:lnTo>
                  <a:lnTo>
                    <a:pt x="1395" y="1366"/>
                  </a:lnTo>
                  <a:lnTo>
                    <a:pt x="1391" y="1368"/>
                  </a:lnTo>
                  <a:lnTo>
                    <a:pt x="1391" y="1369"/>
                  </a:lnTo>
                  <a:lnTo>
                    <a:pt x="1391" y="1371"/>
                  </a:lnTo>
                  <a:lnTo>
                    <a:pt x="1390" y="1372"/>
                  </a:lnTo>
                  <a:lnTo>
                    <a:pt x="1387" y="1374"/>
                  </a:lnTo>
                  <a:lnTo>
                    <a:pt x="1387" y="1374"/>
                  </a:lnTo>
                  <a:lnTo>
                    <a:pt x="1387" y="1372"/>
                  </a:lnTo>
                  <a:lnTo>
                    <a:pt x="1387" y="1371"/>
                  </a:lnTo>
                  <a:lnTo>
                    <a:pt x="1387" y="1369"/>
                  </a:lnTo>
                  <a:lnTo>
                    <a:pt x="1387" y="1368"/>
                  </a:lnTo>
                  <a:lnTo>
                    <a:pt x="1387" y="1369"/>
                  </a:lnTo>
                  <a:lnTo>
                    <a:pt x="1385" y="1371"/>
                  </a:lnTo>
                  <a:lnTo>
                    <a:pt x="1385" y="1372"/>
                  </a:lnTo>
                  <a:lnTo>
                    <a:pt x="1384" y="1372"/>
                  </a:lnTo>
                  <a:lnTo>
                    <a:pt x="1382" y="1372"/>
                  </a:lnTo>
                  <a:lnTo>
                    <a:pt x="1381" y="1369"/>
                  </a:lnTo>
                  <a:lnTo>
                    <a:pt x="1381" y="1369"/>
                  </a:lnTo>
                  <a:lnTo>
                    <a:pt x="1381" y="1369"/>
                  </a:lnTo>
                  <a:lnTo>
                    <a:pt x="1381" y="1368"/>
                  </a:lnTo>
                  <a:lnTo>
                    <a:pt x="1381" y="1368"/>
                  </a:lnTo>
                  <a:lnTo>
                    <a:pt x="1381" y="1368"/>
                  </a:lnTo>
                  <a:lnTo>
                    <a:pt x="1381" y="1369"/>
                  </a:lnTo>
                  <a:lnTo>
                    <a:pt x="1381" y="1371"/>
                  </a:lnTo>
                  <a:lnTo>
                    <a:pt x="1379" y="1371"/>
                  </a:lnTo>
                  <a:lnTo>
                    <a:pt x="1379" y="1369"/>
                  </a:lnTo>
                  <a:lnTo>
                    <a:pt x="1378" y="1369"/>
                  </a:lnTo>
                  <a:lnTo>
                    <a:pt x="1379" y="1368"/>
                  </a:lnTo>
                  <a:lnTo>
                    <a:pt x="1379" y="1366"/>
                  </a:lnTo>
                  <a:lnTo>
                    <a:pt x="1379" y="1364"/>
                  </a:lnTo>
                  <a:lnTo>
                    <a:pt x="1379" y="1364"/>
                  </a:lnTo>
                  <a:lnTo>
                    <a:pt x="1379" y="1363"/>
                  </a:lnTo>
                  <a:lnTo>
                    <a:pt x="1379" y="1364"/>
                  </a:lnTo>
                  <a:lnTo>
                    <a:pt x="1379" y="1364"/>
                  </a:lnTo>
                  <a:lnTo>
                    <a:pt x="1378" y="1366"/>
                  </a:lnTo>
                  <a:lnTo>
                    <a:pt x="1378" y="1366"/>
                  </a:lnTo>
                  <a:lnTo>
                    <a:pt x="1376" y="1368"/>
                  </a:lnTo>
                  <a:lnTo>
                    <a:pt x="1376" y="1369"/>
                  </a:lnTo>
                  <a:lnTo>
                    <a:pt x="1375" y="1369"/>
                  </a:lnTo>
                  <a:lnTo>
                    <a:pt x="1373" y="1369"/>
                  </a:lnTo>
                  <a:lnTo>
                    <a:pt x="1373" y="1368"/>
                  </a:lnTo>
                  <a:lnTo>
                    <a:pt x="1373" y="1363"/>
                  </a:lnTo>
                  <a:lnTo>
                    <a:pt x="1375" y="1363"/>
                  </a:lnTo>
                  <a:lnTo>
                    <a:pt x="1375" y="1361"/>
                  </a:lnTo>
                  <a:lnTo>
                    <a:pt x="1375" y="1358"/>
                  </a:lnTo>
                  <a:lnTo>
                    <a:pt x="1376" y="1357"/>
                  </a:lnTo>
                  <a:lnTo>
                    <a:pt x="1376" y="1355"/>
                  </a:lnTo>
                  <a:lnTo>
                    <a:pt x="1376" y="1354"/>
                  </a:lnTo>
                  <a:lnTo>
                    <a:pt x="1378" y="1352"/>
                  </a:lnTo>
                  <a:lnTo>
                    <a:pt x="1378" y="1349"/>
                  </a:lnTo>
                  <a:lnTo>
                    <a:pt x="1378" y="1348"/>
                  </a:lnTo>
                  <a:lnTo>
                    <a:pt x="1376" y="1346"/>
                  </a:lnTo>
                  <a:lnTo>
                    <a:pt x="1376" y="1342"/>
                  </a:lnTo>
                  <a:lnTo>
                    <a:pt x="1373" y="1337"/>
                  </a:lnTo>
                  <a:lnTo>
                    <a:pt x="1373" y="1336"/>
                  </a:lnTo>
                  <a:lnTo>
                    <a:pt x="1373" y="1334"/>
                  </a:lnTo>
                  <a:lnTo>
                    <a:pt x="1373" y="1334"/>
                  </a:lnTo>
                  <a:lnTo>
                    <a:pt x="1372" y="1333"/>
                  </a:lnTo>
                  <a:lnTo>
                    <a:pt x="1372" y="1333"/>
                  </a:lnTo>
                  <a:lnTo>
                    <a:pt x="1372" y="1329"/>
                  </a:lnTo>
                  <a:lnTo>
                    <a:pt x="1372" y="1326"/>
                  </a:lnTo>
                  <a:lnTo>
                    <a:pt x="1370" y="1328"/>
                  </a:lnTo>
                  <a:lnTo>
                    <a:pt x="1370" y="1328"/>
                  </a:lnTo>
                  <a:lnTo>
                    <a:pt x="1370" y="1329"/>
                  </a:lnTo>
                  <a:lnTo>
                    <a:pt x="1370" y="1331"/>
                  </a:lnTo>
                  <a:lnTo>
                    <a:pt x="1370" y="1331"/>
                  </a:lnTo>
                  <a:lnTo>
                    <a:pt x="1370" y="1333"/>
                  </a:lnTo>
                  <a:lnTo>
                    <a:pt x="1369" y="1331"/>
                  </a:lnTo>
                  <a:lnTo>
                    <a:pt x="1367" y="1331"/>
                  </a:lnTo>
                  <a:lnTo>
                    <a:pt x="1366" y="1328"/>
                  </a:lnTo>
                  <a:lnTo>
                    <a:pt x="1364" y="1326"/>
                  </a:lnTo>
                  <a:lnTo>
                    <a:pt x="1364" y="1326"/>
                  </a:lnTo>
                  <a:lnTo>
                    <a:pt x="1366" y="1325"/>
                  </a:lnTo>
                  <a:lnTo>
                    <a:pt x="1367" y="1328"/>
                  </a:lnTo>
                  <a:lnTo>
                    <a:pt x="1369" y="1328"/>
                  </a:lnTo>
                  <a:lnTo>
                    <a:pt x="1369" y="1328"/>
                  </a:lnTo>
                  <a:lnTo>
                    <a:pt x="1370" y="1326"/>
                  </a:lnTo>
                  <a:lnTo>
                    <a:pt x="1370" y="1325"/>
                  </a:lnTo>
                  <a:lnTo>
                    <a:pt x="1370" y="1325"/>
                  </a:lnTo>
                  <a:lnTo>
                    <a:pt x="1369" y="1325"/>
                  </a:lnTo>
                  <a:lnTo>
                    <a:pt x="1369" y="1323"/>
                  </a:lnTo>
                  <a:lnTo>
                    <a:pt x="1367" y="1323"/>
                  </a:lnTo>
                  <a:lnTo>
                    <a:pt x="1367" y="1322"/>
                  </a:lnTo>
                  <a:lnTo>
                    <a:pt x="1367" y="1322"/>
                  </a:lnTo>
                  <a:lnTo>
                    <a:pt x="1367" y="1322"/>
                  </a:lnTo>
                  <a:lnTo>
                    <a:pt x="1366" y="1320"/>
                  </a:lnTo>
                  <a:lnTo>
                    <a:pt x="1366" y="1320"/>
                  </a:lnTo>
                  <a:lnTo>
                    <a:pt x="1367" y="1319"/>
                  </a:lnTo>
                  <a:lnTo>
                    <a:pt x="1366" y="1319"/>
                  </a:lnTo>
                  <a:lnTo>
                    <a:pt x="1364" y="1317"/>
                  </a:lnTo>
                  <a:lnTo>
                    <a:pt x="1363" y="1317"/>
                  </a:lnTo>
                  <a:lnTo>
                    <a:pt x="1363" y="1317"/>
                  </a:lnTo>
                  <a:lnTo>
                    <a:pt x="1361" y="1317"/>
                  </a:lnTo>
                  <a:lnTo>
                    <a:pt x="1360" y="1317"/>
                  </a:lnTo>
                  <a:lnTo>
                    <a:pt x="1361" y="1319"/>
                  </a:lnTo>
                  <a:lnTo>
                    <a:pt x="1361" y="1320"/>
                  </a:lnTo>
                  <a:lnTo>
                    <a:pt x="1360" y="1320"/>
                  </a:lnTo>
                  <a:lnTo>
                    <a:pt x="1358" y="1317"/>
                  </a:lnTo>
                  <a:lnTo>
                    <a:pt x="1358" y="1316"/>
                  </a:lnTo>
                  <a:lnTo>
                    <a:pt x="1360" y="1316"/>
                  </a:lnTo>
                  <a:lnTo>
                    <a:pt x="1360" y="1316"/>
                  </a:lnTo>
                  <a:lnTo>
                    <a:pt x="1358" y="1316"/>
                  </a:lnTo>
                  <a:lnTo>
                    <a:pt x="1360" y="1313"/>
                  </a:lnTo>
                  <a:lnTo>
                    <a:pt x="1358" y="1313"/>
                  </a:lnTo>
                  <a:lnTo>
                    <a:pt x="1358" y="1313"/>
                  </a:lnTo>
                  <a:lnTo>
                    <a:pt x="1358" y="1314"/>
                  </a:lnTo>
                  <a:lnTo>
                    <a:pt x="1357" y="1316"/>
                  </a:lnTo>
                  <a:lnTo>
                    <a:pt x="1357" y="1316"/>
                  </a:lnTo>
                  <a:lnTo>
                    <a:pt x="1355" y="1316"/>
                  </a:lnTo>
                  <a:lnTo>
                    <a:pt x="1357" y="1314"/>
                  </a:lnTo>
                  <a:lnTo>
                    <a:pt x="1357" y="1314"/>
                  </a:lnTo>
                  <a:lnTo>
                    <a:pt x="1357" y="1313"/>
                  </a:lnTo>
                  <a:lnTo>
                    <a:pt x="1357" y="1313"/>
                  </a:lnTo>
                  <a:lnTo>
                    <a:pt x="1355" y="1311"/>
                  </a:lnTo>
                  <a:lnTo>
                    <a:pt x="1355" y="1310"/>
                  </a:lnTo>
                  <a:lnTo>
                    <a:pt x="1355" y="1310"/>
                  </a:lnTo>
                  <a:lnTo>
                    <a:pt x="1355" y="1311"/>
                  </a:lnTo>
                  <a:lnTo>
                    <a:pt x="1355" y="1314"/>
                  </a:lnTo>
                  <a:lnTo>
                    <a:pt x="1354" y="1311"/>
                  </a:lnTo>
                  <a:lnTo>
                    <a:pt x="1350" y="1308"/>
                  </a:lnTo>
                  <a:lnTo>
                    <a:pt x="1350" y="1308"/>
                  </a:lnTo>
                  <a:lnTo>
                    <a:pt x="1350" y="1308"/>
                  </a:lnTo>
                  <a:lnTo>
                    <a:pt x="1349" y="1307"/>
                  </a:lnTo>
                  <a:lnTo>
                    <a:pt x="1349" y="1305"/>
                  </a:lnTo>
                  <a:lnTo>
                    <a:pt x="1347" y="1302"/>
                  </a:lnTo>
                  <a:lnTo>
                    <a:pt x="1346" y="1298"/>
                  </a:lnTo>
                  <a:lnTo>
                    <a:pt x="1346" y="1296"/>
                  </a:lnTo>
                  <a:lnTo>
                    <a:pt x="1344" y="1293"/>
                  </a:lnTo>
                  <a:lnTo>
                    <a:pt x="1344" y="1290"/>
                  </a:lnTo>
                  <a:lnTo>
                    <a:pt x="1344" y="1288"/>
                  </a:lnTo>
                  <a:lnTo>
                    <a:pt x="1344" y="1287"/>
                  </a:lnTo>
                  <a:lnTo>
                    <a:pt x="1344" y="1287"/>
                  </a:lnTo>
                  <a:lnTo>
                    <a:pt x="1344" y="1287"/>
                  </a:lnTo>
                  <a:lnTo>
                    <a:pt x="1343" y="1287"/>
                  </a:lnTo>
                  <a:lnTo>
                    <a:pt x="1343" y="1285"/>
                  </a:lnTo>
                  <a:lnTo>
                    <a:pt x="1343" y="1285"/>
                  </a:lnTo>
                  <a:lnTo>
                    <a:pt x="1340" y="1282"/>
                  </a:lnTo>
                  <a:lnTo>
                    <a:pt x="1340" y="1281"/>
                  </a:lnTo>
                  <a:lnTo>
                    <a:pt x="1340" y="1279"/>
                  </a:lnTo>
                  <a:lnTo>
                    <a:pt x="1338" y="1281"/>
                  </a:lnTo>
                  <a:lnTo>
                    <a:pt x="1338" y="1282"/>
                  </a:lnTo>
                  <a:lnTo>
                    <a:pt x="1337" y="1282"/>
                  </a:lnTo>
                  <a:lnTo>
                    <a:pt x="1335" y="1284"/>
                  </a:lnTo>
                  <a:lnTo>
                    <a:pt x="1334" y="1284"/>
                  </a:lnTo>
                  <a:lnTo>
                    <a:pt x="1332" y="1282"/>
                  </a:lnTo>
                  <a:lnTo>
                    <a:pt x="1329" y="1278"/>
                  </a:lnTo>
                  <a:lnTo>
                    <a:pt x="1329" y="1276"/>
                  </a:lnTo>
                  <a:lnTo>
                    <a:pt x="1329" y="1275"/>
                  </a:lnTo>
                  <a:lnTo>
                    <a:pt x="1329" y="1272"/>
                  </a:lnTo>
                  <a:lnTo>
                    <a:pt x="1329" y="1272"/>
                  </a:lnTo>
                  <a:lnTo>
                    <a:pt x="1329" y="1270"/>
                  </a:lnTo>
                  <a:lnTo>
                    <a:pt x="1329" y="1270"/>
                  </a:lnTo>
                  <a:lnTo>
                    <a:pt x="1328" y="1272"/>
                  </a:lnTo>
                  <a:lnTo>
                    <a:pt x="1328" y="1272"/>
                  </a:lnTo>
                  <a:lnTo>
                    <a:pt x="1328" y="1273"/>
                  </a:lnTo>
                  <a:lnTo>
                    <a:pt x="1326" y="1272"/>
                  </a:lnTo>
                  <a:lnTo>
                    <a:pt x="1325" y="1272"/>
                  </a:lnTo>
                  <a:lnTo>
                    <a:pt x="1326" y="1273"/>
                  </a:lnTo>
                  <a:lnTo>
                    <a:pt x="1328" y="1273"/>
                  </a:lnTo>
                  <a:lnTo>
                    <a:pt x="1329" y="1275"/>
                  </a:lnTo>
                  <a:lnTo>
                    <a:pt x="1329" y="1275"/>
                  </a:lnTo>
                  <a:lnTo>
                    <a:pt x="1329" y="1276"/>
                  </a:lnTo>
                  <a:lnTo>
                    <a:pt x="1328" y="1278"/>
                  </a:lnTo>
                  <a:lnTo>
                    <a:pt x="1328" y="1278"/>
                  </a:lnTo>
                  <a:lnTo>
                    <a:pt x="1328" y="1278"/>
                  </a:lnTo>
                  <a:lnTo>
                    <a:pt x="1328" y="1279"/>
                  </a:lnTo>
                  <a:lnTo>
                    <a:pt x="1328" y="1279"/>
                  </a:lnTo>
                  <a:lnTo>
                    <a:pt x="1326" y="1281"/>
                  </a:lnTo>
                  <a:lnTo>
                    <a:pt x="1326" y="1281"/>
                  </a:lnTo>
                  <a:lnTo>
                    <a:pt x="1328" y="1282"/>
                  </a:lnTo>
                  <a:lnTo>
                    <a:pt x="1328" y="1282"/>
                  </a:lnTo>
                  <a:lnTo>
                    <a:pt x="1328" y="1284"/>
                  </a:lnTo>
                  <a:lnTo>
                    <a:pt x="1328" y="1284"/>
                  </a:lnTo>
                  <a:lnTo>
                    <a:pt x="1329" y="1285"/>
                  </a:lnTo>
                  <a:lnTo>
                    <a:pt x="1329" y="1287"/>
                  </a:lnTo>
                  <a:lnTo>
                    <a:pt x="1329" y="1288"/>
                  </a:lnTo>
                  <a:lnTo>
                    <a:pt x="1328" y="1288"/>
                  </a:lnTo>
                  <a:lnTo>
                    <a:pt x="1328" y="1288"/>
                  </a:lnTo>
                  <a:lnTo>
                    <a:pt x="1326" y="1291"/>
                  </a:lnTo>
                  <a:lnTo>
                    <a:pt x="1325" y="1293"/>
                  </a:lnTo>
                  <a:lnTo>
                    <a:pt x="1325" y="1295"/>
                  </a:lnTo>
                  <a:lnTo>
                    <a:pt x="1323" y="1295"/>
                  </a:lnTo>
                  <a:lnTo>
                    <a:pt x="1323" y="1293"/>
                  </a:lnTo>
                  <a:lnTo>
                    <a:pt x="1322" y="1293"/>
                  </a:lnTo>
                  <a:lnTo>
                    <a:pt x="1322" y="1291"/>
                  </a:lnTo>
                  <a:lnTo>
                    <a:pt x="1323" y="1291"/>
                  </a:lnTo>
                  <a:lnTo>
                    <a:pt x="1325" y="1290"/>
                  </a:lnTo>
                  <a:lnTo>
                    <a:pt x="1323" y="1290"/>
                  </a:lnTo>
                  <a:lnTo>
                    <a:pt x="1322" y="1290"/>
                  </a:lnTo>
                  <a:lnTo>
                    <a:pt x="1322" y="1291"/>
                  </a:lnTo>
                  <a:lnTo>
                    <a:pt x="1320" y="1290"/>
                  </a:lnTo>
                  <a:lnTo>
                    <a:pt x="1320" y="1288"/>
                  </a:lnTo>
                  <a:lnTo>
                    <a:pt x="1320" y="1287"/>
                  </a:lnTo>
                  <a:lnTo>
                    <a:pt x="1322" y="1285"/>
                  </a:lnTo>
                  <a:lnTo>
                    <a:pt x="1320" y="1287"/>
                  </a:lnTo>
                  <a:lnTo>
                    <a:pt x="1320" y="1288"/>
                  </a:lnTo>
                  <a:lnTo>
                    <a:pt x="1320" y="1290"/>
                  </a:lnTo>
                  <a:lnTo>
                    <a:pt x="1320" y="1290"/>
                  </a:lnTo>
                  <a:lnTo>
                    <a:pt x="1319" y="1291"/>
                  </a:lnTo>
                  <a:lnTo>
                    <a:pt x="1319" y="1293"/>
                  </a:lnTo>
                  <a:lnTo>
                    <a:pt x="1317" y="1293"/>
                  </a:lnTo>
                  <a:lnTo>
                    <a:pt x="1317" y="1295"/>
                  </a:lnTo>
                  <a:lnTo>
                    <a:pt x="1316" y="1295"/>
                  </a:lnTo>
                  <a:lnTo>
                    <a:pt x="1316" y="1293"/>
                  </a:lnTo>
                  <a:lnTo>
                    <a:pt x="1316" y="1291"/>
                  </a:lnTo>
                  <a:lnTo>
                    <a:pt x="1316" y="1288"/>
                  </a:lnTo>
                  <a:lnTo>
                    <a:pt x="1316" y="1288"/>
                  </a:lnTo>
                  <a:lnTo>
                    <a:pt x="1316" y="1291"/>
                  </a:lnTo>
                  <a:lnTo>
                    <a:pt x="1316" y="1293"/>
                  </a:lnTo>
                  <a:lnTo>
                    <a:pt x="1314" y="1295"/>
                  </a:lnTo>
                  <a:lnTo>
                    <a:pt x="1314" y="1295"/>
                  </a:lnTo>
                  <a:lnTo>
                    <a:pt x="1312" y="1296"/>
                  </a:lnTo>
                  <a:lnTo>
                    <a:pt x="1312" y="1295"/>
                  </a:lnTo>
                  <a:lnTo>
                    <a:pt x="1311" y="1295"/>
                  </a:lnTo>
                  <a:lnTo>
                    <a:pt x="1311" y="1293"/>
                  </a:lnTo>
                  <a:lnTo>
                    <a:pt x="1309" y="1291"/>
                  </a:lnTo>
                  <a:lnTo>
                    <a:pt x="1309" y="1290"/>
                  </a:lnTo>
                  <a:lnTo>
                    <a:pt x="1309" y="1293"/>
                  </a:lnTo>
                  <a:lnTo>
                    <a:pt x="1308" y="1293"/>
                  </a:lnTo>
                  <a:lnTo>
                    <a:pt x="1309" y="1293"/>
                  </a:lnTo>
                  <a:lnTo>
                    <a:pt x="1309" y="1295"/>
                  </a:lnTo>
                  <a:lnTo>
                    <a:pt x="1309" y="1296"/>
                  </a:lnTo>
                  <a:lnTo>
                    <a:pt x="1309" y="1296"/>
                  </a:lnTo>
                  <a:lnTo>
                    <a:pt x="1308" y="1296"/>
                  </a:lnTo>
                  <a:lnTo>
                    <a:pt x="1308" y="1295"/>
                  </a:lnTo>
                  <a:lnTo>
                    <a:pt x="1306" y="1296"/>
                  </a:lnTo>
                  <a:lnTo>
                    <a:pt x="1306" y="1298"/>
                  </a:lnTo>
                  <a:lnTo>
                    <a:pt x="1306" y="1296"/>
                  </a:lnTo>
                  <a:lnTo>
                    <a:pt x="1305" y="1296"/>
                  </a:lnTo>
                  <a:lnTo>
                    <a:pt x="1305" y="1295"/>
                  </a:lnTo>
                  <a:lnTo>
                    <a:pt x="1306" y="1291"/>
                  </a:lnTo>
                  <a:lnTo>
                    <a:pt x="1306" y="1291"/>
                  </a:lnTo>
                  <a:lnTo>
                    <a:pt x="1305" y="1291"/>
                  </a:lnTo>
                  <a:lnTo>
                    <a:pt x="1305" y="1290"/>
                  </a:lnTo>
                  <a:lnTo>
                    <a:pt x="1305" y="1290"/>
                  </a:lnTo>
                  <a:lnTo>
                    <a:pt x="1303" y="1295"/>
                  </a:lnTo>
                  <a:lnTo>
                    <a:pt x="1305" y="1296"/>
                  </a:lnTo>
                  <a:lnTo>
                    <a:pt x="1303" y="1296"/>
                  </a:lnTo>
                  <a:lnTo>
                    <a:pt x="1302" y="1296"/>
                  </a:lnTo>
                  <a:lnTo>
                    <a:pt x="1300" y="1295"/>
                  </a:lnTo>
                  <a:lnTo>
                    <a:pt x="1300" y="1295"/>
                  </a:lnTo>
                  <a:lnTo>
                    <a:pt x="1300" y="1296"/>
                  </a:lnTo>
                  <a:lnTo>
                    <a:pt x="1300" y="1296"/>
                  </a:lnTo>
                  <a:lnTo>
                    <a:pt x="1299" y="1296"/>
                  </a:lnTo>
                  <a:lnTo>
                    <a:pt x="1297" y="1296"/>
                  </a:lnTo>
                  <a:lnTo>
                    <a:pt x="1299" y="1295"/>
                  </a:lnTo>
                  <a:lnTo>
                    <a:pt x="1299" y="1291"/>
                  </a:lnTo>
                  <a:lnTo>
                    <a:pt x="1299" y="1290"/>
                  </a:lnTo>
                  <a:lnTo>
                    <a:pt x="1297" y="1288"/>
                  </a:lnTo>
                  <a:lnTo>
                    <a:pt x="1297" y="1288"/>
                  </a:lnTo>
                  <a:lnTo>
                    <a:pt x="1296" y="1287"/>
                  </a:lnTo>
                  <a:lnTo>
                    <a:pt x="1296" y="1288"/>
                  </a:lnTo>
                  <a:lnTo>
                    <a:pt x="1297" y="1288"/>
                  </a:lnTo>
                  <a:lnTo>
                    <a:pt x="1297" y="1288"/>
                  </a:lnTo>
                  <a:lnTo>
                    <a:pt x="1299" y="1290"/>
                  </a:lnTo>
                  <a:lnTo>
                    <a:pt x="1299" y="1291"/>
                  </a:lnTo>
                  <a:lnTo>
                    <a:pt x="1297" y="1291"/>
                  </a:lnTo>
                  <a:lnTo>
                    <a:pt x="1296" y="1295"/>
                  </a:lnTo>
                  <a:lnTo>
                    <a:pt x="1294" y="1295"/>
                  </a:lnTo>
                  <a:lnTo>
                    <a:pt x="1293" y="1296"/>
                  </a:lnTo>
                  <a:lnTo>
                    <a:pt x="1287" y="1298"/>
                  </a:lnTo>
                  <a:lnTo>
                    <a:pt x="1285" y="1298"/>
                  </a:lnTo>
                  <a:lnTo>
                    <a:pt x="1284" y="1301"/>
                  </a:lnTo>
                  <a:lnTo>
                    <a:pt x="1284" y="1302"/>
                  </a:lnTo>
                  <a:lnTo>
                    <a:pt x="1282" y="1304"/>
                  </a:lnTo>
                  <a:lnTo>
                    <a:pt x="1284" y="1305"/>
                  </a:lnTo>
                  <a:lnTo>
                    <a:pt x="1284" y="1308"/>
                  </a:lnTo>
                  <a:lnTo>
                    <a:pt x="1284" y="1308"/>
                  </a:lnTo>
                  <a:lnTo>
                    <a:pt x="1284" y="1310"/>
                  </a:lnTo>
                  <a:lnTo>
                    <a:pt x="1282" y="1311"/>
                  </a:lnTo>
                  <a:lnTo>
                    <a:pt x="1282" y="1313"/>
                  </a:lnTo>
                  <a:lnTo>
                    <a:pt x="1282" y="1313"/>
                  </a:lnTo>
                  <a:lnTo>
                    <a:pt x="1282" y="1314"/>
                  </a:lnTo>
                  <a:lnTo>
                    <a:pt x="1279" y="1316"/>
                  </a:lnTo>
                  <a:lnTo>
                    <a:pt x="1278" y="1317"/>
                  </a:lnTo>
                  <a:lnTo>
                    <a:pt x="1278" y="1317"/>
                  </a:lnTo>
                  <a:lnTo>
                    <a:pt x="1276" y="1317"/>
                  </a:lnTo>
                  <a:lnTo>
                    <a:pt x="1276" y="1317"/>
                  </a:lnTo>
                  <a:lnTo>
                    <a:pt x="1276" y="1317"/>
                  </a:lnTo>
                  <a:lnTo>
                    <a:pt x="1276" y="1319"/>
                  </a:lnTo>
                  <a:lnTo>
                    <a:pt x="1276" y="1319"/>
                  </a:lnTo>
                  <a:lnTo>
                    <a:pt x="1274" y="1319"/>
                  </a:lnTo>
                  <a:lnTo>
                    <a:pt x="1270" y="1320"/>
                  </a:lnTo>
                  <a:lnTo>
                    <a:pt x="1267" y="1322"/>
                  </a:lnTo>
                  <a:lnTo>
                    <a:pt x="1267" y="1322"/>
                  </a:lnTo>
                  <a:lnTo>
                    <a:pt x="1267" y="1322"/>
                  </a:lnTo>
                  <a:lnTo>
                    <a:pt x="1267" y="1320"/>
                  </a:lnTo>
                  <a:lnTo>
                    <a:pt x="1267" y="1319"/>
                  </a:lnTo>
                  <a:lnTo>
                    <a:pt x="1267" y="1319"/>
                  </a:lnTo>
                  <a:lnTo>
                    <a:pt x="1265" y="1319"/>
                  </a:lnTo>
                  <a:lnTo>
                    <a:pt x="1264" y="1320"/>
                  </a:lnTo>
                  <a:lnTo>
                    <a:pt x="1262" y="1323"/>
                  </a:lnTo>
                  <a:lnTo>
                    <a:pt x="1262" y="1323"/>
                  </a:lnTo>
                  <a:lnTo>
                    <a:pt x="1262" y="1323"/>
                  </a:lnTo>
                  <a:lnTo>
                    <a:pt x="1265" y="1322"/>
                  </a:lnTo>
                  <a:lnTo>
                    <a:pt x="1265" y="1322"/>
                  </a:lnTo>
                  <a:lnTo>
                    <a:pt x="1265" y="1323"/>
                  </a:lnTo>
                  <a:lnTo>
                    <a:pt x="1262" y="1325"/>
                  </a:lnTo>
                  <a:lnTo>
                    <a:pt x="1258" y="1329"/>
                  </a:lnTo>
                  <a:lnTo>
                    <a:pt x="1256" y="1329"/>
                  </a:lnTo>
                  <a:lnTo>
                    <a:pt x="1256" y="1331"/>
                  </a:lnTo>
                  <a:lnTo>
                    <a:pt x="1255" y="1333"/>
                  </a:lnTo>
                  <a:lnTo>
                    <a:pt x="1253" y="1336"/>
                  </a:lnTo>
                  <a:lnTo>
                    <a:pt x="1250" y="1339"/>
                  </a:lnTo>
                  <a:lnTo>
                    <a:pt x="1249" y="1340"/>
                  </a:lnTo>
                  <a:lnTo>
                    <a:pt x="1244" y="1343"/>
                  </a:lnTo>
                  <a:lnTo>
                    <a:pt x="1243" y="1343"/>
                  </a:lnTo>
                  <a:lnTo>
                    <a:pt x="1240" y="1346"/>
                  </a:lnTo>
                  <a:lnTo>
                    <a:pt x="1238" y="1349"/>
                  </a:lnTo>
                  <a:lnTo>
                    <a:pt x="1235" y="1351"/>
                  </a:lnTo>
                  <a:lnTo>
                    <a:pt x="1230" y="1354"/>
                  </a:lnTo>
                  <a:lnTo>
                    <a:pt x="1227" y="1355"/>
                  </a:lnTo>
                  <a:lnTo>
                    <a:pt x="1227" y="1357"/>
                  </a:lnTo>
                  <a:lnTo>
                    <a:pt x="1227" y="1357"/>
                  </a:lnTo>
                  <a:lnTo>
                    <a:pt x="1227" y="1358"/>
                  </a:lnTo>
                  <a:lnTo>
                    <a:pt x="1227" y="1358"/>
                  </a:lnTo>
                  <a:lnTo>
                    <a:pt x="1227" y="1360"/>
                  </a:lnTo>
                  <a:lnTo>
                    <a:pt x="1227" y="1360"/>
                  </a:lnTo>
                  <a:lnTo>
                    <a:pt x="1227" y="1361"/>
                  </a:lnTo>
                  <a:lnTo>
                    <a:pt x="1226" y="1363"/>
                  </a:lnTo>
                  <a:lnTo>
                    <a:pt x="1224" y="1363"/>
                  </a:lnTo>
                  <a:lnTo>
                    <a:pt x="1220" y="1366"/>
                  </a:lnTo>
                  <a:lnTo>
                    <a:pt x="1220" y="1364"/>
                  </a:lnTo>
                  <a:lnTo>
                    <a:pt x="1215" y="1364"/>
                  </a:lnTo>
                  <a:lnTo>
                    <a:pt x="1215" y="1364"/>
                  </a:lnTo>
                  <a:lnTo>
                    <a:pt x="1214" y="1366"/>
                  </a:lnTo>
                  <a:lnTo>
                    <a:pt x="1212" y="1371"/>
                  </a:lnTo>
                  <a:lnTo>
                    <a:pt x="1211" y="1371"/>
                  </a:lnTo>
                  <a:lnTo>
                    <a:pt x="1211" y="1372"/>
                  </a:lnTo>
                  <a:lnTo>
                    <a:pt x="1211" y="1372"/>
                  </a:lnTo>
                  <a:lnTo>
                    <a:pt x="1211" y="1372"/>
                  </a:lnTo>
                  <a:lnTo>
                    <a:pt x="1209" y="1372"/>
                  </a:lnTo>
                  <a:lnTo>
                    <a:pt x="1209" y="1372"/>
                  </a:lnTo>
                  <a:lnTo>
                    <a:pt x="1208" y="1371"/>
                  </a:lnTo>
                  <a:lnTo>
                    <a:pt x="1208" y="1371"/>
                  </a:lnTo>
                  <a:lnTo>
                    <a:pt x="1206" y="1371"/>
                  </a:lnTo>
                  <a:lnTo>
                    <a:pt x="1203" y="1372"/>
                  </a:lnTo>
                  <a:lnTo>
                    <a:pt x="1202" y="1374"/>
                  </a:lnTo>
                  <a:lnTo>
                    <a:pt x="1200" y="1378"/>
                  </a:lnTo>
                  <a:lnTo>
                    <a:pt x="1200" y="1381"/>
                  </a:lnTo>
                  <a:lnTo>
                    <a:pt x="1200" y="1384"/>
                  </a:lnTo>
                  <a:lnTo>
                    <a:pt x="1200" y="1387"/>
                  </a:lnTo>
                  <a:lnTo>
                    <a:pt x="1202" y="1389"/>
                  </a:lnTo>
                  <a:lnTo>
                    <a:pt x="1202" y="1390"/>
                  </a:lnTo>
                  <a:lnTo>
                    <a:pt x="1200" y="1392"/>
                  </a:lnTo>
                  <a:lnTo>
                    <a:pt x="1200" y="1392"/>
                  </a:lnTo>
                  <a:lnTo>
                    <a:pt x="1200" y="1395"/>
                  </a:lnTo>
                  <a:lnTo>
                    <a:pt x="1202" y="1396"/>
                  </a:lnTo>
                  <a:lnTo>
                    <a:pt x="1202" y="1398"/>
                  </a:lnTo>
                  <a:lnTo>
                    <a:pt x="1202" y="1399"/>
                  </a:lnTo>
                  <a:lnTo>
                    <a:pt x="1203" y="1401"/>
                  </a:lnTo>
                  <a:lnTo>
                    <a:pt x="1202" y="1401"/>
                  </a:lnTo>
                  <a:lnTo>
                    <a:pt x="1202" y="1399"/>
                  </a:lnTo>
                  <a:lnTo>
                    <a:pt x="1200" y="1398"/>
                  </a:lnTo>
                  <a:lnTo>
                    <a:pt x="1200" y="1399"/>
                  </a:lnTo>
                  <a:lnTo>
                    <a:pt x="1200" y="1401"/>
                  </a:lnTo>
                  <a:lnTo>
                    <a:pt x="1202" y="1402"/>
                  </a:lnTo>
                  <a:lnTo>
                    <a:pt x="1203" y="1402"/>
                  </a:lnTo>
                  <a:lnTo>
                    <a:pt x="1202" y="1412"/>
                  </a:lnTo>
                  <a:lnTo>
                    <a:pt x="1200" y="1415"/>
                  </a:lnTo>
                  <a:lnTo>
                    <a:pt x="1199" y="1416"/>
                  </a:lnTo>
                  <a:lnTo>
                    <a:pt x="1199" y="1418"/>
                  </a:lnTo>
                  <a:lnTo>
                    <a:pt x="1197" y="1421"/>
                  </a:lnTo>
                  <a:lnTo>
                    <a:pt x="1195" y="1424"/>
                  </a:lnTo>
                  <a:lnTo>
                    <a:pt x="1195" y="1425"/>
                  </a:lnTo>
                  <a:lnTo>
                    <a:pt x="1195" y="1427"/>
                  </a:lnTo>
                  <a:lnTo>
                    <a:pt x="1195" y="1428"/>
                  </a:lnTo>
                  <a:lnTo>
                    <a:pt x="1195" y="1428"/>
                  </a:lnTo>
                  <a:lnTo>
                    <a:pt x="1197" y="1428"/>
                  </a:lnTo>
                  <a:lnTo>
                    <a:pt x="1197" y="1430"/>
                  </a:lnTo>
                  <a:lnTo>
                    <a:pt x="1197" y="1430"/>
                  </a:lnTo>
                  <a:lnTo>
                    <a:pt x="1197" y="1436"/>
                  </a:lnTo>
                  <a:lnTo>
                    <a:pt x="1197" y="1440"/>
                  </a:lnTo>
                  <a:lnTo>
                    <a:pt x="1195" y="1442"/>
                  </a:lnTo>
                  <a:lnTo>
                    <a:pt x="1194" y="1442"/>
                  </a:lnTo>
                  <a:lnTo>
                    <a:pt x="1194" y="1442"/>
                  </a:lnTo>
                  <a:lnTo>
                    <a:pt x="1192" y="1440"/>
                  </a:lnTo>
                  <a:lnTo>
                    <a:pt x="1191" y="1442"/>
                  </a:lnTo>
                  <a:lnTo>
                    <a:pt x="1191" y="1442"/>
                  </a:lnTo>
                  <a:lnTo>
                    <a:pt x="1189" y="1444"/>
                  </a:lnTo>
                  <a:lnTo>
                    <a:pt x="1189" y="1445"/>
                  </a:lnTo>
                  <a:lnTo>
                    <a:pt x="1186" y="1450"/>
                  </a:lnTo>
                  <a:lnTo>
                    <a:pt x="1186" y="1451"/>
                  </a:lnTo>
                  <a:lnTo>
                    <a:pt x="1185" y="1453"/>
                  </a:lnTo>
                  <a:lnTo>
                    <a:pt x="1186" y="1453"/>
                  </a:lnTo>
                  <a:lnTo>
                    <a:pt x="1186" y="1454"/>
                  </a:lnTo>
                  <a:lnTo>
                    <a:pt x="1188" y="1454"/>
                  </a:lnTo>
                  <a:lnTo>
                    <a:pt x="1189" y="1454"/>
                  </a:lnTo>
                  <a:lnTo>
                    <a:pt x="1191" y="1454"/>
                  </a:lnTo>
                  <a:lnTo>
                    <a:pt x="1191" y="1456"/>
                  </a:lnTo>
                  <a:lnTo>
                    <a:pt x="1189" y="1454"/>
                  </a:lnTo>
                  <a:lnTo>
                    <a:pt x="1186" y="1454"/>
                  </a:lnTo>
                  <a:lnTo>
                    <a:pt x="1179" y="1456"/>
                  </a:lnTo>
                  <a:lnTo>
                    <a:pt x="1177" y="1457"/>
                  </a:lnTo>
                  <a:lnTo>
                    <a:pt x="1177" y="1459"/>
                  </a:lnTo>
                  <a:lnTo>
                    <a:pt x="1176" y="1462"/>
                  </a:lnTo>
                  <a:lnTo>
                    <a:pt x="1176" y="1463"/>
                  </a:lnTo>
                  <a:lnTo>
                    <a:pt x="1174" y="1465"/>
                  </a:lnTo>
                  <a:lnTo>
                    <a:pt x="1171" y="1468"/>
                  </a:lnTo>
                  <a:lnTo>
                    <a:pt x="1170" y="1468"/>
                  </a:lnTo>
                  <a:lnTo>
                    <a:pt x="1168" y="1469"/>
                  </a:lnTo>
                  <a:lnTo>
                    <a:pt x="1165" y="1468"/>
                  </a:lnTo>
                  <a:lnTo>
                    <a:pt x="1162" y="1466"/>
                  </a:lnTo>
                  <a:lnTo>
                    <a:pt x="1162" y="1465"/>
                  </a:lnTo>
                  <a:lnTo>
                    <a:pt x="1158" y="1460"/>
                  </a:lnTo>
                  <a:lnTo>
                    <a:pt x="1156" y="1459"/>
                  </a:lnTo>
                  <a:lnTo>
                    <a:pt x="1156" y="1457"/>
                  </a:lnTo>
                  <a:lnTo>
                    <a:pt x="1156" y="1456"/>
                  </a:lnTo>
                  <a:lnTo>
                    <a:pt x="1154" y="1456"/>
                  </a:lnTo>
                  <a:lnTo>
                    <a:pt x="1154" y="1456"/>
                  </a:lnTo>
                  <a:lnTo>
                    <a:pt x="1154" y="1454"/>
                  </a:lnTo>
                  <a:lnTo>
                    <a:pt x="1153" y="1453"/>
                  </a:lnTo>
                  <a:lnTo>
                    <a:pt x="1153" y="1450"/>
                  </a:lnTo>
                  <a:lnTo>
                    <a:pt x="1153" y="1447"/>
                  </a:lnTo>
                  <a:lnTo>
                    <a:pt x="1153" y="1447"/>
                  </a:lnTo>
                  <a:lnTo>
                    <a:pt x="1154" y="1447"/>
                  </a:lnTo>
                  <a:lnTo>
                    <a:pt x="1154" y="1448"/>
                  </a:lnTo>
                  <a:lnTo>
                    <a:pt x="1154" y="1451"/>
                  </a:lnTo>
                  <a:lnTo>
                    <a:pt x="1154" y="1451"/>
                  </a:lnTo>
                  <a:lnTo>
                    <a:pt x="1156" y="1451"/>
                  </a:lnTo>
                  <a:lnTo>
                    <a:pt x="1154" y="1447"/>
                  </a:lnTo>
                  <a:lnTo>
                    <a:pt x="1153" y="1445"/>
                  </a:lnTo>
                  <a:lnTo>
                    <a:pt x="1153" y="1445"/>
                  </a:lnTo>
                  <a:lnTo>
                    <a:pt x="1151" y="1444"/>
                  </a:lnTo>
                  <a:lnTo>
                    <a:pt x="1151" y="1444"/>
                  </a:lnTo>
                  <a:lnTo>
                    <a:pt x="1151" y="1442"/>
                  </a:lnTo>
                  <a:lnTo>
                    <a:pt x="1151" y="1440"/>
                  </a:lnTo>
                  <a:lnTo>
                    <a:pt x="1151" y="1440"/>
                  </a:lnTo>
                  <a:lnTo>
                    <a:pt x="1148" y="1436"/>
                  </a:lnTo>
                  <a:lnTo>
                    <a:pt x="1148" y="1431"/>
                  </a:lnTo>
                  <a:lnTo>
                    <a:pt x="1147" y="1428"/>
                  </a:lnTo>
                  <a:lnTo>
                    <a:pt x="1145" y="1427"/>
                  </a:lnTo>
                  <a:lnTo>
                    <a:pt x="1144" y="1424"/>
                  </a:lnTo>
                  <a:lnTo>
                    <a:pt x="1142" y="1422"/>
                  </a:lnTo>
                  <a:lnTo>
                    <a:pt x="1141" y="1421"/>
                  </a:lnTo>
                  <a:lnTo>
                    <a:pt x="1141" y="1419"/>
                  </a:lnTo>
                  <a:lnTo>
                    <a:pt x="1139" y="1419"/>
                  </a:lnTo>
                  <a:lnTo>
                    <a:pt x="1136" y="1413"/>
                  </a:lnTo>
                  <a:lnTo>
                    <a:pt x="1136" y="1410"/>
                  </a:lnTo>
                  <a:lnTo>
                    <a:pt x="1135" y="1409"/>
                  </a:lnTo>
                  <a:lnTo>
                    <a:pt x="1135" y="1407"/>
                  </a:lnTo>
                  <a:lnTo>
                    <a:pt x="1133" y="1401"/>
                  </a:lnTo>
                  <a:lnTo>
                    <a:pt x="1133" y="1399"/>
                  </a:lnTo>
                  <a:lnTo>
                    <a:pt x="1133" y="1399"/>
                  </a:lnTo>
                  <a:lnTo>
                    <a:pt x="1133" y="1396"/>
                  </a:lnTo>
                  <a:lnTo>
                    <a:pt x="1132" y="1395"/>
                  </a:lnTo>
                  <a:lnTo>
                    <a:pt x="1130" y="1393"/>
                  </a:lnTo>
                  <a:lnTo>
                    <a:pt x="1130" y="1392"/>
                  </a:lnTo>
                  <a:lnTo>
                    <a:pt x="1130" y="1390"/>
                  </a:lnTo>
                  <a:lnTo>
                    <a:pt x="1130" y="1389"/>
                  </a:lnTo>
                  <a:lnTo>
                    <a:pt x="1129" y="1387"/>
                  </a:lnTo>
                  <a:lnTo>
                    <a:pt x="1129" y="1387"/>
                  </a:lnTo>
                  <a:lnTo>
                    <a:pt x="1127" y="1386"/>
                  </a:lnTo>
                  <a:lnTo>
                    <a:pt x="1126" y="1384"/>
                  </a:lnTo>
                  <a:lnTo>
                    <a:pt x="1126" y="1383"/>
                  </a:lnTo>
                  <a:lnTo>
                    <a:pt x="1124" y="1381"/>
                  </a:lnTo>
                  <a:lnTo>
                    <a:pt x="1124" y="1378"/>
                  </a:lnTo>
                  <a:lnTo>
                    <a:pt x="1123" y="1377"/>
                  </a:lnTo>
                  <a:lnTo>
                    <a:pt x="1124" y="1377"/>
                  </a:lnTo>
                  <a:lnTo>
                    <a:pt x="1123" y="1377"/>
                  </a:lnTo>
                  <a:lnTo>
                    <a:pt x="1123" y="1375"/>
                  </a:lnTo>
                  <a:lnTo>
                    <a:pt x="1123" y="1375"/>
                  </a:lnTo>
                  <a:lnTo>
                    <a:pt x="1123" y="1374"/>
                  </a:lnTo>
                  <a:lnTo>
                    <a:pt x="1123" y="1374"/>
                  </a:lnTo>
                  <a:lnTo>
                    <a:pt x="1121" y="1374"/>
                  </a:lnTo>
                  <a:lnTo>
                    <a:pt x="1121" y="1371"/>
                  </a:lnTo>
                  <a:lnTo>
                    <a:pt x="1118" y="1369"/>
                  </a:lnTo>
                  <a:lnTo>
                    <a:pt x="1118" y="1368"/>
                  </a:lnTo>
                  <a:lnTo>
                    <a:pt x="1116" y="1363"/>
                  </a:lnTo>
                  <a:lnTo>
                    <a:pt x="1116" y="1354"/>
                  </a:lnTo>
                  <a:lnTo>
                    <a:pt x="1115" y="1349"/>
                  </a:lnTo>
                  <a:lnTo>
                    <a:pt x="1115" y="1349"/>
                  </a:lnTo>
                  <a:lnTo>
                    <a:pt x="1113" y="1345"/>
                  </a:lnTo>
                  <a:lnTo>
                    <a:pt x="1113" y="1343"/>
                  </a:lnTo>
                  <a:lnTo>
                    <a:pt x="1112" y="1340"/>
                  </a:lnTo>
                  <a:lnTo>
                    <a:pt x="1112" y="1339"/>
                  </a:lnTo>
                  <a:lnTo>
                    <a:pt x="1112" y="1337"/>
                  </a:lnTo>
                  <a:lnTo>
                    <a:pt x="1112" y="1336"/>
                  </a:lnTo>
                  <a:lnTo>
                    <a:pt x="1112" y="1336"/>
                  </a:lnTo>
                  <a:lnTo>
                    <a:pt x="1112" y="1334"/>
                  </a:lnTo>
                  <a:lnTo>
                    <a:pt x="1112" y="1333"/>
                  </a:lnTo>
                  <a:lnTo>
                    <a:pt x="1113" y="1331"/>
                  </a:lnTo>
                  <a:lnTo>
                    <a:pt x="1112" y="1329"/>
                  </a:lnTo>
                  <a:lnTo>
                    <a:pt x="1112" y="1331"/>
                  </a:lnTo>
                  <a:lnTo>
                    <a:pt x="1110" y="1331"/>
                  </a:lnTo>
                  <a:lnTo>
                    <a:pt x="1110" y="1329"/>
                  </a:lnTo>
                  <a:lnTo>
                    <a:pt x="1110" y="1328"/>
                  </a:lnTo>
                  <a:lnTo>
                    <a:pt x="1110" y="1328"/>
                  </a:lnTo>
                  <a:lnTo>
                    <a:pt x="1110" y="1326"/>
                  </a:lnTo>
                  <a:lnTo>
                    <a:pt x="1112" y="1328"/>
                  </a:lnTo>
                  <a:lnTo>
                    <a:pt x="1110" y="1326"/>
                  </a:lnTo>
                  <a:lnTo>
                    <a:pt x="1110" y="1325"/>
                  </a:lnTo>
                  <a:lnTo>
                    <a:pt x="1110" y="1325"/>
                  </a:lnTo>
                  <a:lnTo>
                    <a:pt x="1110" y="1323"/>
                  </a:lnTo>
                  <a:lnTo>
                    <a:pt x="1109" y="1323"/>
                  </a:lnTo>
                  <a:lnTo>
                    <a:pt x="1109" y="1320"/>
                  </a:lnTo>
                  <a:lnTo>
                    <a:pt x="1109" y="1320"/>
                  </a:lnTo>
                  <a:lnTo>
                    <a:pt x="1109" y="1320"/>
                  </a:lnTo>
                  <a:lnTo>
                    <a:pt x="1109" y="1317"/>
                  </a:lnTo>
                  <a:lnTo>
                    <a:pt x="1112" y="1310"/>
                  </a:lnTo>
                  <a:lnTo>
                    <a:pt x="1112" y="1310"/>
                  </a:lnTo>
                  <a:lnTo>
                    <a:pt x="1112" y="1307"/>
                  </a:lnTo>
                  <a:lnTo>
                    <a:pt x="1110" y="1305"/>
                  </a:lnTo>
                  <a:lnTo>
                    <a:pt x="1110" y="1304"/>
                  </a:lnTo>
                  <a:lnTo>
                    <a:pt x="1110" y="1304"/>
                  </a:lnTo>
                  <a:lnTo>
                    <a:pt x="1110" y="1304"/>
                  </a:lnTo>
                  <a:lnTo>
                    <a:pt x="1109" y="1302"/>
                  </a:lnTo>
                  <a:lnTo>
                    <a:pt x="1109" y="1299"/>
                  </a:lnTo>
                  <a:lnTo>
                    <a:pt x="1109" y="1299"/>
                  </a:lnTo>
                  <a:lnTo>
                    <a:pt x="1109" y="1299"/>
                  </a:lnTo>
                  <a:lnTo>
                    <a:pt x="1109" y="1299"/>
                  </a:lnTo>
                  <a:lnTo>
                    <a:pt x="1107" y="1299"/>
                  </a:lnTo>
                  <a:lnTo>
                    <a:pt x="1109" y="1298"/>
                  </a:lnTo>
                  <a:lnTo>
                    <a:pt x="1110" y="1296"/>
                  </a:lnTo>
                  <a:lnTo>
                    <a:pt x="1113" y="1296"/>
                  </a:lnTo>
                  <a:lnTo>
                    <a:pt x="1113" y="1295"/>
                  </a:lnTo>
                  <a:lnTo>
                    <a:pt x="1112" y="1296"/>
                  </a:lnTo>
                  <a:lnTo>
                    <a:pt x="1110" y="1296"/>
                  </a:lnTo>
                  <a:lnTo>
                    <a:pt x="1107" y="1296"/>
                  </a:lnTo>
                  <a:lnTo>
                    <a:pt x="1107" y="1293"/>
                  </a:lnTo>
                  <a:lnTo>
                    <a:pt x="1109" y="1293"/>
                  </a:lnTo>
                  <a:lnTo>
                    <a:pt x="1109" y="1291"/>
                  </a:lnTo>
                  <a:lnTo>
                    <a:pt x="1109" y="1291"/>
                  </a:lnTo>
                  <a:lnTo>
                    <a:pt x="1107" y="1291"/>
                  </a:lnTo>
                  <a:lnTo>
                    <a:pt x="1107" y="1290"/>
                  </a:lnTo>
                  <a:lnTo>
                    <a:pt x="1109" y="1288"/>
                  </a:lnTo>
                  <a:lnTo>
                    <a:pt x="1109" y="1288"/>
                  </a:lnTo>
                  <a:lnTo>
                    <a:pt x="1110" y="1288"/>
                  </a:lnTo>
                  <a:lnTo>
                    <a:pt x="1109" y="1288"/>
                  </a:lnTo>
                  <a:lnTo>
                    <a:pt x="1107" y="1288"/>
                  </a:lnTo>
                  <a:lnTo>
                    <a:pt x="1106" y="1288"/>
                  </a:lnTo>
                  <a:lnTo>
                    <a:pt x="1104" y="1288"/>
                  </a:lnTo>
                  <a:lnTo>
                    <a:pt x="1103" y="1288"/>
                  </a:lnTo>
                  <a:lnTo>
                    <a:pt x="1103" y="1288"/>
                  </a:lnTo>
                  <a:lnTo>
                    <a:pt x="1104" y="1288"/>
                  </a:lnTo>
                  <a:lnTo>
                    <a:pt x="1104" y="1290"/>
                  </a:lnTo>
                  <a:lnTo>
                    <a:pt x="1103" y="1291"/>
                  </a:lnTo>
                  <a:lnTo>
                    <a:pt x="1103" y="1291"/>
                  </a:lnTo>
                  <a:lnTo>
                    <a:pt x="1101" y="1293"/>
                  </a:lnTo>
                  <a:lnTo>
                    <a:pt x="1101" y="1293"/>
                  </a:lnTo>
                  <a:lnTo>
                    <a:pt x="1101" y="1295"/>
                  </a:lnTo>
                  <a:lnTo>
                    <a:pt x="1101" y="1295"/>
                  </a:lnTo>
                  <a:lnTo>
                    <a:pt x="1103" y="1295"/>
                  </a:lnTo>
                  <a:lnTo>
                    <a:pt x="1103" y="1295"/>
                  </a:lnTo>
                  <a:lnTo>
                    <a:pt x="1104" y="1296"/>
                  </a:lnTo>
                  <a:lnTo>
                    <a:pt x="1104" y="1298"/>
                  </a:lnTo>
                  <a:lnTo>
                    <a:pt x="1101" y="1302"/>
                  </a:lnTo>
                  <a:lnTo>
                    <a:pt x="1101" y="1302"/>
                  </a:lnTo>
                  <a:lnTo>
                    <a:pt x="1095" y="1305"/>
                  </a:lnTo>
                  <a:lnTo>
                    <a:pt x="1094" y="1307"/>
                  </a:lnTo>
                  <a:lnTo>
                    <a:pt x="1089" y="1308"/>
                  </a:lnTo>
                  <a:lnTo>
                    <a:pt x="1086" y="1308"/>
                  </a:lnTo>
                  <a:lnTo>
                    <a:pt x="1085" y="1308"/>
                  </a:lnTo>
                  <a:lnTo>
                    <a:pt x="1082" y="1307"/>
                  </a:lnTo>
                  <a:lnTo>
                    <a:pt x="1077" y="1304"/>
                  </a:lnTo>
                  <a:lnTo>
                    <a:pt x="1077" y="1302"/>
                  </a:lnTo>
                  <a:lnTo>
                    <a:pt x="1072" y="1298"/>
                  </a:lnTo>
                  <a:lnTo>
                    <a:pt x="1071" y="1296"/>
                  </a:lnTo>
                  <a:lnTo>
                    <a:pt x="1068" y="1293"/>
                  </a:lnTo>
                  <a:lnTo>
                    <a:pt x="1066" y="1291"/>
                  </a:lnTo>
                  <a:lnTo>
                    <a:pt x="1063" y="1288"/>
                  </a:lnTo>
                  <a:lnTo>
                    <a:pt x="1063" y="1288"/>
                  </a:lnTo>
                  <a:lnTo>
                    <a:pt x="1063" y="1287"/>
                  </a:lnTo>
                  <a:lnTo>
                    <a:pt x="1065" y="1285"/>
                  </a:lnTo>
                  <a:lnTo>
                    <a:pt x="1065" y="1285"/>
                  </a:lnTo>
                  <a:lnTo>
                    <a:pt x="1066" y="1287"/>
                  </a:lnTo>
                  <a:lnTo>
                    <a:pt x="1066" y="1287"/>
                  </a:lnTo>
                  <a:lnTo>
                    <a:pt x="1068" y="1288"/>
                  </a:lnTo>
                  <a:lnTo>
                    <a:pt x="1071" y="1285"/>
                  </a:lnTo>
                  <a:lnTo>
                    <a:pt x="1072" y="1287"/>
                  </a:lnTo>
                  <a:lnTo>
                    <a:pt x="1072" y="1285"/>
                  </a:lnTo>
                  <a:lnTo>
                    <a:pt x="1074" y="1285"/>
                  </a:lnTo>
                  <a:lnTo>
                    <a:pt x="1075" y="1284"/>
                  </a:lnTo>
                  <a:lnTo>
                    <a:pt x="1077" y="1284"/>
                  </a:lnTo>
                  <a:lnTo>
                    <a:pt x="1078" y="1284"/>
                  </a:lnTo>
                  <a:lnTo>
                    <a:pt x="1080" y="1281"/>
                  </a:lnTo>
                  <a:lnTo>
                    <a:pt x="1082" y="1279"/>
                  </a:lnTo>
                  <a:lnTo>
                    <a:pt x="1083" y="1278"/>
                  </a:lnTo>
                  <a:lnTo>
                    <a:pt x="1082" y="1278"/>
                  </a:lnTo>
                  <a:lnTo>
                    <a:pt x="1082" y="1276"/>
                  </a:lnTo>
                  <a:lnTo>
                    <a:pt x="1082" y="1278"/>
                  </a:lnTo>
                  <a:lnTo>
                    <a:pt x="1082" y="1278"/>
                  </a:lnTo>
                  <a:lnTo>
                    <a:pt x="1080" y="1279"/>
                  </a:lnTo>
                  <a:lnTo>
                    <a:pt x="1080" y="1279"/>
                  </a:lnTo>
                  <a:lnTo>
                    <a:pt x="1078" y="1279"/>
                  </a:lnTo>
                  <a:lnTo>
                    <a:pt x="1078" y="1279"/>
                  </a:lnTo>
                  <a:lnTo>
                    <a:pt x="1077" y="1279"/>
                  </a:lnTo>
                  <a:lnTo>
                    <a:pt x="1074" y="1281"/>
                  </a:lnTo>
                  <a:lnTo>
                    <a:pt x="1072" y="1281"/>
                  </a:lnTo>
                  <a:lnTo>
                    <a:pt x="1072" y="1281"/>
                  </a:lnTo>
                  <a:lnTo>
                    <a:pt x="1066" y="1281"/>
                  </a:lnTo>
                  <a:lnTo>
                    <a:pt x="1062" y="1278"/>
                  </a:lnTo>
                  <a:lnTo>
                    <a:pt x="1059" y="1276"/>
                  </a:lnTo>
                  <a:lnTo>
                    <a:pt x="1057" y="1273"/>
                  </a:lnTo>
                  <a:lnTo>
                    <a:pt x="1057" y="1270"/>
                  </a:lnTo>
                  <a:lnTo>
                    <a:pt x="1057" y="1270"/>
                  </a:lnTo>
                  <a:lnTo>
                    <a:pt x="1059" y="1269"/>
                  </a:lnTo>
                  <a:lnTo>
                    <a:pt x="1060" y="1267"/>
                  </a:lnTo>
                  <a:lnTo>
                    <a:pt x="1059" y="1267"/>
                  </a:lnTo>
                  <a:lnTo>
                    <a:pt x="1057" y="1269"/>
                  </a:lnTo>
                  <a:lnTo>
                    <a:pt x="1057" y="1269"/>
                  </a:lnTo>
                  <a:lnTo>
                    <a:pt x="1056" y="1270"/>
                  </a:lnTo>
                  <a:lnTo>
                    <a:pt x="1054" y="1270"/>
                  </a:lnTo>
                  <a:lnTo>
                    <a:pt x="1054" y="1269"/>
                  </a:lnTo>
                  <a:lnTo>
                    <a:pt x="1054" y="1267"/>
                  </a:lnTo>
                  <a:lnTo>
                    <a:pt x="1053" y="1267"/>
                  </a:lnTo>
                  <a:lnTo>
                    <a:pt x="1053" y="1269"/>
                  </a:lnTo>
                  <a:lnTo>
                    <a:pt x="1053" y="1267"/>
                  </a:lnTo>
                  <a:lnTo>
                    <a:pt x="1053" y="1267"/>
                  </a:lnTo>
                  <a:lnTo>
                    <a:pt x="1051" y="1267"/>
                  </a:lnTo>
                  <a:lnTo>
                    <a:pt x="1051" y="1267"/>
                  </a:lnTo>
                  <a:lnTo>
                    <a:pt x="1050" y="1266"/>
                  </a:lnTo>
                  <a:lnTo>
                    <a:pt x="1050" y="1267"/>
                  </a:lnTo>
                  <a:lnTo>
                    <a:pt x="1048" y="1267"/>
                  </a:lnTo>
                  <a:lnTo>
                    <a:pt x="1047" y="1267"/>
                  </a:lnTo>
                  <a:lnTo>
                    <a:pt x="1047" y="1266"/>
                  </a:lnTo>
                  <a:lnTo>
                    <a:pt x="1047" y="1267"/>
                  </a:lnTo>
                  <a:lnTo>
                    <a:pt x="1045" y="1266"/>
                  </a:lnTo>
                  <a:lnTo>
                    <a:pt x="1045" y="1264"/>
                  </a:lnTo>
                  <a:lnTo>
                    <a:pt x="1045" y="1264"/>
                  </a:lnTo>
                  <a:lnTo>
                    <a:pt x="1045" y="1264"/>
                  </a:lnTo>
                  <a:lnTo>
                    <a:pt x="1044" y="1264"/>
                  </a:lnTo>
                  <a:lnTo>
                    <a:pt x="1044" y="1263"/>
                  </a:lnTo>
                  <a:lnTo>
                    <a:pt x="1044" y="1261"/>
                  </a:lnTo>
                  <a:lnTo>
                    <a:pt x="1042" y="1260"/>
                  </a:lnTo>
                  <a:lnTo>
                    <a:pt x="1042" y="1255"/>
                  </a:lnTo>
                  <a:lnTo>
                    <a:pt x="1041" y="1253"/>
                  </a:lnTo>
                  <a:lnTo>
                    <a:pt x="1036" y="1253"/>
                  </a:lnTo>
                  <a:lnTo>
                    <a:pt x="1036" y="1252"/>
                  </a:lnTo>
                  <a:lnTo>
                    <a:pt x="1036" y="1250"/>
                  </a:lnTo>
                  <a:lnTo>
                    <a:pt x="1036" y="1249"/>
                  </a:lnTo>
                  <a:lnTo>
                    <a:pt x="1034" y="1246"/>
                  </a:lnTo>
                  <a:lnTo>
                    <a:pt x="1033" y="1244"/>
                  </a:lnTo>
                  <a:lnTo>
                    <a:pt x="1033" y="1243"/>
                  </a:lnTo>
                  <a:lnTo>
                    <a:pt x="1031" y="1243"/>
                  </a:lnTo>
                  <a:lnTo>
                    <a:pt x="1030" y="1243"/>
                  </a:lnTo>
                  <a:lnTo>
                    <a:pt x="1028" y="1244"/>
                  </a:lnTo>
                  <a:lnTo>
                    <a:pt x="1028" y="1244"/>
                  </a:lnTo>
                  <a:lnTo>
                    <a:pt x="1031" y="1244"/>
                  </a:lnTo>
                  <a:lnTo>
                    <a:pt x="1031" y="1244"/>
                  </a:lnTo>
                  <a:lnTo>
                    <a:pt x="1033" y="1246"/>
                  </a:lnTo>
                  <a:lnTo>
                    <a:pt x="1031" y="1246"/>
                  </a:lnTo>
                  <a:lnTo>
                    <a:pt x="1031" y="1244"/>
                  </a:lnTo>
                  <a:lnTo>
                    <a:pt x="1030" y="1244"/>
                  </a:lnTo>
                  <a:lnTo>
                    <a:pt x="1025" y="1246"/>
                  </a:lnTo>
                  <a:lnTo>
                    <a:pt x="1022" y="1246"/>
                  </a:lnTo>
                  <a:lnTo>
                    <a:pt x="1019" y="1246"/>
                  </a:lnTo>
                  <a:lnTo>
                    <a:pt x="1015" y="1247"/>
                  </a:lnTo>
                  <a:lnTo>
                    <a:pt x="1012" y="1247"/>
                  </a:lnTo>
                  <a:lnTo>
                    <a:pt x="1010" y="1249"/>
                  </a:lnTo>
                  <a:lnTo>
                    <a:pt x="1010" y="1249"/>
                  </a:lnTo>
                  <a:lnTo>
                    <a:pt x="1009" y="1247"/>
                  </a:lnTo>
                  <a:lnTo>
                    <a:pt x="1004" y="1247"/>
                  </a:lnTo>
                  <a:lnTo>
                    <a:pt x="1004" y="1246"/>
                  </a:lnTo>
                  <a:lnTo>
                    <a:pt x="1003" y="1246"/>
                  </a:lnTo>
                  <a:lnTo>
                    <a:pt x="1003" y="1246"/>
                  </a:lnTo>
                  <a:lnTo>
                    <a:pt x="1001" y="1247"/>
                  </a:lnTo>
                  <a:lnTo>
                    <a:pt x="999" y="1246"/>
                  </a:lnTo>
                  <a:lnTo>
                    <a:pt x="996" y="1246"/>
                  </a:lnTo>
                  <a:lnTo>
                    <a:pt x="996" y="1247"/>
                  </a:lnTo>
                  <a:lnTo>
                    <a:pt x="996" y="1249"/>
                  </a:lnTo>
                  <a:lnTo>
                    <a:pt x="993" y="1249"/>
                  </a:lnTo>
                  <a:lnTo>
                    <a:pt x="992" y="1247"/>
                  </a:lnTo>
                  <a:lnTo>
                    <a:pt x="990" y="1249"/>
                  </a:lnTo>
                  <a:lnTo>
                    <a:pt x="986" y="1247"/>
                  </a:lnTo>
                  <a:lnTo>
                    <a:pt x="984" y="1247"/>
                  </a:lnTo>
                  <a:lnTo>
                    <a:pt x="983" y="1249"/>
                  </a:lnTo>
                  <a:lnTo>
                    <a:pt x="983" y="1249"/>
                  </a:lnTo>
                  <a:lnTo>
                    <a:pt x="981" y="1249"/>
                  </a:lnTo>
                  <a:lnTo>
                    <a:pt x="981" y="1249"/>
                  </a:lnTo>
                  <a:lnTo>
                    <a:pt x="980" y="1249"/>
                  </a:lnTo>
                  <a:lnTo>
                    <a:pt x="980" y="1249"/>
                  </a:lnTo>
                  <a:lnTo>
                    <a:pt x="978" y="1249"/>
                  </a:lnTo>
                  <a:lnTo>
                    <a:pt x="977" y="1249"/>
                  </a:lnTo>
                  <a:lnTo>
                    <a:pt x="975" y="1249"/>
                  </a:lnTo>
                  <a:lnTo>
                    <a:pt x="972" y="1249"/>
                  </a:lnTo>
                  <a:lnTo>
                    <a:pt x="972" y="1249"/>
                  </a:lnTo>
                  <a:lnTo>
                    <a:pt x="971" y="1250"/>
                  </a:lnTo>
                  <a:lnTo>
                    <a:pt x="969" y="1249"/>
                  </a:lnTo>
                  <a:lnTo>
                    <a:pt x="968" y="1249"/>
                  </a:lnTo>
                  <a:lnTo>
                    <a:pt x="962" y="1247"/>
                  </a:lnTo>
                  <a:lnTo>
                    <a:pt x="962" y="1247"/>
                  </a:lnTo>
                  <a:lnTo>
                    <a:pt x="960" y="1246"/>
                  </a:lnTo>
                  <a:lnTo>
                    <a:pt x="960" y="1246"/>
                  </a:lnTo>
                  <a:lnTo>
                    <a:pt x="958" y="1247"/>
                  </a:lnTo>
                  <a:lnTo>
                    <a:pt x="954" y="1246"/>
                  </a:lnTo>
                  <a:lnTo>
                    <a:pt x="952" y="1246"/>
                  </a:lnTo>
                  <a:lnTo>
                    <a:pt x="951" y="1246"/>
                  </a:lnTo>
                  <a:lnTo>
                    <a:pt x="949" y="1246"/>
                  </a:lnTo>
                  <a:lnTo>
                    <a:pt x="946" y="1244"/>
                  </a:lnTo>
                  <a:lnTo>
                    <a:pt x="943" y="1246"/>
                  </a:lnTo>
                  <a:lnTo>
                    <a:pt x="942" y="1246"/>
                  </a:lnTo>
                  <a:lnTo>
                    <a:pt x="939" y="1244"/>
                  </a:lnTo>
                  <a:lnTo>
                    <a:pt x="936" y="1243"/>
                  </a:lnTo>
                  <a:lnTo>
                    <a:pt x="933" y="1243"/>
                  </a:lnTo>
                  <a:lnTo>
                    <a:pt x="931" y="1243"/>
                  </a:lnTo>
                  <a:lnTo>
                    <a:pt x="930" y="1243"/>
                  </a:lnTo>
                  <a:lnTo>
                    <a:pt x="928" y="1241"/>
                  </a:lnTo>
                  <a:lnTo>
                    <a:pt x="927" y="1243"/>
                  </a:lnTo>
                  <a:lnTo>
                    <a:pt x="925" y="1241"/>
                  </a:lnTo>
                  <a:lnTo>
                    <a:pt x="920" y="1241"/>
                  </a:lnTo>
                  <a:lnTo>
                    <a:pt x="919" y="1238"/>
                  </a:lnTo>
                  <a:lnTo>
                    <a:pt x="919" y="1237"/>
                  </a:lnTo>
                  <a:lnTo>
                    <a:pt x="919" y="1235"/>
                  </a:lnTo>
                  <a:lnTo>
                    <a:pt x="917" y="1232"/>
                  </a:lnTo>
                  <a:lnTo>
                    <a:pt x="917" y="1229"/>
                  </a:lnTo>
                  <a:lnTo>
                    <a:pt x="917" y="1226"/>
                  </a:lnTo>
                  <a:lnTo>
                    <a:pt x="916" y="1225"/>
                  </a:lnTo>
                  <a:lnTo>
                    <a:pt x="916" y="1225"/>
                  </a:lnTo>
                  <a:lnTo>
                    <a:pt x="914" y="1223"/>
                  </a:lnTo>
                  <a:lnTo>
                    <a:pt x="913" y="1222"/>
                  </a:lnTo>
                  <a:lnTo>
                    <a:pt x="908" y="1222"/>
                  </a:lnTo>
                  <a:lnTo>
                    <a:pt x="908" y="1222"/>
                  </a:lnTo>
                  <a:lnTo>
                    <a:pt x="905" y="1222"/>
                  </a:lnTo>
                  <a:lnTo>
                    <a:pt x="904" y="1223"/>
                  </a:lnTo>
                  <a:lnTo>
                    <a:pt x="899" y="1225"/>
                  </a:lnTo>
                  <a:lnTo>
                    <a:pt x="899" y="1225"/>
                  </a:lnTo>
                  <a:lnTo>
                    <a:pt x="898" y="1226"/>
                  </a:lnTo>
                  <a:lnTo>
                    <a:pt x="898" y="1228"/>
                  </a:lnTo>
                  <a:lnTo>
                    <a:pt x="896" y="1228"/>
                  </a:lnTo>
                  <a:lnTo>
                    <a:pt x="893" y="1228"/>
                  </a:lnTo>
                  <a:lnTo>
                    <a:pt x="890" y="1231"/>
                  </a:lnTo>
                  <a:lnTo>
                    <a:pt x="889" y="1231"/>
                  </a:lnTo>
                  <a:lnTo>
                    <a:pt x="887" y="1231"/>
                  </a:lnTo>
                  <a:lnTo>
                    <a:pt x="886" y="1229"/>
                  </a:lnTo>
                  <a:lnTo>
                    <a:pt x="882" y="1228"/>
                  </a:lnTo>
                  <a:lnTo>
                    <a:pt x="881" y="1228"/>
                  </a:lnTo>
                  <a:lnTo>
                    <a:pt x="878" y="1228"/>
                  </a:lnTo>
                  <a:lnTo>
                    <a:pt x="876" y="1228"/>
                  </a:lnTo>
                  <a:lnTo>
                    <a:pt x="873" y="1226"/>
                  </a:lnTo>
                  <a:lnTo>
                    <a:pt x="873" y="1225"/>
                  </a:lnTo>
                  <a:lnTo>
                    <a:pt x="872" y="1225"/>
                  </a:lnTo>
                  <a:lnTo>
                    <a:pt x="867" y="1222"/>
                  </a:lnTo>
                  <a:lnTo>
                    <a:pt x="864" y="1220"/>
                  </a:lnTo>
                  <a:lnTo>
                    <a:pt x="863" y="1218"/>
                  </a:lnTo>
                  <a:lnTo>
                    <a:pt x="863" y="1217"/>
                  </a:lnTo>
                  <a:lnTo>
                    <a:pt x="861" y="1215"/>
                  </a:lnTo>
                  <a:lnTo>
                    <a:pt x="858" y="1214"/>
                  </a:lnTo>
                  <a:lnTo>
                    <a:pt x="855" y="1212"/>
                  </a:lnTo>
                  <a:lnTo>
                    <a:pt x="854" y="1212"/>
                  </a:lnTo>
                  <a:lnTo>
                    <a:pt x="851" y="1212"/>
                  </a:lnTo>
                  <a:lnTo>
                    <a:pt x="851" y="1212"/>
                  </a:lnTo>
                  <a:lnTo>
                    <a:pt x="849" y="1211"/>
                  </a:lnTo>
                  <a:lnTo>
                    <a:pt x="846" y="1208"/>
                  </a:lnTo>
                  <a:lnTo>
                    <a:pt x="846" y="1208"/>
                  </a:lnTo>
                  <a:lnTo>
                    <a:pt x="845" y="1205"/>
                  </a:lnTo>
                  <a:lnTo>
                    <a:pt x="845" y="1203"/>
                  </a:lnTo>
                  <a:lnTo>
                    <a:pt x="843" y="1200"/>
                  </a:lnTo>
                  <a:lnTo>
                    <a:pt x="843" y="1199"/>
                  </a:lnTo>
                  <a:lnTo>
                    <a:pt x="841" y="1199"/>
                  </a:lnTo>
                  <a:lnTo>
                    <a:pt x="841" y="1197"/>
                  </a:lnTo>
                  <a:lnTo>
                    <a:pt x="841" y="1196"/>
                  </a:lnTo>
                  <a:lnTo>
                    <a:pt x="841" y="1196"/>
                  </a:lnTo>
                  <a:lnTo>
                    <a:pt x="840" y="1194"/>
                  </a:lnTo>
                  <a:lnTo>
                    <a:pt x="838" y="1194"/>
                  </a:lnTo>
                  <a:lnTo>
                    <a:pt x="838" y="1193"/>
                  </a:lnTo>
                  <a:lnTo>
                    <a:pt x="838" y="1191"/>
                  </a:lnTo>
                  <a:lnTo>
                    <a:pt x="838" y="1190"/>
                  </a:lnTo>
                  <a:lnTo>
                    <a:pt x="837" y="1188"/>
                  </a:lnTo>
                  <a:lnTo>
                    <a:pt x="835" y="1187"/>
                  </a:lnTo>
                  <a:lnTo>
                    <a:pt x="834" y="1184"/>
                  </a:lnTo>
                  <a:lnTo>
                    <a:pt x="832" y="1184"/>
                  </a:lnTo>
                  <a:lnTo>
                    <a:pt x="832" y="1182"/>
                  </a:lnTo>
                  <a:lnTo>
                    <a:pt x="831" y="1179"/>
                  </a:lnTo>
                  <a:lnTo>
                    <a:pt x="831" y="1179"/>
                  </a:lnTo>
                  <a:lnTo>
                    <a:pt x="825" y="1182"/>
                  </a:lnTo>
                  <a:lnTo>
                    <a:pt x="823" y="1180"/>
                  </a:lnTo>
                  <a:lnTo>
                    <a:pt x="819" y="1177"/>
                  </a:lnTo>
                  <a:lnTo>
                    <a:pt x="819" y="1177"/>
                  </a:lnTo>
                  <a:lnTo>
                    <a:pt x="819" y="1177"/>
                  </a:lnTo>
                  <a:lnTo>
                    <a:pt x="819" y="1176"/>
                  </a:lnTo>
                  <a:lnTo>
                    <a:pt x="820" y="1176"/>
                  </a:lnTo>
                  <a:lnTo>
                    <a:pt x="820" y="1177"/>
                  </a:lnTo>
                  <a:lnTo>
                    <a:pt x="822" y="1176"/>
                  </a:lnTo>
                  <a:lnTo>
                    <a:pt x="822" y="1176"/>
                  </a:lnTo>
                  <a:lnTo>
                    <a:pt x="820" y="1174"/>
                  </a:lnTo>
                  <a:lnTo>
                    <a:pt x="819" y="1174"/>
                  </a:lnTo>
                  <a:lnTo>
                    <a:pt x="819" y="1176"/>
                  </a:lnTo>
                  <a:lnTo>
                    <a:pt x="817" y="1176"/>
                  </a:lnTo>
                  <a:lnTo>
                    <a:pt x="817" y="1177"/>
                  </a:lnTo>
                  <a:lnTo>
                    <a:pt x="817" y="1179"/>
                  </a:lnTo>
                  <a:lnTo>
                    <a:pt x="817" y="1180"/>
                  </a:lnTo>
                  <a:lnTo>
                    <a:pt x="817" y="1180"/>
                  </a:lnTo>
                  <a:lnTo>
                    <a:pt x="816" y="1182"/>
                  </a:lnTo>
                  <a:lnTo>
                    <a:pt x="814" y="1182"/>
                  </a:lnTo>
                  <a:lnTo>
                    <a:pt x="813" y="1182"/>
                  </a:lnTo>
                  <a:lnTo>
                    <a:pt x="813" y="1182"/>
                  </a:lnTo>
                  <a:lnTo>
                    <a:pt x="811" y="1184"/>
                  </a:lnTo>
                  <a:lnTo>
                    <a:pt x="811" y="1182"/>
                  </a:lnTo>
                  <a:lnTo>
                    <a:pt x="808" y="1182"/>
                  </a:lnTo>
                  <a:lnTo>
                    <a:pt x="807" y="1182"/>
                  </a:lnTo>
                  <a:lnTo>
                    <a:pt x="807" y="1182"/>
                  </a:lnTo>
                  <a:lnTo>
                    <a:pt x="807" y="1182"/>
                  </a:lnTo>
                  <a:lnTo>
                    <a:pt x="805" y="1184"/>
                  </a:lnTo>
                  <a:lnTo>
                    <a:pt x="807" y="1185"/>
                  </a:lnTo>
                  <a:lnTo>
                    <a:pt x="807" y="1187"/>
                  </a:lnTo>
                  <a:lnTo>
                    <a:pt x="808" y="1188"/>
                  </a:lnTo>
                  <a:lnTo>
                    <a:pt x="808" y="1188"/>
                  </a:lnTo>
                  <a:lnTo>
                    <a:pt x="807" y="1188"/>
                  </a:lnTo>
                  <a:lnTo>
                    <a:pt x="807" y="1188"/>
                  </a:lnTo>
                  <a:lnTo>
                    <a:pt x="805" y="1188"/>
                  </a:lnTo>
                  <a:lnTo>
                    <a:pt x="803" y="1190"/>
                  </a:lnTo>
                  <a:lnTo>
                    <a:pt x="802" y="1190"/>
                  </a:lnTo>
                  <a:lnTo>
                    <a:pt x="802" y="1191"/>
                  </a:lnTo>
                  <a:lnTo>
                    <a:pt x="803" y="1191"/>
                  </a:lnTo>
                  <a:lnTo>
                    <a:pt x="805" y="1191"/>
                  </a:lnTo>
                  <a:lnTo>
                    <a:pt x="807" y="1191"/>
                  </a:lnTo>
                  <a:lnTo>
                    <a:pt x="807" y="1191"/>
                  </a:lnTo>
                  <a:lnTo>
                    <a:pt x="807" y="1193"/>
                  </a:lnTo>
                  <a:lnTo>
                    <a:pt x="807" y="1193"/>
                  </a:lnTo>
                  <a:lnTo>
                    <a:pt x="808" y="1197"/>
                  </a:lnTo>
                  <a:lnTo>
                    <a:pt x="810" y="1197"/>
                  </a:lnTo>
                  <a:lnTo>
                    <a:pt x="810" y="1200"/>
                  </a:lnTo>
                  <a:lnTo>
                    <a:pt x="811" y="1200"/>
                  </a:lnTo>
                  <a:lnTo>
                    <a:pt x="811" y="1202"/>
                  </a:lnTo>
                  <a:lnTo>
                    <a:pt x="811" y="1203"/>
                  </a:lnTo>
                  <a:lnTo>
                    <a:pt x="813" y="1203"/>
                  </a:lnTo>
                  <a:lnTo>
                    <a:pt x="813" y="1205"/>
                  </a:lnTo>
                  <a:lnTo>
                    <a:pt x="814" y="1208"/>
                  </a:lnTo>
                  <a:lnTo>
                    <a:pt x="816" y="1211"/>
                  </a:lnTo>
                  <a:lnTo>
                    <a:pt x="816" y="1211"/>
                  </a:lnTo>
                  <a:lnTo>
                    <a:pt x="816" y="1212"/>
                  </a:lnTo>
                  <a:lnTo>
                    <a:pt x="816" y="1214"/>
                  </a:lnTo>
                  <a:lnTo>
                    <a:pt x="816" y="1214"/>
                  </a:lnTo>
                  <a:lnTo>
                    <a:pt x="817" y="1215"/>
                  </a:lnTo>
                  <a:lnTo>
                    <a:pt x="819" y="1217"/>
                  </a:lnTo>
                  <a:lnTo>
                    <a:pt x="820" y="1217"/>
                  </a:lnTo>
                  <a:lnTo>
                    <a:pt x="822" y="1217"/>
                  </a:lnTo>
                  <a:lnTo>
                    <a:pt x="820" y="1218"/>
                  </a:lnTo>
                  <a:lnTo>
                    <a:pt x="822" y="1220"/>
                  </a:lnTo>
                  <a:lnTo>
                    <a:pt x="823" y="1222"/>
                  </a:lnTo>
                  <a:lnTo>
                    <a:pt x="825" y="1222"/>
                  </a:lnTo>
                  <a:lnTo>
                    <a:pt x="828" y="1225"/>
                  </a:lnTo>
                  <a:lnTo>
                    <a:pt x="831" y="1226"/>
                  </a:lnTo>
                  <a:lnTo>
                    <a:pt x="832" y="1229"/>
                  </a:lnTo>
                  <a:lnTo>
                    <a:pt x="832" y="1229"/>
                  </a:lnTo>
                  <a:lnTo>
                    <a:pt x="832" y="1229"/>
                  </a:lnTo>
                  <a:lnTo>
                    <a:pt x="831" y="1228"/>
                  </a:lnTo>
                  <a:lnTo>
                    <a:pt x="831" y="1229"/>
                  </a:lnTo>
                  <a:lnTo>
                    <a:pt x="831" y="1229"/>
                  </a:lnTo>
                  <a:lnTo>
                    <a:pt x="831" y="1231"/>
                  </a:lnTo>
                  <a:lnTo>
                    <a:pt x="832" y="1232"/>
                  </a:lnTo>
                  <a:lnTo>
                    <a:pt x="832" y="1232"/>
                  </a:lnTo>
                  <a:lnTo>
                    <a:pt x="834" y="1234"/>
                  </a:lnTo>
                  <a:lnTo>
                    <a:pt x="832" y="1237"/>
                  </a:lnTo>
                  <a:lnTo>
                    <a:pt x="832" y="1237"/>
                  </a:lnTo>
                  <a:lnTo>
                    <a:pt x="832" y="1237"/>
                  </a:lnTo>
                  <a:lnTo>
                    <a:pt x="831" y="1237"/>
                  </a:lnTo>
                  <a:lnTo>
                    <a:pt x="831" y="1237"/>
                  </a:lnTo>
                  <a:lnTo>
                    <a:pt x="831" y="1238"/>
                  </a:lnTo>
                  <a:lnTo>
                    <a:pt x="832" y="1240"/>
                  </a:lnTo>
                  <a:lnTo>
                    <a:pt x="832" y="1241"/>
                  </a:lnTo>
                  <a:lnTo>
                    <a:pt x="834" y="1243"/>
                  </a:lnTo>
                  <a:lnTo>
                    <a:pt x="834" y="1244"/>
                  </a:lnTo>
                  <a:lnTo>
                    <a:pt x="837" y="1246"/>
                  </a:lnTo>
                  <a:lnTo>
                    <a:pt x="837" y="1247"/>
                  </a:lnTo>
                  <a:lnTo>
                    <a:pt x="837" y="1250"/>
                  </a:lnTo>
                  <a:lnTo>
                    <a:pt x="838" y="1252"/>
                  </a:lnTo>
                  <a:lnTo>
                    <a:pt x="840" y="1253"/>
                  </a:lnTo>
                  <a:lnTo>
                    <a:pt x="840" y="1253"/>
                  </a:lnTo>
                  <a:lnTo>
                    <a:pt x="841" y="1253"/>
                  </a:lnTo>
                  <a:lnTo>
                    <a:pt x="841" y="1253"/>
                  </a:lnTo>
                  <a:lnTo>
                    <a:pt x="840" y="1249"/>
                  </a:lnTo>
                  <a:lnTo>
                    <a:pt x="840" y="1246"/>
                  </a:lnTo>
                  <a:lnTo>
                    <a:pt x="840" y="1246"/>
                  </a:lnTo>
                  <a:lnTo>
                    <a:pt x="840" y="1244"/>
                  </a:lnTo>
                  <a:lnTo>
                    <a:pt x="841" y="1243"/>
                  </a:lnTo>
                  <a:lnTo>
                    <a:pt x="841" y="1241"/>
                  </a:lnTo>
                  <a:lnTo>
                    <a:pt x="843" y="1238"/>
                  </a:lnTo>
                  <a:lnTo>
                    <a:pt x="845" y="1237"/>
                  </a:lnTo>
                  <a:lnTo>
                    <a:pt x="846" y="1235"/>
                  </a:lnTo>
                  <a:lnTo>
                    <a:pt x="848" y="1238"/>
                  </a:lnTo>
                  <a:lnTo>
                    <a:pt x="849" y="1240"/>
                  </a:lnTo>
                  <a:lnTo>
                    <a:pt x="851" y="1241"/>
                  </a:lnTo>
                  <a:lnTo>
                    <a:pt x="849" y="1243"/>
                  </a:lnTo>
                  <a:lnTo>
                    <a:pt x="849" y="1244"/>
                  </a:lnTo>
                  <a:lnTo>
                    <a:pt x="849" y="1246"/>
                  </a:lnTo>
                  <a:lnTo>
                    <a:pt x="849" y="1246"/>
                  </a:lnTo>
                  <a:lnTo>
                    <a:pt x="849" y="1247"/>
                  </a:lnTo>
                  <a:lnTo>
                    <a:pt x="851" y="1249"/>
                  </a:lnTo>
                  <a:lnTo>
                    <a:pt x="851" y="1250"/>
                  </a:lnTo>
                  <a:lnTo>
                    <a:pt x="851" y="1252"/>
                  </a:lnTo>
                  <a:lnTo>
                    <a:pt x="849" y="1253"/>
                  </a:lnTo>
                  <a:lnTo>
                    <a:pt x="848" y="1257"/>
                  </a:lnTo>
                  <a:lnTo>
                    <a:pt x="848" y="1257"/>
                  </a:lnTo>
                  <a:lnTo>
                    <a:pt x="846" y="1257"/>
                  </a:lnTo>
                  <a:lnTo>
                    <a:pt x="848" y="1257"/>
                  </a:lnTo>
                  <a:lnTo>
                    <a:pt x="848" y="1257"/>
                  </a:lnTo>
                  <a:lnTo>
                    <a:pt x="848" y="1258"/>
                  </a:lnTo>
                  <a:lnTo>
                    <a:pt x="848" y="1258"/>
                  </a:lnTo>
                  <a:lnTo>
                    <a:pt x="846" y="1260"/>
                  </a:lnTo>
                  <a:lnTo>
                    <a:pt x="848" y="1261"/>
                  </a:lnTo>
                  <a:lnTo>
                    <a:pt x="849" y="1261"/>
                  </a:lnTo>
                  <a:lnTo>
                    <a:pt x="849" y="1261"/>
                  </a:lnTo>
                  <a:lnTo>
                    <a:pt x="849" y="1261"/>
                  </a:lnTo>
                  <a:lnTo>
                    <a:pt x="851" y="1260"/>
                  </a:lnTo>
                  <a:lnTo>
                    <a:pt x="851" y="1261"/>
                  </a:lnTo>
                  <a:lnTo>
                    <a:pt x="851" y="1261"/>
                  </a:lnTo>
                  <a:lnTo>
                    <a:pt x="852" y="1261"/>
                  </a:lnTo>
                  <a:lnTo>
                    <a:pt x="852" y="1261"/>
                  </a:lnTo>
                  <a:lnTo>
                    <a:pt x="852" y="1264"/>
                  </a:lnTo>
                  <a:lnTo>
                    <a:pt x="854" y="1264"/>
                  </a:lnTo>
                  <a:lnTo>
                    <a:pt x="854" y="1266"/>
                  </a:lnTo>
                  <a:lnTo>
                    <a:pt x="857" y="1266"/>
                  </a:lnTo>
                  <a:lnTo>
                    <a:pt x="858" y="1266"/>
                  </a:lnTo>
                  <a:lnTo>
                    <a:pt x="861" y="1263"/>
                  </a:lnTo>
                  <a:lnTo>
                    <a:pt x="863" y="1263"/>
                  </a:lnTo>
                  <a:lnTo>
                    <a:pt x="867" y="1263"/>
                  </a:lnTo>
                  <a:lnTo>
                    <a:pt x="872" y="1264"/>
                  </a:lnTo>
                  <a:lnTo>
                    <a:pt x="878" y="1264"/>
                  </a:lnTo>
                  <a:lnTo>
                    <a:pt x="878" y="1264"/>
                  </a:lnTo>
                  <a:lnTo>
                    <a:pt x="881" y="1263"/>
                  </a:lnTo>
                  <a:lnTo>
                    <a:pt x="884" y="1261"/>
                  </a:lnTo>
                  <a:lnTo>
                    <a:pt x="884" y="1261"/>
                  </a:lnTo>
                  <a:lnTo>
                    <a:pt x="886" y="1260"/>
                  </a:lnTo>
                  <a:lnTo>
                    <a:pt x="886" y="1258"/>
                  </a:lnTo>
                  <a:lnTo>
                    <a:pt x="886" y="1258"/>
                  </a:lnTo>
                  <a:lnTo>
                    <a:pt x="887" y="1257"/>
                  </a:lnTo>
                  <a:lnTo>
                    <a:pt x="887" y="1257"/>
                  </a:lnTo>
                  <a:lnTo>
                    <a:pt x="887" y="1255"/>
                  </a:lnTo>
                  <a:lnTo>
                    <a:pt x="889" y="1253"/>
                  </a:lnTo>
                  <a:lnTo>
                    <a:pt x="893" y="1250"/>
                  </a:lnTo>
                  <a:lnTo>
                    <a:pt x="896" y="1247"/>
                  </a:lnTo>
                  <a:lnTo>
                    <a:pt x="896" y="1247"/>
                  </a:lnTo>
                  <a:lnTo>
                    <a:pt x="898" y="1246"/>
                  </a:lnTo>
                  <a:lnTo>
                    <a:pt x="898" y="1244"/>
                  </a:lnTo>
                  <a:lnTo>
                    <a:pt x="904" y="1241"/>
                  </a:lnTo>
                  <a:lnTo>
                    <a:pt x="904" y="1238"/>
                  </a:lnTo>
                  <a:lnTo>
                    <a:pt x="905" y="1237"/>
                  </a:lnTo>
                  <a:lnTo>
                    <a:pt x="905" y="1237"/>
                  </a:lnTo>
                  <a:lnTo>
                    <a:pt x="907" y="1235"/>
                  </a:lnTo>
                  <a:lnTo>
                    <a:pt x="907" y="1235"/>
                  </a:lnTo>
                  <a:lnTo>
                    <a:pt x="907" y="1235"/>
                  </a:lnTo>
                  <a:lnTo>
                    <a:pt x="908" y="1235"/>
                  </a:lnTo>
                  <a:lnTo>
                    <a:pt x="908" y="1234"/>
                  </a:lnTo>
                  <a:lnTo>
                    <a:pt x="908" y="1232"/>
                  </a:lnTo>
                  <a:lnTo>
                    <a:pt x="910" y="1234"/>
                  </a:lnTo>
                  <a:lnTo>
                    <a:pt x="910" y="1234"/>
                  </a:lnTo>
                  <a:lnTo>
                    <a:pt x="910" y="1235"/>
                  </a:lnTo>
                  <a:lnTo>
                    <a:pt x="910" y="1237"/>
                  </a:lnTo>
                  <a:lnTo>
                    <a:pt x="908" y="1240"/>
                  </a:lnTo>
                  <a:lnTo>
                    <a:pt x="908" y="1241"/>
                  </a:lnTo>
                  <a:lnTo>
                    <a:pt x="908" y="1241"/>
                  </a:lnTo>
                  <a:lnTo>
                    <a:pt x="908" y="1243"/>
                  </a:lnTo>
                  <a:lnTo>
                    <a:pt x="908" y="1244"/>
                  </a:lnTo>
                  <a:lnTo>
                    <a:pt x="908" y="1250"/>
                  </a:lnTo>
                  <a:lnTo>
                    <a:pt x="908" y="1252"/>
                  </a:lnTo>
                  <a:lnTo>
                    <a:pt x="910" y="1255"/>
                  </a:lnTo>
                  <a:lnTo>
                    <a:pt x="911" y="1258"/>
                  </a:lnTo>
                  <a:lnTo>
                    <a:pt x="914" y="1261"/>
                  </a:lnTo>
                  <a:lnTo>
                    <a:pt x="916" y="1263"/>
                  </a:lnTo>
                  <a:lnTo>
                    <a:pt x="917" y="1266"/>
                  </a:lnTo>
                  <a:lnTo>
                    <a:pt x="919" y="1266"/>
                  </a:lnTo>
                  <a:lnTo>
                    <a:pt x="924" y="1267"/>
                  </a:lnTo>
                  <a:lnTo>
                    <a:pt x="927" y="1269"/>
                  </a:lnTo>
                  <a:lnTo>
                    <a:pt x="930" y="1269"/>
                  </a:lnTo>
                  <a:lnTo>
                    <a:pt x="933" y="1270"/>
                  </a:lnTo>
                  <a:lnTo>
                    <a:pt x="934" y="1270"/>
                  </a:lnTo>
                  <a:lnTo>
                    <a:pt x="934" y="1270"/>
                  </a:lnTo>
                  <a:lnTo>
                    <a:pt x="936" y="1270"/>
                  </a:lnTo>
                  <a:lnTo>
                    <a:pt x="939" y="1272"/>
                  </a:lnTo>
                  <a:lnTo>
                    <a:pt x="939" y="1273"/>
                  </a:lnTo>
                  <a:lnTo>
                    <a:pt x="940" y="1273"/>
                  </a:lnTo>
                  <a:lnTo>
                    <a:pt x="940" y="1275"/>
                  </a:lnTo>
                  <a:lnTo>
                    <a:pt x="942" y="1276"/>
                  </a:lnTo>
                  <a:lnTo>
                    <a:pt x="943" y="1279"/>
                  </a:lnTo>
                  <a:lnTo>
                    <a:pt x="945" y="1281"/>
                  </a:lnTo>
                  <a:lnTo>
                    <a:pt x="946" y="1282"/>
                  </a:lnTo>
                  <a:lnTo>
                    <a:pt x="948" y="1284"/>
                  </a:lnTo>
                  <a:lnTo>
                    <a:pt x="949" y="1284"/>
                  </a:lnTo>
                  <a:lnTo>
                    <a:pt x="951" y="1285"/>
                  </a:lnTo>
                  <a:lnTo>
                    <a:pt x="951" y="1285"/>
                  </a:lnTo>
                  <a:lnTo>
                    <a:pt x="951" y="1287"/>
                  </a:lnTo>
                  <a:lnTo>
                    <a:pt x="951" y="1288"/>
                  </a:lnTo>
                  <a:lnTo>
                    <a:pt x="949" y="1291"/>
                  </a:lnTo>
                  <a:lnTo>
                    <a:pt x="949" y="1291"/>
                  </a:lnTo>
                  <a:lnTo>
                    <a:pt x="948" y="1295"/>
                  </a:lnTo>
                  <a:lnTo>
                    <a:pt x="946" y="1298"/>
                  </a:lnTo>
                  <a:lnTo>
                    <a:pt x="945" y="1299"/>
                  </a:lnTo>
                  <a:lnTo>
                    <a:pt x="942" y="1301"/>
                  </a:lnTo>
                  <a:lnTo>
                    <a:pt x="940" y="1304"/>
                  </a:lnTo>
                  <a:lnTo>
                    <a:pt x="937" y="1307"/>
                  </a:lnTo>
                  <a:lnTo>
                    <a:pt x="936" y="1311"/>
                  </a:lnTo>
                  <a:lnTo>
                    <a:pt x="934" y="1313"/>
                  </a:lnTo>
                  <a:lnTo>
                    <a:pt x="933" y="1313"/>
                  </a:lnTo>
                  <a:lnTo>
                    <a:pt x="933" y="1313"/>
                  </a:lnTo>
                  <a:lnTo>
                    <a:pt x="931" y="1313"/>
                  </a:lnTo>
                  <a:lnTo>
                    <a:pt x="931" y="1311"/>
                  </a:lnTo>
                  <a:lnTo>
                    <a:pt x="931" y="1310"/>
                  </a:lnTo>
                  <a:lnTo>
                    <a:pt x="931" y="1310"/>
                  </a:lnTo>
                  <a:lnTo>
                    <a:pt x="930" y="1310"/>
                  </a:lnTo>
                  <a:lnTo>
                    <a:pt x="928" y="1313"/>
                  </a:lnTo>
                  <a:lnTo>
                    <a:pt x="927" y="1314"/>
                  </a:lnTo>
                  <a:lnTo>
                    <a:pt x="927" y="1316"/>
                  </a:lnTo>
                  <a:lnTo>
                    <a:pt x="927" y="1319"/>
                  </a:lnTo>
                  <a:lnTo>
                    <a:pt x="925" y="1320"/>
                  </a:lnTo>
                  <a:lnTo>
                    <a:pt x="925" y="1322"/>
                  </a:lnTo>
                  <a:lnTo>
                    <a:pt x="925" y="1323"/>
                  </a:lnTo>
                  <a:lnTo>
                    <a:pt x="927" y="1325"/>
                  </a:lnTo>
                  <a:lnTo>
                    <a:pt x="927" y="1328"/>
                  </a:lnTo>
                  <a:lnTo>
                    <a:pt x="927" y="1329"/>
                  </a:lnTo>
                  <a:lnTo>
                    <a:pt x="927" y="1331"/>
                  </a:lnTo>
                  <a:lnTo>
                    <a:pt x="925" y="1331"/>
                  </a:lnTo>
                  <a:lnTo>
                    <a:pt x="925" y="1331"/>
                  </a:lnTo>
                  <a:lnTo>
                    <a:pt x="922" y="1331"/>
                  </a:lnTo>
                  <a:lnTo>
                    <a:pt x="919" y="1333"/>
                  </a:lnTo>
                  <a:lnTo>
                    <a:pt x="916" y="1333"/>
                  </a:lnTo>
                  <a:lnTo>
                    <a:pt x="914" y="1334"/>
                  </a:lnTo>
                  <a:lnTo>
                    <a:pt x="913" y="1336"/>
                  </a:lnTo>
                  <a:lnTo>
                    <a:pt x="911" y="1342"/>
                  </a:lnTo>
                  <a:lnTo>
                    <a:pt x="908" y="1345"/>
                  </a:lnTo>
                  <a:lnTo>
                    <a:pt x="907" y="1345"/>
                  </a:lnTo>
                  <a:lnTo>
                    <a:pt x="904" y="1345"/>
                  </a:lnTo>
                  <a:lnTo>
                    <a:pt x="899" y="1345"/>
                  </a:lnTo>
                  <a:lnTo>
                    <a:pt x="898" y="1346"/>
                  </a:lnTo>
                  <a:lnTo>
                    <a:pt x="895" y="1349"/>
                  </a:lnTo>
                  <a:lnTo>
                    <a:pt x="895" y="1351"/>
                  </a:lnTo>
                  <a:lnTo>
                    <a:pt x="895" y="1351"/>
                  </a:lnTo>
                  <a:lnTo>
                    <a:pt x="896" y="1352"/>
                  </a:lnTo>
                  <a:lnTo>
                    <a:pt x="895" y="1352"/>
                  </a:lnTo>
                  <a:lnTo>
                    <a:pt x="895" y="1355"/>
                  </a:lnTo>
                  <a:lnTo>
                    <a:pt x="893" y="1357"/>
                  </a:lnTo>
                  <a:lnTo>
                    <a:pt x="889" y="1357"/>
                  </a:lnTo>
                  <a:lnTo>
                    <a:pt x="889" y="1357"/>
                  </a:lnTo>
                  <a:lnTo>
                    <a:pt x="887" y="1357"/>
                  </a:lnTo>
                  <a:lnTo>
                    <a:pt x="884" y="1357"/>
                  </a:lnTo>
                  <a:lnTo>
                    <a:pt x="881" y="1357"/>
                  </a:lnTo>
                  <a:lnTo>
                    <a:pt x="879" y="1358"/>
                  </a:lnTo>
                  <a:lnTo>
                    <a:pt x="876" y="1358"/>
                  </a:lnTo>
                  <a:lnTo>
                    <a:pt x="875" y="1360"/>
                  </a:lnTo>
                  <a:lnTo>
                    <a:pt x="870" y="1360"/>
                  </a:lnTo>
                  <a:lnTo>
                    <a:pt x="869" y="1361"/>
                  </a:lnTo>
                  <a:lnTo>
                    <a:pt x="863" y="1363"/>
                  </a:lnTo>
                  <a:lnTo>
                    <a:pt x="861" y="1364"/>
                  </a:lnTo>
                  <a:lnTo>
                    <a:pt x="860" y="1366"/>
                  </a:lnTo>
                  <a:lnTo>
                    <a:pt x="858" y="1368"/>
                  </a:lnTo>
                  <a:lnTo>
                    <a:pt x="857" y="1371"/>
                  </a:lnTo>
                  <a:lnTo>
                    <a:pt x="858" y="1372"/>
                  </a:lnTo>
                  <a:lnTo>
                    <a:pt x="858" y="1374"/>
                  </a:lnTo>
                  <a:lnTo>
                    <a:pt x="857" y="1375"/>
                  </a:lnTo>
                  <a:lnTo>
                    <a:pt x="855" y="1375"/>
                  </a:lnTo>
                  <a:lnTo>
                    <a:pt x="854" y="1377"/>
                  </a:lnTo>
                  <a:lnTo>
                    <a:pt x="852" y="1377"/>
                  </a:lnTo>
                  <a:lnTo>
                    <a:pt x="851" y="1378"/>
                  </a:lnTo>
                  <a:lnTo>
                    <a:pt x="851" y="1378"/>
                  </a:lnTo>
                  <a:lnTo>
                    <a:pt x="848" y="1380"/>
                  </a:lnTo>
                  <a:lnTo>
                    <a:pt x="843" y="1381"/>
                  </a:lnTo>
                  <a:lnTo>
                    <a:pt x="837" y="1381"/>
                  </a:lnTo>
                  <a:lnTo>
                    <a:pt x="835" y="1383"/>
                  </a:lnTo>
                  <a:lnTo>
                    <a:pt x="832" y="1384"/>
                  </a:lnTo>
                  <a:lnTo>
                    <a:pt x="829" y="1384"/>
                  </a:lnTo>
                  <a:lnTo>
                    <a:pt x="825" y="1386"/>
                  </a:lnTo>
                  <a:lnTo>
                    <a:pt x="823" y="1387"/>
                  </a:lnTo>
                  <a:lnTo>
                    <a:pt x="820" y="1389"/>
                  </a:lnTo>
                  <a:lnTo>
                    <a:pt x="819" y="1389"/>
                  </a:lnTo>
                  <a:lnTo>
                    <a:pt x="819" y="1390"/>
                  </a:lnTo>
                  <a:lnTo>
                    <a:pt x="817" y="1392"/>
                  </a:lnTo>
                  <a:lnTo>
                    <a:pt x="816" y="1393"/>
                  </a:lnTo>
                  <a:lnTo>
                    <a:pt x="814" y="1395"/>
                  </a:lnTo>
                  <a:lnTo>
                    <a:pt x="813" y="1395"/>
                  </a:lnTo>
                  <a:lnTo>
                    <a:pt x="811" y="1395"/>
                  </a:lnTo>
                  <a:lnTo>
                    <a:pt x="810" y="1395"/>
                  </a:lnTo>
                  <a:lnTo>
                    <a:pt x="807" y="1395"/>
                  </a:lnTo>
                  <a:lnTo>
                    <a:pt x="805" y="1395"/>
                  </a:lnTo>
                  <a:lnTo>
                    <a:pt x="805" y="1395"/>
                  </a:lnTo>
                  <a:lnTo>
                    <a:pt x="802" y="1396"/>
                  </a:lnTo>
                  <a:lnTo>
                    <a:pt x="799" y="1399"/>
                  </a:lnTo>
                  <a:lnTo>
                    <a:pt x="797" y="1399"/>
                  </a:lnTo>
                  <a:lnTo>
                    <a:pt x="793" y="1401"/>
                  </a:lnTo>
                  <a:lnTo>
                    <a:pt x="791" y="1401"/>
                  </a:lnTo>
                  <a:lnTo>
                    <a:pt x="790" y="1402"/>
                  </a:lnTo>
                  <a:lnTo>
                    <a:pt x="788" y="1402"/>
                  </a:lnTo>
                  <a:lnTo>
                    <a:pt x="784" y="1402"/>
                  </a:lnTo>
                  <a:lnTo>
                    <a:pt x="781" y="1402"/>
                  </a:lnTo>
                  <a:lnTo>
                    <a:pt x="778" y="1404"/>
                  </a:lnTo>
                  <a:lnTo>
                    <a:pt x="776" y="1404"/>
                  </a:lnTo>
                  <a:lnTo>
                    <a:pt x="775" y="1407"/>
                  </a:lnTo>
                  <a:lnTo>
                    <a:pt x="772" y="1407"/>
                  </a:lnTo>
                  <a:lnTo>
                    <a:pt x="770" y="1409"/>
                  </a:lnTo>
                  <a:lnTo>
                    <a:pt x="770" y="1410"/>
                  </a:lnTo>
                  <a:lnTo>
                    <a:pt x="769" y="1410"/>
                  </a:lnTo>
                  <a:lnTo>
                    <a:pt x="766" y="1410"/>
                  </a:lnTo>
                  <a:lnTo>
                    <a:pt x="764" y="1410"/>
                  </a:lnTo>
                  <a:lnTo>
                    <a:pt x="761" y="1412"/>
                  </a:lnTo>
                  <a:lnTo>
                    <a:pt x="759" y="1412"/>
                  </a:lnTo>
                  <a:lnTo>
                    <a:pt x="758" y="1412"/>
                  </a:lnTo>
                  <a:lnTo>
                    <a:pt x="756" y="1413"/>
                  </a:lnTo>
                  <a:lnTo>
                    <a:pt x="756" y="1413"/>
                  </a:lnTo>
                  <a:lnTo>
                    <a:pt x="755" y="1412"/>
                  </a:lnTo>
                  <a:lnTo>
                    <a:pt x="752" y="1410"/>
                  </a:lnTo>
                  <a:lnTo>
                    <a:pt x="750" y="1412"/>
                  </a:lnTo>
                  <a:lnTo>
                    <a:pt x="750" y="1410"/>
                  </a:lnTo>
                  <a:lnTo>
                    <a:pt x="747" y="1404"/>
                  </a:lnTo>
                  <a:lnTo>
                    <a:pt x="749" y="1399"/>
                  </a:lnTo>
                  <a:lnTo>
                    <a:pt x="749" y="1399"/>
                  </a:lnTo>
                  <a:lnTo>
                    <a:pt x="747" y="1396"/>
                  </a:lnTo>
                  <a:lnTo>
                    <a:pt x="746" y="1395"/>
                  </a:lnTo>
                  <a:lnTo>
                    <a:pt x="746" y="1392"/>
                  </a:lnTo>
                  <a:lnTo>
                    <a:pt x="746" y="1390"/>
                  </a:lnTo>
                  <a:lnTo>
                    <a:pt x="744" y="1389"/>
                  </a:lnTo>
                  <a:lnTo>
                    <a:pt x="744" y="1389"/>
                  </a:lnTo>
                  <a:lnTo>
                    <a:pt x="744" y="1387"/>
                  </a:lnTo>
                  <a:lnTo>
                    <a:pt x="744" y="1386"/>
                  </a:lnTo>
                  <a:lnTo>
                    <a:pt x="744" y="1384"/>
                  </a:lnTo>
                  <a:lnTo>
                    <a:pt x="744" y="1384"/>
                  </a:lnTo>
                  <a:lnTo>
                    <a:pt x="744" y="1384"/>
                  </a:lnTo>
                  <a:lnTo>
                    <a:pt x="744" y="1383"/>
                  </a:lnTo>
                  <a:lnTo>
                    <a:pt x="743" y="1383"/>
                  </a:lnTo>
                  <a:lnTo>
                    <a:pt x="743" y="1381"/>
                  </a:lnTo>
                  <a:lnTo>
                    <a:pt x="741" y="1380"/>
                  </a:lnTo>
                  <a:lnTo>
                    <a:pt x="741" y="1378"/>
                  </a:lnTo>
                  <a:lnTo>
                    <a:pt x="741" y="1378"/>
                  </a:lnTo>
                  <a:lnTo>
                    <a:pt x="743" y="1378"/>
                  </a:lnTo>
                  <a:lnTo>
                    <a:pt x="743" y="1378"/>
                  </a:lnTo>
                  <a:lnTo>
                    <a:pt x="743" y="1378"/>
                  </a:lnTo>
                  <a:lnTo>
                    <a:pt x="741" y="1374"/>
                  </a:lnTo>
                  <a:lnTo>
                    <a:pt x="743" y="1369"/>
                  </a:lnTo>
                  <a:lnTo>
                    <a:pt x="743" y="1364"/>
                  </a:lnTo>
                  <a:lnTo>
                    <a:pt x="743" y="1364"/>
                  </a:lnTo>
                  <a:lnTo>
                    <a:pt x="741" y="1363"/>
                  </a:lnTo>
                  <a:lnTo>
                    <a:pt x="741" y="1361"/>
                  </a:lnTo>
                  <a:lnTo>
                    <a:pt x="741" y="1360"/>
                  </a:lnTo>
                  <a:lnTo>
                    <a:pt x="740" y="1360"/>
                  </a:lnTo>
                  <a:lnTo>
                    <a:pt x="740" y="1358"/>
                  </a:lnTo>
                  <a:lnTo>
                    <a:pt x="740" y="1357"/>
                  </a:lnTo>
                  <a:lnTo>
                    <a:pt x="738" y="1355"/>
                  </a:lnTo>
                  <a:lnTo>
                    <a:pt x="737" y="1355"/>
                  </a:lnTo>
                  <a:lnTo>
                    <a:pt x="737" y="1354"/>
                  </a:lnTo>
                  <a:lnTo>
                    <a:pt x="737" y="1351"/>
                  </a:lnTo>
                  <a:lnTo>
                    <a:pt x="734" y="1348"/>
                  </a:lnTo>
                  <a:lnTo>
                    <a:pt x="729" y="1345"/>
                  </a:lnTo>
                  <a:lnTo>
                    <a:pt x="728" y="1343"/>
                  </a:lnTo>
                  <a:lnTo>
                    <a:pt x="726" y="1340"/>
                  </a:lnTo>
                  <a:lnTo>
                    <a:pt x="726" y="1339"/>
                  </a:lnTo>
                  <a:lnTo>
                    <a:pt x="723" y="1336"/>
                  </a:lnTo>
                  <a:lnTo>
                    <a:pt x="723" y="1334"/>
                  </a:lnTo>
                  <a:lnTo>
                    <a:pt x="723" y="1333"/>
                  </a:lnTo>
                  <a:lnTo>
                    <a:pt x="721" y="1331"/>
                  </a:lnTo>
                  <a:lnTo>
                    <a:pt x="721" y="1329"/>
                  </a:lnTo>
                  <a:lnTo>
                    <a:pt x="718" y="1325"/>
                  </a:lnTo>
                  <a:lnTo>
                    <a:pt x="718" y="1323"/>
                  </a:lnTo>
                  <a:lnTo>
                    <a:pt x="717" y="1322"/>
                  </a:lnTo>
                  <a:lnTo>
                    <a:pt x="717" y="1322"/>
                  </a:lnTo>
                  <a:lnTo>
                    <a:pt x="717" y="1320"/>
                  </a:lnTo>
                  <a:lnTo>
                    <a:pt x="715" y="1320"/>
                  </a:lnTo>
                  <a:lnTo>
                    <a:pt x="714" y="1317"/>
                  </a:lnTo>
                  <a:lnTo>
                    <a:pt x="709" y="1314"/>
                  </a:lnTo>
                  <a:lnTo>
                    <a:pt x="706" y="1314"/>
                  </a:lnTo>
                  <a:lnTo>
                    <a:pt x="705" y="1313"/>
                  </a:lnTo>
                  <a:lnTo>
                    <a:pt x="703" y="1311"/>
                  </a:lnTo>
                  <a:lnTo>
                    <a:pt x="702" y="1308"/>
                  </a:lnTo>
                  <a:lnTo>
                    <a:pt x="699" y="1305"/>
                  </a:lnTo>
                  <a:lnTo>
                    <a:pt x="697" y="1301"/>
                  </a:lnTo>
                  <a:lnTo>
                    <a:pt x="697" y="1299"/>
                  </a:lnTo>
                  <a:lnTo>
                    <a:pt x="697" y="1298"/>
                  </a:lnTo>
                  <a:lnTo>
                    <a:pt x="697" y="1296"/>
                  </a:lnTo>
                  <a:lnTo>
                    <a:pt x="696" y="1295"/>
                  </a:lnTo>
                  <a:lnTo>
                    <a:pt x="696" y="1293"/>
                  </a:lnTo>
                  <a:lnTo>
                    <a:pt x="696" y="1291"/>
                  </a:lnTo>
                  <a:lnTo>
                    <a:pt x="696" y="1288"/>
                  </a:lnTo>
                  <a:lnTo>
                    <a:pt x="697" y="1287"/>
                  </a:lnTo>
                  <a:lnTo>
                    <a:pt x="697" y="1287"/>
                  </a:lnTo>
                  <a:lnTo>
                    <a:pt x="696" y="1284"/>
                  </a:lnTo>
                  <a:lnTo>
                    <a:pt x="696" y="1282"/>
                  </a:lnTo>
                  <a:lnTo>
                    <a:pt x="696" y="1281"/>
                  </a:lnTo>
                  <a:lnTo>
                    <a:pt x="694" y="1281"/>
                  </a:lnTo>
                  <a:lnTo>
                    <a:pt x="694" y="1279"/>
                  </a:lnTo>
                  <a:lnTo>
                    <a:pt x="696" y="1279"/>
                  </a:lnTo>
                  <a:lnTo>
                    <a:pt x="694" y="1278"/>
                  </a:lnTo>
                  <a:lnTo>
                    <a:pt x="693" y="1278"/>
                  </a:lnTo>
                  <a:lnTo>
                    <a:pt x="693" y="1276"/>
                  </a:lnTo>
                  <a:lnTo>
                    <a:pt x="693" y="1275"/>
                  </a:lnTo>
                  <a:lnTo>
                    <a:pt x="690" y="1270"/>
                  </a:lnTo>
                  <a:lnTo>
                    <a:pt x="690" y="1269"/>
                  </a:lnTo>
                  <a:lnTo>
                    <a:pt x="686" y="1266"/>
                  </a:lnTo>
                  <a:lnTo>
                    <a:pt x="685" y="1264"/>
                  </a:lnTo>
                  <a:lnTo>
                    <a:pt x="683" y="1263"/>
                  </a:lnTo>
                  <a:lnTo>
                    <a:pt x="682" y="1263"/>
                  </a:lnTo>
                  <a:lnTo>
                    <a:pt x="680" y="1263"/>
                  </a:lnTo>
                  <a:lnTo>
                    <a:pt x="680" y="1261"/>
                  </a:lnTo>
                  <a:lnTo>
                    <a:pt x="679" y="1261"/>
                  </a:lnTo>
                  <a:lnTo>
                    <a:pt x="677" y="1261"/>
                  </a:lnTo>
                  <a:lnTo>
                    <a:pt x="676" y="1258"/>
                  </a:lnTo>
                  <a:lnTo>
                    <a:pt x="676" y="1257"/>
                  </a:lnTo>
                  <a:lnTo>
                    <a:pt x="673" y="1253"/>
                  </a:lnTo>
                  <a:lnTo>
                    <a:pt x="674" y="1253"/>
                  </a:lnTo>
                  <a:lnTo>
                    <a:pt x="674" y="1252"/>
                  </a:lnTo>
                  <a:lnTo>
                    <a:pt x="674" y="1250"/>
                  </a:lnTo>
                  <a:lnTo>
                    <a:pt x="674" y="1249"/>
                  </a:lnTo>
                  <a:lnTo>
                    <a:pt x="673" y="1247"/>
                  </a:lnTo>
                  <a:lnTo>
                    <a:pt x="670" y="1243"/>
                  </a:lnTo>
                  <a:lnTo>
                    <a:pt x="670" y="1241"/>
                  </a:lnTo>
                  <a:lnTo>
                    <a:pt x="668" y="1241"/>
                  </a:lnTo>
                  <a:lnTo>
                    <a:pt x="667" y="1240"/>
                  </a:lnTo>
                  <a:lnTo>
                    <a:pt x="667" y="1237"/>
                  </a:lnTo>
                  <a:lnTo>
                    <a:pt x="665" y="1237"/>
                  </a:lnTo>
                  <a:lnTo>
                    <a:pt x="662" y="1229"/>
                  </a:lnTo>
                  <a:lnTo>
                    <a:pt x="661" y="1228"/>
                  </a:lnTo>
                  <a:lnTo>
                    <a:pt x="659" y="1226"/>
                  </a:lnTo>
                  <a:lnTo>
                    <a:pt x="658" y="1223"/>
                  </a:lnTo>
                  <a:lnTo>
                    <a:pt x="656" y="1220"/>
                  </a:lnTo>
                  <a:lnTo>
                    <a:pt x="653" y="1218"/>
                  </a:lnTo>
                  <a:lnTo>
                    <a:pt x="652" y="1214"/>
                  </a:lnTo>
                  <a:lnTo>
                    <a:pt x="649" y="1209"/>
                  </a:lnTo>
                  <a:lnTo>
                    <a:pt x="647" y="1209"/>
                  </a:lnTo>
                  <a:lnTo>
                    <a:pt x="644" y="1209"/>
                  </a:lnTo>
                  <a:lnTo>
                    <a:pt x="642" y="1208"/>
                  </a:lnTo>
                  <a:lnTo>
                    <a:pt x="642" y="1209"/>
                  </a:lnTo>
                  <a:lnTo>
                    <a:pt x="642" y="1208"/>
                  </a:lnTo>
                  <a:lnTo>
                    <a:pt x="642" y="1206"/>
                  </a:lnTo>
                  <a:lnTo>
                    <a:pt x="644" y="1203"/>
                  </a:lnTo>
                  <a:lnTo>
                    <a:pt x="644" y="1200"/>
                  </a:lnTo>
                  <a:lnTo>
                    <a:pt x="645" y="1191"/>
                  </a:lnTo>
                  <a:lnTo>
                    <a:pt x="647" y="1190"/>
                  </a:lnTo>
                  <a:lnTo>
                    <a:pt x="645" y="1188"/>
                  </a:lnTo>
                  <a:lnTo>
                    <a:pt x="645" y="1190"/>
                  </a:lnTo>
                  <a:lnTo>
                    <a:pt x="644" y="1190"/>
                  </a:lnTo>
                  <a:lnTo>
                    <a:pt x="644" y="1193"/>
                  </a:lnTo>
                  <a:lnTo>
                    <a:pt x="642" y="1200"/>
                  </a:lnTo>
                  <a:lnTo>
                    <a:pt x="639" y="1205"/>
                  </a:lnTo>
                  <a:lnTo>
                    <a:pt x="639" y="1209"/>
                  </a:lnTo>
                  <a:lnTo>
                    <a:pt x="639" y="1209"/>
                  </a:lnTo>
                  <a:lnTo>
                    <a:pt x="638" y="1212"/>
                  </a:lnTo>
                  <a:lnTo>
                    <a:pt x="636" y="1214"/>
                  </a:lnTo>
                  <a:lnTo>
                    <a:pt x="635" y="1212"/>
                  </a:lnTo>
                  <a:lnTo>
                    <a:pt x="632" y="1209"/>
                  </a:lnTo>
                  <a:lnTo>
                    <a:pt x="629" y="1206"/>
                  </a:lnTo>
                  <a:lnTo>
                    <a:pt x="627" y="1205"/>
                  </a:lnTo>
                  <a:lnTo>
                    <a:pt x="626" y="1202"/>
                  </a:lnTo>
                  <a:lnTo>
                    <a:pt x="624" y="1200"/>
                  </a:lnTo>
                  <a:lnTo>
                    <a:pt x="624" y="1199"/>
                  </a:lnTo>
                  <a:lnTo>
                    <a:pt x="624" y="1197"/>
                  </a:lnTo>
                  <a:lnTo>
                    <a:pt x="623" y="1196"/>
                  </a:lnTo>
                  <a:lnTo>
                    <a:pt x="620" y="1193"/>
                  </a:lnTo>
                  <a:lnTo>
                    <a:pt x="620" y="1191"/>
                  </a:lnTo>
                  <a:lnTo>
                    <a:pt x="620" y="1190"/>
                  </a:lnTo>
                  <a:lnTo>
                    <a:pt x="618" y="1188"/>
                  </a:lnTo>
                  <a:lnTo>
                    <a:pt x="618" y="1185"/>
                  </a:lnTo>
                  <a:lnTo>
                    <a:pt x="617" y="1182"/>
                  </a:lnTo>
                  <a:lnTo>
                    <a:pt x="615" y="1184"/>
                  </a:lnTo>
                  <a:lnTo>
                    <a:pt x="615" y="1184"/>
                  </a:lnTo>
                  <a:lnTo>
                    <a:pt x="615" y="1185"/>
                  </a:lnTo>
                  <a:lnTo>
                    <a:pt x="614" y="1187"/>
                  </a:lnTo>
                  <a:lnTo>
                    <a:pt x="615" y="1188"/>
                  </a:lnTo>
                  <a:lnTo>
                    <a:pt x="617" y="1191"/>
                  </a:lnTo>
                  <a:lnTo>
                    <a:pt x="617" y="1191"/>
                  </a:lnTo>
                  <a:lnTo>
                    <a:pt x="618" y="1194"/>
                  </a:lnTo>
                  <a:lnTo>
                    <a:pt x="618" y="1196"/>
                  </a:lnTo>
                  <a:lnTo>
                    <a:pt x="618" y="1197"/>
                  </a:lnTo>
                  <a:lnTo>
                    <a:pt x="620" y="1199"/>
                  </a:lnTo>
                  <a:lnTo>
                    <a:pt x="620" y="1200"/>
                  </a:lnTo>
                  <a:lnTo>
                    <a:pt x="620" y="1202"/>
                  </a:lnTo>
                  <a:lnTo>
                    <a:pt x="621" y="1202"/>
                  </a:lnTo>
                  <a:lnTo>
                    <a:pt x="623" y="1203"/>
                  </a:lnTo>
                  <a:lnTo>
                    <a:pt x="624" y="1208"/>
                  </a:lnTo>
                  <a:lnTo>
                    <a:pt x="627" y="1209"/>
                  </a:lnTo>
                  <a:lnTo>
                    <a:pt x="629" y="1211"/>
                  </a:lnTo>
                  <a:lnTo>
                    <a:pt x="629" y="1211"/>
                  </a:lnTo>
                  <a:lnTo>
                    <a:pt x="629" y="1214"/>
                  </a:lnTo>
                  <a:lnTo>
                    <a:pt x="629" y="1215"/>
                  </a:lnTo>
                  <a:lnTo>
                    <a:pt x="630" y="1218"/>
                  </a:lnTo>
                  <a:lnTo>
                    <a:pt x="630" y="1220"/>
                  </a:lnTo>
                  <a:lnTo>
                    <a:pt x="632" y="1220"/>
                  </a:lnTo>
                  <a:lnTo>
                    <a:pt x="632" y="1222"/>
                  </a:lnTo>
                  <a:lnTo>
                    <a:pt x="633" y="1223"/>
                  </a:lnTo>
                  <a:lnTo>
                    <a:pt x="633" y="1229"/>
                  </a:lnTo>
                  <a:lnTo>
                    <a:pt x="635" y="1231"/>
                  </a:lnTo>
                  <a:lnTo>
                    <a:pt x="638" y="1237"/>
                  </a:lnTo>
                  <a:lnTo>
                    <a:pt x="641" y="1241"/>
                  </a:lnTo>
                  <a:lnTo>
                    <a:pt x="642" y="1246"/>
                  </a:lnTo>
                  <a:lnTo>
                    <a:pt x="644" y="1249"/>
                  </a:lnTo>
                  <a:lnTo>
                    <a:pt x="649" y="1258"/>
                  </a:lnTo>
                  <a:lnTo>
                    <a:pt x="652" y="1261"/>
                  </a:lnTo>
                  <a:lnTo>
                    <a:pt x="653" y="1263"/>
                  </a:lnTo>
                  <a:lnTo>
                    <a:pt x="655" y="1264"/>
                  </a:lnTo>
                  <a:lnTo>
                    <a:pt x="656" y="1266"/>
                  </a:lnTo>
                  <a:lnTo>
                    <a:pt x="655" y="1266"/>
                  </a:lnTo>
                  <a:lnTo>
                    <a:pt x="653" y="1266"/>
                  </a:lnTo>
                  <a:lnTo>
                    <a:pt x="653" y="1266"/>
                  </a:lnTo>
                  <a:lnTo>
                    <a:pt x="653" y="1267"/>
                  </a:lnTo>
                  <a:lnTo>
                    <a:pt x="653" y="1267"/>
                  </a:lnTo>
                  <a:lnTo>
                    <a:pt x="653" y="1272"/>
                  </a:lnTo>
                  <a:lnTo>
                    <a:pt x="653" y="1275"/>
                  </a:lnTo>
                  <a:lnTo>
                    <a:pt x="655" y="1279"/>
                  </a:lnTo>
                  <a:lnTo>
                    <a:pt x="656" y="1281"/>
                  </a:lnTo>
                  <a:lnTo>
                    <a:pt x="656" y="1281"/>
                  </a:lnTo>
                  <a:lnTo>
                    <a:pt x="658" y="1282"/>
                  </a:lnTo>
                  <a:lnTo>
                    <a:pt x="662" y="1284"/>
                  </a:lnTo>
                  <a:lnTo>
                    <a:pt x="664" y="1287"/>
                  </a:lnTo>
                  <a:lnTo>
                    <a:pt x="668" y="1290"/>
                  </a:lnTo>
                  <a:lnTo>
                    <a:pt x="670" y="1291"/>
                  </a:lnTo>
                  <a:lnTo>
                    <a:pt x="670" y="1291"/>
                  </a:lnTo>
                  <a:lnTo>
                    <a:pt x="670" y="1295"/>
                  </a:lnTo>
                  <a:lnTo>
                    <a:pt x="670" y="1298"/>
                  </a:lnTo>
                  <a:lnTo>
                    <a:pt x="671" y="1301"/>
                  </a:lnTo>
                  <a:lnTo>
                    <a:pt x="674" y="1302"/>
                  </a:lnTo>
                  <a:lnTo>
                    <a:pt x="674" y="1304"/>
                  </a:lnTo>
                  <a:lnTo>
                    <a:pt x="674" y="1304"/>
                  </a:lnTo>
                  <a:lnTo>
                    <a:pt x="674" y="1304"/>
                  </a:lnTo>
                  <a:lnTo>
                    <a:pt x="674" y="1304"/>
                  </a:lnTo>
                  <a:lnTo>
                    <a:pt x="673" y="1304"/>
                  </a:lnTo>
                  <a:lnTo>
                    <a:pt x="673" y="1305"/>
                  </a:lnTo>
                  <a:lnTo>
                    <a:pt x="673" y="1307"/>
                  </a:lnTo>
                  <a:lnTo>
                    <a:pt x="673" y="1308"/>
                  </a:lnTo>
                  <a:lnTo>
                    <a:pt x="674" y="1311"/>
                  </a:lnTo>
                  <a:lnTo>
                    <a:pt x="673" y="1313"/>
                  </a:lnTo>
                  <a:lnTo>
                    <a:pt x="673" y="1316"/>
                  </a:lnTo>
                  <a:lnTo>
                    <a:pt x="674" y="1320"/>
                  </a:lnTo>
                  <a:lnTo>
                    <a:pt x="674" y="1323"/>
                  </a:lnTo>
                  <a:lnTo>
                    <a:pt x="676" y="1329"/>
                  </a:lnTo>
                  <a:lnTo>
                    <a:pt x="677" y="1333"/>
                  </a:lnTo>
                  <a:lnTo>
                    <a:pt x="677" y="1334"/>
                  </a:lnTo>
                  <a:lnTo>
                    <a:pt x="679" y="1334"/>
                  </a:lnTo>
                  <a:lnTo>
                    <a:pt x="680" y="1336"/>
                  </a:lnTo>
                  <a:lnTo>
                    <a:pt x="682" y="1337"/>
                  </a:lnTo>
                  <a:lnTo>
                    <a:pt x="685" y="1339"/>
                  </a:lnTo>
                  <a:lnTo>
                    <a:pt x="685" y="1340"/>
                  </a:lnTo>
                  <a:lnTo>
                    <a:pt x="686" y="1340"/>
                  </a:lnTo>
                  <a:lnTo>
                    <a:pt x="686" y="1340"/>
                  </a:lnTo>
                  <a:lnTo>
                    <a:pt x="686" y="1340"/>
                  </a:lnTo>
                  <a:lnTo>
                    <a:pt x="688" y="1342"/>
                  </a:lnTo>
                  <a:lnTo>
                    <a:pt x="691" y="1343"/>
                  </a:lnTo>
                  <a:lnTo>
                    <a:pt x="691" y="1343"/>
                  </a:lnTo>
                  <a:lnTo>
                    <a:pt x="694" y="1351"/>
                  </a:lnTo>
                  <a:lnTo>
                    <a:pt x="696" y="1355"/>
                  </a:lnTo>
                  <a:lnTo>
                    <a:pt x="697" y="1360"/>
                  </a:lnTo>
                  <a:lnTo>
                    <a:pt x="699" y="1368"/>
                  </a:lnTo>
                  <a:lnTo>
                    <a:pt x="699" y="1371"/>
                  </a:lnTo>
                  <a:lnTo>
                    <a:pt x="700" y="1372"/>
                  </a:lnTo>
                  <a:lnTo>
                    <a:pt x="702" y="1375"/>
                  </a:lnTo>
                  <a:lnTo>
                    <a:pt x="703" y="1375"/>
                  </a:lnTo>
                  <a:lnTo>
                    <a:pt x="703" y="1377"/>
                  </a:lnTo>
                  <a:lnTo>
                    <a:pt x="705" y="1380"/>
                  </a:lnTo>
                  <a:lnTo>
                    <a:pt x="705" y="1381"/>
                  </a:lnTo>
                  <a:lnTo>
                    <a:pt x="706" y="1380"/>
                  </a:lnTo>
                  <a:lnTo>
                    <a:pt x="706" y="1380"/>
                  </a:lnTo>
                  <a:lnTo>
                    <a:pt x="705" y="1378"/>
                  </a:lnTo>
                  <a:lnTo>
                    <a:pt x="706" y="1377"/>
                  </a:lnTo>
                  <a:lnTo>
                    <a:pt x="706" y="1377"/>
                  </a:lnTo>
                  <a:lnTo>
                    <a:pt x="708" y="1377"/>
                  </a:lnTo>
                  <a:lnTo>
                    <a:pt x="708" y="1378"/>
                  </a:lnTo>
                  <a:lnTo>
                    <a:pt x="709" y="1380"/>
                  </a:lnTo>
                  <a:lnTo>
                    <a:pt x="709" y="1380"/>
                  </a:lnTo>
                  <a:lnTo>
                    <a:pt x="711" y="1383"/>
                  </a:lnTo>
                  <a:lnTo>
                    <a:pt x="712" y="1383"/>
                  </a:lnTo>
                  <a:lnTo>
                    <a:pt x="714" y="1383"/>
                  </a:lnTo>
                  <a:lnTo>
                    <a:pt x="714" y="1383"/>
                  </a:lnTo>
                  <a:lnTo>
                    <a:pt x="715" y="1384"/>
                  </a:lnTo>
                  <a:lnTo>
                    <a:pt x="718" y="1386"/>
                  </a:lnTo>
                  <a:lnTo>
                    <a:pt x="723" y="1387"/>
                  </a:lnTo>
                  <a:lnTo>
                    <a:pt x="726" y="1392"/>
                  </a:lnTo>
                  <a:lnTo>
                    <a:pt x="728" y="1395"/>
                  </a:lnTo>
                  <a:lnTo>
                    <a:pt x="735" y="1399"/>
                  </a:lnTo>
                  <a:lnTo>
                    <a:pt x="737" y="1402"/>
                  </a:lnTo>
                  <a:lnTo>
                    <a:pt x="737" y="1406"/>
                  </a:lnTo>
                  <a:lnTo>
                    <a:pt x="738" y="1406"/>
                  </a:lnTo>
                  <a:lnTo>
                    <a:pt x="741" y="1407"/>
                  </a:lnTo>
                  <a:lnTo>
                    <a:pt x="743" y="1409"/>
                  </a:lnTo>
                  <a:lnTo>
                    <a:pt x="744" y="1410"/>
                  </a:lnTo>
                  <a:lnTo>
                    <a:pt x="744" y="1409"/>
                  </a:lnTo>
                  <a:lnTo>
                    <a:pt x="746" y="1410"/>
                  </a:lnTo>
                  <a:lnTo>
                    <a:pt x="746" y="1412"/>
                  </a:lnTo>
                  <a:lnTo>
                    <a:pt x="746" y="1412"/>
                  </a:lnTo>
                  <a:lnTo>
                    <a:pt x="749" y="1415"/>
                  </a:lnTo>
                  <a:lnTo>
                    <a:pt x="749" y="1416"/>
                  </a:lnTo>
                  <a:lnTo>
                    <a:pt x="750" y="1418"/>
                  </a:lnTo>
                  <a:lnTo>
                    <a:pt x="749" y="1419"/>
                  </a:lnTo>
                  <a:lnTo>
                    <a:pt x="749" y="1419"/>
                  </a:lnTo>
                  <a:lnTo>
                    <a:pt x="747" y="1421"/>
                  </a:lnTo>
                  <a:lnTo>
                    <a:pt x="746" y="1422"/>
                  </a:lnTo>
                  <a:lnTo>
                    <a:pt x="743" y="1424"/>
                  </a:lnTo>
                  <a:lnTo>
                    <a:pt x="740" y="1425"/>
                  </a:lnTo>
                  <a:lnTo>
                    <a:pt x="738" y="1425"/>
                  </a:lnTo>
                  <a:lnTo>
                    <a:pt x="740" y="1427"/>
                  </a:lnTo>
                  <a:lnTo>
                    <a:pt x="740" y="1427"/>
                  </a:lnTo>
                  <a:lnTo>
                    <a:pt x="740" y="1427"/>
                  </a:lnTo>
                  <a:lnTo>
                    <a:pt x="743" y="1425"/>
                  </a:lnTo>
                  <a:lnTo>
                    <a:pt x="744" y="1425"/>
                  </a:lnTo>
                  <a:lnTo>
                    <a:pt x="746" y="1425"/>
                  </a:lnTo>
                  <a:lnTo>
                    <a:pt x="747" y="1425"/>
                  </a:lnTo>
                  <a:lnTo>
                    <a:pt x="747" y="1427"/>
                  </a:lnTo>
                  <a:lnTo>
                    <a:pt x="750" y="1428"/>
                  </a:lnTo>
                  <a:lnTo>
                    <a:pt x="752" y="1433"/>
                  </a:lnTo>
                  <a:lnTo>
                    <a:pt x="755" y="1436"/>
                  </a:lnTo>
                  <a:lnTo>
                    <a:pt x="759" y="1439"/>
                  </a:lnTo>
                  <a:lnTo>
                    <a:pt x="761" y="1439"/>
                  </a:lnTo>
                  <a:lnTo>
                    <a:pt x="762" y="1440"/>
                  </a:lnTo>
                  <a:lnTo>
                    <a:pt x="769" y="1440"/>
                  </a:lnTo>
                  <a:lnTo>
                    <a:pt x="773" y="1437"/>
                  </a:lnTo>
                  <a:lnTo>
                    <a:pt x="778" y="1434"/>
                  </a:lnTo>
                  <a:lnTo>
                    <a:pt x="779" y="1434"/>
                  </a:lnTo>
                  <a:lnTo>
                    <a:pt x="782" y="1436"/>
                  </a:lnTo>
                  <a:lnTo>
                    <a:pt x="785" y="1436"/>
                  </a:lnTo>
                  <a:lnTo>
                    <a:pt x="787" y="1436"/>
                  </a:lnTo>
                  <a:lnTo>
                    <a:pt x="788" y="1436"/>
                  </a:lnTo>
                  <a:lnTo>
                    <a:pt x="793" y="1433"/>
                  </a:lnTo>
                  <a:lnTo>
                    <a:pt x="796" y="1431"/>
                  </a:lnTo>
                  <a:lnTo>
                    <a:pt x="799" y="1430"/>
                  </a:lnTo>
                  <a:lnTo>
                    <a:pt x="799" y="1430"/>
                  </a:lnTo>
                  <a:lnTo>
                    <a:pt x="802" y="1431"/>
                  </a:lnTo>
                  <a:lnTo>
                    <a:pt x="807" y="1431"/>
                  </a:lnTo>
                  <a:lnTo>
                    <a:pt x="811" y="1428"/>
                  </a:lnTo>
                  <a:lnTo>
                    <a:pt x="813" y="1428"/>
                  </a:lnTo>
                  <a:lnTo>
                    <a:pt x="814" y="1428"/>
                  </a:lnTo>
                  <a:lnTo>
                    <a:pt x="817" y="1430"/>
                  </a:lnTo>
                  <a:lnTo>
                    <a:pt x="817" y="1430"/>
                  </a:lnTo>
                  <a:lnTo>
                    <a:pt x="819" y="1430"/>
                  </a:lnTo>
                  <a:lnTo>
                    <a:pt x="823" y="1428"/>
                  </a:lnTo>
                  <a:lnTo>
                    <a:pt x="826" y="1427"/>
                  </a:lnTo>
                  <a:lnTo>
                    <a:pt x="832" y="1425"/>
                  </a:lnTo>
                  <a:lnTo>
                    <a:pt x="837" y="1424"/>
                  </a:lnTo>
                  <a:lnTo>
                    <a:pt x="837" y="1422"/>
                  </a:lnTo>
                  <a:lnTo>
                    <a:pt x="838" y="1421"/>
                  </a:lnTo>
                  <a:lnTo>
                    <a:pt x="840" y="1421"/>
                  </a:lnTo>
                  <a:lnTo>
                    <a:pt x="845" y="1422"/>
                  </a:lnTo>
                  <a:lnTo>
                    <a:pt x="846" y="1422"/>
                  </a:lnTo>
                  <a:lnTo>
                    <a:pt x="846" y="1424"/>
                  </a:lnTo>
                  <a:lnTo>
                    <a:pt x="846" y="1424"/>
                  </a:lnTo>
                  <a:lnTo>
                    <a:pt x="845" y="1427"/>
                  </a:lnTo>
                  <a:lnTo>
                    <a:pt x="845" y="1428"/>
                  </a:lnTo>
                  <a:lnTo>
                    <a:pt x="845" y="1431"/>
                  </a:lnTo>
                  <a:lnTo>
                    <a:pt x="845" y="1437"/>
                  </a:lnTo>
                  <a:lnTo>
                    <a:pt x="845" y="1437"/>
                  </a:lnTo>
                  <a:lnTo>
                    <a:pt x="845" y="1439"/>
                  </a:lnTo>
                  <a:lnTo>
                    <a:pt x="845" y="1439"/>
                  </a:lnTo>
                  <a:lnTo>
                    <a:pt x="843" y="1439"/>
                  </a:lnTo>
                  <a:lnTo>
                    <a:pt x="843" y="1439"/>
                  </a:lnTo>
                  <a:lnTo>
                    <a:pt x="843" y="1440"/>
                  </a:lnTo>
                  <a:lnTo>
                    <a:pt x="845" y="1439"/>
                  </a:lnTo>
                  <a:lnTo>
                    <a:pt x="845" y="1439"/>
                  </a:lnTo>
                  <a:lnTo>
                    <a:pt x="845" y="1439"/>
                  </a:lnTo>
                  <a:lnTo>
                    <a:pt x="846" y="1439"/>
                  </a:lnTo>
                  <a:lnTo>
                    <a:pt x="848" y="1439"/>
                  </a:lnTo>
                  <a:lnTo>
                    <a:pt x="848" y="1440"/>
                  </a:lnTo>
                  <a:lnTo>
                    <a:pt x="848" y="1440"/>
                  </a:lnTo>
                  <a:lnTo>
                    <a:pt x="846" y="1440"/>
                  </a:lnTo>
                  <a:lnTo>
                    <a:pt x="846" y="1440"/>
                  </a:lnTo>
                  <a:lnTo>
                    <a:pt x="843" y="1440"/>
                  </a:lnTo>
                  <a:lnTo>
                    <a:pt x="841" y="1440"/>
                  </a:lnTo>
                  <a:lnTo>
                    <a:pt x="841" y="1442"/>
                  </a:lnTo>
                  <a:lnTo>
                    <a:pt x="841" y="1447"/>
                  </a:lnTo>
                  <a:lnTo>
                    <a:pt x="841" y="1448"/>
                  </a:lnTo>
                  <a:lnTo>
                    <a:pt x="840" y="1453"/>
                  </a:lnTo>
                  <a:lnTo>
                    <a:pt x="838" y="1454"/>
                  </a:lnTo>
                  <a:lnTo>
                    <a:pt x="838" y="1456"/>
                  </a:lnTo>
                  <a:lnTo>
                    <a:pt x="835" y="1460"/>
                  </a:lnTo>
                  <a:lnTo>
                    <a:pt x="834" y="1462"/>
                  </a:lnTo>
                  <a:lnTo>
                    <a:pt x="834" y="1463"/>
                  </a:lnTo>
                  <a:lnTo>
                    <a:pt x="832" y="1468"/>
                  </a:lnTo>
                  <a:lnTo>
                    <a:pt x="829" y="1471"/>
                  </a:lnTo>
                  <a:lnTo>
                    <a:pt x="828" y="1474"/>
                  </a:lnTo>
                  <a:lnTo>
                    <a:pt x="826" y="1477"/>
                  </a:lnTo>
                  <a:lnTo>
                    <a:pt x="825" y="1478"/>
                  </a:lnTo>
                  <a:lnTo>
                    <a:pt x="823" y="1483"/>
                  </a:lnTo>
                  <a:lnTo>
                    <a:pt x="822" y="1484"/>
                  </a:lnTo>
                  <a:lnTo>
                    <a:pt x="819" y="1489"/>
                  </a:lnTo>
                  <a:lnTo>
                    <a:pt x="819" y="1492"/>
                  </a:lnTo>
                  <a:lnTo>
                    <a:pt x="814" y="1501"/>
                  </a:lnTo>
                  <a:lnTo>
                    <a:pt x="810" y="1507"/>
                  </a:lnTo>
                  <a:lnTo>
                    <a:pt x="805" y="1513"/>
                  </a:lnTo>
                  <a:lnTo>
                    <a:pt x="800" y="1519"/>
                  </a:lnTo>
                  <a:lnTo>
                    <a:pt x="793" y="1528"/>
                  </a:lnTo>
                  <a:lnTo>
                    <a:pt x="782" y="1537"/>
                  </a:lnTo>
                  <a:lnTo>
                    <a:pt x="779" y="1540"/>
                  </a:lnTo>
                  <a:lnTo>
                    <a:pt x="769" y="1546"/>
                  </a:lnTo>
                  <a:lnTo>
                    <a:pt x="761" y="1551"/>
                  </a:lnTo>
                  <a:lnTo>
                    <a:pt x="758" y="1554"/>
                  </a:lnTo>
                  <a:lnTo>
                    <a:pt x="753" y="1557"/>
                  </a:lnTo>
                  <a:lnTo>
                    <a:pt x="750" y="1560"/>
                  </a:lnTo>
                  <a:lnTo>
                    <a:pt x="741" y="1570"/>
                  </a:lnTo>
                  <a:lnTo>
                    <a:pt x="740" y="1570"/>
                  </a:lnTo>
                  <a:lnTo>
                    <a:pt x="740" y="1572"/>
                  </a:lnTo>
                  <a:lnTo>
                    <a:pt x="738" y="1573"/>
                  </a:lnTo>
                  <a:lnTo>
                    <a:pt x="737" y="1573"/>
                  </a:lnTo>
                  <a:lnTo>
                    <a:pt x="735" y="1576"/>
                  </a:lnTo>
                  <a:lnTo>
                    <a:pt x="734" y="1578"/>
                  </a:lnTo>
                  <a:lnTo>
                    <a:pt x="732" y="1579"/>
                  </a:lnTo>
                  <a:lnTo>
                    <a:pt x="732" y="1581"/>
                  </a:lnTo>
                  <a:lnTo>
                    <a:pt x="731" y="1582"/>
                  </a:lnTo>
                  <a:lnTo>
                    <a:pt x="731" y="1582"/>
                  </a:lnTo>
                  <a:lnTo>
                    <a:pt x="729" y="1585"/>
                  </a:lnTo>
                  <a:lnTo>
                    <a:pt x="728" y="1587"/>
                  </a:lnTo>
                  <a:lnTo>
                    <a:pt x="726" y="1589"/>
                  </a:lnTo>
                  <a:lnTo>
                    <a:pt x="724" y="1590"/>
                  </a:lnTo>
                  <a:lnTo>
                    <a:pt x="723" y="1592"/>
                  </a:lnTo>
                  <a:lnTo>
                    <a:pt x="721" y="1592"/>
                  </a:lnTo>
                  <a:lnTo>
                    <a:pt x="721" y="1592"/>
                  </a:lnTo>
                  <a:lnTo>
                    <a:pt x="720" y="1592"/>
                  </a:lnTo>
                  <a:lnTo>
                    <a:pt x="720" y="1592"/>
                  </a:lnTo>
                  <a:lnTo>
                    <a:pt x="720" y="1593"/>
                  </a:lnTo>
                  <a:lnTo>
                    <a:pt x="718" y="1593"/>
                  </a:lnTo>
                  <a:lnTo>
                    <a:pt x="718" y="1593"/>
                  </a:lnTo>
                  <a:lnTo>
                    <a:pt x="718" y="1595"/>
                  </a:lnTo>
                  <a:lnTo>
                    <a:pt x="718" y="1595"/>
                  </a:lnTo>
                  <a:lnTo>
                    <a:pt x="718" y="1596"/>
                  </a:lnTo>
                  <a:lnTo>
                    <a:pt x="718" y="1596"/>
                  </a:lnTo>
                  <a:lnTo>
                    <a:pt x="718" y="1598"/>
                  </a:lnTo>
                  <a:lnTo>
                    <a:pt x="715" y="1599"/>
                  </a:lnTo>
                  <a:lnTo>
                    <a:pt x="712" y="1599"/>
                  </a:lnTo>
                  <a:lnTo>
                    <a:pt x="711" y="1599"/>
                  </a:lnTo>
                  <a:lnTo>
                    <a:pt x="711" y="1601"/>
                  </a:lnTo>
                  <a:lnTo>
                    <a:pt x="711" y="1602"/>
                  </a:lnTo>
                  <a:lnTo>
                    <a:pt x="711" y="1605"/>
                  </a:lnTo>
                  <a:lnTo>
                    <a:pt x="709" y="1607"/>
                  </a:lnTo>
                  <a:lnTo>
                    <a:pt x="709" y="1608"/>
                  </a:lnTo>
                  <a:lnTo>
                    <a:pt x="708" y="1608"/>
                  </a:lnTo>
                  <a:lnTo>
                    <a:pt x="708" y="1610"/>
                  </a:lnTo>
                  <a:lnTo>
                    <a:pt x="706" y="1611"/>
                  </a:lnTo>
                  <a:lnTo>
                    <a:pt x="706" y="1611"/>
                  </a:lnTo>
                  <a:lnTo>
                    <a:pt x="706" y="1614"/>
                  </a:lnTo>
                  <a:lnTo>
                    <a:pt x="705" y="1616"/>
                  </a:lnTo>
                  <a:lnTo>
                    <a:pt x="705" y="1616"/>
                  </a:lnTo>
                  <a:lnTo>
                    <a:pt x="705" y="1617"/>
                  </a:lnTo>
                  <a:lnTo>
                    <a:pt x="705" y="1617"/>
                  </a:lnTo>
                  <a:lnTo>
                    <a:pt x="703" y="1619"/>
                  </a:lnTo>
                  <a:lnTo>
                    <a:pt x="703" y="1619"/>
                  </a:lnTo>
                  <a:lnTo>
                    <a:pt x="702" y="1622"/>
                  </a:lnTo>
                  <a:lnTo>
                    <a:pt x="700" y="1625"/>
                  </a:lnTo>
                  <a:lnTo>
                    <a:pt x="699" y="1625"/>
                  </a:lnTo>
                  <a:lnTo>
                    <a:pt x="699" y="1625"/>
                  </a:lnTo>
                  <a:lnTo>
                    <a:pt x="699" y="1625"/>
                  </a:lnTo>
                  <a:lnTo>
                    <a:pt x="699" y="1627"/>
                  </a:lnTo>
                  <a:lnTo>
                    <a:pt x="697" y="1630"/>
                  </a:lnTo>
                  <a:lnTo>
                    <a:pt x="697" y="1630"/>
                  </a:lnTo>
                  <a:lnTo>
                    <a:pt x="697" y="1631"/>
                  </a:lnTo>
                  <a:lnTo>
                    <a:pt x="696" y="1633"/>
                  </a:lnTo>
                  <a:lnTo>
                    <a:pt x="696" y="1636"/>
                  </a:lnTo>
                  <a:lnTo>
                    <a:pt x="694" y="1637"/>
                  </a:lnTo>
                  <a:lnTo>
                    <a:pt x="694" y="1640"/>
                  </a:lnTo>
                  <a:lnTo>
                    <a:pt x="693" y="1642"/>
                  </a:lnTo>
                  <a:lnTo>
                    <a:pt x="694" y="1643"/>
                  </a:lnTo>
                  <a:lnTo>
                    <a:pt x="694" y="1645"/>
                  </a:lnTo>
                  <a:lnTo>
                    <a:pt x="696" y="1648"/>
                  </a:lnTo>
                  <a:lnTo>
                    <a:pt x="697" y="1648"/>
                  </a:lnTo>
                  <a:lnTo>
                    <a:pt x="697" y="1648"/>
                  </a:lnTo>
                  <a:lnTo>
                    <a:pt x="699" y="1649"/>
                  </a:lnTo>
                  <a:lnTo>
                    <a:pt x="699" y="1651"/>
                  </a:lnTo>
                  <a:lnTo>
                    <a:pt x="702" y="1652"/>
                  </a:lnTo>
                  <a:lnTo>
                    <a:pt x="702" y="1654"/>
                  </a:lnTo>
                  <a:lnTo>
                    <a:pt x="702" y="1655"/>
                  </a:lnTo>
                  <a:lnTo>
                    <a:pt x="700" y="1657"/>
                  </a:lnTo>
                  <a:lnTo>
                    <a:pt x="700" y="1658"/>
                  </a:lnTo>
                  <a:lnTo>
                    <a:pt x="699" y="1660"/>
                  </a:lnTo>
                  <a:lnTo>
                    <a:pt x="699" y="1663"/>
                  </a:lnTo>
                  <a:lnTo>
                    <a:pt x="700" y="1663"/>
                  </a:lnTo>
                  <a:lnTo>
                    <a:pt x="700" y="1665"/>
                  </a:lnTo>
                  <a:lnTo>
                    <a:pt x="702" y="1666"/>
                  </a:lnTo>
                  <a:lnTo>
                    <a:pt x="700" y="1669"/>
                  </a:lnTo>
                  <a:lnTo>
                    <a:pt x="699" y="1671"/>
                  </a:lnTo>
                  <a:lnTo>
                    <a:pt x="699" y="1672"/>
                  </a:lnTo>
                  <a:lnTo>
                    <a:pt x="700" y="1675"/>
                  </a:lnTo>
                  <a:lnTo>
                    <a:pt x="702" y="1677"/>
                  </a:lnTo>
                  <a:lnTo>
                    <a:pt x="702" y="1677"/>
                  </a:lnTo>
                  <a:lnTo>
                    <a:pt x="702" y="1678"/>
                  </a:lnTo>
                  <a:lnTo>
                    <a:pt x="703" y="1681"/>
                  </a:lnTo>
                  <a:lnTo>
                    <a:pt x="703" y="1684"/>
                  </a:lnTo>
                  <a:lnTo>
                    <a:pt x="705" y="1686"/>
                  </a:lnTo>
                  <a:lnTo>
                    <a:pt x="705" y="1687"/>
                  </a:lnTo>
                  <a:lnTo>
                    <a:pt x="705" y="1689"/>
                  </a:lnTo>
                  <a:lnTo>
                    <a:pt x="705" y="1690"/>
                  </a:lnTo>
                  <a:lnTo>
                    <a:pt x="705" y="1690"/>
                  </a:lnTo>
                  <a:lnTo>
                    <a:pt x="706" y="1692"/>
                  </a:lnTo>
                  <a:lnTo>
                    <a:pt x="708" y="1692"/>
                  </a:lnTo>
                  <a:lnTo>
                    <a:pt x="708" y="1693"/>
                  </a:lnTo>
                  <a:lnTo>
                    <a:pt x="709" y="1693"/>
                  </a:lnTo>
                  <a:lnTo>
                    <a:pt x="709" y="1693"/>
                  </a:lnTo>
                  <a:lnTo>
                    <a:pt x="711" y="1693"/>
                  </a:lnTo>
                  <a:lnTo>
                    <a:pt x="712" y="1695"/>
                  </a:lnTo>
                  <a:lnTo>
                    <a:pt x="714" y="1696"/>
                  </a:lnTo>
                  <a:lnTo>
                    <a:pt x="714" y="1696"/>
                  </a:lnTo>
                  <a:lnTo>
                    <a:pt x="714" y="1696"/>
                  </a:lnTo>
                  <a:lnTo>
                    <a:pt x="714" y="1698"/>
                  </a:lnTo>
                  <a:lnTo>
                    <a:pt x="715" y="1700"/>
                  </a:lnTo>
                  <a:lnTo>
                    <a:pt x="715" y="1700"/>
                  </a:lnTo>
                  <a:lnTo>
                    <a:pt x="714" y="1701"/>
                  </a:lnTo>
                  <a:lnTo>
                    <a:pt x="715" y="1701"/>
                  </a:lnTo>
                  <a:lnTo>
                    <a:pt x="714" y="1703"/>
                  </a:lnTo>
                  <a:lnTo>
                    <a:pt x="714" y="1704"/>
                  </a:lnTo>
                  <a:lnTo>
                    <a:pt x="714" y="1704"/>
                  </a:lnTo>
                  <a:lnTo>
                    <a:pt x="714" y="1704"/>
                  </a:lnTo>
                  <a:lnTo>
                    <a:pt x="714" y="1706"/>
                  </a:lnTo>
                  <a:lnTo>
                    <a:pt x="712" y="1707"/>
                  </a:lnTo>
                  <a:lnTo>
                    <a:pt x="712" y="1707"/>
                  </a:lnTo>
                  <a:lnTo>
                    <a:pt x="714" y="1709"/>
                  </a:lnTo>
                  <a:lnTo>
                    <a:pt x="714" y="1712"/>
                  </a:lnTo>
                  <a:lnTo>
                    <a:pt x="714" y="1715"/>
                  </a:lnTo>
                  <a:lnTo>
                    <a:pt x="714" y="1715"/>
                  </a:lnTo>
                  <a:lnTo>
                    <a:pt x="714" y="1716"/>
                  </a:lnTo>
                  <a:lnTo>
                    <a:pt x="714" y="1718"/>
                  </a:lnTo>
                  <a:lnTo>
                    <a:pt x="714" y="1719"/>
                  </a:lnTo>
                  <a:lnTo>
                    <a:pt x="714" y="1721"/>
                  </a:lnTo>
                  <a:lnTo>
                    <a:pt x="714" y="1722"/>
                  </a:lnTo>
                  <a:lnTo>
                    <a:pt x="714" y="1722"/>
                  </a:lnTo>
                  <a:lnTo>
                    <a:pt x="715" y="1724"/>
                  </a:lnTo>
                  <a:lnTo>
                    <a:pt x="715" y="1725"/>
                  </a:lnTo>
                  <a:lnTo>
                    <a:pt x="715" y="1727"/>
                  </a:lnTo>
                  <a:lnTo>
                    <a:pt x="714" y="1727"/>
                  </a:lnTo>
                  <a:lnTo>
                    <a:pt x="714" y="1728"/>
                  </a:lnTo>
                  <a:lnTo>
                    <a:pt x="714" y="1728"/>
                  </a:lnTo>
                  <a:lnTo>
                    <a:pt x="715" y="1728"/>
                  </a:lnTo>
                  <a:lnTo>
                    <a:pt x="715" y="1730"/>
                  </a:lnTo>
                  <a:lnTo>
                    <a:pt x="715" y="1730"/>
                  </a:lnTo>
                  <a:lnTo>
                    <a:pt x="715" y="1731"/>
                  </a:lnTo>
                  <a:lnTo>
                    <a:pt x="715" y="1733"/>
                  </a:lnTo>
                  <a:lnTo>
                    <a:pt x="715" y="1733"/>
                  </a:lnTo>
                  <a:lnTo>
                    <a:pt x="714" y="1734"/>
                  </a:lnTo>
                  <a:lnTo>
                    <a:pt x="715" y="1736"/>
                  </a:lnTo>
                  <a:lnTo>
                    <a:pt x="715" y="1736"/>
                  </a:lnTo>
                  <a:lnTo>
                    <a:pt x="715" y="1739"/>
                  </a:lnTo>
                  <a:lnTo>
                    <a:pt x="715" y="1742"/>
                  </a:lnTo>
                  <a:lnTo>
                    <a:pt x="715" y="1744"/>
                  </a:lnTo>
                  <a:lnTo>
                    <a:pt x="715" y="1744"/>
                  </a:lnTo>
                  <a:lnTo>
                    <a:pt x="717" y="1744"/>
                  </a:lnTo>
                  <a:lnTo>
                    <a:pt x="717" y="1745"/>
                  </a:lnTo>
                  <a:lnTo>
                    <a:pt x="715" y="1747"/>
                  </a:lnTo>
                  <a:lnTo>
                    <a:pt x="715" y="1747"/>
                  </a:lnTo>
                  <a:lnTo>
                    <a:pt x="715" y="1748"/>
                  </a:lnTo>
                  <a:lnTo>
                    <a:pt x="717" y="1747"/>
                  </a:lnTo>
                  <a:lnTo>
                    <a:pt x="717" y="1747"/>
                  </a:lnTo>
                  <a:lnTo>
                    <a:pt x="718" y="1747"/>
                  </a:lnTo>
                  <a:lnTo>
                    <a:pt x="718" y="1748"/>
                  </a:lnTo>
                  <a:lnTo>
                    <a:pt x="718" y="1748"/>
                  </a:lnTo>
                  <a:lnTo>
                    <a:pt x="718" y="1750"/>
                  </a:lnTo>
                  <a:lnTo>
                    <a:pt x="718" y="1750"/>
                  </a:lnTo>
                  <a:lnTo>
                    <a:pt x="718" y="1751"/>
                  </a:lnTo>
                  <a:lnTo>
                    <a:pt x="717" y="1751"/>
                  </a:lnTo>
                  <a:lnTo>
                    <a:pt x="717" y="1753"/>
                  </a:lnTo>
                  <a:lnTo>
                    <a:pt x="717" y="1754"/>
                  </a:lnTo>
                  <a:lnTo>
                    <a:pt x="717" y="1754"/>
                  </a:lnTo>
                  <a:lnTo>
                    <a:pt x="715" y="1756"/>
                  </a:lnTo>
                  <a:lnTo>
                    <a:pt x="715" y="1756"/>
                  </a:lnTo>
                  <a:lnTo>
                    <a:pt x="715" y="1756"/>
                  </a:lnTo>
                  <a:lnTo>
                    <a:pt x="715" y="1757"/>
                  </a:lnTo>
                  <a:lnTo>
                    <a:pt x="715" y="1760"/>
                  </a:lnTo>
                  <a:lnTo>
                    <a:pt x="712" y="1763"/>
                  </a:lnTo>
                  <a:lnTo>
                    <a:pt x="711" y="1765"/>
                  </a:lnTo>
                  <a:lnTo>
                    <a:pt x="709" y="1766"/>
                  </a:lnTo>
                  <a:lnTo>
                    <a:pt x="709" y="1766"/>
                  </a:lnTo>
                  <a:lnTo>
                    <a:pt x="709" y="1768"/>
                  </a:lnTo>
                  <a:lnTo>
                    <a:pt x="708" y="1769"/>
                  </a:lnTo>
                  <a:lnTo>
                    <a:pt x="706" y="1769"/>
                  </a:lnTo>
                  <a:lnTo>
                    <a:pt x="705" y="1771"/>
                  </a:lnTo>
                  <a:lnTo>
                    <a:pt x="706" y="1773"/>
                  </a:lnTo>
                  <a:lnTo>
                    <a:pt x="705" y="1773"/>
                  </a:lnTo>
                  <a:lnTo>
                    <a:pt x="703" y="1774"/>
                  </a:lnTo>
                  <a:lnTo>
                    <a:pt x="699" y="1777"/>
                  </a:lnTo>
                  <a:lnTo>
                    <a:pt x="697" y="1777"/>
                  </a:lnTo>
                  <a:lnTo>
                    <a:pt x="697" y="1779"/>
                  </a:lnTo>
                  <a:lnTo>
                    <a:pt x="696" y="1780"/>
                  </a:lnTo>
                  <a:lnTo>
                    <a:pt x="694" y="1780"/>
                  </a:lnTo>
                  <a:lnTo>
                    <a:pt x="693" y="1780"/>
                  </a:lnTo>
                  <a:lnTo>
                    <a:pt x="693" y="1780"/>
                  </a:lnTo>
                  <a:lnTo>
                    <a:pt x="691" y="1780"/>
                  </a:lnTo>
                  <a:lnTo>
                    <a:pt x="691" y="1780"/>
                  </a:lnTo>
                  <a:lnTo>
                    <a:pt x="688" y="1782"/>
                  </a:lnTo>
                  <a:lnTo>
                    <a:pt x="685" y="1783"/>
                  </a:lnTo>
                  <a:lnTo>
                    <a:pt x="685" y="1783"/>
                  </a:lnTo>
                  <a:lnTo>
                    <a:pt x="683" y="1783"/>
                  </a:lnTo>
                  <a:lnTo>
                    <a:pt x="682" y="1785"/>
                  </a:lnTo>
                  <a:lnTo>
                    <a:pt x="677" y="1786"/>
                  </a:lnTo>
                  <a:lnTo>
                    <a:pt x="674" y="1789"/>
                  </a:lnTo>
                  <a:lnTo>
                    <a:pt x="671" y="1791"/>
                  </a:lnTo>
                  <a:lnTo>
                    <a:pt x="671" y="1792"/>
                  </a:lnTo>
                  <a:lnTo>
                    <a:pt x="670" y="1792"/>
                  </a:lnTo>
                  <a:lnTo>
                    <a:pt x="670" y="1794"/>
                  </a:lnTo>
                  <a:lnTo>
                    <a:pt x="670" y="1794"/>
                  </a:lnTo>
                  <a:lnTo>
                    <a:pt x="668" y="1797"/>
                  </a:lnTo>
                  <a:lnTo>
                    <a:pt x="665" y="1798"/>
                  </a:lnTo>
                  <a:lnTo>
                    <a:pt x="665" y="1800"/>
                  </a:lnTo>
                  <a:lnTo>
                    <a:pt x="664" y="1801"/>
                  </a:lnTo>
                  <a:lnTo>
                    <a:pt x="664" y="1803"/>
                  </a:lnTo>
                  <a:lnTo>
                    <a:pt x="662" y="1803"/>
                  </a:lnTo>
                  <a:lnTo>
                    <a:pt x="662" y="1801"/>
                  </a:lnTo>
                  <a:lnTo>
                    <a:pt x="662" y="1803"/>
                  </a:lnTo>
                  <a:lnTo>
                    <a:pt x="661" y="1803"/>
                  </a:lnTo>
                  <a:lnTo>
                    <a:pt x="661" y="1803"/>
                  </a:lnTo>
                  <a:lnTo>
                    <a:pt x="659" y="1804"/>
                  </a:lnTo>
                  <a:lnTo>
                    <a:pt x="658" y="1806"/>
                  </a:lnTo>
                  <a:lnTo>
                    <a:pt x="655" y="1807"/>
                  </a:lnTo>
                  <a:lnTo>
                    <a:pt x="652" y="1812"/>
                  </a:lnTo>
                  <a:lnTo>
                    <a:pt x="645" y="1817"/>
                  </a:lnTo>
                  <a:lnTo>
                    <a:pt x="645" y="1817"/>
                  </a:lnTo>
                  <a:lnTo>
                    <a:pt x="644" y="1817"/>
                  </a:lnTo>
                  <a:lnTo>
                    <a:pt x="642" y="1815"/>
                  </a:lnTo>
                  <a:lnTo>
                    <a:pt x="642" y="1815"/>
                  </a:lnTo>
                  <a:lnTo>
                    <a:pt x="642" y="1815"/>
                  </a:lnTo>
                  <a:lnTo>
                    <a:pt x="644" y="1817"/>
                  </a:lnTo>
                  <a:lnTo>
                    <a:pt x="644" y="1818"/>
                  </a:lnTo>
                  <a:lnTo>
                    <a:pt x="644" y="1820"/>
                  </a:lnTo>
                  <a:lnTo>
                    <a:pt x="642" y="1824"/>
                  </a:lnTo>
                  <a:lnTo>
                    <a:pt x="642" y="1824"/>
                  </a:lnTo>
                  <a:lnTo>
                    <a:pt x="644" y="1826"/>
                  </a:lnTo>
                  <a:lnTo>
                    <a:pt x="645" y="1827"/>
                  </a:lnTo>
                  <a:lnTo>
                    <a:pt x="647" y="1829"/>
                  </a:lnTo>
                  <a:lnTo>
                    <a:pt x="649" y="1833"/>
                  </a:lnTo>
                  <a:lnTo>
                    <a:pt x="649" y="1836"/>
                  </a:lnTo>
                  <a:lnTo>
                    <a:pt x="650" y="1839"/>
                  </a:lnTo>
                  <a:lnTo>
                    <a:pt x="650" y="1841"/>
                  </a:lnTo>
                  <a:lnTo>
                    <a:pt x="650" y="1845"/>
                  </a:lnTo>
                  <a:lnTo>
                    <a:pt x="650" y="1849"/>
                  </a:lnTo>
                  <a:lnTo>
                    <a:pt x="650" y="1850"/>
                  </a:lnTo>
                  <a:lnTo>
                    <a:pt x="652" y="1850"/>
                  </a:lnTo>
                  <a:lnTo>
                    <a:pt x="652" y="1850"/>
                  </a:lnTo>
                  <a:lnTo>
                    <a:pt x="652" y="1849"/>
                  </a:lnTo>
                  <a:lnTo>
                    <a:pt x="652" y="1847"/>
                  </a:lnTo>
                  <a:lnTo>
                    <a:pt x="652" y="1845"/>
                  </a:lnTo>
                  <a:lnTo>
                    <a:pt x="653" y="1847"/>
                  </a:lnTo>
                  <a:lnTo>
                    <a:pt x="653" y="1847"/>
                  </a:lnTo>
                  <a:lnTo>
                    <a:pt x="653" y="1849"/>
                  </a:lnTo>
                  <a:lnTo>
                    <a:pt x="653" y="1849"/>
                  </a:lnTo>
                  <a:lnTo>
                    <a:pt x="653" y="1850"/>
                  </a:lnTo>
                  <a:lnTo>
                    <a:pt x="653" y="1853"/>
                  </a:lnTo>
                  <a:lnTo>
                    <a:pt x="653" y="1855"/>
                  </a:lnTo>
                  <a:lnTo>
                    <a:pt x="653" y="1858"/>
                  </a:lnTo>
                  <a:lnTo>
                    <a:pt x="653" y="1861"/>
                  </a:lnTo>
                  <a:lnTo>
                    <a:pt x="652" y="1867"/>
                  </a:lnTo>
                  <a:lnTo>
                    <a:pt x="652" y="1868"/>
                  </a:lnTo>
                  <a:lnTo>
                    <a:pt x="652" y="1870"/>
                  </a:lnTo>
                  <a:lnTo>
                    <a:pt x="652" y="1870"/>
                  </a:lnTo>
                  <a:lnTo>
                    <a:pt x="653" y="1868"/>
                  </a:lnTo>
                  <a:lnTo>
                    <a:pt x="653" y="1868"/>
                  </a:lnTo>
                  <a:lnTo>
                    <a:pt x="653" y="1868"/>
                  </a:lnTo>
                  <a:lnTo>
                    <a:pt x="653" y="1873"/>
                  </a:lnTo>
                  <a:lnTo>
                    <a:pt x="652" y="1874"/>
                  </a:lnTo>
                  <a:lnTo>
                    <a:pt x="650" y="1877"/>
                  </a:lnTo>
                  <a:lnTo>
                    <a:pt x="649" y="1879"/>
                  </a:lnTo>
                  <a:lnTo>
                    <a:pt x="647" y="1880"/>
                  </a:lnTo>
                  <a:lnTo>
                    <a:pt x="642" y="1882"/>
                  </a:lnTo>
                  <a:lnTo>
                    <a:pt x="632" y="1887"/>
                  </a:lnTo>
                  <a:lnTo>
                    <a:pt x="629" y="1888"/>
                  </a:lnTo>
                  <a:lnTo>
                    <a:pt x="626" y="1888"/>
                  </a:lnTo>
                  <a:lnTo>
                    <a:pt x="621" y="1891"/>
                  </a:lnTo>
                  <a:lnTo>
                    <a:pt x="620" y="1894"/>
                  </a:lnTo>
                  <a:lnTo>
                    <a:pt x="618" y="1896"/>
                  </a:lnTo>
                  <a:lnTo>
                    <a:pt x="618" y="1897"/>
                  </a:lnTo>
                  <a:lnTo>
                    <a:pt x="617" y="1899"/>
                  </a:lnTo>
                  <a:lnTo>
                    <a:pt x="618" y="1900"/>
                  </a:lnTo>
                  <a:lnTo>
                    <a:pt x="618" y="1900"/>
                  </a:lnTo>
                  <a:lnTo>
                    <a:pt x="620" y="1902"/>
                  </a:lnTo>
                  <a:lnTo>
                    <a:pt x="620" y="1902"/>
                  </a:lnTo>
                  <a:lnTo>
                    <a:pt x="620" y="1902"/>
                  </a:lnTo>
                  <a:lnTo>
                    <a:pt x="621" y="1900"/>
                  </a:lnTo>
                  <a:lnTo>
                    <a:pt x="621" y="1900"/>
                  </a:lnTo>
                  <a:lnTo>
                    <a:pt x="621" y="1900"/>
                  </a:lnTo>
                  <a:lnTo>
                    <a:pt x="621" y="1902"/>
                  </a:lnTo>
                  <a:lnTo>
                    <a:pt x="621" y="1909"/>
                  </a:lnTo>
                  <a:lnTo>
                    <a:pt x="621" y="1911"/>
                  </a:lnTo>
                  <a:lnTo>
                    <a:pt x="620" y="1914"/>
                  </a:lnTo>
                  <a:lnTo>
                    <a:pt x="618" y="1918"/>
                  </a:lnTo>
                  <a:lnTo>
                    <a:pt x="618" y="1920"/>
                  </a:lnTo>
                  <a:lnTo>
                    <a:pt x="617" y="1929"/>
                  </a:lnTo>
                  <a:lnTo>
                    <a:pt x="614" y="1934"/>
                  </a:lnTo>
                  <a:lnTo>
                    <a:pt x="614" y="1935"/>
                  </a:lnTo>
                  <a:lnTo>
                    <a:pt x="611" y="1938"/>
                  </a:lnTo>
                  <a:lnTo>
                    <a:pt x="609" y="1938"/>
                  </a:lnTo>
                  <a:lnTo>
                    <a:pt x="609" y="1938"/>
                  </a:lnTo>
                  <a:lnTo>
                    <a:pt x="607" y="1940"/>
                  </a:lnTo>
                  <a:lnTo>
                    <a:pt x="601" y="1946"/>
                  </a:lnTo>
                  <a:lnTo>
                    <a:pt x="600" y="1949"/>
                  </a:lnTo>
                  <a:lnTo>
                    <a:pt x="598" y="1953"/>
                  </a:lnTo>
                  <a:lnTo>
                    <a:pt x="595" y="1955"/>
                  </a:lnTo>
                  <a:lnTo>
                    <a:pt x="594" y="1961"/>
                  </a:lnTo>
                  <a:lnTo>
                    <a:pt x="591" y="1964"/>
                  </a:lnTo>
                  <a:lnTo>
                    <a:pt x="589" y="1969"/>
                  </a:lnTo>
                  <a:lnTo>
                    <a:pt x="585" y="1973"/>
                  </a:lnTo>
                  <a:lnTo>
                    <a:pt x="583" y="1975"/>
                  </a:lnTo>
                  <a:lnTo>
                    <a:pt x="582" y="1975"/>
                  </a:lnTo>
                  <a:lnTo>
                    <a:pt x="579" y="1978"/>
                  </a:lnTo>
                  <a:lnTo>
                    <a:pt x="574" y="1982"/>
                  </a:lnTo>
                  <a:lnTo>
                    <a:pt x="571" y="1987"/>
                  </a:lnTo>
                  <a:lnTo>
                    <a:pt x="566" y="1991"/>
                  </a:lnTo>
                  <a:lnTo>
                    <a:pt x="563" y="1995"/>
                  </a:lnTo>
                  <a:lnTo>
                    <a:pt x="559" y="1998"/>
                  </a:lnTo>
                  <a:lnTo>
                    <a:pt x="557" y="1999"/>
                  </a:lnTo>
                  <a:lnTo>
                    <a:pt x="553" y="2002"/>
                  </a:lnTo>
                  <a:lnTo>
                    <a:pt x="550" y="2005"/>
                  </a:lnTo>
                  <a:lnTo>
                    <a:pt x="544" y="2008"/>
                  </a:lnTo>
                  <a:lnTo>
                    <a:pt x="541" y="2008"/>
                  </a:lnTo>
                  <a:lnTo>
                    <a:pt x="536" y="2008"/>
                  </a:lnTo>
                  <a:lnTo>
                    <a:pt x="533" y="2008"/>
                  </a:lnTo>
                  <a:lnTo>
                    <a:pt x="532" y="2010"/>
                  </a:lnTo>
                  <a:lnTo>
                    <a:pt x="532" y="2013"/>
                  </a:lnTo>
                  <a:lnTo>
                    <a:pt x="532" y="2013"/>
                  </a:lnTo>
                  <a:lnTo>
                    <a:pt x="530" y="2013"/>
                  </a:lnTo>
                  <a:lnTo>
                    <a:pt x="525" y="2011"/>
                  </a:lnTo>
                  <a:lnTo>
                    <a:pt x="523" y="2011"/>
                  </a:lnTo>
                  <a:lnTo>
                    <a:pt x="522" y="2013"/>
                  </a:lnTo>
                  <a:lnTo>
                    <a:pt x="522" y="2014"/>
                  </a:lnTo>
                  <a:lnTo>
                    <a:pt x="519" y="2014"/>
                  </a:lnTo>
                  <a:lnTo>
                    <a:pt x="513" y="2013"/>
                  </a:lnTo>
                  <a:lnTo>
                    <a:pt x="507" y="2011"/>
                  </a:lnTo>
                  <a:lnTo>
                    <a:pt x="505" y="2011"/>
                  </a:lnTo>
                  <a:lnTo>
                    <a:pt x="504" y="2013"/>
                  </a:lnTo>
                  <a:lnTo>
                    <a:pt x="502" y="2013"/>
                  </a:lnTo>
                  <a:lnTo>
                    <a:pt x="498" y="2013"/>
                  </a:lnTo>
                  <a:lnTo>
                    <a:pt x="496" y="2013"/>
                  </a:lnTo>
                  <a:lnTo>
                    <a:pt x="493" y="2013"/>
                  </a:lnTo>
                  <a:lnTo>
                    <a:pt x="492" y="2013"/>
                  </a:lnTo>
                  <a:lnTo>
                    <a:pt x="490" y="2013"/>
                  </a:lnTo>
                  <a:lnTo>
                    <a:pt x="484" y="2017"/>
                  </a:lnTo>
                  <a:lnTo>
                    <a:pt x="481" y="2017"/>
                  </a:lnTo>
                  <a:lnTo>
                    <a:pt x="477" y="2019"/>
                  </a:lnTo>
                  <a:lnTo>
                    <a:pt x="477" y="2019"/>
                  </a:lnTo>
                  <a:lnTo>
                    <a:pt x="474" y="2017"/>
                  </a:lnTo>
                  <a:lnTo>
                    <a:pt x="474" y="2017"/>
                  </a:lnTo>
                  <a:lnTo>
                    <a:pt x="474" y="2017"/>
                  </a:lnTo>
                  <a:lnTo>
                    <a:pt x="471" y="2019"/>
                  </a:lnTo>
                  <a:lnTo>
                    <a:pt x="468" y="2019"/>
                  </a:lnTo>
                  <a:lnTo>
                    <a:pt x="468" y="2020"/>
                  </a:lnTo>
                  <a:lnTo>
                    <a:pt x="462" y="2023"/>
                  </a:lnTo>
                  <a:lnTo>
                    <a:pt x="462" y="2023"/>
                  </a:lnTo>
                  <a:lnTo>
                    <a:pt x="459" y="2023"/>
                  </a:lnTo>
                  <a:lnTo>
                    <a:pt x="459" y="2023"/>
                  </a:lnTo>
                  <a:lnTo>
                    <a:pt x="456" y="2020"/>
                  </a:lnTo>
                  <a:lnTo>
                    <a:pt x="453" y="2022"/>
                  </a:lnTo>
                  <a:lnTo>
                    <a:pt x="453" y="2020"/>
                  </a:lnTo>
                  <a:lnTo>
                    <a:pt x="453" y="2019"/>
                  </a:lnTo>
                  <a:lnTo>
                    <a:pt x="453" y="2019"/>
                  </a:lnTo>
                  <a:lnTo>
                    <a:pt x="453" y="2019"/>
                  </a:lnTo>
                  <a:lnTo>
                    <a:pt x="453" y="2019"/>
                  </a:lnTo>
                  <a:lnTo>
                    <a:pt x="450" y="2017"/>
                  </a:lnTo>
                  <a:lnTo>
                    <a:pt x="448" y="2017"/>
                  </a:lnTo>
                  <a:lnTo>
                    <a:pt x="448" y="2017"/>
                  </a:lnTo>
                  <a:lnTo>
                    <a:pt x="447" y="2017"/>
                  </a:lnTo>
                  <a:lnTo>
                    <a:pt x="447" y="2016"/>
                  </a:lnTo>
                  <a:lnTo>
                    <a:pt x="447" y="2016"/>
                  </a:lnTo>
                  <a:lnTo>
                    <a:pt x="447" y="2014"/>
                  </a:lnTo>
                  <a:lnTo>
                    <a:pt x="447" y="2014"/>
                  </a:lnTo>
                  <a:lnTo>
                    <a:pt x="445" y="2013"/>
                  </a:lnTo>
                  <a:lnTo>
                    <a:pt x="445" y="2013"/>
                  </a:lnTo>
                  <a:lnTo>
                    <a:pt x="444" y="2013"/>
                  </a:lnTo>
                  <a:lnTo>
                    <a:pt x="444" y="2013"/>
                  </a:lnTo>
                  <a:lnTo>
                    <a:pt x="442" y="2014"/>
                  </a:lnTo>
                  <a:lnTo>
                    <a:pt x="442" y="2014"/>
                  </a:lnTo>
                  <a:lnTo>
                    <a:pt x="442" y="2017"/>
                  </a:lnTo>
                  <a:lnTo>
                    <a:pt x="442" y="2016"/>
                  </a:lnTo>
                  <a:lnTo>
                    <a:pt x="441" y="2014"/>
                  </a:lnTo>
                  <a:lnTo>
                    <a:pt x="441" y="2013"/>
                  </a:lnTo>
                  <a:lnTo>
                    <a:pt x="441" y="2011"/>
                  </a:lnTo>
                  <a:lnTo>
                    <a:pt x="442" y="2010"/>
                  </a:lnTo>
                  <a:lnTo>
                    <a:pt x="442" y="2010"/>
                  </a:lnTo>
                  <a:lnTo>
                    <a:pt x="442" y="2008"/>
                  </a:lnTo>
                  <a:lnTo>
                    <a:pt x="441" y="2005"/>
                  </a:lnTo>
                  <a:lnTo>
                    <a:pt x="439" y="2004"/>
                  </a:lnTo>
                  <a:lnTo>
                    <a:pt x="439" y="2002"/>
                  </a:lnTo>
                  <a:lnTo>
                    <a:pt x="438" y="2001"/>
                  </a:lnTo>
                  <a:lnTo>
                    <a:pt x="436" y="1999"/>
                  </a:lnTo>
                  <a:lnTo>
                    <a:pt x="436" y="1998"/>
                  </a:lnTo>
                  <a:lnTo>
                    <a:pt x="435" y="1998"/>
                  </a:lnTo>
                  <a:lnTo>
                    <a:pt x="435" y="1995"/>
                  </a:lnTo>
                  <a:lnTo>
                    <a:pt x="436" y="1993"/>
                  </a:lnTo>
                  <a:lnTo>
                    <a:pt x="436" y="1993"/>
                  </a:lnTo>
                  <a:lnTo>
                    <a:pt x="438" y="1995"/>
                  </a:lnTo>
                  <a:lnTo>
                    <a:pt x="438" y="1993"/>
                  </a:lnTo>
                  <a:lnTo>
                    <a:pt x="439" y="1993"/>
                  </a:lnTo>
                  <a:lnTo>
                    <a:pt x="441" y="1990"/>
                  </a:lnTo>
                  <a:lnTo>
                    <a:pt x="441" y="1987"/>
                  </a:lnTo>
                  <a:lnTo>
                    <a:pt x="441" y="1984"/>
                  </a:lnTo>
                  <a:lnTo>
                    <a:pt x="439" y="1979"/>
                  </a:lnTo>
                  <a:lnTo>
                    <a:pt x="439" y="1978"/>
                  </a:lnTo>
                  <a:lnTo>
                    <a:pt x="436" y="1973"/>
                  </a:lnTo>
                  <a:lnTo>
                    <a:pt x="433" y="1969"/>
                  </a:lnTo>
                  <a:lnTo>
                    <a:pt x="429" y="1961"/>
                  </a:lnTo>
                  <a:lnTo>
                    <a:pt x="427" y="1955"/>
                  </a:lnTo>
                  <a:lnTo>
                    <a:pt x="424" y="1946"/>
                  </a:lnTo>
                  <a:lnTo>
                    <a:pt x="421" y="1940"/>
                  </a:lnTo>
                  <a:lnTo>
                    <a:pt x="418" y="1935"/>
                  </a:lnTo>
                  <a:lnTo>
                    <a:pt x="418" y="1935"/>
                  </a:lnTo>
                  <a:lnTo>
                    <a:pt x="417" y="1934"/>
                  </a:lnTo>
                  <a:lnTo>
                    <a:pt x="412" y="1929"/>
                  </a:lnTo>
                  <a:lnTo>
                    <a:pt x="410" y="1928"/>
                  </a:lnTo>
                  <a:lnTo>
                    <a:pt x="409" y="1926"/>
                  </a:lnTo>
                  <a:lnTo>
                    <a:pt x="404" y="1917"/>
                  </a:lnTo>
                  <a:lnTo>
                    <a:pt x="403" y="1915"/>
                  </a:lnTo>
                  <a:lnTo>
                    <a:pt x="403" y="1912"/>
                  </a:lnTo>
                  <a:lnTo>
                    <a:pt x="401" y="1909"/>
                  </a:lnTo>
                  <a:lnTo>
                    <a:pt x="401" y="1908"/>
                  </a:lnTo>
                  <a:lnTo>
                    <a:pt x="401" y="1906"/>
                  </a:lnTo>
                  <a:lnTo>
                    <a:pt x="401" y="1905"/>
                  </a:lnTo>
                  <a:lnTo>
                    <a:pt x="401" y="1905"/>
                  </a:lnTo>
                  <a:lnTo>
                    <a:pt x="400" y="1903"/>
                  </a:lnTo>
                  <a:lnTo>
                    <a:pt x="400" y="1897"/>
                  </a:lnTo>
                  <a:lnTo>
                    <a:pt x="398" y="1894"/>
                  </a:lnTo>
                  <a:lnTo>
                    <a:pt x="398" y="1893"/>
                  </a:lnTo>
                  <a:lnTo>
                    <a:pt x="398" y="1890"/>
                  </a:lnTo>
                  <a:lnTo>
                    <a:pt x="398" y="1888"/>
                  </a:lnTo>
                  <a:lnTo>
                    <a:pt x="398" y="1885"/>
                  </a:lnTo>
                  <a:lnTo>
                    <a:pt x="397" y="1882"/>
                  </a:lnTo>
                  <a:lnTo>
                    <a:pt x="395" y="1879"/>
                  </a:lnTo>
                  <a:lnTo>
                    <a:pt x="394" y="1874"/>
                  </a:lnTo>
                  <a:lnTo>
                    <a:pt x="394" y="1871"/>
                  </a:lnTo>
                  <a:lnTo>
                    <a:pt x="394" y="1867"/>
                  </a:lnTo>
                  <a:lnTo>
                    <a:pt x="394" y="1864"/>
                  </a:lnTo>
                  <a:lnTo>
                    <a:pt x="394" y="1862"/>
                  </a:lnTo>
                  <a:lnTo>
                    <a:pt x="392" y="1859"/>
                  </a:lnTo>
                  <a:lnTo>
                    <a:pt x="392" y="1858"/>
                  </a:lnTo>
                  <a:lnTo>
                    <a:pt x="394" y="1856"/>
                  </a:lnTo>
                  <a:lnTo>
                    <a:pt x="394" y="1856"/>
                  </a:lnTo>
                  <a:lnTo>
                    <a:pt x="394" y="1858"/>
                  </a:lnTo>
                  <a:lnTo>
                    <a:pt x="394" y="1856"/>
                  </a:lnTo>
                  <a:lnTo>
                    <a:pt x="394" y="1855"/>
                  </a:lnTo>
                  <a:lnTo>
                    <a:pt x="394" y="1850"/>
                  </a:lnTo>
                  <a:lnTo>
                    <a:pt x="392" y="1847"/>
                  </a:lnTo>
                  <a:lnTo>
                    <a:pt x="388" y="1841"/>
                  </a:lnTo>
                  <a:lnTo>
                    <a:pt x="386" y="1839"/>
                  </a:lnTo>
                  <a:lnTo>
                    <a:pt x="386" y="1838"/>
                  </a:lnTo>
                  <a:lnTo>
                    <a:pt x="382" y="1830"/>
                  </a:lnTo>
                  <a:lnTo>
                    <a:pt x="379" y="1826"/>
                  </a:lnTo>
                  <a:lnTo>
                    <a:pt x="377" y="1821"/>
                  </a:lnTo>
                  <a:lnTo>
                    <a:pt x="376" y="1818"/>
                  </a:lnTo>
                  <a:lnTo>
                    <a:pt x="369" y="1804"/>
                  </a:lnTo>
                  <a:lnTo>
                    <a:pt x="368" y="1801"/>
                  </a:lnTo>
                  <a:lnTo>
                    <a:pt x="365" y="1800"/>
                  </a:lnTo>
                  <a:lnTo>
                    <a:pt x="363" y="1798"/>
                  </a:lnTo>
                  <a:lnTo>
                    <a:pt x="363" y="1795"/>
                  </a:lnTo>
                  <a:lnTo>
                    <a:pt x="360" y="1792"/>
                  </a:lnTo>
                  <a:lnTo>
                    <a:pt x="360" y="1789"/>
                  </a:lnTo>
                  <a:lnTo>
                    <a:pt x="360" y="1786"/>
                  </a:lnTo>
                  <a:lnTo>
                    <a:pt x="360" y="1783"/>
                  </a:lnTo>
                  <a:lnTo>
                    <a:pt x="360" y="1779"/>
                  </a:lnTo>
                  <a:lnTo>
                    <a:pt x="360" y="1776"/>
                  </a:lnTo>
                  <a:lnTo>
                    <a:pt x="360" y="1773"/>
                  </a:lnTo>
                  <a:lnTo>
                    <a:pt x="360" y="1766"/>
                  </a:lnTo>
                  <a:lnTo>
                    <a:pt x="360" y="1765"/>
                  </a:lnTo>
                  <a:lnTo>
                    <a:pt x="360" y="1765"/>
                  </a:lnTo>
                  <a:lnTo>
                    <a:pt x="362" y="1763"/>
                  </a:lnTo>
                  <a:lnTo>
                    <a:pt x="362" y="1763"/>
                  </a:lnTo>
                  <a:lnTo>
                    <a:pt x="363" y="1762"/>
                  </a:lnTo>
                  <a:lnTo>
                    <a:pt x="363" y="1760"/>
                  </a:lnTo>
                  <a:lnTo>
                    <a:pt x="363" y="1757"/>
                  </a:lnTo>
                  <a:lnTo>
                    <a:pt x="366" y="1750"/>
                  </a:lnTo>
                  <a:lnTo>
                    <a:pt x="368" y="1742"/>
                  </a:lnTo>
                  <a:lnTo>
                    <a:pt x="369" y="1738"/>
                  </a:lnTo>
                  <a:lnTo>
                    <a:pt x="369" y="1734"/>
                  </a:lnTo>
                  <a:lnTo>
                    <a:pt x="374" y="1728"/>
                  </a:lnTo>
                  <a:lnTo>
                    <a:pt x="376" y="1725"/>
                  </a:lnTo>
                  <a:lnTo>
                    <a:pt x="377" y="1724"/>
                  </a:lnTo>
                  <a:lnTo>
                    <a:pt x="380" y="1722"/>
                  </a:lnTo>
                  <a:lnTo>
                    <a:pt x="383" y="1719"/>
                  </a:lnTo>
                  <a:lnTo>
                    <a:pt x="385" y="1718"/>
                  </a:lnTo>
                  <a:lnTo>
                    <a:pt x="385" y="1713"/>
                  </a:lnTo>
                  <a:lnTo>
                    <a:pt x="385" y="1710"/>
                  </a:lnTo>
                  <a:lnTo>
                    <a:pt x="386" y="1704"/>
                  </a:lnTo>
                  <a:lnTo>
                    <a:pt x="386" y="1703"/>
                  </a:lnTo>
                  <a:lnTo>
                    <a:pt x="385" y="1701"/>
                  </a:lnTo>
                  <a:lnTo>
                    <a:pt x="385" y="1700"/>
                  </a:lnTo>
                  <a:lnTo>
                    <a:pt x="383" y="1698"/>
                  </a:lnTo>
                  <a:lnTo>
                    <a:pt x="382" y="1696"/>
                  </a:lnTo>
                  <a:lnTo>
                    <a:pt x="382" y="1695"/>
                  </a:lnTo>
                  <a:lnTo>
                    <a:pt x="380" y="1690"/>
                  </a:lnTo>
                  <a:lnTo>
                    <a:pt x="379" y="1689"/>
                  </a:lnTo>
                  <a:lnTo>
                    <a:pt x="379" y="1687"/>
                  </a:lnTo>
                  <a:lnTo>
                    <a:pt x="379" y="1686"/>
                  </a:lnTo>
                  <a:lnTo>
                    <a:pt x="377" y="1683"/>
                  </a:lnTo>
                  <a:lnTo>
                    <a:pt x="377" y="1681"/>
                  </a:lnTo>
                  <a:lnTo>
                    <a:pt x="376" y="1680"/>
                  </a:lnTo>
                  <a:lnTo>
                    <a:pt x="376" y="1678"/>
                  </a:lnTo>
                  <a:lnTo>
                    <a:pt x="376" y="1678"/>
                  </a:lnTo>
                  <a:lnTo>
                    <a:pt x="377" y="1677"/>
                  </a:lnTo>
                  <a:lnTo>
                    <a:pt x="377" y="1678"/>
                  </a:lnTo>
                  <a:lnTo>
                    <a:pt x="376" y="1678"/>
                  </a:lnTo>
                  <a:lnTo>
                    <a:pt x="376" y="1678"/>
                  </a:lnTo>
                  <a:lnTo>
                    <a:pt x="380" y="1675"/>
                  </a:lnTo>
                  <a:lnTo>
                    <a:pt x="380" y="1674"/>
                  </a:lnTo>
                  <a:lnTo>
                    <a:pt x="380" y="1674"/>
                  </a:lnTo>
                  <a:lnTo>
                    <a:pt x="380" y="1672"/>
                  </a:lnTo>
                  <a:lnTo>
                    <a:pt x="380" y="1671"/>
                  </a:lnTo>
                  <a:lnTo>
                    <a:pt x="377" y="1663"/>
                  </a:lnTo>
                  <a:lnTo>
                    <a:pt x="374" y="1657"/>
                  </a:lnTo>
                  <a:lnTo>
                    <a:pt x="374" y="1654"/>
                  </a:lnTo>
                  <a:lnTo>
                    <a:pt x="369" y="1649"/>
                  </a:lnTo>
                  <a:lnTo>
                    <a:pt x="368" y="1646"/>
                  </a:lnTo>
                  <a:lnTo>
                    <a:pt x="368" y="1643"/>
                  </a:lnTo>
                  <a:lnTo>
                    <a:pt x="366" y="1643"/>
                  </a:lnTo>
                  <a:lnTo>
                    <a:pt x="366" y="1643"/>
                  </a:lnTo>
                  <a:lnTo>
                    <a:pt x="368" y="1642"/>
                  </a:lnTo>
                  <a:lnTo>
                    <a:pt x="369" y="1642"/>
                  </a:lnTo>
                  <a:lnTo>
                    <a:pt x="372" y="1642"/>
                  </a:lnTo>
                  <a:lnTo>
                    <a:pt x="376" y="1640"/>
                  </a:lnTo>
                  <a:lnTo>
                    <a:pt x="377" y="1640"/>
                  </a:lnTo>
                  <a:lnTo>
                    <a:pt x="376" y="1639"/>
                  </a:lnTo>
                  <a:lnTo>
                    <a:pt x="374" y="1640"/>
                  </a:lnTo>
                  <a:lnTo>
                    <a:pt x="372" y="1640"/>
                  </a:lnTo>
                  <a:lnTo>
                    <a:pt x="371" y="1640"/>
                  </a:lnTo>
                  <a:lnTo>
                    <a:pt x="369" y="1642"/>
                  </a:lnTo>
                  <a:lnTo>
                    <a:pt x="369" y="1642"/>
                  </a:lnTo>
                  <a:lnTo>
                    <a:pt x="368" y="1642"/>
                  </a:lnTo>
                  <a:lnTo>
                    <a:pt x="366" y="1640"/>
                  </a:lnTo>
                  <a:lnTo>
                    <a:pt x="366" y="1639"/>
                  </a:lnTo>
                  <a:lnTo>
                    <a:pt x="366" y="1639"/>
                  </a:lnTo>
                  <a:lnTo>
                    <a:pt x="366" y="1639"/>
                  </a:lnTo>
                  <a:lnTo>
                    <a:pt x="365" y="1637"/>
                  </a:lnTo>
                  <a:lnTo>
                    <a:pt x="365" y="1636"/>
                  </a:lnTo>
                  <a:lnTo>
                    <a:pt x="366" y="1634"/>
                  </a:lnTo>
                  <a:lnTo>
                    <a:pt x="365" y="1633"/>
                  </a:lnTo>
                  <a:lnTo>
                    <a:pt x="365" y="1631"/>
                  </a:lnTo>
                  <a:lnTo>
                    <a:pt x="363" y="1630"/>
                  </a:lnTo>
                  <a:lnTo>
                    <a:pt x="363" y="1630"/>
                  </a:lnTo>
                  <a:lnTo>
                    <a:pt x="363" y="1630"/>
                  </a:lnTo>
                  <a:lnTo>
                    <a:pt x="363" y="1628"/>
                  </a:lnTo>
                  <a:lnTo>
                    <a:pt x="362" y="1628"/>
                  </a:lnTo>
                  <a:lnTo>
                    <a:pt x="360" y="1627"/>
                  </a:lnTo>
                  <a:lnTo>
                    <a:pt x="360" y="1625"/>
                  </a:lnTo>
                  <a:lnTo>
                    <a:pt x="360" y="1625"/>
                  </a:lnTo>
                  <a:lnTo>
                    <a:pt x="360" y="1623"/>
                  </a:lnTo>
                  <a:lnTo>
                    <a:pt x="359" y="1622"/>
                  </a:lnTo>
                  <a:lnTo>
                    <a:pt x="356" y="1619"/>
                  </a:lnTo>
                  <a:lnTo>
                    <a:pt x="356" y="1619"/>
                  </a:lnTo>
                  <a:lnTo>
                    <a:pt x="353" y="1616"/>
                  </a:lnTo>
                  <a:lnTo>
                    <a:pt x="351" y="1614"/>
                  </a:lnTo>
                  <a:lnTo>
                    <a:pt x="350" y="1613"/>
                  </a:lnTo>
                  <a:lnTo>
                    <a:pt x="350" y="1611"/>
                  </a:lnTo>
                  <a:lnTo>
                    <a:pt x="347" y="1610"/>
                  </a:lnTo>
                  <a:lnTo>
                    <a:pt x="345" y="1608"/>
                  </a:lnTo>
                  <a:lnTo>
                    <a:pt x="344" y="1605"/>
                  </a:lnTo>
                  <a:lnTo>
                    <a:pt x="339" y="1601"/>
                  </a:lnTo>
                  <a:lnTo>
                    <a:pt x="336" y="1599"/>
                  </a:lnTo>
                  <a:lnTo>
                    <a:pt x="336" y="1598"/>
                  </a:lnTo>
                  <a:lnTo>
                    <a:pt x="336" y="1598"/>
                  </a:lnTo>
                  <a:lnTo>
                    <a:pt x="339" y="1599"/>
                  </a:lnTo>
                  <a:lnTo>
                    <a:pt x="339" y="1599"/>
                  </a:lnTo>
                  <a:lnTo>
                    <a:pt x="339" y="1599"/>
                  </a:lnTo>
                  <a:lnTo>
                    <a:pt x="338" y="1598"/>
                  </a:lnTo>
                  <a:lnTo>
                    <a:pt x="338" y="1598"/>
                  </a:lnTo>
                  <a:lnTo>
                    <a:pt x="336" y="1598"/>
                  </a:lnTo>
                  <a:lnTo>
                    <a:pt x="335" y="1598"/>
                  </a:lnTo>
                  <a:lnTo>
                    <a:pt x="335" y="1596"/>
                  </a:lnTo>
                  <a:lnTo>
                    <a:pt x="333" y="1596"/>
                  </a:lnTo>
                  <a:lnTo>
                    <a:pt x="333" y="1595"/>
                  </a:lnTo>
                  <a:lnTo>
                    <a:pt x="333" y="1595"/>
                  </a:lnTo>
                  <a:lnTo>
                    <a:pt x="331" y="1593"/>
                  </a:lnTo>
                  <a:lnTo>
                    <a:pt x="331" y="1592"/>
                  </a:lnTo>
                  <a:lnTo>
                    <a:pt x="330" y="1592"/>
                  </a:lnTo>
                  <a:lnTo>
                    <a:pt x="330" y="1592"/>
                  </a:lnTo>
                  <a:lnTo>
                    <a:pt x="333" y="1592"/>
                  </a:lnTo>
                  <a:lnTo>
                    <a:pt x="333" y="1592"/>
                  </a:lnTo>
                  <a:lnTo>
                    <a:pt x="333" y="1592"/>
                  </a:lnTo>
                  <a:lnTo>
                    <a:pt x="330" y="1590"/>
                  </a:lnTo>
                  <a:lnTo>
                    <a:pt x="330" y="1590"/>
                  </a:lnTo>
                  <a:lnTo>
                    <a:pt x="330" y="1590"/>
                  </a:lnTo>
                  <a:lnTo>
                    <a:pt x="330" y="1589"/>
                  </a:lnTo>
                  <a:lnTo>
                    <a:pt x="328" y="1587"/>
                  </a:lnTo>
                  <a:lnTo>
                    <a:pt x="327" y="1584"/>
                  </a:lnTo>
                  <a:lnTo>
                    <a:pt x="327" y="1584"/>
                  </a:lnTo>
                  <a:lnTo>
                    <a:pt x="330" y="1587"/>
                  </a:lnTo>
                  <a:lnTo>
                    <a:pt x="331" y="1587"/>
                  </a:lnTo>
                  <a:lnTo>
                    <a:pt x="331" y="1587"/>
                  </a:lnTo>
                  <a:lnTo>
                    <a:pt x="333" y="1587"/>
                  </a:lnTo>
                  <a:lnTo>
                    <a:pt x="333" y="1587"/>
                  </a:lnTo>
                  <a:lnTo>
                    <a:pt x="331" y="1585"/>
                  </a:lnTo>
                  <a:lnTo>
                    <a:pt x="331" y="1587"/>
                  </a:lnTo>
                  <a:lnTo>
                    <a:pt x="330" y="1587"/>
                  </a:lnTo>
                  <a:lnTo>
                    <a:pt x="330" y="1587"/>
                  </a:lnTo>
                  <a:lnTo>
                    <a:pt x="330" y="1585"/>
                  </a:lnTo>
                  <a:lnTo>
                    <a:pt x="330" y="1584"/>
                  </a:lnTo>
                  <a:lnTo>
                    <a:pt x="330" y="1584"/>
                  </a:lnTo>
                  <a:lnTo>
                    <a:pt x="330" y="1584"/>
                  </a:lnTo>
                  <a:lnTo>
                    <a:pt x="330" y="1584"/>
                  </a:lnTo>
                  <a:lnTo>
                    <a:pt x="328" y="1584"/>
                  </a:lnTo>
                  <a:lnTo>
                    <a:pt x="327" y="1584"/>
                  </a:lnTo>
                  <a:lnTo>
                    <a:pt x="325" y="1581"/>
                  </a:lnTo>
                  <a:lnTo>
                    <a:pt x="325" y="1581"/>
                  </a:lnTo>
                  <a:lnTo>
                    <a:pt x="325" y="1579"/>
                  </a:lnTo>
                  <a:lnTo>
                    <a:pt x="324" y="1579"/>
                  </a:lnTo>
                  <a:lnTo>
                    <a:pt x="322" y="1575"/>
                  </a:lnTo>
                  <a:lnTo>
                    <a:pt x="324" y="1575"/>
                  </a:lnTo>
                  <a:lnTo>
                    <a:pt x="324" y="1576"/>
                  </a:lnTo>
                  <a:lnTo>
                    <a:pt x="325" y="1576"/>
                  </a:lnTo>
                  <a:lnTo>
                    <a:pt x="327" y="1575"/>
                  </a:lnTo>
                  <a:lnTo>
                    <a:pt x="327" y="1575"/>
                  </a:lnTo>
                  <a:lnTo>
                    <a:pt x="327" y="1575"/>
                  </a:lnTo>
                  <a:lnTo>
                    <a:pt x="328" y="1575"/>
                  </a:lnTo>
                  <a:lnTo>
                    <a:pt x="330" y="1572"/>
                  </a:lnTo>
                  <a:lnTo>
                    <a:pt x="330" y="1569"/>
                  </a:lnTo>
                  <a:lnTo>
                    <a:pt x="330" y="1566"/>
                  </a:lnTo>
                  <a:lnTo>
                    <a:pt x="330" y="1564"/>
                  </a:lnTo>
                  <a:lnTo>
                    <a:pt x="331" y="1563"/>
                  </a:lnTo>
                  <a:lnTo>
                    <a:pt x="331" y="1564"/>
                  </a:lnTo>
                  <a:lnTo>
                    <a:pt x="331" y="1564"/>
                  </a:lnTo>
                  <a:lnTo>
                    <a:pt x="331" y="1566"/>
                  </a:lnTo>
                  <a:lnTo>
                    <a:pt x="331" y="1566"/>
                  </a:lnTo>
                  <a:lnTo>
                    <a:pt x="333" y="1566"/>
                  </a:lnTo>
                  <a:lnTo>
                    <a:pt x="336" y="1567"/>
                  </a:lnTo>
                  <a:lnTo>
                    <a:pt x="336" y="1567"/>
                  </a:lnTo>
                  <a:lnTo>
                    <a:pt x="336" y="1566"/>
                  </a:lnTo>
                  <a:lnTo>
                    <a:pt x="339" y="1566"/>
                  </a:lnTo>
                  <a:lnTo>
                    <a:pt x="338" y="1564"/>
                  </a:lnTo>
                  <a:lnTo>
                    <a:pt x="336" y="1566"/>
                  </a:lnTo>
                  <a:lnTo>
                    <a:pt x="333" y="1564"/>
                  </a:lnTo>
                  <a:lnTo>
                    <a:pt x="331" y="1563"/>
                  </a:lnTo>
                  <a:lnTo>
                    <a:pt x="331" y="1561"/>
                  </a:lnTo>
                  <a:lnTo>
                    <a:pt x="330" y="1561"/>
                  </a:lnTo>
                  <a:lnTo>
                    <a:pt x="330" y="1560"/>
                  </a:lnTo>
                  <a:lnTo>
                    <a:pt x="333" y="1560"/>
                  </a:lnTo>
                  <a:lnTo>
                    <a:pt x="333" y="1560"/>
                  </a:lnTo>
                  <a:lnTo>
                    <a:pt x="333" y="1560"/>
                  </a:lnTo>
                  <a:lnTo>
                    <a:pt x="335" y="1561"/>
                  </a:lnTo>
                  <a:lnTo>
                    <a:pt x="335" y="1561"/>
                  </a:lnTo>
                  <a:lnTo>
                    <a:pt x="335" y="1560"/>
                  </a:lnTo>
                  <a:lnTo>
                    <a:pt x="335" y="1558"/>
                  </a:lnTo>
                  <a:lnTo>
                    <a:pt x="333" y="1555"/>
                  </a:lnTo>
                  <a:lnTo>
                    <a:pt x="333" y="1555"/>
                  </a:lnTo>
                  <a:lnTo>
                    <a:pt x="335" y="1555"/>
                  </a:lnTo>
                  <a:lnTo>
                    <a:pt x="333" y="1554"/>
                  </a:lnTo>
                  <a:lnTo>
                    <a:pt x="331" y="1554"/>
                  </a:lnTo>
                  <a:lnTo>
                    <a:pt x="331" y="1554"/>
                  </a:lnTo>
                  <a:lnTo>
                    <a:pt x="331" y="1552"/>
                  </a:lnTo>
                  <a:lnTo>
                    <a:pt x="333" y="1551"/>
                  </a:lnTo>
                  <a:lnTo>
                    <a:pt x="333" y="1549"/>
                  </a:lnTo>
                  <a:lnTo>
                    <a:pt x="335" y="1549"/>
                  </a:lnTo>
                  <a:lnTo>
                    <a:pt x="335" y="1548"/>
                  </a:lnTo>
                  <a:lnTo>
                    <a:pt x="335" y="1546"/>
                  </a:lnTo>
                  <a:lnTo>
                    <a:pt x="336" y="1545"/>
                  </a:lnTo>
                  <a:lnTo>
                    <a:pt x="336" y="1543"/>
                  </a:lnTo>
                  <a:lnTo>
                    <a:pt x="336" y="1540"/>
                  </a:lnTo>
                  <a:lnTo>
                    <a:pt x="336" y="1537"/>
                  </a:lnTo>
                  <a:lnTo>
                    <a:pt x="338" y="1534"/>
                  </a:lnTo>
                  <a:lnTo>
                    <a:pt x="338" y="1533"/>
                  </a:lnTo>
                  <a:lnTo>
                    <a:pt x="338" y="1530"/>
                  </a:lnTo>
                  <a:lnTo>
                    <a:pt x="338" y="1528"/>
                  </a:lnTo>
                  <a:lnTo>
                    <a:pt x="338" y="1528"/>
                  </a:lnTo>
                  <a:lnTo>
                    <a:pt x="335" y="1525"/>
                  </a:lnTo>
                  <a:lnTo>
                    <a:pt x="336" y="1524"/>
                  </a:lnTo>
                  <a:lnTo>
                    <a:pt x="335" y="1524"/>
                  </a:lnTo>
                  <a:lnTo>
                    <a:pt x="335" y="1522"/>
                  </a:lnTo>
                  <a:lnTo>
                    <a:pt x="333" y="1522"/>
                  </a:lnTo>
                  <a:lnTo>
                    <a:pt x="333" y="1521"/>
                  </a:lnTo>
                  <a:lnTo>
                    <a:pt x="335" y="1521"/>
                  </a:lnTo>
                  <a:lnTo>
                    <a:pt x="336" y="1521"/>
                  </a:lnTo>
                  <a:lnTo>
                    <a:pt x="336" y="1521"/>
                  </a:lnTo>
                  <a:lnTo>
                    <a:pt x="335" y="1519"/>
                  </a:lnTo>
                  <a:lnTo>
                    <a:pt x="335" y="1519"/>
                  </a:lnTo>
                  <a:lnTo>
                    <a:pt x="335" y="1518"/>
                  </a:lnTo>
                  <a:lnTo>
                    <a:pt x="335" y="1518"/>
                  </a:lnTo>
                  <a:lnTo>
                    <a:pt x="335" y="1519"/>
                  </a:lnTo>
                  <a:lnTo>
                    <a:pt x="333" y="1519"/>
                  </a:lnTo>
                  <a:lnTo>
                    <a:pt x="333" y="1518"/>
                  </a:lnTo>
                  <a:lnTo>
                    <a:pt x="333" y="1518"/>
                  </a:lnTo>
                  <a:lnTo>
                    <a:pt x="333" y="1519"/>
                  </a:lnTo>
                  <a:lnTo>
                    <a:pt x="331" y="1519"/>
                  </a:lnTo>
                  <a:lnTo>
                    <a:pt x="331" y="1521"/>
                  </a:lnTo>
                  <a:lnTo>
                    <a:pt x="331" y="1521"/>
                  </a:lnTo>
                  <a:lnTo>
                    <a:pt x="330" y="1519"/>
                  </a:lnTo>
                  <a:lnTo>
                    <a:pt x="330" y="1519"/>
                  </a:lnTo>
                  <a:lnTo>
                    <a:pt x="330" y="1519"/>
                  </a:lnTo>
                  <a:lnTo>
                    <a:pt x="328" y="1519"/>
                  </a:lnTo>
                  <a:lnTo>
                    <a:pt x="327" y="1518"/>
                  </a:lnTo>
                  <a:lnTo>
                    <a:pt x="325" y="1516"/>
                  </a:lnTo>
                  <a:lnTo>
                    <a:pt x="325" y="1516"/>
                  </a:lnTo>
                  <a:lnTo>
                    <a:pt x="325" y="1515"/>
                  </a:lnTo>
                  <a:lnTo>
                    <a:pt x="325" y="1513"/>
                  </a:lnTo>
                  <a:lnTo>
                    <a:pt x="325" y="1512"/>
                  </a:lnTo>
                  <a:lnTo>
                    <a:pt x="325" y="1512"/>
                  </a:lnTo>
                  <a:lnTo>
                    <a:pt x="325" y="1512"/>
                  </a:lnTo>
                  <a:lnTo>
                    <a:pt x="324" y="1512"/>
                  </a:lnTo>
                  <a:lnTo>
                    <a:pt x="324" y="1512"/>
                  </a:lnTo>
                  <a:lnTo>
                    <a:pt x="322" y="1512"/>
                  </a:lnTo>
                  <a:lnTo>
                    <a:pt x="322" y="1510"/>
                  </a:lnTo>
                  <a:lnTo>
                    <a:pt x="322" y="1512"/>
                  </a:lnTo>
                  <a:lnTo>
                    <a:pt x="322" y="1513"/>
                  </a:lnTo>
                  <a:lnTo>
                    <a:pt x="321" y="1513"/>
                  </a:lnTo>
                  <a:lnTo>
                    <a:pt x="321" y="1512"/>
                  </a:lnTo>
                  <a:lnTo>
                    <a:pt x="321" y="1512"/>
                  </a:lnTo>
                  <a:lnTo>
                    <a:pt x="321" y="1510"/>
                  </a:lnTo>
                  <a:lnTo>
                    <a:pt x="321" y="1510"/>
                  </a:lnTo>
                  <a:lnTo>
                    <a:pt x="321" y="1510"/>
                  </a:lnTo>
                  <a:lnTo>
                    <a:pt x="321" y="1510"/>
                  </a:lnTo>
                  <a:lnTo>
                    <a:pt x="319" y="1510"/>
                  </a:lnTo>
                  <a:lnTo>
                    <a:pt x="319" y="1509"/>
                  </a:lnTo>
                  <a:lnTo>
                    <a:pt x="318" y="1509"/>
                  </a:lnTo>
                  <a:lnTo>
                    <a:pt x="318" y="1507"/>
                  </a:lnTo>
                  <a:lnTo>
                    <a:pt x="316" y="1509"/>
                  </a:lnTo>
                  <a:lnTo>
                    <a:pt x="318" y="1512"/>
                  </a:lnTo>
                  <a:lnTo>
                    <a:pt x="318" y="1512"/>
                  </a:lnTo>
                  <a:lnTo>
                    <a:pt x="315" y="1512"/>
                  </a:lnTo>
                  <a:lnTo>
                    <a:pt x="312" y="1513"/>
                  </a:lnTo>
                  <a:lnTo>
                    <a:pt x="310" y="1513"/>
                  </a:lnTo>
                  <a:lnTo>
                    <a:pt x="309" y="1512"/>
                  </a:lnTo>
                  <a:lnTo>
                    <a:pt x="309" y="1512"/>
                  </a:lnTo>
                  <a:lnTo>
                    <a:pt x="309" y="1512"/>
                  </a:lnTo>
                  <a:lnTo>
                    <a:pt x="309" y="1512"/>
                  </a:lnTo>
                  <a:lnTo>
                    <a:pt x="307" y="1512"/>
                  </a:lnTo>
                  <a:lnTo>
                    <a:pt x="306" y="1512"/>
                  </a:lnTo>
                  <a:lnTo>
                    <a:pt x="304" y="1512"/>
                  </a:lnTo>
                  <a:lnTo>
                    <a:pt x="304" y="1510"/>
                  </a:lnTo>
                  <a:lnTo>
                    <a:pt x="303" y="1510"/>
                  </a:lnTo>
                  <a:lnTo>
                    <a:pt x="303" y="1510"/>
                  </a:lnTo>
                  <a:lnTo>
                    <a:pt x="304" y="1512"/>
                  </a:lnTo>
                  <a:lnTo>
                    <a:pt x="304" y="1513"/>
                  </a:lnTo>
                  <a:lnTo>
                    <a:pt x="303" y="1515"/>
                  </a:lnTo>
                  <a:lnTo>
                    <a:pt x="301" y="1515"/>
                  </a:lnTo>
                  <a:lnTo>
                    <a:pt x="300" y="1513"/>
                  </a:lnTo>
                  <a:lnTo>
                    <a:pt x="300" y="1513"/>
                  </a:lnTo>
                  <a:lnTo>
                    <a:pt x="300" y="1512"/>
                  </a:lnTo>
                  <a:lnTo>
                    <a:pt x="300" y="1510"/>
                  </a:lnTo>
                  <a:lnTo>
                    <a:pt x="300" y="1510"/>
                  </a:lnTo>
                  <a:lnTo>
                    <a:pt x="300" y="1512"/>
                  </a:lnTo>
                  <a:lnTo>
                    <a:pt x="300" y="1512"/>
                  </a:lnTo>
                  <a:lnTo>
                    <a:pt x="300" y="1513"/>
                  </a:lnTo>
                  <a:lnTo>
                    <a:pt x="300" y="1515"/>
                  </a:lnTo>
                  <a:lnTo>
                    <a:pt x="300" y="1515"/>
                  </a:lnTo>
                  <a:lnTo>
                    <a:pt x="298" y="1515"/>
                  </a:lnTo>
                  <a:lnTo>
                    <a:pt x="298" y="1515"/>
                  </a:lnTo>
                  <a:lnTo>
                    <a:pt x="297" y="1515"/>
                  </a:lnTo>
                  <a:lnTo>
                    <a:pt x="297" y="1513"/>
                  </a:lnTo>
                  <a:lnTo>
                    <a:pt x="297" y="1513"/>
                  </a:lnTo>
                  <a:lnTo>
                    <a:pt x="297" y="1515"/>
                  </a:lnTo>
                  <a:lnTo>
                    <a:pt x="295" y="1515"/>
                  </a:lnTo>
                  <a:lnTo>
                    <a:pt x="295" y="1515"/>
                  </a:lnTo>
                  <a:lnTo>
                    <a:pt x="293" y="1515"/>
                  </a:lnTo>
                  <a:lnTo>
                    <a:pt x="293" y="1515"/>
                  </a:lnTo>
                  <a:lnTo>
                    <a:pt x="293" y="1515"/>
                  </a:lnTo>
                  <a:lnTo>
                    <a:pt x="293" y="1515"/>
                  </a:lnTo>
                  <a:lnTo>
                    <a:pt x="293" y="1513"/>
                  </a:lnTo>
                  <a:lnTo>
                    <a:pt x="292" y="1515"/>
                  </a:lnTo>
                  <a:lnTo>
                    <a:pt x="292" y="1516"/>
                  </a:lnTo>
                  <a:lnTo>
                    <a:pt x="292" y="1516"/>
                  </a:lnTo>
                  <a:lnTo>
                    <a:pt x="290" y="1516"/>
                  </a:lnTo>
                  <a:lnTo>
                    <a:pt x="289" y="1515"/>
                  </a:lnTo>
                  <a:lnTo>
                    <a:pt x="289" y="1515"/>
                  </a:lnTo>
                  <a:lnTo>
                    <a:pt x="287" y="1513"/>
                  </a:lnTo>
                  <a:lnTo>
                    <a:pt x="284" y="1512"/>
                  </a:lnTo>
                  <a:lnTo>
                    <a:pt x="284" y="1510"/>
                  </a:lnTo>
                  <a:lnTo>
                    <a:pt x="283" y="1509"/>
                  </a:lnTo>
                  <a:lnTo>
                    <a:pt x="283" y="1507"/>
                  </a:lnTo>
                  <a:lnTo>
                    <a:pt x="281" y="1506"/>
                  </a:lnTo>
                  <a:lnTo>
                    <a:pt x="283" y="1506"/>
                  </a:lnTo>
                  <a:lnTo>
                    <a:pt x="283" y="1506"/>
                  </a:lnTo>
                  <a:lnTo>
                    <a:pt x="283" y="1506"/>
                  </a:lnTo>
                  <a:lnTo>
                    <a:pt x="283" y="1504"/>
                  </a:lnTo>
                  <a:lnTo>
                    <a:pt x="281" y="1504"/>
                  </a:lnTo>
                  <a:lnTo>
                    <a:pt x="281" y="1504"/>
                  </a:lnTo>
                  <a:lnTo>
                    <a:pt x="281" y="1503"/>
                  </a:lnTo>
                  <a:lnTo>
                    <a:pt x="283" y="1503"/>
                  </a:lnTo>
                  <a:lnTo>
                    <a:pt x="283" y="1503"/>
                  </a:lnTo>
                  <a:lnTo>
                    <a:pt x="284" y="1501"/>
                  </a:lnTo>
                  <a:lnTo>
                    <a:pt x="284" y="1501"/>
                  </a:lnTo>
                  <a:lnTo>
                    <a:pt x="281" y="1503"/>
                  </a:lnTo>
                  <a:lnTo>
                    <a:pt x="280" y="1501"/>
                  </a:lnTo>
                  <a:lnTo>
                    <a:pt x="280" y="1500"/>
                  </a:lnTo>
                  <a:lnTo>
                    <a:pt x="280" y="1500"/>
                  </a:lnTo>
                  <a:lnTo>
                    <a:pt x="281" y="1500"/>
                  </a:lnTo>
                  <a:lnTo>
                    <a:pt x="283" y="1500"/>
                  </a:lnTo>
                  <a:lnTo>
                    <a:pt x="283" y="1500"/>
                  </a:lnTo>
                  <a:lnTo>
                    <a:pt x="283" y="1500"/>
                  </a:lnTo>
                  <a:lnTo>
                    <a:pt x="281" y="1500"/>
                  </a:lnTo>
                  <a:lnTo>
                    <a:pt x="281" y="1500"/>
                  </a:lnTo>
                  <a:lnTo>
                    <a:pt x="281" y="1498"/>
                  </a:lnTo>
                  <a:lnTo>
                    <a:pt x="281" y="1498"/>
                  </a:lnTo>
                  <a:lnTo>
                    <a:pt x="281" y="1500"/>
                  </a:lnTo>
                  <a:lnTo>
                    <a:pt x="280" y="1500"/>
                  </a:lnTo>
                  <a:lnTo>
                    <a:pt x="278" y="1500"/>
                  </a:lnTo>
                  <a:lnTo>
                    <a:pt x="278" y="1498"/>
                  </a:lnTo>
                  <a:lnTo>
                    <a:pt x="278" y="1498"/>
                  </a:lnTo>
                  <a:lnTo>
                    <a:pt x="278" y="1497"/>
                  </a:lnTo>
                  <a:lnTo>
                    <a:pt x="275" y="1493"/>
                  </a:lnTo>
                  <a:lnTo>
                    <a:pt x="272" y="1492"/>
                  </a:lnTo>
                  <a:lnTo>
                    <a:pt x="271" y="1490"/>
                  </a:lnTo>
                  <a:lnTo>
                    <a:pt x="266" y="1489"/>
                  </a:lnTo>
                  <a:lnTo>
                    <a:pt x="259" y="1489"/>
                  </a:lnTo>
                  <a:lnTo>
                    <a:pt x="259" y="1489"/>
                  </a:lnTo>
                  <a:lnTo>
                    <a:pt x="259" y="1489"/>
                  </a:lnTo>
                  <a:lnTo>
                    <a:pt x="260" y="1489"/>
                  </a:lnTo>
                  <a:lnTo>
                    <a:pt x="262" y="1487"/>
                  </a:lnTo>
                  <a:lnTo>
                    <a:pt x="262" y="1487"/>
                  </a:lnTo>
                  <a:lnTo>
                    <a:pt x="259" y="1487"/>
                  </a:lnTo>
                  <a:lnTo>
                    <a:pt x="259" y="1487"/>
                  </a:lnTo>
                  <a:lnTo>
                    <a:pt x="257" y="1489"/>
                  </a:lnTo>
                  <a:lnTo>
                    <a:pt x="249" y="1490"/>
                  </a:lnTo>
                  <a:lnTo>
                    <a:pt x="249" y="1490"/>
                  </a:lnTo>
                  <a:lnTo>
                    <a:pt x="243" y="1490"/>
                  </a:lnTo>
                  <a:lnTo>
                    <a:pt x="239" y="1492"/>
                  </a:lnTo>
                  <a:lnTo>
                    <a:pt x="236" y="1492"/>
                  </a:lnTo>
                  <a:lnTo>
                    <a:pt x="233" y="1493"/>
                  </a:lnTo>
                  <a:lnTo>
                    <a:pt x="231" y="1493"/>
                  </a:lnTo>
                  <a:lnTo>
                    <a:pt x="230" y="1493"/>
                  </a:lnTo>
                  <a:lnTo>
                    <a:pt x="228" y="1493"/>
                  </a:lnTo>
                  <a:lnTo>
                    <a:pt x="228" y="1495"/>
                  </a:lnTo>
                  <a:lnTo>
                    <a:pt x="228" y="1497"/>
                  </a:lnTo>
                  <a:lnTo>
                    <a:pt x="225" y="1498"/>
                  </a:lnTo>
                  <a:lnTo>
                    <a:pt x="224" y="1498"/>
                  </a:lnTo>
                  <a:lnTo>
                    <a:pt x="219" y="1498"/>
                  </a:lnTo>
                  <a:lnTo>
                    <a:pt x="214" y="1500"/>
                  </a:lnTo>
                  <a:lnTo>
                    <a:pt x="211" y="1501"/>
                  </a:lnTo>
                  <a:lnTo>
                    <a:pt x="210" y="1503"/>
                  </a:lnTo>
                  <a:lnTo>
                    <a:pt x="208" y="1503"/>
                  </a:lnTo>
                  <a:lnTo>
                    <a:pt x="207" y="1504"/>
                  </a:lnTo>
                  <a:lnTo>
                    <a:pt x="202" y="1504"/>
                  </a:lnTo>
                  <a:lnTo>
                    <a:pt x="198" y="1507"/>
                  </a:lnTo>
                  <a:lnTo>
                    <a:pt x="196" y="1507"/>
                  </a:lnTo>
                  <a:lnTo>
                    <a:pt x="195" y="1509"/>
                  </a:lnTo>
                  <a:lnTo>
                    <a:pt x="192" y="1510"/>
                  </a:lnTo>
                  <a:lnTo>
                    <a:pt x="190" y="1510"/>
                  </a:lnTo>
                  <a:lnTo>
                    <a:pt x="189" y="1509"/>
                  </a:lnTo>
                  <a:lnTo>
                    <a:pt x="187" y="1507"/>
                  </a:lnTo>
                  <a:lnTo>
                    <a:pt x="183" y="1507"/>
                  </a:lnTo>
                  <a:lnTo>
                    <a:pt x="180" y="1506"/>
                  </a:lnTo>
                  <a:lnTo>
                    <a:pt x="178" y="1506"/>
                  </a:lnTo>
                  <a:lnTo>
                    <a:pt x="178" y="1506"/>
                  </a:lnTo>
                  <a:lnTo>
                    <a:pt x="176" y="1506"/>
                  </a:lnTo>
                  <a:lnTo>
                    <a:pt x="176" y="1506"/>
                  </a:lnTo>
                  <a:lnTo>
                    <a:pt x="178" y="1506"/>
                  </a:lnTo>
                  <a:lnTo>
                    <a:pt x="180" y="1506"/>
                  </a:lnTo>
                  <a:lnTo>
                    <a:pt x="180" y="1506"/>
                  </a:lnTo>
                  <a:lnTo>
                    <a:pt x="178" y="1506"/>
                  </a:lnTo>
                  <a:lnTo>
                    <a:pt x="176" y="1504"/>
                  </a:lnTo>
                  <a:lnTo>
                    <a:pt x="178" y="1503"/>
                  </a:lnTo>
                  <a:lnTo>
                    <a:pt x="176" y="1503"/>
                  </a:lnTo>
                  <a:lnTo>
                    <a:pt x="176" y="1503"/>
                  </a:lnTo>
                  <a:lnTo>
                    <a:pt x="175" y="1506"/>
                  </a:lnTo>
                  <a:lnTo>
                    <a:pt x="175" y="1506"/>
                  </a:lnTo>
                  <a:lnTo>
                    <a:pt x="169" y="1504"/>
                  </a:lnTo>
                  <a:lnTo>
                    <a:pt x="167" y="1503"/>
                  </a:lnTo>
                  <a:lnTo>
                    <a:pt x="166" y="1503"/>
                  </a:lnTo>
                  <a:lnTo>
                    <a:pt x="163" y="1503"/>
                  </a:lnTo>
                  <a:lnTo>
                    <a:pt x="160" y="1504"/>
                  </a:lnTo>
                  <a:lnTo>
                    <a:pt x="160" y="1504"/>
                  </a:lnTo>
                  <a:lnTo>
                    <a:pt x="166" y="1504"/>
                  </a:lnTo>
                  <a:lnTo>
                    <a:pt x="166" y="1504"/>
                  </a:lnTo>
                  <a:lnTo>
                    <a:pt x="166" y="1504"/>
                  </a:lnTo>
                  <a:lnTo>
                    <a:pt x="158" y="1504"/>
                  </a:lnTo>
                  <a:lnTo>
                    <a:pt x="155" y="1506"/>
                  </a:lnTo>
                  <a:lnTo>
                    <a:pt x="155" y="1506"/>
                  </a:lnTo>
                  <a:lnTo>
                    <a:pt x="154" y="1504"/>
                  </a:lnTo>
                  <a:lnTo>
                    <a:pt x="151" y="1504"/>
                  </a:lnTo>
                  <a:lnTo>
                    <a:pt x="151" y="1504"/>
                  </a:lnTo>
                  <a:lnTo>
                    <a:pt x="151" y="1506"/>
                  </a:lnTo>
                  <a:lnTo>
                    <a:pt x="151" y="1506"/>
                  </a:lnTo>
                  <a:lnTo>
                    <a:pt x="154" y="1506"/>
                  </a:lnTo>
                  <a:lnTo>
                    <a:pt x="154" y="1506"/>
                  </a:lnTo>
                  <a:lnTo>
                    <a:pt x="148" y="1506"/>
                  </a:lnTo>
                  <a:lnTo>
                    <a:pt x="143" y="1507"/>
                  </a:lnTo>
                  <a:lnTo>
                    <a:pt x="142" y="1507"/>
                  </a:lnTo>
                  <a:lnTo>
                    <a:pt x="135" y="1510"/>
                  </a:lnTo>
                  <a:lnTo>
                    <a:pt x="132" y="1510"/>
                  </a:lnTo>
                  <a:lnTo>
                    <a:pt x="131" y="1512"/>
                  </a:lnTo>
                  <a:lnTo>
                    <a:pt x="129" y="1513"/>
                  </a:lnTo>
                  <a:lnTo>
                    <a:pt x="128" y="1513"/>
                  </a:lnTo>
                  <a:lnTo>
                    <a:pt x="125" y="1515"/>
                  </a:lnTo>
                  <a:lnTo>
                    <a:pt x="123" y="1515"/>
                  </a:lnTo>
                  <a:lnTo>
                    <a:pt x="122" y="1515"/>
                  </a:lnTo>
                  <a:lnTo>
                    <a:pt x="117" y="1513"/>
                  </a:lnTo>
                  <a:lnTo>
                    <a:pt x="114" y="1512"/>
                  </a:lnTo>
                  <a:lnTo>
                    <a:pt x="104" y="1506"/>
                  </a:lnTo>
                  <a:lnTo>
                    <a:pt x="101" y="1504"/>
                  </a:lnTo>
                  <a:lnTo>
                    <a:pt x="97" y="1501"/>
                  </a:lnTo>
                  <a:lnTo>
                    <a:pt x="90" y="1493"/>
                  </a:lnTo>
                  <a:lnTo>
                    <a:pt x="88" y="1492"/>
                  </a:lnTo>
                  <a:lnTo>
                    <a:pt x="85" y="1492"/>
                  </a:lnTo>
                  <a:lnTo>
                    <a:pt x="85" y="1492"/>
                  </a:lnTo>
                  <a:lnTo>
                    <a:pt x="84" y="1490"/>
                  </a:lnTo>
                  <a:lnTo>
                    <a:pt x="82" y="1489"/>
                  </a:lnTo>
                  <a:lnTo>
                    <a:pt x="81" y="1487"/>
                  </a:lnTo>
                  <a:lnTo>
                    <a:pt x="78" y="1486"/>
                  </a:lnTo>
                  <a:lnTo>
                    <a:pt x="75" y="1483"/>
                  </a:lnTo>
                  <a:lnTo>
                    <a:pt x="75" y="1483"/>
                  </a:lnTo>
                  <a:lnTo>
                    <a:pt x="72" y="1481"/>
                  </a:lnTo>
                  <a:lnTo>
                    <a:pt x="70" y="1480"/>
                  </a:lnTo>
                  <a:lnTo>
                    <a:pt x="64" y="1478"/>
                  </a:lnTo>
                  <a:lnTo>
                    <a:pt x="63" y="1477"/>
                  </a:lnTo>
                  <a:lnTo>
                    <a:pt x="63" y="1477"/>
                  </a:lnTo>
                  <a:lnTo>
                    <a:pt x="64" y="1475"/>
                  </a:lnTo>
                  <a:lnTo>
                    <a:pt x="63" y="1474"/>
                  </a:lnTo>
                  <a:lnTo>
                    <a:pt x="63" y="1472"/>
                  </a:lnTo>
                  <a:lnTo>
                    <a:pt x="63" y="1472"/>
                  </a:lnTo>
                  <a:lnTo>
                    <a:pt x="61" y="1474"/>
                  </a:lnTo>
                  <a:lnTo>
                    <a:pt x="60" y="1474"/>
                  </a:lnTo>
                  <a:lnTo>
                    <a:pt x="60" y="1472"/>
                  </a:lnTo>
                  <a:lnTo>
                    <a:pt x="58" y="1472"/>
                  </a:lnTo>
                  <a:lnTo>
                    <a:pt x="58" y="1472"/>
                  </a:lnTo>
                  <a:lnTo>
                    <a:pt x="58" y="1469"/>
                  </a:lnTo>
                  <a:lnTo>
                    <a:pt x="56" y="1468"/>
                  </a:lnTo>
                  <a:lnTo>
                    <a:pt x="56" y="1468"/>
                  </a:lnTo>
                  <a:lnTo>
                    <a:pt x="55" y="1468"/>
                  </a:lnTo>
                  <a:lnTo>
                    <a:pt x="53" y="1466"/>
                  </a:lnTo>
                  <a:lnTo>
                    <a:pt x="53" y="1465"/>
                  </a:lnTo>
                  <a:lnTo>
                    <a:pt x="53" y="1463"/>
                  </a:lnTo>
                  <a:lnTo>
                    <a:pt x="53" y="1463"/>
                  </a:lnTo>
                  <a:lnTo>
                    <a:pt x="55" y="1465"/>
                  </a:lnTo>
                  <a:lnTo>
                    <a:pt x="55" y="1465"/>
                  </a:lnTo>
                  <a:lnTo>
                    <a:pt x="56" y="1463"/>
                  </a:lnTo>
                  <a:lnTo>
                    <a:pt x="58" y="1463"/>
                  </a:lnTo>
                  <a:lnTo>
                    <a:pt x="58" y="1462"/>
                  </a:lnTo>
                  <a:lnTo>
                    <a:pt x="58" y="1462"/>
                  </a:lnTo>
                  <a:lnTo>
                    <a:pt x="56" y="1462"/>
                  </a:lnTo>
                  <a:lnTo>
                    <a:pt x="55" y="1462"/>
                  </a:lnTo>
                  <a:lnTo>
                    <a:pt x="55" y="1463"/>
                  </a:lnTo>
                  <a:lnTo>
                    <a:pt x="55" y="1463"/>
                  </a:lnTo>
                  <a:lnTo>
                    <a:pt x="53" y="1462"/>
                  </a:lnTo>
                  <a:lnTo>
                    <a:pt x="53" y="1460"/>
                  </a:lnTo>
                  <a:lnTo>
                    <a:pt x="53" y="1460"/>
                  </a:lnTo>
                  <a:lnTo>
                    <a:pt x="55" y="1459"/>
                  </a:lnTo>
                  <a:lnTo>
                    <a:pt x="56" y="1459"/>
                  </a:lnTo>
                  <a:lnTo>
                    <a:pt x="55" y="1459"/>
                  </a:lnTo>
                  <a:lnTo>
                    <a:pt x="53" y="1457"/>
                  </a:lnTo>
                  <a:lnTo>
                    <a:pt x="53" y="1457"/>
                  </a:lnTo>
                  <a:lnTo>
                    <a:pt x="53" y="1457"/>
                  </a:lnTo>
                  <a:lnTo>
                    <a:pt x="53" y="1456"/>
                  </a:lnTo>
                  <a:lnTo>
                    <a:pt x="53" y="1454"/>
                  </a:lnTo>
                  <a:lnTo>
                    <a:pt x="52" y="1454"/>
                  </a:lnTo>
                  <a:lnTo>
                    <a:pt x="52" y="1453"/>
                  </a:lnTo>
                  <a:lnTo>
                    <a:pt x="50" y="1453"/>
                  </a:lnTo>
                  <a:lnTo>
                    <a:pt x="49" y="1451"/>
                  </a:lnTo>
                  <a:lnTo>
                    <a:pt x="47" y="1451"/>
                  </a:lnTo>
                  <a:lnTo>
                    <a:pt x="49" y="1450"/>
                  </a:lnTo>
                  <a:lnTo>
                    <a:pt x="49" y="1448"/>
                  </a:lnTo>
                  <a:lnTo>
                    <a:pt x="47" y="1447"/>
                  </a:lnTo>
                  <a:lnTo>
                    <a:pt x="47" y="1447"/>
                  </a:lnTo>
                  <a:lnTo>
                    <a:pt x="47" y="1447"/>
                  </a:lnTo>
                  <a:lnTo>
                    <a:pt x="47" y="1447"/>
                  </a:lnTo>
                  <a:lnTo>
                    <a:pt x="46" y="1447"/>
                  </a:lnTo>
                  <a:lnTo>
                    <a:pt x="44" y="1445"/>
                  </a:lnTo>
                  <a:lnTo>
                    <a:pt x="44" y="1445"/>
                  </a:lnTo>
                  <a:lnTo>
                    <a:pt x="44" y="1444"/>
                  </a:lnTo>
                  <a:lnTo>
                    <a:pt x="44" y="1444"/>
                  </a:lnTo>
                  <a:lnTo>
                    <a:pt x="43" y="1444"/>
                  </a:lnTo>
                  <a:lnTo>
                    <a:pt x="43" y="1444"/>
                  </a:lnTo>
                  <a:lnTo>
                    <a:pt x="38" y="1442"/>
                  </a:lnTo>
                  <a:lnTo>
                    <a:pt x="37" y="1439"/>
                  </a:lnTo>
                  <a:lnTo>
                    <a:pt x="37" y="1437"/>
                  </a:lnTo>
                  <a:lnTo>
                    <a:pt x="37" y="1436"/>
                  </a:lnTo>
                  <a:lnTo>
                    <a:pt x="37" y="1436"/>
                  </a:lnTo>
                  <a:lnTo>
                    <a:pt x="35" y="1436"/>
                  </a:lnTo>
                  <a:lnTo>
                    <a:pt x="35" y="1436"/>
                  </a:lnTo>
                  <a:lnTo>
                    <a:pt x="35" y="1434"/>
                  </a:lnTo>
                  <a:lnTo>
                    <a:pt x="35" y="1433"/>
                  </a:lnTo>
                  <a:lnTo>
                    <a:pt x="34" y="1433"/>
                  </a:lnTo>
                  <a:lnTo>
                    <a:pt x="34" y="1433"/>
                  </a:lnTo>
                  <a:lnTo>
                    <a:pt x="32" y="1433"/>
                  </a:lnTo>
                  <a:lnTo>
                    <a:pt x="32" y="1434"/>
                  </a:lnTo>
                  <a:lnTo>
                    <a:pt x="32" y="1434"/>
                  </a:lnTo>
                  <a:lnTo>
                    <a:pt x="31" y="1434"/>
                  </a:lnTo>
                  <a:lnTo>
                    <a:pt x="31" y="1433"/>
                  </a:lnTo>
                  <a:lnTo>
                    <a:pt x="31" y="1433"/>
                  </a:lnTo>
                  <a:lnTo>
                    <a:pt x="31" y="1431"/>
                  </a:lnTo>
                  <a:lnTo>
                    <a:pt x="31" y="1431"/>
                  </a:lnTo>
                  <a:lnTo>
                    <a:pt x="29" y="1433"/>
                  </a:lnTo>
                  <a:lnTo>
                    <a:pt x="29" y="1433"/>
                  </a:lnTo>
                  <a:lnTo>
                    <a:pt x="29" y="1431"/>
                  </a:lnTo>
                  <a:lnTo>
                    <a:pt x="29" y="1431"/>
                  </a:lnTo>
                  <a:lnTo>
                    <a:pt x="28" y="1431"/>
                  </a:lnTo>
                  <a:lnTo>
                    <a:pt x="28" y="1430"/>
                  </a:lnTo>
                  <a:lnTo>
                    <a:pt x="28" y="1430"/>
                  </a:lnTo>
                  <a:lnTo>
                    <a:pt x="28" y="1428"/>
                  </a:lnTo>
                  <a:lnTo>
                    <a:pt x="28" y="1428"/>
                  </a:lnTo>
                  <a:lnTo>
                    <a:pt x="28" y="1428"/>
                  </a:lnTo>
                  <a:lnTo>
                    <a:pt x="28" y="1428"/>
                  </a:lnTo>
                  <a:lnTo>
                    <a:pt x="26" y="1428"/>
                  </a:lnTo>
                  <a:lnTo>
                    <a:pt x="26" y="1427"/>
                  </a:lnTo>
                  <a:lnTo>
                    <a:pt x="26" y="1427"/>
                  </a:lnTo>
                  <a:lnTo>
                    <a:pt x="29" y="1425"/>
                  </a:lnTo>
                  <a:lnTo>
                    <a:pt x="31" y="1425"/>
                  </a:lnTo>
                  <a:lnTo>
                    <a:pt x="31" y="1425"/>
                  </a:lnTo>
                  <a:lnTo>
                    <a:pt x="31" y="1424"/>
                  </a:lnTo>
                  <a:lnTo>
                    <a:pt x="29" y="1424"/>
                  </a:lnTo>
                  <a:lnTo>
                    <a:pt x="28" y="1424"/>
                  </a:lnTo>
                  <a:lnTo>
                    <a:pt x="28" y="1425"/>
                  </a:lnTo>
                  <a:lnTo>
                    <a:pt x="28" y="1425"/>
                  </a:lnTo>
                  <a:lnTo>
                    <a:pt x="26" y="1424"/>
                  </a:lnTo>
                  <a:lnTo>
                    <a:pt x="26" y="1422"/>
                  </a:lnTo>
                  <a:lnTo>
                    <a:pt x="26" y="1422"/>
                  </a:lnTo>
                  <a:lnTo>
                    <a:pt x="26" y="1422"/>
                  </a:lnTo>
                  <a:lnTo>
                    <a:pt x="29" y="1422"/>
                  </a:lnTo>
                  <a:lnTo>
                    <a:pt x="31" y="1421"/>
                  </a:lnTo>
                  <a:lnTo>
                    <a:pt x="31" y="1421"/>
                  </a:lnTo>
                  <a:lnTo>
                    <a:pt x="31" y="1421"/>
                  </a:lnTo>
                  <a:lnTo>
                    <a:pt x="31" y="1421"/>
                  </a:lnTo>
                  <a:lnTo>
                    <a:pt x="31" y="1421"/>
                  </a:lnTo>
                  <a:lnTo>
                    <a:pt x="29" y="1421"/>
                  </a:lnTo>
                  <a:lnTo>
                    <a:pt x="26" y="1421"/>
                  </a:lnTo>
                  <a:lnTo>
                    <a:pt x="26" y="1421"/>
                  </a:lnTo>
                  <a:lnTo>
                    <a:pt x="25" y="1422"/>
                  </a:lnTo>
                  <a:lnTo>
                    <a:pt x="22" y="1424"/>
                  </a:lnTo>
                  <a:lnTo>
                    <a:pt x="20" y="1422"/>
                  </a:lnTo>
                  <a:lnTo>
                    <a:pt x="22" y="1421"/>
                  </a:lnTo>
                  <a:lnTo>
                    <a:pt x="20" y="1421"/>
                  </a:lnTo>
                  <a:lnTo>
                    <a:pt x="20" y="1421"/>
                  </a:lnTo>
                  <a:lnTo>
                    <a:pt x="18" y="1421"/>
                  </a:lnTo>
                  <a:lnTo>
                    <a:pt x="17" y="1421"/>
                  </a:lnTo>
                  <a:lnTo>
                    <a:pt x="15" y="1419"/>
                  </a:lnTo>
                  <a:lnTo>
                    <a:pt x="15" y="1418"/>
                  </a:lnTo>
                  <a:lnTo>
                    <a:pt x="17" y="1418"/>
                  </a:lnTo>
                  <a:lnTo>
                    <a:pt x="17" y="1418"/>
                  </a:lnTo>
                  <a:lnTo>
                    <a:pt x="15" y="1418"/>
                  </a:lnTo>
                  <a:lnTo>
                    <a:pt x="14" y="1418"/>
                  </a:lnTo>
                  <a:lnTo>
                    <a:pt x="11" y="1416"/>
                  </a:lnTo>
                  <a:lnTo>
                    <a:pt x="11" y="1415"/>
                  </a:lnTo>
                  <a:lnTo>
                    <a:pt x="9" y="1415"/>
                  </a:lnTo>
                  <a:lnTo>
                    <a:pt x="11" y="1413"/>
                  </a:lnTo>
                  <a:lnTo>
                    <a:pt x="11" y="1413"/>
                  </a:lnTo>
                  <a:lnTo>
                    <a:pt x="12" y="1413"/>
                  </a:lnTo>
                  <a:lnTo>
                    <a:pt x="14" y="1413"/>
                  </a:lnTo>
                  <a:lnTo>
                    <a:pt x="14" y="1413"/>
                  </a:lnTo>
                  <a:lnTo>
                    <a:pt x="14" y="1413"/>
                  </a:lnTo>
                  <a:lnTo>
                    <a:pt x="14" y="1412"/>
                  </a:lnTo>
                  <a:lnTo>
                    <a:pt x="12" y="1412"/>
                  </a:lnTo>
                  <a:lnTo>
                    <a:pt x="12" y="1412"/>
                  </a:lnTo>
                  <a:lnTo>
                    <a:pt x="12" y="1412"/>
                  </a:lnTo>
                  <a:lnTo>
                    <a:pt x="11" y="1412"/>
                  </a:lnTo>
                  <a:lnTo>
                    <a:pt x="11" y="1413"/>
                  </a:lnTo>
                  <a:lnTo>
                    <a:pt x="11" y="1413"/>
                  </a:lnTo>
                  <a:lnTo>
                    <a:pt x="11" y="1412"/>
                  </a:lnTo>
                  <a:lnTo>
                    <a:pt x="9" y="1412"/>
                  </a:lnTo>
                  <a:lnTo>
                    <a:pt x="11" y="1412"/>
                  </a:lnTo>
                  <a:lnTo>
                    <a:pt x="11" y="1409"/>
                  </a:lnTo>
                  <a:lnTo>
                    <a:pt x="11" y="1409"/>
                  </a:lnTo>
                  <a:lnTo>
                    <a:pt x="11" y="1407"/>
                  </a:lnTo>
                  <a:lnTo>
                    <a:pt x="11" y="1406"/>
                  </a:lnTo>
                  <a:lnTo>
                    <a:pt x="9" y="1404"/>
                  </a:lnTo>
                  <a:lnTo>
                    <a:pt x="11" y="1402"/>
                  </a:lnTo>
                  <a:lnTo>
                    <a:pt x="11" y="1401"/>
                  </a:lnTo>
                  <a:lnTo>
                    <a:pt x="12" y="1402"/>
                  </a:lnTo>
                  <a:lnTo>
                    <a:pt x="12" y="1402"/>
                  </a:lnTo>
                  <a:lnTo>
                    <a:pt x="12" y="1404"/>
                  </a:lnTo>
                  <a:lnTo>
                    <a:pt x="14" y="1404"/>
                  </a:lnTo>
                  <a:lnTo>
                    <a:pt x="17" y="1404"/>
                  </a:lnTo>
                  <a:lnTo>
                    <a:pt x="17" y="1404"/>
                  </a:lnTo>
                  <a:lnTo>
                    <a:pt x="17" y="1404"/>
                  </a:lnTo>
                  <a:lnTo>
                    <a:pt x="17" y="1402"/>
                  </a:lnTo>
                  <a:lnTo>
                    <a:pt x="20" y="1402"/>
                  </a:lnTo>
                  <a:lnTo>
                    <a:pt x="22" y="1402"/>
                  </a:lnTo>
                  <a:lnTo>
                    <a:pt x="25" y="1402"/>
                  </a:lnTo>
                  <a:lnTo>
                    <a:pt x="26" y="1402"/>
                  </a:lnTo>
                  <a:lnTo>
                    <a:pt x="26" y="1401"/>
                  </a:lnTo>
                  <a:lnTo>
                    <a:pt x="26" y="1401"/>
                  </a:lnTo>
                  <a:lnTo>
                    <a:pt x="25" y="1401"/>
                  </a:lnTo>
                  <a:lnTo>
                    <a:pt x="22" y="1402"/>
                  </a:lnTo>
                  <a:lnTo>
                    <a:pt x="18" y="1402"/>
                  </a:lnTo>
                  <a:lnTo>
                    <a:pt x="15" y="1402"/>
                  </a:lnTo>
                  <a:lnTo>
                    <a:pt x="14" y="1402"/>
                  </a:lnTo>
                  <a:lnTo>
                    <a:pt x="12" y="1402"/>
                  </a:lnTo>
                  <a:lnTo>
                    <a:pt x="12" y="1399"/>
                  </a:lnTo>
                  <a:lnTo>
                    <a:pt x="12" y="1399"/>
                  </a:lnTo>
                  <a:lnTo>
                    <a:pt x="12" y="1398"/>
                  </a:lnTo>
                  <a:lnTo>
                    <a:pt x="11" y="1396"/>
                  </a:lnTo>
                  <a:lnTo>
                    <a:pt x="11" y="1396"/>
                  </a:lnTo>
                  <a:lnTo>
                    <a:pt x="11" y="1395"/>
                  </a:lnTo>
                  <a:lnTo>
                    <a:pt x="12" y="1395"/>
                  </a:lnTo>
                  <a:lnTo>
                    <a:pt x="12" y="1395"/>
                  </a:lnTo>
                  <a:lnTo>
                    <a:pt x="11" y="1395"/>
                  </a:lnTo>
                  <a:lnTo>
                    <a:pt x="11" y="1395"/>
                  </a:lnTo>
                  <a:lnTo>
                    <a:pt x="9" y="1395"/>
                  </a:lnTo>
                  <a:lnTo>
                    <a:pt x="9" y="1393"/>
                  </a:lnTo>
                  <a:lnTo>
                    <a:pt x="9" y="1392"/>
                  </a:lnTo>
                  <a:lnTo>
                    <a:pt x="8" y="1390"/>
                  </a:lnTo>
                  <a:lnTo>
                    <a:pt x="6" y="1389"/>
                  </a:lnTo>
                  <a:lnTo>
                    <a:pt x="5" y="1387"/>
                  </a:lnTo>
                  <a:lnTo>
                    <a:pt x="5" y="1386"/>
                  </a:lnTo>
                  <a:lnTo>
                    <a:pt x="3" y="1386"/>
                  </a:lnTo>
                  <a:lnTo>
                    <a:pt x="2" y="1386"/>
                  </a:lnTo>
                  <a:lnTo>
                    <a:pt x="2" y="1387"/>
                  </a:lnTo>
                  <a:lnTo>
                    <a:pt x="0" y="1386"/>
                  </a:lnTo>
                  <a:lnTo>
                    <a:pt x="2" y="1384"/>
                  </a:lnTo>
                  <a:lnTo>
                    <a:pt x="6" y="1383"/>
                  </a:lnTo>
                  <a:lnTo>
                    <a:pt x="9" y="1378"/>
                  </a:lnTo>
                  <a:lnTo>
                    <a:pt x="12" y="1374"/>
                  </a:lnTo>
                  <a:lnTo>
                    <a:pt x="12" y="1372"/>
                  </a:lnTo>
                  <a:lnTo>
                    <a:pt x="12" y="1366"/>
                  </a:lnTo>
                  <a:lnTo>
                    <a:pt x="14" y="1363"/>
                  </a:lnTo>
                  <a:lnTo>
                    <a:pt x="14" y="1361"/>
                  </a:lnTo>
                  <a:lnTo>
                    <a:pt x="15" y="1358"/>
                  </a:lnTo>
                  <a:lnTo>
                    <a:pt x="17" y="1354"/>
                  </a:lnTo>
                  <a:lnTo>
                    <a:pt x="18" y="1349"/>
                  </a:lnTo>
                  <a:lnTo>
                    <a:pt x="20" y="1345"/>
                  </a:lnTo>
                  <a:lnTo>
                    <a:pt x="18" y="1342"/>
                  </a:lnTo>
                  <a:lnTo>
                    <a:pt x="18" y="1337"/>
                  </a:lnTo>
                  <a:lnTo>
                    <a:pt x="18" y="1334"/>
                  </a:lnTo>
                  <a:lnTo>
                    <a:pt x="17" y="1331"/>
                  </a:lnTo>
                  <a:lnTo>
                    <a:pt x="15" y="1329"/>
                  </a:lnTo>
                  <a:lnTo>
                    <a:pt x="14" y="1326"/>
                  </a:lnTo>
                  <a:lnTo>
                    <a:pt x="14" y="1326"/>
                  </a:lnTo>
                  <a:lnTo>
                    <a:pt x="14" y="1326"/>
                  </a:lnTo>
                  <a:lnTo>
                    <a:pt x="15" y="1325"/>
                  </a:lnTo>
                  <a:lnTo>
                    <a:pt x="15" y="1325"/>
                  </a:lnTo>
                  <a:lnTo>
                    <a:pt x="14" y="1325"/>
                  </a:lnTo>
                  <a:lnTo>
                    <a:pt x="15" y="1320"/>
                  </a:lnTo>
                  <a:lnTo>
                    <a:pt x="17" y="1317"/>
                  </a:lnTo>
                  <a:lnTo>
                    <a:pt x="17" y="1316"/>
                  </a:lnTo>
                  <a:lnTo>
                    <a:pt x="17" y="1314"/>
                  </a:lnTo>
                  <a:lnTo>
                    <a:pt x="15" y="1313"/>
                  </a:lnTo>
                  <a:lnTo>
                    <a:pt x="14" y="1310"/>
                  </a:lnTo>
                  <a:lnTo>
                    <a:pt x="14" y="1308"/>
                  </a:lnTo>
                  <a:lnTo>
                    <a:pt x="12" y="1308"/>
                  </a:lnTo>
                  <a:lnTo>
                    <a:pt x="12" y="1310"/>
                  </a:lnTo>
                  <a:lnTo>
                    <a:pt x="12" y="1310"/>
                  </a:lnTo>
                  <a:lnTo>
                    <a:pt x="12" y="1310"/>
                  </a:lnTo>
                  <a:lnTo>
                    <a:pt x="11" y="1307"/>
                  </a:lnTo>
                  <a:lnTo>
                    <a:pt x="9" y="1304"/>
                  </a:lnTo>
                  <a:lnTo>
                    <a:pt x="8" y="1304"/>
                  </a:lnTo>
                  <a:lnTo>
                    <a:pt x="8" y="1304"/>
                  </a:lnTo>
                  <a:lnTo>
                    <a:pt x="8" y="1304"/>
                  </a:lnTo>
                  <a:lnTo>
                    <a:pt x="6" y="1307"/>
                  </a:lnTo>
                  <a:lnTo>
                    <a:pt x="6" y="1307"/>
                  </a:lnTo>
                  <a:lnTo>
                    <a:pt x="8" y="1299"/>
                  </a:lnTo>
                  <a:lnTo>
                    <a:pt x="8" y="1293"/>
                  </a:lnTo>
                  <a:lnTo>
                    <a:pt x="9" y="1290"/>
                  </a:lnTo>
                  <a:lnTo>
                    <a:pt x="11" y="1288"/>
                  </a:lnTo>
                  <a:lnTo>
                    <a:pt x="14" y="1287"/>
                  </a:lnTo>
                  <a:lnTo>
                    <a:pt x="15" y="1284"/>
                  </a:lnTo>
                  <a:lnTo>
                    <a:pt x="15" y="1281"/>
                  </a:lnTo>
                  <a:lnTo>
                    <a:pt x="17" y="1279"/>
                  </a:lnTo>
                  <a:lnTo>
                    <a:pt x="17" y="1278"/>
                  </a:lnTo>
                  <a:lnTo>
                    <a:pt x="17" y="1276"/>
                  </a:lnTo>
                  <a:lnTo>
                    <a:pt x="18" y="1275"/>
                  </a:lnTo>
                  <a:lnTo>
                    <a:pt x="20" y="1273"/>
                  </a:lnTo>
                  <a:lnTo>
                    <a:pt x="20" y="1270"/>
                  </a:lnTo>
                  <a:lnTo>
                    <a:pt x="22" y="1269"/>
                  </a:lnTo>
                  <a:lnTo>
                    <a:pt x="22" y="1267"/>
                  </a:lnTo>
                  <a:lnTo>
                    <a:pt x="22" y="1267"/>
                  </a:lnTo>
                  <a:lnTo>
                    <a:pt x="22" y="1267"/>
                  </a:lnTo>
                  <a:lnTo>
                    <a:pt x="20" y="1269"/>
                  </a:lnTo>
                  <a:lnTo>
                    <a:pt x="20" y="1269"/>
                  </a:lnTo>
                  <a:lnTo>
                    <a:pt x="20" y="1269"/>
                  </a:lnTo>
                  <a:lnTo>
                    <a:pt x="22" y="1267"/>
                  </a:lnTo>
                  <a:lnTo>
                    <a:pt x="23" y="1266"/>
                  </a:lnTo>
                  <a:lnTo>
                    <a:pt x="25" y="1264"/>
                  </a:lnTo>
                  <a:lnTo>
                    <a:pt x="29" y="1258"/>
                  </a:lnTo>
                  <a:lnTo>
                    <a:pt x="32" y="1258"/>
                  </a:lnTo>
                  <a:lnTo>
                    <a:pt x="34" y="1255"/>
                  </a:lnTo>
                  <a:lnTo>
                    <a:pt x="34" y="1253"/>
                  </a:lnTo>
                  <a:lnTo>
                    <a:pt x="34" y="1249"/>
                  </a:lnTo>
                  <a:lnTo>
                    <a:pt x="35" y="1246"/>
                  </a:lnTo>
                  <a:lnTo>
                    <a:pt x="35" y="1244"/>
                  </a:lnTo>
                  <a:lnTo>
                    <a:pt x="37" y="1240"/>
                  </a:lnTo>
                  <a:lnTo>
                    <a:pt x="38" y="1238"/>
                  </a:lnTo>
                  <a:lnTo>
                    <a:pt x="38" y="1235"/>
                  </a:lnTo>
                  <a:lnTo>
                    <a:pt x="40" y="1234"/>
                  </a:lnTo>
                  <a:lnTo>
                    <a:pt x="40" y="1234"/>
                  </a:lnTo>
                  <a:lnTo>
                    <a:pt x="43" y="1232"/>
                  </a:lnTo>
                  <a:lnTo>
                    <a:pt x="44" y="1231"/>
                  </a:lnTo>
                  <a:lnTo>
                    <a:pt x="47" y="1229"/>
                  </a:lnTo>
                  <a:lnTo>
                    <a:pt x="49" y="1228"/>
                  </a:lnTo>
                  <a:lnTo>
                    <a:pt x="50" y="1226"/>
                  </a:lnTo>
                  <a:lnTo>
                    <a:pt x="52" y="1222"/>
                  </a:lnTo>
                  <a:lnTo>
                    <a:pt x="53" y="1218"/>
                  </a:lnTo>
                  <a:lnTo>
                    <a:pt x="55" y="1215"/>
                  </a:lnTo>
                  <a:lnTo>
                    <a:pt x="56" y="1214"/>
                  </a:lnTo>
                  <a:lnTo>
                    <a:pt x="56" y="1211"/>
                  </a:lnTo>
                  <a:lnTo>
                    <a:pt x="60" y="1211"/>
                  </a:lnTo>
                  <a:lnTo>
                    <a:pt x="63" y="1209"/>
                  </a:lnTo>
                  <a:lnTo>
                    <a:pt x="69" y="1208"/>
                  </a:lnTo>
                  <a:lnTo>
                    <a:pt x="75" y="1206"/>
                  </a:lnTo>
                  <a:lnTo>
                    <a:pt x="76" y="1205"/>
                  </a:lnTo>
                  <a:lnTo>
                    <a:pt x="78" y="1203"/>
                  </a:lnTo>
                  <a:lnTo>
                    <a:pt x="81" y="1200"/>
                  </a:lnTo>
                  <a:lnTo>
                    <a:pt x="85" y="1197"/>
                  </a:lnTo>
                  <a:lnTo>
                    <a:pt x="87" y="1196"/>
                  </a:lnTo>
                  <a:lnTo>
                    <a:pt x="91" y="1191"/>
                  </a:lnTo>
                  <a:lnTo>
                    <a:pt x="93" y="1187"/>
                  </a:lnTo>
                  <a:lnTo>
                    <a:pt x="94" y="1185"/>
                  </a:lnTo>
                  <a:lnTo>
                    <a:pt x="96" y="1182"/>
                  </a:lnTo>
                  <a:lnTo>
                    <a:pt x="97" y="1180"/>
                  </a:lnTo>
                  <a:lnTo>
                    <a:pt x="97" y="1177"/>
                  </a:lnTo>
                  <a:lnTo>
                    <a:pt x="97" y="1176"/>
                  </a:lnTo>
                  <a:lnTo>
                    <a:pt x="96" y="1173"/>
                  </a:lnTo>
                  <a:lnTo>
                    <a:pt x="94" y="1173"/>
                  </a:lnTo>
                  <a:lnTo>
                    <a:pt x="94" y="1171"/>
                  </a:lnTo>
                  <a:lnTo>
                    <a:pt x="96" y="1170"/>
                  </a:lnTo>
                  <a:lnTo>
                    <a:pt x="96" y="1167"/>
                  </a:lnTo>
                  <a:lnTo>
                    <a:pt x="96" y="1162"/>
                  </a:lnTo>
                  <a:lnTo>
                    <a:pt x="97" y="1158"/>
                  </a:lnTo>
                  <a:lnTo>
                    <a:pt x="101" y="1152"/>
                  </a:lnTo>
                  <a:lnTo>
                    <a:pt x="102" y="1150"/>
                  </a:lnTo>
                  <a:lnTo>
                    <a:pt x="102" y="1147"/>
                  </a:lnTo>
                  <a:lnTo>
                    <a:pt x="102" y="1146"/>
                  </a:lnTo>
                  <a:lnTo>
                    <a:pt x="108" y="1139"/>
                  </a:lnTo>
                  <a:lnTo>
                    <a:pt x="111" y="1136"/>
                  </a:lnTo>
                  <a:lnTo>
                    <a:pt x="111" y="1135"/>
                  </a:lnTo>
                  <a:lnTo>
                    <a:pt x="114" y="1133"/>
                  </a:lnTo>
                  <a:lnTo>
                    <a:pt x="123" y="1129"/>
                  </a:lnTo>
                  <a:lnTo>
                    <a:pt x="128" y="1127"/>
                  </a:lnTo>
                  <a:lnTo>
                    <a:pt x="131" y="1124"/>
                  </a:lnTo>
                  <a:lnTo>
                    <a:pt x="132" y="1123"/>
                  </a:lnTo>
                  <a:lnTo>
                    <a:pt x="139" y="1112"/>
                  </a:lnTo>
                  <a:lnTo>
                    <a:pt x="143" y="1098"/>
                  </a:lnTo>
                  <a:lnTo>
                    <a:pt x="143" y="1097"/>
                  </a:lnTo>
                  <a:lnTo>
                    <a:pt x="146" y="1097"/>
                  </a:lnTo>
                  <a:lnTo>
                    <a:pt x="148" y="1097"/>
                  </a:lnTo>
                  <a:lnTo>
                    <a:pt x="148" y="1097"/>
                  </a:lnTo>
                  <a:lnTo>
                    <a:pt x="149" y="1095"/>
                  </a:lnTo>
                  <a:lnTo>
                    <a:pt x="151" y="1095"/>
                  </a:lnTo>
                  <a:lnTo>
                    <a:pt x="151" y="1097"/>
                  </a:lnTo>
                  <a:lnTo>
                    <a:pt x="151" y="1098"/>
                  </a:lnTo>
                  <a:lnTo>
                    <a:pt x="152" y="1100"/>
                  </a:lnTo>
                  <a:lnTo>
                    <a:pt x="154" y="1103"/>
                  </a:lnTo>
                  <a:lnTo>
                    <a:pt x="157" y="1104"/>
                  </a:lnTo>
                  <a:lnTo>
                    <a:pt x="160" y="1106"/>
                  </a:lnTo>
                  <a:lnTo>
                    <a:pt x="163" y="1107"/>
                  </a:lnTo>
                  <a:lnTo>
                    <a:pt x="167" y="1106"/>
                  </a:lnTo>
                  <a:lnTo>
                    <a:pt x="169" y="1106"/>
                  </a:lnTo>
                  <a:lnTo>
                    <a:pt x="170" y="1104"/>
                  </a:lnTo>
                  <a:lnTo>
                    <a:pt x="172" y="1106"/>
                  </a:lnTo>
                  <a:lnTo>
                    <a:pt x="175" y="1106"/>
                  </a:lnTo>
                  <a:lnTo>
                    <a:pt x="176" y="1106"/>
                  </a:lnTo>
                  <a:lnTo>
                    <a:pt x="178" y="1104"/>
                  </a:lnTo>
                  <a:lnTo>
                    <a:pt x="180" y="1103"/>
                  </a:lnTo>
                  <a:lnTo>
                    <a:pt x="180" y="1104"/>
                  </a:lnTo>
                  <a:lnTo>
                    <a:pt x="180" y="1104"/>
                  </a:lnTo>
                  <a:lnTo>
                    <a:pt x="180" y="1104"/>
                  </a:lnTo>
                  <a:lnTo>
                    <a:pt x="181" y="1106"/>
                  </a:lnTo>
                  <a:lnTo>
                    <a:pt x="181" y="1107"/>
                  </a:lnTo>
                  <a:lnTo>
                    <a:pt x="183" y="1107"/>
                  </a:lnTo>
                  <a:lnTo>
                    <a:pt x="184" y="1107"/>
                  </a:lnTo>
                  <a:lnTo>
                    <a:pt x="186" y="1107"/>
                  </a:lnTo>
                  <a:lnTo>
                    <a:pt x="189" y="1107"/>
                  </a:lnTo>
                  <a:lnTo>
                    <a:pt x="192" y="1107"/>
                  </a:lnTo>
                  <a:lnTo>
                    <a:pt x="193" y="1107"/>
                  </a:lnTo>
                  <a:lnTo>
                    <a:pt x="195" y="1106"/>
                  </a:lnTo>
                  <a:lnTo>
                    <a:pt x="198" y="1104"/>
                  </a:lnTo>
                  <a:lnTo>
                    <a:pt x="199" y="1104"/>
                  </a:lnTo>
                  <a:lnTo>
                    <a:pt x="201" y="1101"/>
                  </a:lnTo>
                  <a:lnTo>
                    <a:pt x="202" y="1100"/>
                  </a:lnTo>
                  <a:lnTo>
                    <a:pt x="205" y="1100"/>
                  </a:lnTo>
                  <a:lnTo>
                    <a:pt x="211" y="1097"/>
                  </a:lnTo>
                  <a:lnTo>
                    <a:pt x="211" y="1097"/>
                  </a:lnTo>
                  <a:lnTo>
                    <a:pt x="213" y="1097"/>
                  </a:lnTo>
                  <a:lnTo>
                    <a:pt x="214" y="1097"/>
                  </a:lnTo>
                  <a:lnTo>
                    <a:pt x="216" y="1095"/>
                  </a:lnTo>
                  <a:lnTo>
                    <a:pt x="218" y="1094"/>
                  </a:lnTo>
                  <a:lnTo>
                    <a:pt x="221" y="1092"/>
                  </a:lnTo>
                  <a:lnTo>
                    <a:pt x="222" y="1091"/>
                  </a:lnTo>
                  <a:lnTo>
                    <a:pt x="225" y="1089"/>
                  </a:lnTo>
                  <a:lnTo>
                    <a:pt x="228" y="1088"/>
                  </a:lnTo>
                  <a:lnTo>
                    <a:pt x="231" y="1086"/>
                  </a:lnTo>
                  <a:lnTo>
                    <a:pt x="240" y="1086"/>
                  </a:lnTo>
                  <a:lnTo>
                    <a:pt x="245" y="1085"/>
                  </a:lnTo>
                  <a:lnTo>
                    <a:pt x="248" y="1085"/>
                  </a:lnTo>
                  <a:lnTo>
                    <a:pt x="251" y="1083"/>
                  </a:lnTo>
                  <a:lnTo>
                    <a:pt x="252" y="1082"/>
                  </a:lnTo>
                  <a:lnTo>
                    <a:pt x="259" y="1082"/>
                  </a:lnTo>
                  <a:lnTo>
                    <a:pt x="263" y="1080"/>
                  </a:lnTo>
                  <a:lnTo>
                    <a:pt x="274" y="1080"/>
                  </a:lnTo>
                  <a:lnTo>
                    <a:pt x="275" y="1082"/>
                  </a:lnTo>
                  <a:lnTo>
                    <a:pt x="277" y="1082"/>
                  </a:lnTo>
                  <a:lnTo>
                    <a:pt x="280" y="1083"/>
                  </a:lnTo>
                  <a:lnTo>
                    <a:pt x="281" y="1085"/>
                  </a:lnTo>
                  <a:lnTo>
                    <a:pt x="283" y="1083"/>
                  </a:lnTo>
                  <a:lnTo>
                    <a:pt x="286" y="1082"/>
                  </a:lnTo>
                  <a:lnTo>
                    <a:pt x="290" y="1082"/>
                  </a:lnTo>
                  <a:lnTo>
                    <a:pt x="292" y="1080"/>
                  </a:lnTo>
                  <a:lnTo>
                    <a:pt x="293" y="1079"/>
                  </a:lnTo>
                  <a:lnTo>
                    <a:pt x="295" y="1077"/>
                  </a:lnTo>
                  <a:lnTo>
                    <a:pt x="297" y="1079"/>
                  </a:lnTo>
                  <a:lnTo>
                    <a:pt x="301" y="1080"/>
                  </a:lnTo>
                  <a:lnTo>
                    <a:pt x="304" y="1080"/>
                  </a:lnTo>
                  <a:lnTo>
                    <a:pt x="304" y="1080"/>
                  </a:lnTo>
                  <a:lnTo>
                    <a:pt x="304" y="1077"/>
                  </a:lnTo>
                  <a:lnTo>
                    <a:pt x="307" y="1079"/>
                  </a:lnTo>
                  <a:lnTo>
                    <a:pt x="309" y="1079"/>
                  </a:lnTo>
                  <a:lnTo>
                    <a:pt x="312" y="1080"/>
                  </a:lnTo>
                  <a:lnTo>
                    <a:pt x="313" y="1082"/>
                  </a:lnTo>
                  <a:lnTo>
                    <a:pt x="316" y="1080"/>
                  </a:lnTo>
                  <a:lnTo>
                    <a:pt x="321" y="1080"/>
                  </a:lnTo>
                  <a:lnTo>
                    <a:pt x="324" y="1079"/>
                  </a:lnTo>
                  <a:lnTo>
                    <a:pt x="327" y="1077"/>
                  </a:lnTo>
                  <a:lnTo>
                    <a:pt x="328" y="1076"/>
                  </a:lnTo>
                  <a:lnTo>
                    <a:pt x="335" y="1074"/>
                  </a:lnTo>
                  <a:lnTo>
                    <a:pt x="336" y="1074"/>
                  </a:lnTo>
                  <a:lnTo>
                    <a:pt x="336" y="1074"/>
                  </a:lnTo>
                  <a:lnTo>
                    <a:pt x="336" y="1076"/>
                  </a:lnTo>
                  <a:lnTo>
                    <a:pt x="336" y="1076"/>
                  </a:lnTo>
                  <a:lnTo>
                    <a:pt x="336" y="1077"/>
                  </a:lnTo>
                  <a:lnTo>
                    <a:pt x="338" y="1076"/>
                  </a:lnTo>
                  <a:lnTo>
                    <a:pt x="338" y="1076"/>
                  </a:lnTo>
                  <a:lnTo>
                    <a:pt x="338" y="1076"/>
                  </a:lnTo>
                  <a:lnTo>
                    <a:pt x="339" y="1076"/>
                  </a:lnTo>
                  <a:lnTo>
                    <a:pt x="339" y="1076"/>
                  </a:lnTo>
                  <a:lnTo>
                    <a:pt x="341" y="1076"/>
                  </a:lnTo>
                  <a:lnTo>
                    <a:pt x="341" y="1079"/>
                  </a:lnTo>
                  <a:lnTo>
                    <a:pt x="342" y="1082"/>
                  </a:lnTo>
                  <a:lnTo>
                    <a:pt x="342" y="1082"/>
                  </a:lnTo>
                  <a:lnTo>
                    <a:pt x="344" y="1083"/>
                  </a:lnTo>
                  <a:lnTo>
                    <a:pt x="345" y="1082"/>
                  </a:lnTo>
                  <a:lnTo>
                    <a:pt x="345" y="1080"/>
                  </a:lnTo>
                  <a:lnTo>
                    <a:pt x="348" y="1080"/>
                  </a:lnTo>
                  <a:lnTo>
                    <a:pt x="350" y="1079"/>
                  </a:lnTo>
                  <a:lnTo>
                    <a:pt x="351" y="1077"/>
                  </a:lnTo>
                  <a:lnTo>
                    <a:pt x="351" y="1080"/>
                  </a:lnTo>
                  <a:lnTo>
                    <a:pt x="353" y="1080"/>
                  </a:lnTo>
                  <a:lnTo>
                    <a:pt x="351" y="1082"/>
                  </a:lnTo>
                  <a:lnTo>
                    <a:pt x="351" y="1083"/>
                  </a:lnTo>
                  <a:lnTo>
                    <a:pt x="348" y="1086"/>
                  </a:lnTo>
                  <a:lnTo>
                    <a:pt x="347" y="1088"/>
                  </a:lnTo>
                  <a:lnTo>
                    <a:pt x="345" y="1089"/>
                  </a:lnTo>
                  <a:lnTo>
                    <a:pt x="345" y="1091"/>
                  </a:lnTo>
                  <a:lnTo>
                    <a:pt x="345" y="1091"/>
                  </a:lnTo>
                  <a:lnTo>
                    <a:pt x="345" y="1094"/>
                  </a:lnTo>
                  <a:lnTo>
                    <a:pt x="347" y="1095"/>
                  </a:lnTo>
                  <a:lnTo>
                    <a:pt x="347" y="1097"/>
                  </a:lnTo>
                  <a:lnTo>
                    <a:pt x="348" y="1098"/>
                  </a:lnTo>
                  <a:lnTo>
                    <a:pt x="351" y="1100"/>
                  </a:lnTo>
                  <a:lnTo>
                    <a:pt x="351" y="1101"/>
                  </a:lnTo>
                  <a:lnTo>
                    <a:pt x="351" y="1103"/>
                  </a:lnTo>
                  <a:lnTo>
                    <a:pt x="351" y="1104"/>
                  </a:lnTo>
                  <a:lnTo>
                    <a:pt x="353" y="1106"/>
                  </a:lnTo>
                  <a:lnTo>
                    <a:pt x="350" y="1109"/>
                  </a:lnTo>
                  <a:lnTo>
                    <a:pt x="350" y="1111"/>
                  </a:lnTo>
                  <a:lnTo>
                    <a:pt x="347" y="1114"/>
                  </a:lnTo>
                  <a:lnTo>
                    <a:pt x="345" y="1117"/>
                  </a:lnTo>
                  <a:lnTo>
                    <a:pt x="341" y="1120"/>
                  </a:lnTo>
                  <a:lnTo>
                    <a:pt x="341" y="1120"/>
                  </a:lnTo>
                  <a:lnTo>
                    <a:pt x="339" y="1121"/>
                  </a:lnTo>
                  <a:lnTo>
                    <a:pt x="339" y="1123"/>
                  </a:lnTo>
                  <a:lnTo>
                    <a:pt x="339" y="1123"/>
                  </a:lnTo>
                  <a:lnTo>
                    <a:pt x="341" y="1126"/>
                  </a:lnTo>
                  <a:lnTo>
                    <a:pt x="342" y="1129"/>
                  </a:lnTo>
                  <a:lnTo>
                    <a:pt x="344" y="1129"/>
                  </a:lnTo>
                  <a:lnTo>
                    <a:pt x="348" y="1129"/>
                  </a:lnTo>
                  <a:lnTo>
                    <a:pt x="347" y="1130"/>
                  </a:lnTo>
                  <a:lnTo>
                    <a:pt x="348" y="1132"/>
                  </a:lnTo>
                  <a:lnTo>
                    <a:pt x="348" y="1132"/>
                  </a:lnTo>
                  <a:lnTo>
                    <a:pt x="350" y="1130"/>
                  </a:lnTo>
                  <a:lnTo>
                    <a:pt x="351" y="1130"/>
                  </a:lnTo>
                  <a:lnTo>
                    <a:pt x="353" y="1130"/>
                  </a:lnTo>
                  <a:lnTo>
                    <a:pt x="353" y="1133"/>
                  </a:lnTo>
                  <a:lnTo>
                    <a:pt x="354" y="1135"/>
                  </a:lnTo>
                  <a:lnTo>
                    <a:pt x="354" y="1135"/>
                  </a:lnTo>
                  <a:lnTo>
                    <a:pt x="354" y="1135"/>
                  </a:lnTo>
                  <a:lnTo>
                    <a:pt x="353" y="1135"/>
                  </a:lnTo>
                  <a:lnTo>
                    <a:pt x="354" y="1135"/>
                  </a:lnTo>
                  <a:lnTo>
                    <a:pt x="356" y="1136"/>
                  </a:lnTo>
                  <a:lnTo>
                    <a:pt x="356" y="1135"/>
                  </a:lnTo>
                  <a:lnTo>
                    <a:pt x="357" y="1136"/>
                  </a:lnTo>
                  <a:lnTo>
                    <a:pt x="359" y="1136"/>
                  </a:lnTo>
                  <a:lnTo>
                    <a:pt x="360" y="1138"/>
                  </a:lnTo>
                  <a:lnTo>
                    <a:pt x="366" y="1141"/>
                  </a:lnTo>
                  <a:lnTo>
                    <a:pt x="368" y="1141"/>
                  </a:lnTo>
                  <a:lnTo>
                    <a:pt x="372" y="1142"/>
                  </a:lnTo>
                  <a:lnTo>
                    <a:pt x="377" y="1141"/>
                  </a:lnTo>
                  <a:lnTo>
                    <a:pt x="379" y="1139"/>
                  </a:lnTo>
                  <a:lnTo>
                    <a:pt x="382" y="1141"/>
                  </a:lnTo>
                  <a:lnTo>
                    <a:pt x="383" y="1142"/>
                  </a:lnTo>
                  <a:lnTo>
                    <a:pt x="386" y="1142"/>
                  </a:lnTo>
                  <a:lnTo>
                    <a:pt x="389" y="1142"/>
                  </a:lnTo>
                  <a:lnTo>
                    <a:pt x="391" y="1144"/>
                  </a:lnTo>
                  <a:lnTo>
                    <a:pt x="392" y="1146"/>
                  </a:lnTo>
                  <a:lnTo>
                    <a:pt x="394" y="1146"/>
                  </a:lnTo>
                  <a:lnTo>
                    <a:pt x="403" y="1147"/>
                  </a:lnTo>
                  <a:lnTo>
                    <a:pt x="403" y="1149"/>
                  </a:lnTo>
                  <a:lnTo>
                    <a:pt x="404" y="1152"/>
                  </a:lnTo>
                  <a:lnTo>
                    <a:pt x="404" y="1153"/>
                  </a:lnTo>
                  <a:lnTo>
                    <a:pt x="404" y="1156"/>
                  </a:lnTo>
                  <a:lnTo>
                    <a:pt x="406" y="1158"/>
                  </a:lnTo>
                  <a:lnTo>
                    <a:pt x="407" y="1161"/>
                  </a:lnTo>
                  <a:lnTo>
                    <a:pt x="409" y="1162"/>
                  </a:lnTo>
                  <a:lnTo>
                    <a:pt x="410" y="1162"/>
                  </a:lnTo>
                  <a:lnTo>
                    <a:pt x="414" y="1164"/>
                  </a:lnTo>
                  <a:lnTo>
                    <a:pt x="418" y="1165"/>
                  </a:lnTo>
                  <a:lnTo>
                    <a:pt x="423" y="1165"/>
                  </a:lnTo>
                  <a:lnTo>
                    <a:pt x="429" y="1167"/>
                  </a:lnTo>
                  <a:lnTo>
                    <a:pt x="435" y="1168"/>
                  </a:lnTo>
                  <a:lnTo>
                    <a:pt x="436" y="1170"/>
                  </a:lnTo>
                  <a:lnTo>
                    <a:pt x="439" y="1171"/>
                  </a:lnTo>
                  <a:lnTo>
                    <a:pt x="445" y="1176"/>
                  </a:lnTo>
                  <a:lnTo>
                    <a:pt x="448" y="1177"/>
                  </a:lnTo>
                  <a:lnTo>
                    <a:pt x="450" y="1179"/>
                  </a:lnTo>
                  <a:lnTo>
                    <a:pt x="453" y="1177"/>
                  </a:lnTo>
                  <a:lnTo>
                    <a:pt x="456" y="1176"/>
                  </a:lnTo>
                  <a:lnTo>
                    <a:pt x="459" y="1174"/>
                  </a:lnTo>
                  <a:lnTo>
                    <a:pt x="462" y="1171"/>
                  </a:lnTo>
                  <a:lnTo>
                    <a:pt x="462" y="1168"/>
                  </a:lnTo>
                  <a:lnTo>
                    <a:pt x="465" y="1167"/>
                  </a:lnTo>
                  <a:lnTo>
                    <a:pt x="465" y="1165"/>
                  </a:lnTo>
                  <a:lnTo>
                    <a:pt x="462" y="1164"/>
                  </a:lnTo>
                  <a:lnTo>
                    <a:pt x="462" y="1162"/>
                  </a:lnTo>
                  <a:lnTo>
                    <a:pt x="462" y="1159"/>
                  </a:lnTo>
                  <a:lnTo>
                    <a:pt x="462" y="1156"/>
                  </a:lnTo>
                  <a:lnTo>
                    <a:pt x="462" y="1153"/>
                  </a:lnTo>
                  <a:lnTo>
                    <a:pt x="462" y="1152"/>
                  </a:lnTo>
                  <a:lnTo>
                    <a:pt x="465" y="1150"/>
                  </a:lnTo>
                  <a:lnTo>
                    <a:pt x="468" y="1147"/>
                  </a:lnTo>
                  <a:lnTo>
                    <a:pt x="471" y="1146"/>
                  </a:lnTo>
                  <a:lnTo>
                    <a:pt x="474" y="1142"/>
                  </a:lnTo>
                  <a:lnTo>
                    <a:pt x="477" y="1142"/>
                  </a:lnTo>
                  <a:lnTo>
                    <a:pt x="480" y="1142"/>
                  </a:lnTo>
                  <a:lnTo>
                    <a:pt x="483" y="1139"/>
                  </a:lnTo>
                  <a:lnTo>
                    <a:pt x="483" y="1139"/>
                  </a:lnTo>
                  <a:lnTo>
                    <a:pt x="484" y="1141"/>
                  </a:lnTo>
                  <a:lnTo>
                    <a:pt x="489" y="1139"/>
                  </a:lnTo>
                  <a:lnTo>
                    <a:pt x="490" y="1141"/>
                  </a:lnTo>
                  <a:lnTo>
                    <a:pt x="493" y="1142"/>
                  </a:lnTo>
                  <a:lnTo>
                    <a:pt x="496" y="1142"/>
                  </a:lnTo>
                  <a:lnTo>
                    <a:pt x="498" y="1144"/>
                  </a:lnTo>
                  <a:lnTo>
                    <a:pt x="499" y="1144"/>
                  </a:lnTo>
                  <a:lnTo>
                    <a:pt x="501" y="1147"/>
                  </a:lnTo>
                  <a:lnTo>
                    <a:pt x="501" y="1147"/>
                  </a:lnTo>
                  <a:lnTo>
                    <a:pt x="501" y="1149"/>
                  </a:lnTo>
                  <a:lnTo>
                    <a:pt x="502" y="1150"/>
                  </a:lnTo>
                  <a:lnTo>
                    <a:pt x="508" y="1152"/>
                  </a:lnTo>
                  <a:lnTo>
                    <a:pt x="510" y="1152"/>
                  </a:lnTo>
                  <a:lnTo>
                    <a:pt x="511" y="1153"/>
                  </a:lnTo>
                  <a:lnTo>
                    <a:pt x="513" y="1153"/>
                  </a:lnTo>
                  <a:lnTo>
                    <a:pt x="517" y="1153"/>
                  </a:lnTo>
                  <a:lnTo>
                    <a:pt x="519" y="1153"/>
                  </a:lnTo>
                  <a:lnTo>
                    <a:pt x="522" y="1153"/>
                  </a:lnTo>
                  <a:lnTo>
                    <a:pt x="523" y="1155"/>
                  </a:lnTo>
                  <a:lnTo>
                    <a:pt x="523" y="1155"/>
                  </a:lnTo>
                  <a:lnTo>
                    <a:pt x="525" y="1158"/>
                  </a:lnTo>
                  <a:lnTo>
                    <a:pt x="525" y="1158"/>
                  </a:lnTo>
                  <a:lnTo>
                    <a:pt x="526" y="1161"/>
                  </a:lnTo>
                  <a:lnTo>
                    <a:pt x="528" y="1161"/>
                  </a:lnTo>
                  <a:lnTo>
                    <a:pt x="535" y="1159"/>
                  </a:lnTo>
                  <a:lnTo>
                    <a:pt x="542" y="1161"/>
                  </a:lnTo>
                  <a:lnTo>
                    <a:pt x="545" y="1161"/>
                  </a:lnTo>
                  <a:lnTo>
                    <a:pt x="551" y="1162"/>
                  </a:lnTo>
                  <a:lnTo>
                    <a:pt x="554" y="1165"/>
                  </a:lnTo>
                  <a:lnTo>
                    <a:pt x="556" y="1165"/>
                  </a:lnTo>
                  <a:lnTo>
                    <a:pt x="559" y="1165"/>
                  </a:lnTo>
                  <a:lnTo>
                    <a:pt x="560" y="1167"/>
                  </a:lnTo>
                  <a:lnTo>
                    <a:pt x="566" y="1167"/>
                  </a:lnTo>
                  <a:lnTo>
                    <a:pt x="571" y="1168"/>
                  </a:lnTo>
                  <a:lnTo>
                    <a:pt x="572" y="1170"/>
                  </a:lnTo>
                  <a:lnTo>
                    <a:pt x="574" y="1170"/>
                  </a:lnTo>
                  <a:lnTo>
                    <a:pt x="576" y="1170"/>
                  </a:lnTo>
                  <a:lnTo>
                    <a:pt x="576" y="1170"/>
                  </a:lnTo>
                  <a:lnTo>
                    <a:pt x="579" y="1168"/>
                  </a:lnTo>
                  <a:lnTo>
                    <a:pt x="580" y="1168"/>
                  </a:lnTo>
                  <a:lnTo>
                    <a:pt x="585" y="1165"/>
                  </a:lnTo>
                  <a:lnTo>
                    <a:pt x="586" y="1164"/>
                  </a:lnTo>
                  <a:lnTo>
                    <a:pt x="586" y="1164"/>
                  </a:lnTo>
                  <a:lnTo>
                    <a:pt x="588" y="1164"/>
                  </a:lnTo>
                  <a:lnTo>
                    <a:pt x="588" y="1164"/>
                  </a:lnTo>
                  <a:lnTo>
                    <a:pt x="589" y="1162"/>
                  </a:lnTo>
                  <a:lnTo>
                    <a:pt x="589" y="1162"/>
                  </a:lnTo>
                  <a:lnTo>
                    <a:pt x="589" y="1161"/>
                  </a:lnTo>
                  <a:lnTo>
                    <a:pt x="592" y="1161"/>
                  </a:lnTo>
                  <a:lnTo>
                    <a:pt x="597" y="1159"/>
                  </a:lnTo>
                  <a:lnTo>
                    <a:pt x="595" y="1161"/>
                  </a:lnTo>
                  <a:lnTo>
                    <a:pt x="592" y="1162"/>
                  </a:lnTo>
                  <a:lnTo>
                    <a:pt x="594" y="1162"/>
                  </a:lnTo>
                  <a:lnTo>
                    <a:pt x="595" y="1162"/>
                  </a:lnTo>
                  <a:lnTo>
                    <a:pt x="597" y="1161"/>
                  </a:lnTo>
                  <a:lnTo>
                    <a:pt x="598" y="1161"/>
                  </a:lnTo>
                  <a:lnTo>
                    <a:pt x="598" y="1159"/>
                  </a:lnTo>
                  <a:lnTo>
                    <a:pt x="598" y="1159"/>
                  </a:lnTo>
                  <a:lnTo>
                    <a:pt x="600" y="1159"/>
                  </a:lnTo>
                  <a:lnTo>
                    <a:pt x="604" y="1161"/>
                  </a:lnTo>
                  <a:lnTo>
                    <a:pt x="604" y="1161"/>
                  </a:lnTo>
                  <a:lnTo>
                    <a:pt x="607" y="1161"/>
                  </a:lnTo>
                  <a:lnTo>
                    <a:pt x="609" y="1161"/>
                  </a:lnTo>
                  <a:lnTo>
                    <a:pt x="609" y="1161"/>
                  </a:lnTo>
                  <a:lnTo>
                    <a:pt x="612" y="1162"/>
                  </a:lnTo>
                  <a:lnTo>
                    <a:pt x="611" y="1162"/>
                  </a:lnTo>
                  <a:lnTo>
                    <a:pt x="609" y="1161"/>
                  </a:lnTo>
                  <a:lnTo>
                    <a:pt x="607" y="1162"/>
                  </a:lnTo>
                  <a:lnTo>
                    <a:pt x="607" y="1164"/>
                  </a:lnTo>
                  <a:lnTo>
                    <a:pt x="609" y="1164"/>
                  </a:lnTo>
                  <a:lnTo>
                    <a:pt x="611" y="1165"/>
                  </a:lnTo>
                  <a:lnTo>
                    <a:pt x="611" y="1165"/>
                  </a:lnTo>
                  <a:lnTo>
                    <a:pt x="611" y="1167"/>
                  </a:lnTo>
                  <a:lnTo>
                    <a:pt x="612" y="1167"/>
                  </a:lnTo>
                  <a:lnTo>
                    <a:pt x="614" y="1165"/>
                  </a:lnTo>
                  <a:lnTo>
                    <a:pt x="612" y="1164"/>
                  </a:lnTo>
                  <a:lnTo>
                    <a:pt x="612" y="1164"/>
                  </a:lnTo>
                  <a:lnTo>
                    <a:pt x="612" y="1164"/>
                  </a:lnTo>
                  <a:lnTo>
                    <a:pt x="614" y="1164"/>
                  </a:lnTo>
                  <a:lnTo>
                    <a:pt x="617" y="1167"/>
                  </a:lnTo>
                  <a:lnTo>
                    <a:pt x="617" y="1167"/>
                  </a:lnTo>
                  <a:lnTo>
                    <a:pt x="618" y="1167"/>
                  </a:lnTo>
                  <a:lnTo>
                    <a:pt x="620" y="1167"/>
                  </a:lnTo>
                  <a:lnTo>
                    <a:pt x="621" y="1167"/>
                  </a:lnTo>
                  <a:lnTo>
                    <a:pt x="624" y="1165"/>
                  </a:lnTo>
                  <a:lnTo>
                    <a:pt x="624" y="1165"/>
                  </a:lnTo>
                  <a:lnTo>
                    <a:pt x="624" y="1167"/>
                  </a:lnTo>
                  <a:lnTo>
                    <a:pt x="627" y="1165"/>
                  </a:lnTo>
                  <a:lnTo>
                    <a:pt x="630" y="1165"/>
                  </a:lnTo>
                  <a:lnTo>
                    <a:pt x="633" y="1165"/>
                  </a:lnTo>
                  <a:lnTo>
                    <a:pt x="636" y="1164"/>
                  </a:lnTo>
                  <a:lnTo>
                    <a:pt x="636" y="1164"/>
                  </a:lnTo>
                  <a:lnTo>
                    <a:pt x="639" y="1161"/>
                  </a:lnTo>
                  <a:lnTo>
                    <a:pt x="639" y="1159"/>
                  </a:lnTo>
                  <a:lnTo>
                    <a:pt x="641" y="1159"/>
                  </a:lnTo>
                  <a:lnTo>
                    <a:pt x="642" y="1155"/>
                  </a:lnTo>
                  <a:lnTo>
                    <a:pt x="644" y="1150"/>
                  </a:lnTo>
                  <a:lnTo>
                    <a:pt x="645" y="1144"/>
                  </a:lnTo>
                  <a:lnTo>
                    <a:pt x="647" y="1141"/>
                  </a:lnTo>
                  <a:lnTo>
                    <a:pt x="647" y="1139"/>
                  </a:lnTo>
                  <a:lnTo>
                    <a:pt x="649" y="1138"/>
                  </a:lnTo>
                  <a:lnTo>
                    <a:pt x="649" y="1136"/>
                  </a:lnTo>
                  <a:lnTo>
                    <a:pt x="649" y="1135"/>
                  </a:lnTo>
                  <a:lnTo>
                    <a:pt x="650" y="1133"/>
                  </a:lnTo>
                  <a:lnTo>
                    <a:pt x="650" y="1132"/>
                  </a:lnTo>
                  <a:lnTo>
                    <a:pt x="653" y="1126"/>
                  </a:lnTo>
                  <a:lnTo>
                    <a:pt x="655" y="1124"/>
                  </a:lnTo>
                  <a:lnTo>
                    <a:pt x="655" y="1121"/>
                  </a:lnTo>
                  <a:lnTo>
                    <a:pt x="656" y="1118"/>
                  </a:lnTo>
                  <a:lnTo>
                    <a:pt x="658" y="1117"/>
                  </a:lnTo>
                  <a:lnTo>
                    <a:pt x="659" y="1117"/>
                  </a:lnTo>
                  <a:lnTo>
                    <a:pt x="659" y="1115"/>
                  </a:lnTo>
                  <a:lnTo>
                    <a:pt x="658" y="1112"/>
                  </a:lnTo>
                  <a:lnTo>
                    <a:pt x="658" y="1111"/>
                  </a:lnTo>
                  <a:lnTo>
                    <a:pt x="658" y="1109"/>
                  </a:lnTo>
                  <a:lnTo>
                    <a:pt x="658" y="1106"/>
                  </a:lnTo>
                  <a:lnTo>
                    <a:pt x="658" y="1104"/>
                  </a:lnTo>
                  <a:lnTo>
                    <a:pt x="658" y="1104"/>
                  </a:lnTo>
                  <a:lnTo>
                    <a:pt x="658" y="1103"/>
                  </a:lnTo>
                  <a:lnTo>
                    <a:pt x="656" y="1100"/>
                  </a:lnTo>
                  <a:lnTo>
                    <a:pt x="656" y="1097"/>
                  </a:lnTo>
                  <a:lnTo>
                    <a:pt x="658" y="1095"/>
                  </a:lnTo>
                  <a:lnTo>
                    <a:pt x="658" y="1094"/>
                  </a:lnTo>
                  <a:lnTo>
                    <a:pt x="658" y="1092"/>
                  </a:lnTo>
                  <a:lnTo>
                    <a:pt x="656" y="1089"/>
                  </a:lnTo>
                  <a:lnTo>
                    <a:pt x="658" y="1088"/>
                  </a:lnTo>
                  <a:lnTo>
                    <a:pt x="659" y="1086"/>
                  </a:lnTo>
                  <a:lnTo>
                    <a:pt x="661" y="1085"/>
                  </a:lnTo>
                  <a:lnTo>
                    <a:pt x="661" y="1083"/>
                  </a:lnTo>
                  <a:lnTo>
                    <a:pt x="661" y="1082"/>
                  </a:lnTo>
                  <a:lnTo>
                    <a:pt x="661" y="1082"/>
                  </a:lnTo>
                  <a:lnTo>
                    <a:pt x="659" y="1080"/>
                  </a:lnTo>
                  <a:lnTo>
                    <a:pt x="658" y="1082"/>
                  </a:lnTo>
                  <a:lnTo>
                    <a:pt x="656" y="1082"/>
                  </a:lnTo>
                  <a:lnTo>
                    <a:pt x="656" y="1083"/>
                  </a:lnTo>
                  <a:lnTo>
                    <a:pt x="655" y="1083"/>
                  </a:lnTo>
                  <a:lnTo>
                    <a:pt x="655" y="1085"/>
                  </a:lnTo>
                  <a:lnTo>
                    <a:pt x="653" y="1085"/>
                  </a:lnTo>
                  <a:lnTo>
                    <a:pt x="652" y="1085"/>
                  </a:lnTo>
                  <a:lnTo>
                    <a:pt x="649" y="1085"/>
                  </a:lnTo>
                  <a:lnTo>
                    <a:pt x="645" y="1083"/>
                  </a:lnTo>
                  <a:lnTo>
                    <a:pt x="644" y="1082"/>
                  </a:lnTo>
                  <a:lnTo>
                    <a:pt x="642" y="1082"/>
                  </a:lnTo>
                  <a:lnTo>
                    <a:pt x="641" y="1082"/>
                  </a:lnTo>
                  <a:lnTo>
                    <a:pt x="638" y="1085"/>
                  </a:lnTo>
                  <a:lnTo>
                    <a:pt x="635" y="1089"/>
                  </a:lnTo>
                  <a:lnTo>
                    <a:pt x="633" y="1089"/>
                  </a:lnTo>
                  <a:lnTo>
                    <a:pt x="630" y="1091"/>
                  </a:lnTo>
                  <a:lnTo>
                    <a:pt x="629" y="1092"/>
                  </a:lnTo>
                  <a:lnTo>
                    <a:pt x="627" y="1092"/>
                  </a:lnTo>
                  <a:lnTo>
                    <a:pt x="623" y="1092"/>
                  </a:lnTo>
                  <a:lnTo>
                    <a:pt x="621" y="1092"/>
                  </a:lnTo>
                  <a:lnTo>
                    <a:pt x="620" y="1094"/>
                  </a:lnTo>
                  <a:lnTo>
                    <a:pt x="617" y="1092"/>
                  </a:lnTo>
                  <a:lnTo>
                    <a:pt x="614" y="1091"/>
                  </a:lnTo>
                  <a:lnTo>
                    <a:pt x="614" y="1091"/>
                  </a:lnTo>
                  <a:lnTo>
                    <a:pt x="611" y="1088"/>
                  </a:lnTo>
                  <a:lnTo>
                    <a:pt x="611" y="1086"/>
                  </a:lnTo>
                  <a:lnTo>
                    <a:pt x="607" y="1085"/>
                  </a:lnTo>
                  <a:lnTo>
                    <a:pt x="601" y="1082"/>
                  </a:lnTo>
                  <a:lnTo>
                    <a:pt x="600" y="1082"/>
                  </a:lnTo>
                  <a:lnTo>
                    <a:pt x="597" y="1082"/>
                  </a:lnTo>
                  <a:lnTo>
                    <a:pt x="592" y="1082"/>
                  </a:lnTo>
                  <a:lnTo>
                    <a:pt x="592" y="1082"/>
                  </a:lnTo>
                  <a:lnTo>
                    <a:pt x="592" y="1086"/>
                  </a:lnTo>
                  <a:lnTo>
                    <a:pt x="591" y="1088"/>
                  </a:lnTo>
                  <a:lnTo>
                    <a:pt x="591" y="1089"/>
                  </a:lnTo>
                  <a:lnTo>
                    <a:pt x="591" y="1091"/>
                  </a:lnTo>
                  <a:lnTo>
                    <a:pt x="589" y="1091"/>
                  </a:lnTo>
                  <a:lnTo>
                    <a:pt x="589" y="1089"/>
                  </a:lnTo>
                  <a:lnTo>
                    <a:pt x="588" y="1089"/>
                  </a:lnTo>
                  <a:lnTo>
                    <a:pt x="586" y="1091"/>
                  </a:lnTo>
                  <a:lnTo>
                    <a:pt x="583" y="1092"/>
                  </a:lnTo>
                  <a:lnTo>
                    <a:pt x="582" y="1092"/>
                  </a:lnTo>
                  <a:lnTo>
                    <a:pt x="577" y="1091"/>
                  </a:lnTo>
                  <a:lnTo>
                    <a:pt x="576" y="1089"/>
                  </a:lnTo>
                  <a:lnTo>
                    <a:pt x="574" y="1088"/>
                  </a:lnTo>
                  <a:lnTo>
                    <a:pt x="574" y="1086"/>
                  </a:lnTo>
                  <a:lnTo>
                    <a:pt x="574" y="1085"/>
                  </a:lnTo>
                  <a:lnTo>
                    <a:pt x="574" y="1085"/>
                  </a:lnTo>
                  <a:lnTo>
                    <a:pt x="574" y="1083"/>
                  </a:lnTo>
                  <a:lnTo>
                    <a:pt x="572" y="1083"/>
                  </a:lnTo>
                  <a:lnTo>
                    <a:pt x="571" y="1083"/>
                  </a:lnTo>
                  <a:lnTo>
                    <a:pt x="571" y="1083"/>
                  </a:lnTo>
                  <a:lnTo>
                    <a:pt x="569" y="1083"/>
                  </a:lnTo>
                  <a:lnTo>
                    <a:pt x="566" y="1082"/>
                  </a:lnTo>
                  <a:lnTo>
                    <a:pt x="565" y="1082"/>
                  </a:lnTo>
                  <a:lnTo>
                    <a:pt x="563" y="1083"/>
                  </a:lnTo>
                  <a:lnTo>
                    <a:pt x="562" y="1085"/>
                  </a:lnTo>
                  <a:lnTo>
                    <a:pt x="560" y="1085"/>
                  </a:lnTo>
                  <a:lnTo>
                    <a:pt x="560" y="1085"/>
                  </a:lnTo>
                  <a:lnTo>
                    <a:pt x="562" y="1083"/>
                  </a:lnTo>
                  <a:lnTo>
                    <a:pt x="559" y="1083"/>
                  </a:lnTo>
                  <a:lnTo>
                    <a:pt x="556" y="1083"/>
                  </a:lnTo>
                  <a:lnTo>
                    <a:pt x="554" y="1083"/>
                  </a:lnTo>
                  <a:lnTo>
                    <a:pt x="554" y="1083"/>
                  </a:lnTo>
                  <a:lnTo>
                    <a:pt x="554" y="1083"/>
                  </a:lnTo>
                  <a:lnTo>
                    <a:pt x="556" y="1083"/>
                  </a:lnTo>
                  <a:lnTo>
                    <a:pt x="556" y="1082"/>
                  </a:lnTo>
                  <a:lnTo>
                    <a:pt x="560" y="1082"/>
                  </a:lnTo>
                  <a:lnTo>
                    <a:pt x="560" y="1082"/>
                  </a:lnTo>
                  <a:lnTo>
                    <a:pt x="562" y="1080"/>
                  </a:lnTo>
                  <a:lnTo>
                    <a:pt x="563" y="1079"/>
                  </a:lnTo>
                  <a:lnTo>
                    <a:pt x="563" y="1079"/>
                  </a:lnTo>
                  <a:lnTo>
                    <a:pt x="562" y="1079"/>
                  </a:lnTo>
                  <a:lnTo>
                    <a:pt x="556" y="1079"/>
                  </a:lnTo>
                  <a:lnTo>
                    <a:pt x="553" y="1079"/>
                  </a:lnTo>
                  <a:lnTo>
                    <a:pt x="553" y="1079"/>
                  </a:lnTo>
                  <a:lnTo>
                    <a:pt x="551" y="1079"/>
                  </a:lnTo>
                  <a:lnTo>
                    <a:pt x="551" y="1077"/>
                  </a:lnTo>
                  <a:lnTo>
                    <a:pt x="551" y="1077"/>
                  </a:lnTo>
                  <a:lnTo>
                    <a:pt x="553" y="1077"/>
                  </a:lnTo>
                  <a:lnTo>
                    <a:pt x="554" y="1077"/>
                  </a:lnTo>
                  <a:lnTo>
                    <a:pt x="554" y="1076"/>
                  </a:lnTo>
                  <a:lnTo>
                    <a:pt x="553" y="1074"/>
                  </a:lnTo>
                  <a:lnTo>
                    <a:pt x="553" y="1074"/>
                  </a:lnTo>
                  <a:lnTo>
                    <a:pt x="551" y="1074"/>
                  </a:lnTo>
                  <a:lnTo>
                    <a:pt x="551" y="1073"/>
                  </a:lnTo>
                  <a:lnTo>
                    <a:pt x="551" y="1071"/>
                  </a:lnTo>
                  <a:lnTo>
                    <a:pt x="550" y="1069"/>
                  </a:lnTo>
                  <a:lnTo>
                    <a:pt x="550" y="1068"/>
                  </a:lnTo>
                  <a:lnTo>
                    <a:pt x="550" y="1068"/>
                  </a:lnTo>
                  <a:lnTo>
                    <a:pt x="551" y="1068"/>
                  </a:lnTo>
                  <a:lnTo>
                    <a:pt x="551" y="1065"/>
                  </a:lnTo>
                  <a:lnTo>
                    <a:pt x="551" y="1063"/>
                  </a:lnTo>
                  <a:lnTo>
                    <a:pt x="550" y="1063"/>
                  </a:lnTo>
                  <a:lnTo>
                    <a:pt x="548" y="1062"/>
                  </a:lnTo>
                  <a:lnTo>
                    <a:pt x="547" y="1062"/>
                  </a:lnTo>
                  <a:lnTo>
                    <a:pt x="547" y="1062"/>
                  </a:lnTo>
                  <a:lnTo>
                    <a:pt x="545" y="1060"/>
                  </a:lnTo>
                  <a:lnTo>
                    <a:pt x="544" y="1060"/>
                  </a:lnTo>
                  <a:lnTo>
                    <a:pt x="544" y="1060"/>
                  </a:lnTo>
                  <a:lnTo>
                    <a:pt x="542" y="1060"/>
                  </a:lnTo>
                  <a:lnTo>
                    <a:pt x="541" y="1060"/>
                  </a:lnTo>
                  <a:lnTo>
                    <a:pt x="541" y="1060"/>
                  </a:lnTo>
                  <a:lnTo>
                    <a:pt x="539" y="1059"/>
                  </a:lnTo>
                  <a:lnTo>
                    <a:pt x="541" y="1057"/>
                  </a:lnTo>
                  <a:lnTo>
                    <a:pt x="541" y="1057"/>
                  </a:lnTo>
                  <a:lnTo>
                    <a:pt x="541" y="1056"/>
                  </a:lnTo>
                  <a:lnTo>
                    <a:pt x="541" y="1054"/>
                  </a:lnTo>
                  <a:lnTo>
                    <a:pt x="541" y="1054"/>
                  </a:lnTo>
                  <a:lnTo>
                    <a:pt x="542" y="1053"/>
                  </a:lnTo>
                  <a:lnTo>
                    <a:pt x="542" y="1054"/>
                  </a:lnTo>
                  <a:lnTo>
                    <a:pt x="544" y="1054"/>
                  </a:lnTo>
                  <a:lnTo>
                    <a:pt x="544" y="1056"/>
                  </a:lnTo>
                  <a:lnTo>
                    <a:pt x="544" y="1057"/>
                  </a:lnTo>
                  <a:lnTo>
                    <a:pt x="544" y="1057"/>
                  </a:lnTo>
                  <a:lnTo>
                    <a:pt x="544" y="1059"/>
                  </a:lnTo>
                  <a:lnTo>
                    <a:pt x="545" y="1057"/>
                  </a:lnTo>
                  <a:lnTo>
                    <a:pt x="545" y="1057"/>
                  </a:lnTo>
                  <a:lnTo>
                    <a:pt x="545" y="1057"/>
                  </a:lnTo>
                  <a:lnTo>
                    <a:pt x="547" y="1057"/>
                  </a:lnTo>
                  <a:lnTo>
                    <a:pt x="550" y="1057"/>
                  </a:lnTo>
                  <a:lnTo>
                    <a:pt x="550" y="1056"/>
                  </a:lnTo>
                  <a:lnTo>
                    <a:pt x="548" y="1056"/>
                  </a:lnTo>
                  <a:lnTo>
                    <a:pt x="547" y="1056"/>
                  </a:lnTo>
                  <a:lnTo>
                    <a:pt x="547" y="1054"/>
                  </a:lnTo>
                  <a:lnTo>
                    <a:pt x="545" y="1054"/>
                  </a:lnTo>
                  <a:lnTo>
                    <a:pt x="545" y="1053"/>
                  </a:lnTo>
                  <a:lnTo>
                    <a:pt x="545" y="1053"/>
                  </a:lnTo>
                  <a:lnTo>
                    <a:pt x="545" y="1051"/>
                  </a:lnTo>
                  <a:lnTo>
                    <a:pt x="547" y="1051"/>
                  </a:lnTo>
                  <a:lnTo>
                    <a:pt x="548" y="1050"/>
                  </a:lnTo>
                  <a:lnTo>
                    <a:pt x="548" y="1050"/>
                  </a:lnTo>
                  <a:lnTo>
                    <a:pt x="547" y="1048"/>
                  </a:lnTo>
                  <a:lnTo>
                    <a:pt x="547" y="1048"/>
                  </a:lnTo>
                  <a:lnTo>
                    <a:pt x="547" y="1048"/>
                  </a:lnTo>
                  <a:lnTo>
                    <a:pt x="547" y="1048"/>
                  </a:lnTo>
                  <a:lnTo>
                    <a:pt x="547" y="1047"/>
                  </a:lnTo>
                  <a:lnTo>
                    <a:pt x="547" y="1045"/>
                  </a:lnTo>
                  <a:lnTo>
                    <a:pt x="545" y="1044"/>
                  </a:lnTo>
                  <a:lnTo>
                    <a:pt x="544" y="1044"/>
                  </a:lnTo>
                  <a:lnTo>
                    <a:pt x="545" y="1042"/>
                  </a:lnTo>
                  <a:lnTo>
                    <a:pt x="547" y="1041"/>
                  </a:lnTo>
                  <a:lnTo>
                    <a:pt x="547" y="1039"/>
                  </a:lnTo>
                  <a:lnTo>
                    <a:pt x="547" y="1039"/>
                  </a:lnTo>
                  <a:lnTo>
                    <a:pt x="547" y="1039"/>
                  </a:lnTo>
                  <a:lnTo>
                    <a:pt x="542" y="1039"/>
                  </a:lnTo>
                  <a:lnTo>
                    <a:pt x="541" y="1041"/>
                  </a:lnTo>
                  <a:lnTo>
                    <a:pt x="538" y="1041"/>
                  </a:lnTo>
                  <a:lnTo>
                    <a:pt x="538" y="1039"/>
                  </a:lnTo>
                  <a:lnTo>
                    <a:pt x="538" y="1039"/>
                  </a:lnTo>
                  <a:lnTo>
                    <a:pt x="538" y="1038"/>
                  </a:lnTo>
                  <a:lnTo>
                    <a:pt x="538" y="1035"/>
                  </a:lnTo>
                  <a:lnTo>
                    <a:pt x="538" y="1031"/>
                  </a:lnTo>
                  <a:lnTo>
                    <a:pt x="541" y="1031"/>
                  </a:lnTo>
                  <a:lnTo>
                    <a:pt x="542" y="1028"/>
                  </a:lnTo>
                  <a:lnTo>
                    <a:pt x="545" y="1025"/>
                  </a:lnTo>
                  <a:lnTo>
                    <a:pt x="548" y="1025"/>
                  </a:lnTo>
                  <a:lnTo>
                    <a:pt x="550" y="1024"/>
                  </a:lnTo>
                  <a:lnTo>
                    <a:pt x="551" y="1024"/>
                  </a:lnTo>
                  <a:lnTo>
                    <a:pt x="553" y="1025"/>
                  </a:lnTo>
                  <a:lnTo>
                    <a:pt x="553" y="1025"/>
                  </a:lnTo>
                  <a:lnTo>
                    <a:pt x="554" y="1027"/>
                  </a:lnTo>
                  <a:lnTo>
                    <a:pt x="557" y="1027"/>
                  </a:lnTo>
                  <a:lnTo>
                    <a:pt x="557" y="1027"/>
                  </a:lnTo>
                  <a:lnTo>
                    <a:pt x="559" y="1025"/>
                  </a:lnTo>
                  <a:lnTo>
                    <a:pt x="557" y="1024"/>
                  </a:lnTo>
                  <a:lnTo>
                    <a:pt x="557" y="1024"/>
                  </a:lnTo>
                  <a:lnTo>
                    <a:pt x="559" y="1024"/>
                  </a:lnTo>
                  <a:lnTo>
                    <a:pt x="560" y="1024"/>
                  </a:lnTo>
                  <a:lnTo>
                    <a:pt x="560" y="1024"/>
                  </a:lnTo>
                  <a:lnTo>
                    <a:pt x="560" y="1025"/>
                  </a:lnTo>
                  <a:lnTo>
                    <a:pt x="560" y="1025"/>
                  </a:lnTo>
                  <a:lnTo>
                    <a:pt x="560" y="1025"/>
                  </a:lnTo>
                  <a:lnTo>
                    <a:pt x="563" y="1025"/>
                  </a:lnTo>
                  <a:lnTo>
                    <a:pt x="568" y="1025"/>
                  </a:lnTo>
                  <a:lnTo>
                    <a:pt x="569" y="1025"/>
                  </a:lnTo>
                  <a:lnTo>
                    <a:pt x="572" y="1025"/>
                  </a:lnTo>
                  <a:lnTo>
                    <a:pt x="574" y="1025"/>
                  </a:lnTo>
                  <a:lnTo>
                    <a:pt x="572" y="1024"/>
                  </a:lnTo>
                  <a:lnTo>
                    <a:pt x="571" y="1024"/>
                  </a:lnTo>
                  <a:lnTo>
                    <a:pt x="571" y="1024"/>
                  </a:lnTo>
                  <a:lnTo>
                    <a:pt x="571" y="1024"/>
                  </a:lnTo>
                  <a:lnTo>
                    <a:pt x="572" y="1022"/>
                  </a:lnTo>
                  <a:lnTo>
                    <a:pt x="574" y="1021"/>
                  </a:lnTo>
                  <a:lnTo>
                    <a:pt x="579" y="1021"/>
                  </a:lnTo>
                  <a:lnTo>
                    <a:pt x="583" y="1019"/>
                  </a:lnTo>
                  <a:lnTo>
                    <a:pt x="583" y="1019"/>
                  </a:lnTo>
                  <a:lnTo>
                    <a:pt x="583" y="1019"/>
                  </a:lnTo>
                  <a:lnTo>
                    <a:pt x="577" y="1019"/>
                  </a:lnTo>
                  <a:lnTo>
                    <a:pt x="576" y="1018"/>
                  </a:lnTo>
                  <a:lnTo>
                    <a:pt x="574" y="1016"/>
                  </a:lnTo>
                  <a:lnTo>
                    <a:pt x="574" y="1016"/>
                  </a:lnTo>
                  <a:lnTo>
                    <a:pt x="574" y="1016"/>
                  </a:lnTo>
                  <a:lnTo>
                    <a:pt x="574" y="1013"/>
                  </a:lnTo>
                  <a:lnTo>
                    <a:pt x="574" y="1013"/>
                  </a:lnTo>
                  <a:lnTo>
                    <a:pt x="574" y="1012"/>
                  </a:lnTo>
                  <a:lnTo>
                    <a:pt x="577" y="1012"/>
                  </a:lnTo>
                  <a:lnTo>
                    <a:pt x="585" y="1013"/>
                  </a:lnTo>
                  <a:lnTo>
                    <a:pt x="589" y="1012"/>
                  </a:lnTo>
                  <a:lnTo>
                    <a:pt x="595" y="1015"/>
                  </a:lnTo>
                  <a:lnTo>
                    <a:pt x="600" y="1013"/>
                  </a:lnTo>
                  <a:lnTo>
                    <a:pt x="601" y="1013"/>
                  </a:lnTo>
                  <a:lnTo>
                    <a:pt x="603" y="1010"/>
                  </a:lnTo>
                  <a:lnTo>
                    <a:pt x="611" y="1006"/>
                  </a:lnTo>
                  <a:lnTo>
                    <a:pt x="614" y="1004"/>
                  </a:lnTo>
                  <a:lnTo>
                    <a:pt x="617" y="1003"/>
                  </a:lnTo>
                  <a:lnTo>
                    <a:pt x="621" y="1001"/>
                  </a:lnTo>
                  <a:lnTo>
                    <a:pt x="626" y="1000"/>
                  </a:lnTo>
                  <a:lnTo>
                    <a:pt x="627" y="1000"/>
                  </a:lnTo>
                  <a:lnTo>
                    <a:pt x="636" y="1000"/>
                  </a:lnTo>
                  <a:lnTo>
                    <a:pt x="644" y="1000"/>
                  </a:lnTo>
                  <a:lnTo>
                    <a:pt x="647" y="998"/>
                  </a:lnTo>
                  <a:lnTo>
                    <a:pt x="649" y="1000"/>
                  </a:lnTo>
                  <a:lnTo>
                    <a:pt x="649" y="1000"/>
                  </a:lnTo>
                  <a:lnTo>
                    <a:pt x="649" y="1000"/>
                  </a:lnTo>
                  <a:lnTo>
                    <a:pt x="649" y="1001"/>
                  </a:lnTo>
                  <a:lnTo>
                    <a:pt x="649" y="1003"/>
                  </a:lnTo>
                  <a:lnTo>
                    <a:pt x="650" y="1004"/>
                  </a:lnTo>
                  <a:lnTo>
                    <a:pt x="653" y="1006"/>
                  </a:lnTo>
                  <a:lnTo>
                    <a:pt x="658" y="1004"/>
                  </a:lnTo>
                  <a:lnTo>
                    <a:pt x="659" y="1004"/>
                  </a:lnTo>
                  <a:lnTo>
                    <a:pt x="659" y="1004"/>
                  </a:lnTo>
                  <a:lnTo>
                    <a:pt x="661" y="1009"/>
                  </a:lnTo>
                  <a:lnTo>
                    <a:pt x="662" y="1010"/>
                  </a:lnTo>
                  <a:lnTo>
                    <a:pt x="664" y="1012"/>
                  </a:lnTo>
                  <a:lnTo>
                    <a:pt x="665" y="1012"/>
                  </a:lnTo>
                  <a:lnTo>
                    <a:pt x="667" y="1010"/>
                  </a:lnTo>
                  <a:lnTo>
                    <a:pt x="667" y="1010"/>
                  </a:lnTo>
                  <a:lnTo>
                    <a:pt x="668" y="1010"/>
                  </a:lnTo>
                  <a:lnTo>
                    <a:pt x="671" y="1012"/>
                  </a:lnTo>
                  <a:lnTo>
                    <a:pt x="671" y="1013"/>
                  </a:lnTo>
                  <a:lnTo>
                    <a:pt x="676" y="1013"/>
                  </a:lnTo>
                  <a:lnTo>
                    <a:pt x="680" y="1015"/>
                  </a:lnTo>
                  <a:lnTo>
                    <a:pt x="682" y="1016"/>
                  </a:lnTo>
                  <a:lnTo>
                    <a:pt x="688" y="1016"/>
                  </a:lnTo>
                  <a:lnTo>
                    <a:pt x="690" y="1016"/>
                  </a:lnTo>
                  <a:lnTo>
                    <a:pt x="694" y="1015"/>
                  </a:lnTo>
                  <a:lnTo>
                    <a:pt x="700" y="1013"/>
                  </a:lnTo>
                  <a:lnTo>
                    <a:pt x="706" y="1016"/>
                  </a:lnTo>
                  <a:lnTo>
                    <a:pt x="706" y="1016"/>
                  </a:lnTo>
                  <a:lnTo>
                    <a:pt x="708" y="1016"/>
                  </a:lnTo>
                  <a:lnTo>
                    <a:pt x="709" y="1016"/>
                  </a:lnTo>
                  <a:lnTo>
                    <a:pt x="711" y="1016"/>
                  </a:lnTo>
                  <a:lnTo>
                    <a:pt x="717" y="1013"/>
                  </a:lnTo>
                  <a:lnTo>
                    <a:pt x="718" y="1013"/>
                  </a:lnTo>
                  <a:lnTo>
                    <a:pt x="720" y="1012"/>
                  </a:lnTo>
                  <a:lnTo>
                    <a:pt x="721" y="1012"/>
                  </a:lnTo>
                  <a:lnTo>
                    <a:pt x="724" y="1009"/>
                  </a:lnTo>
                  <a:lnTo>
                    <a:pt x="726" y="1007"/>
                  </a:lnTo>
                  <a:lnTo>
                    <a:pt x="729" y="1004"/>
                  </a:lnTo>
                  <a:lnTo>
                    <a:pt x="729" y="1003"/>
                  </a:lnTo>
                  <a:lnTo>
                    <a:pt x="729" y="1001"/>
                  </a:lnTo>
                  <a:lnTo>
                    <a:pt x="729" y="1000"/>
                  </a:lnTo>
                  <a:lnTo>
                    <a:pt x="728" y="996"/>
                  </a:lnTo>
                  <a:lnTo>
                    <a:pt x="728" y="992"/>
                  </a:lnTo>
                  <a:lnTo>
                    <a:pt x="726" y="989"/>
                  </a:lnTo>
                  <a:lnTo>
                    <a:pt x="726" y="987"/>
                  </a:lnTo>
                  <a:lnTo>
                    <a:pt x="721" y="986"/>
                  </a:lnTo>
                  <a:lnTo>
                    <a:pt x="721" y="984"/>
                  </a:lnTo>
                  <a:lnTo>
                    <a:pt x="718" y="981"/>
                  </a:lnTo>
                  <a:lnTo>
                    <a:pt x="714" y="981"/>
                  </a:lnTo>
                  <a:lnTo>
                    <a:pt x="714" y="980"/>
                  </a:lnTo>
                  <a:lnTo>
                    <a:pt x="711" y="977"/>
                  </a:lnTo>
                  <a:lnTo>
                    <a:pt x="708" y="975"/>
                  </a:lnTo>
                  <a:lnTo>
                    <a:pt x="706" y="975"/>
                  </a:lnTo>
                  <a:lnTo>
                    <a:pt x="702" y="971"/>
                  </a:lnTo>
                  <a:lnTo>
                    <a:pt x="700" y="968"/>
                  </a:lnTo>
                  <a:lnTo>
                    <a:pt x="693" y="960"/>
                  </a:lnTo>
                  <a:lnTo>
                    <a:pt x="691" y="960"/>
                  </a:lnTo>
                  <a:lnTo>
                    <a:pt x="686" y="958"/>
                  </a:lnTo>
                  <a:lnTo>
                    <a:pt x="685" y="958"/>
                  </a:lnTo>
                  <a:lnTo>
                    <a:pt x="682" y="954"/>
                  </a:lnTo>
                  <a:lnTo>
                    <a:pt x="680" y="954"/>
                  </a:lnTo>
                  <a:lnTo>
                    <a:pt x="677" y="954"/>
                  </a:lnTo>
                  <a:lnTo>
                    <a:pt x="677" y="954"/>
                  </a:lnTo>
                  <a:lnTo>
                    <a:pt x="676" y="952"/>
                  </a:lnTo>
                  <a:lnTo>
                    <a:pt x="676" y="952"/>
                  </a:lnTo>
                  <a:lnTo>
                    <a:pt x="674" y="949"/>
                  </a:lnTo>
                  <a:lnTo>
                    <a:pt x="673" y="949"/>
                  </a:lnTo>
                  <a:lnTo>
                    <a:pt x="670" y="948"/>
                  </a:lnTo>
                  <a:lnTo>
                    <a:pt x="667" y="946"/>
                  </a:lnTo>
                  <a:lnTo>
                    <a:pt x="667" y="946"/>
                  </a:lnTo>
                  <a:lnTo>
                    <a:pt x="667" y="945"/>
                  </a:lnTo>
                  <a:lnTo>
                    <a:pt x="670" y="945"/>
                  </a:lnTo>
                  <a:lnTo>
                    <a:pt x="670" y="943"/>
                  </a:lnTo>
                  <a:lnTo>
                    <a:pt x="668" y="942"/>
                  </a:lnTo>
                  <a:lnTo>
                    <a:pt x="668" y="942"/>
                  </a:lnTo>
                  <a:lnTo>
                    <a:pt x="668" y="942"/>
                  </a:lnTo>
                  <a:lnTo>
                    <a:pt x="668" y="942"/>
                  </a:lnTo>
                  <a:lnTo>
                    <a:pt x="670" y="942"/>
                  </a:lnTo>
                  <a:lnTo>
                    <a:pt x="671" y="942"/>
                  </a:lnTo>
                  <a:lnTo>
                    <a:pt x="673" y="943"/>
                  </a:lnTo>
                  <a:lnTo>
                    <a:pt x="674" y="943"/>
                  </a:lnTo>
                  <a:lnTo>
                    <a:pt x="674" y="943"/>
                  </a:lnTo>
                  <a:lnTo>
                    <a:pt x="679" y="942"/>
                  </a:lnTo>
                  <a:lnTo>
                    <a:pt x="679" y="940"/>
                  </a:lnTo>
                  <a:lnTo>
                    <a:pt x="679" y="940"/>
                  </a:lnTo>
                  <a:lnTo>
                    <a:pt x="679" y="940"/>
                  </a:lnTo>
                  <a:lnTo>
                    <a:pt x="679" y="940"/>
                  </a:lnTo>
                  <a:lnTo>
                    <a:pt x="679" y="939"/>
                  </a:lnTo>
                  <a:lnTo>
                    <a:pt x="679" y="937"/>
                  </a:lnTo>
                  <a:lnTo>
                    <a:pt x="682" y="934"/>
                  </a:lnTo>
                  <a:lnTo>
                    <a:pt x="682" y="931"/>
                  </a:lnTo>
                  <a:lnTo>
                    <a:pt x="683" y="930"/>
                  </a:lnTo>
                  <a:lnTo>
                    <a:pt x="685" y="931"/>
                  </a:lnTo>
                  <a:lnTo>
                    <a:pt x="683" y="931"/>
                  </a:lnTo>
                  <a:lnTo>
                    <a:pt x="685" y="933"/>
                  </a:lnTo>
                  <a:lnTo>
                    <a:pt x="685" y="931"/>
                  </a:lnTo>
                  <a:lnTo>
                    <a:pt x="685" y="930"/>
                  </a:lnTo>
                  <a:lnTo>
                    <a:pt x="686" y="930"/>
                  </a:lnTo>
                  <a:lnTo>
                    <a:pt x="688" y="930"/>
                  </a:lnTo>
                  <a:lnTo>
                    <a:pt x="690" y="930"/>
                  </a:lnTo>
                  <a:lnTo>
                    <a:pt x="686" y="927"/>
                  </a:lnTo>
                  <a:lnTo>
                    <a:pt x="685" y="923"/>
                  </a:lnTo>
                  <a:lnTo>
                    <a:pt x="683" y="923"/>
                  </a:lnTo>
                  <a:lnTo>
                    <a:pt x="682" y="923"/>
                  </a:lnTo>
                  <a:lnTo>
                    <a:pt x="680" y="922"/>
                  </a:lnTo>
                  <a:lnTo>
                    <a:pt x="680" y="919"/>
                  </a:lnTo>
                  <a:lnTo>
                    <a:pt x="682" y="919"/>
                  </a:lnTo>
                  <a:lnTo>
                    <a:pt x="683" y="920"/>
                  </a:lnTo>
                  <a:lnTo>
                    <a:pt x="685" y="919"/>
                  </a:lnTo>
                  <a:lnTo>
                    <a:pt x="686" y="919"/>
                  </a:lnTo>
                  <a:lnTo>
                    <a:pt x="688" y="919"/>
                  </a:lnTo>
                  <a:lnTo>
                    <a:pt x="690" y="919"/>
                  </a:lnTo>
                  <a:lnTo>
                    <a:pt x="690" y="917"/>
                  </a:lnTo>
                  <a:lnTo>
                    <a:pt x="688" y="916"/>
                  </a:lnTo>
                  <a:lnTo>
                    <a:pt x="691" y="916"/>
                  </a:lnTo>
                  <a:lnTo>
                    <a:pt x="693" y="914"/>
                  </a:lnTo>
                  <a:lnTo>
                    <a:pt x="697" y="913"/>
                  </a:lnTo>
                  <a:lnTo>
                    <a:pt x="699" y="913"/>
                  </a:lnTo>
                  <a:lnTo>
                    <a:pt x="699" y="911"/>
                  </a:lnTo>
                  <a:lnTo>
                    <a:pt x="699" y="911"/>
                  </a:lnTo>
                  <a:lnTo>
                    <a:pt x="699" y="910"/>
                  </a:lnTo>
                  <a:lnTo>
                    <a:pt x="699" y="908"/>
                  </a:lnTo>
                  <a:lnTo>
                    <a:pt x="696" y="908"/>
                  </a:lnTo>
                  <a:lnTo>
                    <a:pt x="694" y="910"/>
                  </a:lnTo>
                  <a:lnTo>
                    <a:pt x="691" y="910"/>
                  </a:lnTo>
                  <a:lnTo>
                    <a:pt x="690" y="910"/>
                  </a:lnTo>
                  <a:lnTo>
                    <a:pt x="691" y="910"/>
                  </a:lnTo>
                  <a:lnTo>
                    <a:pt x="693" y="908"/>
                  </a:lnTo>
                  <a:lnTo>
                    <a:pt x="693" y="908"/>
                  </a:lnTo>
                  <a:lnTo>
                    <a:pt x="691" y="908"/>
                  </a:lnTo>
                  <a:lnTo>
                    <a:pt x="690" y="910"/>
                  </a:lnTo>
                  <a:lnTo>
                    <a:pt x="686" y="911"/>
                  </a:lnTo>
                  <a:lnTo>
                    <a:pt x="685" y="911"/>
                  </a:lnTo>
                  <a:lnTo>
                    <a:pt x="682" y="911"/>
                  </a:lnTo>
                  <a:lnTo>
                    <a:pt x="677" y="911"/>
                  </a:lnTo>
                  <a:lnTo>
                    <a:pt x="676" y="914"/>
                  </a:lnTo>
                  <a:lnTo>
                    <a:pt x="674" y="914"/>
                  </a:lnTo>
                  <a:lnTo>
                    <a:pt x="671" y="916"/>
                  </a:lnTo>
                  <a:lnTo>
                    <a:pt x="670" y="916"/>
                  </a:lnTo>
                  <a:lnTo>
                    <a:pt x="668" y="917"/>
                  </a:lnTo>
                  <a:lnTo>
                    <a:pt x="667" y="917"/>
                  </a:lnTo>
                  <a:lnTo>
                    <a:pt x="665" y="917"/>
                  </a:lnTo>
                  <a:lnTo>
                    <a:pt x="664" y="917"/>
                  </a:lnTo>
                  <a:lnTo>
                    <a:pt x="662" y="919"/>
                  </a:lnTo>
                  <a:lnTo>
                    <a:pt x="661" y="919"/>
                  </a:lnTo>
                  <a:lnTo>
                    <a:pt x="659" y="919"/>
                  </a:lnTo>
                  <a:lnTo>
                    <a:pt x="656" y="920"/>
                  </a:lnTo>
                  <a:lnTo>
                    <a:pt x="652" y="923"/>
                  </a:lnTo>
                  <a:lnTo>
                    <a:pt x="650" y="927"/>
                  </a:lnTo>
                  <a:lnTo>
                    <a:pt x="649" y="928"/>
                  </a:lnTo>
                  <a:lnTo>
                    <a:pt x="649" y="928"/>
                  </a:lnTo>
                  <a:lnTo>
                    <a:pt x="647" y="930"/>
                  </a:lnTo>
                  <a:lnTo>
                    <a:pt x="647" y="930"/>
                  </a:lnTo>
                  <a:lnTo>
                    <a:pt x="649" y="927"/>
                  </a:lnTo>
                  <a:lnTo>
                    <a:pt x="650" y="927"/>
                  </a:lnTo>
                  <a:lnTo>
                    <a:pt x="650" y="925"/>
                  </a:lnTo>
                  <a:lnTo>
                    <a:pt x="650" y="925"/>
                  </a:lnTo>
                  <a:lnTo>
                    <a:pt x="650" y="923"/>
                  </a:lnTo>
                  <a:lnTo>
                    <a:pt x="647" y="927"/>
                  </a:lnTo>
                  <a:lnTo>
                    <a:pt x="645" y="927"/>
                  </a:lnTo>
                  <a:lnTo>
                    <a:pt x="644" y="928"/>
                  </a:lnTo>
                  <a:lnTo>
                    <a:pt x="644" y="930"/>
                  </a:lnTo>
                  <a:lnTo>
                    <a:pt x="645" y="931"/>
                  </a:lnTo>
                  <a:lnTo>
                    <a:pt x="645" y="933"/>
                  </a:lnTo>
                  <a:lnTo>
                    <a:pt x="647" y="936"/>
                  </a:lnTo>
                  <a:lnTo>
                    <a:pt x="650" y="940"/>
                  </a:lnTo>
                  <a:lnTo>
                    <a:pt x="652" y="942"/>
                  </a:lnTo>
                  <a:lnTo>
                    <a:pt x="652" y="943"/>
                  </a:lnTo>
                  <a:lnTo>
                    <a:pt x="653" y="943"/>
                  </a:lnTo>
                  <a:lnTo>
                    <a:pt x="656" y="942"/>
                  </a:lnTo>
                  <a:lnTo>
                    <a:pt x="656" y="942"/>
                  </a:lnTo>
                  <a:lnTo>
                    <a:pt x="659" y="942"/>
                  </a:lnTo>
                  <a:lnTo>
                    <a:pt x="659" y="942"/>
                  </a:lnTo>
                  <a:lnTo>
                    <a:pt x="661" y="940"/>
                  </a:lnTo>
                  <a:lnTo>
                    <a:pt x="662" y="940"/>
                  </a:lnTo>
                  <a:lnTo>
                    <a:pt x="664" y="940"/>
                  </a:lnTo>
                  <a:lnTo>
                    <a:pt x="665" y="942"/>
                  </a:lnTo>
                  <a:lnTo>
                    <a:pt x="665" y="943"/>
                  </a:lnTo>
                  <a:lnTo>
                    <a:pt x="664" y="945"/>
                  </a:lnTo>
                  <a:lnTo>
                    <a:pt x="664" y="946"/>
                  </a:lnTo>
                  <a:lnTo>
                    <a:pt x="664" y="948"/>
                  </a:lnTo>
                  <a:lnTo>
                    <a:pt x="662" y="948"/>
                  </a:lnTo>
                  <a:lnTo>
                    <a:pt x="659" y="948"/>
                  </a:lnTo>
                  <a:lnTo>
                    <a:pt x="658" y="948"/>
                  </a:lnTo>
                  <a:lnTo>
                    <a:pt x="656" y="948"/>
                  </a:lnTo>
                  <a:lnTo>
                    <a:pt x="656" y="948"/>
                  </a:lnTo>
                  <a:lnTo>
                    <a:pt x="655" y="946"/>
                  </a:lnTo>
                  <a:lnTo>
                    <a:pt x="653" y="946"/>
                  </a:lnTo>
                  <a:lnTo>
                    <a:pt x="653" y="946"/>
                  </a:lnTo>
                  <a:lnTo>
                    <a:pt x="652" y="949"/>
                  </a:lnTo>
                  <a:lnTo>
                    <a:pt x="649" y="951"/>
                  </a:lnTo>
                  <a:lnTo>
                    <a:pt x="647" y="952"/>
                  </a:lnTo>
                  <a:lnTo>
                    <a:pt x="645" y="951"/>
                  </a:lnTo>
                  <a:lnTo>
                    <a:pt x="642" y="952"/>
                  </a:lnTo>
                  <a:lnTo>
                    <a:pt x="639" y="954"/>
                  </a:lnTo>
                  <a:lnTo>
                    <a:pt x="638" y="957"/>
                  </a:lnTo>
                  <a:lnTo>
                    <a:pt x="635" y="958"/>
                  </a:lnTo>
                  <a:lnTo>
                    <a:pt x="633" y="958"/>
                  </a:lnTo>
                  <a:lnTo>
                    <a:pt x="632" y="958"/>
                  </a:lnTo>
                  <a:lnTo>
                    <a:pt x="630" y="958"/>
                  </a:lnTo>
                  <a:lnTo>
                    <a:pt x="627" y="955"/>
                  </a:lnTo>
                  <a:lnTo>
                    <a:pt x="627" y="955"/>
                  </a:lnTo>
                  <a:lnTo>
                    <a:pt x="627" y="955"/>
                  </a:lnTo>
                  <a:lnTo>
                    <a:pt x="629" y="954"/>
                  </a:lnTo>
                  <a:lnTo>
                    <a:pt x="629" y="949"/>
                  </a:lnTo>
                  <a:lnTo>
                    <a:pt x="629" y="949"/>
                  </a:lnTo>
                  <a:lnTo>
                    <a:pt x="629" y="946"/>
                  </a:lnTo>
                  <a:lnTo>
                    <a:pt x="627" y="945"/>
                  </a:lnTo>
                  <a:lnTo>
                    <a:pt x="626" y="945"/>
                  </a:lnTo>
                  <a:lnTo>
                    <a:pt x="624" y="945"/>
                  </a:lnTo>
                  <a:lnTo>
                    <a:pt x="621" y="942"/>
                  </a:lnTo>
                  <a:lnTo>
                    <a:pt x="620" y="942"/>
                  </a:lnTo>
                  <a:lnTo>
                    <a:pt x="617" y="943"/>
                  </a:lnTo>
                  <a:lnTo>
                    <a:pt x="617" y="942"/>
                  </a:lnTo>
                  <a:lnTo>
                    <a:pt x="617" y="942"/>
                  </a:lnTo>
                  <a:lnTo>
                    <a:pt x="620" y="939"/>
                  </a:lnTo>
                  <a:lnTo>
                    <a:pt x="624" y="936"/>
                  </a:lnTo>
                  <a:lnTo>
                    <a:pt x="626" y="936"/>
                  </a:lnTo>
                  <a:lnTo>
                    <a:pt x="627" y="934"/>
                  </a:lnTo>
                  <a:lnTo>
                    <a:pt x="630" y="931"/>
                  </a:lnTo>
                  <a:lnTo>
                    <a:pt x="630" y="930"/>
                  </a:lnTo>
                  <a:lnTo>
                    <a:pt x="629" y="930"/>
                  </a:lnTo>
                  <a:lnTo>
                    <a:pt x="629" y="930"/>
                  </a:lnTo>
                  <a:lnTo>
                    <a:pt x="627" y="930"/>
                  </a:lnTo>
                  <a:lnTo>
                    <a:pt x="626" y="928"/>
                  </a:lnTo>
                  <a:lnTo>
                    <a:pt x="624" y="928"/>
                  </a:lnTo>
                  <a:lnTo>
                    <a:pt x="621" y="928"/>
                  </a:lnTo>
                  <a:lnTo>
                    <a:pt x="620" y="928"/>
                  </a:lnTo>
                  <a:lnTo>
                    <a:pt x="615" y="930"/>
                  </a:lnTo>
                  <a:lnTo>
                    <a:pt x="614" y="928"/>
                  </a:lnTo>
                  <a:lnTo>
                    <a:pt x="611" y="927"/>
                  </a:lnTo>
                  <a:lnTo>
                    <a:pt x="609" y="927"/>
                  </a:lnTo>
                  <a:lnTo>
                    <a:pt x="607" y="927"/>
                  </a:lnTo>
                  <a:lnTo>
                    <a:pt x="607" y="925"/>
                  </a:lnTo>
                  <a:lnTo>
                    <a:pt x="607" y="925"/>
                  </a:lnTo>
                  <a:lnTo>
                    <a:pt x="609" y="925"/>
                  </a:lnTo>
                  <a:lnTo>
                    <a:pt x="609" y="925"/>
                  </a:lnTo>
                  <a:lnTo>
                    <a:pt x="611" y="923"/>
                  </a:lnTo>
                  <a:lnTo>
                    <a:pt x="611" y="923"/>
                  </a:lnTo>
                  <a:lnTo>
                    <a:pt x="607" y="922"/>
                  </a:lnTo>
                  <a:lnTo>
                    <a:pt x="606" y="922"/>
                  </a:lnTo>
                  <a:lnTo>
                    <a:pt x="604" y="922"/>
                  </a:lnTo>
                  <a:lnTo>
                    <a:pt x="604" y="920"/>
                  </a:lnTo>
                  <a:lnTo>
                    <a:pt x="606" y="920"/>
                  </a:lnTo>
                  <a:lnTo>
                    <a:pt x="607" y="922"/>
                  </a:lnTo>
                  <a:lnTo>
                    <a:pt x="612" y="922"/>
                  </a:lnTo>
                  <a:lnTo>
                    <a:pt x="614" y="922"/>
                  </a:lnTo>
                  <a:lnTo>
                    <a:pt x="615" y="922"/>
                  </a:lnTo>
                  <a:lnTo>
                    <a:pt x="617" y="920"/>
                  </a:lnTo>
                  <a:lnTo>
                    <a:pt x="617" y="920"/>
                  </a:lnTo>
                  <a:lnTo>
                    <a:pt x="614" y="920"/>
                  </a:lnTo>
                  <a:lnTo>
                    <a:pt x="611" y="920"/>
                  </a:lnTo>
                  <a:lnTo>
                    <a:pt x="611" y="919"/>
                  </a:lnTo>
                  <a:lnTo>
                    <a:pt x="609" y="919"/>
                  </a:lnTo>
                  <a:lnTo>
                    <a:pt x="609" y="917"/>
                  </a:lnTo>
                  <a:lnTo>
                    <a:pt x="609" y="916"/>
                  </a:lnTo>
                  <a:lnTo>
                    <a:pt x="609" y="913"/>
                  </a:lnTo>
                  <a:lnTo>
                    <a:pt x="607" y="911"/>
                  </a:lnTo>
                  <a:lnTo>
                    <a:pt x="607" y="910"/>
                  </a:lnTo>
                  <a:lnTo>
                    <a:pt x="607" y="910"/>
                  </a:lnTo>
                  <a:lnTo>
                    <a:pt x="607" y="911"/>
                  </a:lnTo>
                  <a:lnTo>
                    <a:pt x="607" y="913"/>
                  </a:lnTo>
                  <a:lnTo>
                    <a:pt x="609" y="914"/>
                  </a:lnTo>
                  <a:lnTo>
                    <a:pt x="609" y="917"/>
                  </a:lnTo>
                  <a:lnTo>
                    <a:pt x="607" y="919"/>
                  </a:lnTo>
                  <a:lnTo>
                    <a:pt x="607" y="919"/>
                  </a:lnTo>
                  <a:lnTo>
                    <a:pt x="606" y="919"/>
                  </a:lnTo>
                  <a:lnTo>
                    <a:pt x="604" y="919"/>
                  </a:lnTo>
                  <a:lnTo>
                    <a:pt x="604" y="917"/>
                  </a:lnTo>
                  <a:lnTo>
                    <a:pt x="603" y="917"/>
                  </a:lnTo>
                  <a:lnTo>
                    <a:pt x="603" y="920"/>
                  </a:lnTo>
                  <a:lnTo>
                    <a:pt x="601" y="920"/>
                  </a:lnTo>
                  <a:lnTo>
                    <a:pt x="598" y="920"/>
                  </a:lnTo>
                  <a:lnTo>
                    <a:pt x="595" y="920"/>
                  </a:lnTo>
                  <a:lnTo>
                    <a:pt x="595" y="922"/>
                  </a:lnTo>
                  <a:lnTo>
                    <a:pt x="594" y="925"/>
                  </a:lnTo>
                  <a:lnTo>
                    <a:pt x="594" y="925"/>
                  </a:lnTo>
                  <a:lnTo>
                    <a:pt x="594" y="927"/>
                  </a:lnTo>
                  <a:lnTo>
                    <a:pt x="591" y="930"/>
                  </a:lnTo>
                  <a:lnTo>
                    <a:pt x="591" y="930"/>
                  </a:lnTo>
                  <a:lnTo>
                    <a:pt x="588" y="933"/>
                  </a:lnTo>
                  <a:lnTo>
                    <a:pt x="588" y="934"/>
                  </a:lnTo>
                  <a:lnTo>
                    <a:pt x="585" y="934"/>
                  </a:lnTo>
                  <a:lnTo>
                    <a:pt x="583" y="936"/>
                  </a:lnTo>
                  <a:lnTo>
                    <a:pt x="583" y="936"/>
                  </a:lnTo>
                  <a:lnTo>
                    <a:pt x="582" y="936"/>
                  </a:lnTo>
                  <a:lnTo>
                    <a:pt x="580" y="936"/>
                  </a:lnTo>
                  <a:lnTo>
                    <a:pt x="580" y="937"/>
                  </a:lnTo>
                  <a:lnTo>
                    <a:pt x="580" y="939"/>
                  </a:lnTo>
                  <a:lnTo>
                    <a:pt x="582" y="939"/>
                  </a:lnTo>
                  <a:lnTo>
                    <a:pt x="582" y="942"/>
                  </a:lnTo>
                  <a:lnTo>
                    <a:pt x="582" y="943"/>
                  </a:lnTo>
                  <a:lnTo>
                    <a:pt x="582" y="945"/>
                  </a:lnTo>
                  <a:lnTo>
                    <a:pt x="582" y="946"/>
                  </a:lnTo>
                  <a:lnTo>
                    <a:pt x="580" y="949"/>
                  </a:lnTo>
                  <a:lnTo>
                    <a:pt x="580" y="949"/>
                  </a:lnTo>
                  <a:lnTo>
                    <a:pt x="580" y="951"/>
                  </a:lnTo>
                  <a:lnTo>
                    <a:pt x="574" y="952"/>
                  </a:lnTo>
                  <a:lnTo>
                    <a:pt x="574" y="952"/>
                  </a:lnTo>
                  <a:lnTo>
                    <a:pt x="574" y="951"/>
                  </a:lnTo>
                  <a:lnTo>
                    <a:pt x="574" y="949"/>
                  </a:lnTo>
                  <a:lnTo>
                    <a:pt x="574" y="949"/>
                  </a:lnTo>
                  <a:lnTo>
                    <a:pt x="572" y="948"/>
                  </a:lnTo>
                  <a:lnTo>
                    <a:pt x="572" y="949"/>
                  </a:lnTo>
                  <a:lnTo>
                    <a:pt x="571" y="949"/>
                  </a:lnTo>
                  <a:lnTo>
                    <a:pt x="572" y="952"/>
                  </a:lnTo>
                  <a:lnTo>
                    <a:pt x="571" y="952"/>
                  </a:lnTo>
                  <a:lnTo>
                    <a:pt x="571" y="954"/>
                  </a:lnTo>
                  <a:lnTo>
                    <a:pt x="571" y="955"/>
                  </a:lnTo>
                  <a:lnTo>
                    <a:pt x="571" y="955"/>
                  </a:lnTo>
                  <a:lnTo>
                    <a:pt x="571" y="955"/>
                  </a:lnTo>
                  <a:lnTo>
                    <a:pt x="571" y="955"/>
                  </a:lnTo>
                  <a:lnTo>
                    <a:pt x="571" y="957"/>
                  </a:lnTo>
                  <a:lnTo>
                    <a:pt x="569" y="958"/>
                  </a:lnTo>
                  <a:lnTo>
                    <a:pt x="568" y="960"/>
                  </a:lnTo>
                  <a:lnTo>
                    <a:pt x="568" y="966"/>
                  </a:lnTo>
                  <a:lnTo>
                    <a:pt x="568" y="969"/>
                  </a:lnTo>
                  <a:lnTo>
                    <a:pt x="568" y="971"/>
                  </a:lnTo>
                  <a:lnTo>
                    <a:pt x="568" y="974"/>
                  </a:lnTo>
                  <a:lnTo>
                    <a:pt x="566" y="977"/>
                  </a:lnTo>
                  <a:lnTo>
                    <a:pt x="565" y="975"/>
                  </a:lnTo>
                  <a:lnTo>
                    <a:pt x="562" y="975"/>
                  </a:lnTo>
                  <a:lnTo>
                    <a:pt x="560" y="978"/>
                  </a:lnTo>
                  <a:lnTo>
                    <a:pt x="560" y="978"/>
                  </a:lnTo>
                  <a:lnTo>
                    <a:pt x="560" y="980"/>
                  </a:lnTo>
                  <a:lnTo>
                    <a:pt x="559" y="983"/>
                  </a:lnTo>
                  <a:lnTo>
                    <a:pt x="559" y="987"/>
                  </a:lnTo>
                  <a:lnTo>
                    <a:pt x="559" y="987"/>
                  </a:lnTo>
                  <a:lnTo>
                    <a:pt x="557" y="987"/>
                  </a:lnTo>
                  <a:lnTo>
                    <a:pt x="554" y="992"/>
                  </a:lnTo>
                  <a:lnTo>
                    <a:pt x="556" y="992"/>
                  </a:lnTo>
                  <a:lnTo>
                    <a:pt x="557" y="993"/>
                  </a:lnTo>
                  <a:lnTo>
                    <a:pt x="559" y="996"/>
                  </a:lnTo>
                  <a:lnTo>
                    <a:pt x="560" y="998"/>
                  </a:lnTo>
                  <a:lnTo>
                    <a:pt x="560" y="1000"/>
                  </a:lnTo>
                  <a:lnTo>
                    <a:pt x="560" y="1001"/>
                  </a:lnTo>
                  <a:lnTo>
                    <a:pt x="562" y="1004"/>
                  </a:lnTo>
                  <a:lnTo>
                    <a:pt x="563" y="1007"/>
                  </a:lnTo>
                  <a:lnTo>
                    <a:pt x="565" y="1009"/>
                  </a:lnTo>
                  <a:lnTo>
                    <a:pt x="572" y="1012"/>
                  </a:lnTo>
                  <a:lnTo>
                    <a:pt x="574" y="1012"/>
                  </a:lnTo>
                  <a:lnTo>
                    <a:pt x="572" y="1013"/>
                  </a:lnTo>
                  <a:lnTo>
                    <a:pt x="572" y="1015"/>
                  </a:lnTo>
                  <a:lnTo>
                    <a:pt x="572" y="1015"/>
                  </a:lnTo>
                  <a:lnTo>
                    <a:pt x="569" y="1016"/>
                  </a:lnTo>
                  <a:lnTo>
                    <a:pt x="565" y="1015"/>
                  </a:lnTo>
                  <a:lnTo>
                    <a:pt x="563" y="1015"/>
                  </a:lnTo>
                  <a:lnTo>
                    <a:pt x="562" y="1015"/>
                  </a:lnTo>
                  <a:lnTo>
                    <a:pt x="560" y="1016"/>
                  </a:lnTo>
                  <a:lnTo>
                    <a:pt x="557" y="1015"/>
                  </a:lnTo>
                  <a:lnTo>
                    <a:pt x="554" y="1016"/>
                  </a:lnTo>
                  <a:lnTo>
                    <a:pt x="554" y="1018"/>
                  </a:lnTo>
                  <a:lnTo>
                    <a:pt x="551" y="1021"/>
                  </a:lnTo>
                  <a:lnTo>
                    <a:pt x="548" y="1022"/>
                  </a:lnTo>
                  <a:lnTo>
                    <a:pt x="545" y="1024"/>
                  </a:lnTo>
                  <a:lnTo>
                    <a:pt x="542" y="1027"/>
                  </a:lnTo>
                  <a:lnTo>
                    <a:pt x="541" y="1030"/>
                  </a:lnTo>
                  <a:lnTo>
                    <a:pt x="539" y="1030"/>
                  </a:lnTo>
                  <a:lnTo>
                    <a:pt x="539" y="1030"/>
                  </a:lnTo>
                  <a:lnTo>
                    <a:pt x="539" y="1030"/>
                  </a:lnTo>
                  <a:lnTo>
                    <a:pt x="539" y="1028"/>
                  </a:lnTo>
                  <a:lnTo>
                    <a:pt x="539" y="1028"/>
                  </a:lnTo>
                  <a:lnTo>
                    <a:pt x="539" y="1027"/>
                  </a:lnTo>
                  <a:lnTo>
                    <a:pt x="541" y="1025"/>
                  </a:lnTo>
                  <a:lnTo>
                    <a:pt x="542" y="1025"/>
                  </a:lnTo>
                  <a:lnTo>
                    <a:pt x="545" y="1022"/>
                  </a:lnTo>
                  <a:lnTo>
                    <a:pt x="545" y="1022"/>
                  </a:lnTo>
                  <a:lnTo>
                    <a:pt x="544" y="1022"/>
                  </a:lnTo>
                  <a:lnTo>
                    <a:pt x="541" y="1022"/>
                  </a:lnTo>
                  <a:lnTo>
                    <a:pt x="539" y="1022"/>
                  </a:lnTo>
                  <a:lnTo>
                    <a:pt x="538" y="1022"/>
                  </a:lnTo>
                  <a:lnTo>
                    <a:pt x="538" y="1021"/>
                  </a:lnTo>
                  <a:lnTo>
                    <a:pt x="536" y="1019"/>
                  </a:lnTo>
                  <a:lnTo>
                    <a:pt x="536" y="1019"/>
                  </a:lnTo>
                  <a:lnTo>
                    <a:pt x="535" y="1018"/>
                  </a:lnTo>
                  <a:lnTo>
                    <a:pt x="530" y="1018"/>
                  </a:lnTo>
                  <a:lnTo>
                    <a:pt x="528" y="1016"/>
                  </a:lnTo>
                  <a:lnTo>
                    <a:pt x="526" y="1016"/>
                  </a:lnTo>
                  <a:lnTo>
                    <a:pt x="525" y="1016"/>
                  </a:lnTo>
                  <a:lnTo>
                    <a:pt x="523" y="1016"/>
                  </a:lnTo>
                  <a:lnTo>
                    <a:pt x="520" y="1018"/>
                  </a:lnTo>
                  <a:lnTo>
                    <a:pt x="519" y="1018"/>
                  </a:lnTo>
                  <a:lnTo>
                    <a:pt x="517" y="1016"/>
                  </a:lnTo>
                  <a:lnTo>
                    <a:pt x="517" y="1016"/>
                  </a:lnTo>
                  <a:lnTo>
                    <a:pt x="516" y="1018"/>
                  </a:lnTo>
                  <a:lnTo>
                    <a:pt x="514" y="1019"/>
                  </a:lnTo>
                  <a:lnTo>
                    <a:pt x="513" y="1021"/>
                  </a:lnTo>
                  <a:lnTo>
                    <a:pt x="510" y="1019"/>
                  </a:lnTo>
                  <a:lnTo>
                    <a:pt x="508" y="1019"/>
                  </a:lnTo>
                  <a:lnTo>
                    <a:pt x="508" y="1021"/>
                  </a:lnTo>
                  <a:lnTo>
                    <a:pt x="508" y="1022"/>
                  </a:lnTo>
                  <a:lnTo>
                    <a:pt x="510" y="1022"/>
                  </a:lnTo>
                  <a:lnTo>
                    <a:pt x="508" y="1024"/>
                  </a:lnTo>
                  <a:lnTo>
                    <a:pt x="510" y="1025"/>
                  </a:lnTo>
                  <a:lnTo>
                    <a:pt x="510" y="1025"/>
                  </a:lnTo>
                  <a:lnTo>
                    <a:pt x="511" y="1025"/>
                  </a:lnTo>
                  <a:lnTo>
                    <a:pt x="514" y="1027"/>
                  </a:lnTo>
                  <a:lnTo>
                    <a:pt x="514" y="1028"/>
                  </a:lnTo>
                  <a:lnTo>
                    <a:pt x="516" y="1030"/>
                  </a:lnTo>
                  <a:lnTo>
                    <a:pt x="514" y="1028"/>
                  </a:lnTo>
                  <a:lnTo>
                    <a:pt x="513" y="1027"/>
                  </a:lnTo>
                  <a:lnTo>
                    <a:pt x="511" y="1027"/>
                  </a:lnTo>
                  <a:lnTo>
                    <a:pt x="510" y="1025"/>
                  </a:lnTo>
                  <a:lnTo>
                    <a:pt x="508" y="1025"/>
                  </a:lnTo>
                  <a:lnTo>
                    <a:pt x="508" y="1027"/>
                  </a:lnTo>
                  <a:lnTo>
                    <a:pt x="508" y="1027"/>
                  </a:lnTo>
                  <a:lnTo>
                    <a:pt x="508" y="1028"/>
                  </a:lnTo>
                  <a:lnTo>
                    <a:pt x="510" y="1030"/>
                  </a:lnTo>
                  <a:lnTo>
                    <a:pt x="511" y="1030"/>
                  </a:lnTo>
                  <a:lnTo>
                    <a:pt x="511" y="1031"/>
                  </a:lnTo>
                  <a:lnTo>
                    <a:pt x="511" y="1031"/>
                  </a:lnTo>
                  <a:lnTo>
                    <a:pt x="510" y="1033"/>
                  </a:lnTo>
                  <a:lnTo>
                    <a:pt x="510" y="1031"/>
                  </a:lnTo>
                  <a:lnTo>
                    <a:pt x="507" y="1028"/>
                  </a:lnTo>
                  <a:lnTo>
                    <a:pt x="504" y="1027"/>
                  </a:lnTo>
                  <a:lnTo>
                    <a:pt x="504" y="1028"/>
                  </a:lnTo>
                  <a:lnTo>
                    <a:pt x="504" y="1030"/>
                  </a:lnTo>
                  <a:lnTo>
                    <a:pt x="505" y="1030"/>
                  </a:lnTo>
                  <a:lnTo>
                    <a:pt x="507" y="1033"/>
                  </a:lnTo>
                  <a:lnTo>
                    <a:pt x="507" y="1033"/>
                  </a:lnTo>
                  <a:lnTo>
                    <a:pt x="507" y="1033"/>
                  </a:lnTo>
                  <a:lnTo>
                    <a:pt x="504" y="1031"/>
                  </a:lnTo>
                  <a:lnTo>
                    <a:pt x="502" y="1030"/>
                  </a:lnTo>
                  <a:lnTo>
                    <a:pt x="502" y="1028"/>
                  </a:lnTo>
                  <a:lnTo>
                    <a:pt x="501" y="1027"/>
                  </a:lnTo>
                  <a:lnTo>
                    <a:pt x="498" y="1025"/>
                  </a:lnTo>
                  <a:lnTo>
                    <a:pt x="498" y="1024"/>
                  </a:lnTo>
                  <a:lnTo>
                    <a:pt x="498" y="1024"/>
                  </a:lnTo>
                  <a:lnTo>
                    <a:pt x="498" y="1022"/>
                  </a:lnTo>
                  <a:lnTo>
                    <a:pt x="496" y="1022"/>
                  </a:lnTo>
                  <a:lnTo>
                    <a:pt x="496" y="1024"/>
                  </a:lnTo>
                  <a:lnTo>
                    <a:pt x="495" y="1024"/>
                  </a:lnTo>
                  <a:lnTo>
                    <a:pt x="495" y="1025"/>
                  </a:lnTo>
                  <a:lnTo>
                    <a:pt x="495" y="1025"/>
                  </a:lnTo>
                  <a:lnTo>
                    <a:pt x="495" y="1027"/>
                  </a:lnTo>
                  <a:lnTo>
                    <a:pt x="493" y="1030"/>
                  </a:lnTo>
                  <a:lnTo>
                    <a:pt x="493" y="1031"/>
                  </a:lnTo>
                  <a:lnTo>
                    <a:pt x="496" y="1035"/>
                  </a:lnTo>
                  <a:lnTo>
                    <a:pt x="498" y="1038"/>
                  </a:lnTo>
                  <a:lnTo>
                    <a:pt x="499" y="1039"/>
                  </a:lnTo>
                  <a:lnTo>
                    <a:pt x="501" y="1041"/>
                  </a:lnTo>
                  <a:lnTo>
                    <a:pt x="502" y="1042"/>
                  </a:lnTo>
                  <a:lnTo>
                    <a:pt x="502" y="1044"/>
                  </a:lnTo>
                  <a:lnTo>
                    <a:pt x="502" y="1045"/>
                  </a:lnTo>
                  <a:lnTo>
                    <a:pt x="502" y="1047"/>
                  </a:lnTo>
                  <a:lnTo>
                    <a:pt x="501" y="1047"/>
                  </a:lnTo>
                  <a:lnTo>
                    <a:pt x="501" y="1045"/>
                  </a:lnTo>
                  <a:lnTo>
                    <a:pt x="501" y="1044"/>
                  </a:lnTo>
                  <a:lnTo>
                    <a:pt x="501" y="1044"/>
                  </a:lnTo>
                  <a:lnTo>
                    <a:pt x="499" y="1042"/>
                  </a:lnTo>
                  <a:lnTo>
                    <a:pt x="498" y="1042"/>
                  </a:lnTo>
                  <a:lnTo>
                    <a:pt x="496" y="1044"/>
                  </a:lnTo>
                  <a:lnTo>
                    <a:pt x="498" y="1045"/>
                  </a:lnTo>
                  <a:lnTo>
                    <a:pt x="498" y="1047"/>
                  </a:lnTo>
                  <a:lnTo>
                    <a:pt x="498" y="1047"/>
                  </a:lnTo>
                  <a:lnTo>
                    <a:pt x="499" y="1047"/>
                  </a:lnTo>
                  <a:lnTo>
                    <a:pt x="498" y="1048"/>
                  </a:lnTo>
                  <a:lnTo>
                    <a:pt x="496" y="1050"/>
                  </a:lnTo>
                  <a:lnTo>
                    <a:pt x="495" y="1050"/>
                  </a:lnTo>
                  <a:lnTo>
                    <a:pt x="493" y="1050"/>
                  </a:lnTo>
                  <a:lnTo>
                    <a:pt x="493" y="1050"/>
                  </a:lnTo>
                  <a:lnTo>
                    <a:pt x="495" y="1050"/>
                  </a:lnTo>
                  <a:lnTo>
                    <a:pt x="495" y="1050"/>
                  </a:lnTo>
                  <a:lnTo>
                    <a:pt x="496" y="1051"/>
                  </a:lnTo>
                  <a:lnTo>
                    <a:pt x="499" y="1051"/>
                  </a:lnTo>
                  <a:lnTo>
                    <a:pt x="501" y="1053"/>
                  </a:lnTo>
                  <a:lnTo>
                    <a:pt x="502" y="1053"/>
                  </a:lnTo>
                  <a:lnTo>
                    <a:pt x="504" y="1056"/>
                  </a:lnTo>
                  <a:lnTo>
                    <a:pt x="505" y="1056"/>
                  </a:lnTo>
                  <a:lnTo>
                    <a:pt x="507" y="1057"/>
                  </a:lnTo>
                  <a:lnTo>
                    <a:pt x="510" y="1059"/>
                  </a:lnTo>
                  <a:lnTo>
                    <a:pt x="511" y="1059"/>
                  </a:lnTo>
                  <a:lnTo>
                    <a:pt x="511" y="1060"/>
                  </a:lnTo>
                  <a:lnTo>
                    <a:pt x="511" y="1062"/>
                  </a:lnTo>
                  <a:lnTo>
                    <a:pt x="511" y="1063"/>
                  </a:lnTo>
                  <a:lnTo>
                    <a:pt x="511" y="1066"/>
                  </a:lnTo>
                  <a:lnTo>
                    <a:pt x="511" y="1066"/>
                  </a:lnTo>
                  <a:lnTo>
                    <a:pt x="511" y="1068"/>
                  </a:lnTo>
                  <a:lnTo>
                    <a:pt x="511" y="1068"/>
                  </a:lnTo>
                  <a:lnTo>
                    <a:pt x="511" y="1068"/>
                  </a:lnTo>
                  <a:lnTo>
                    <a:pt x="510" y="1066"/>
                  </a:lnTo>
                  <a:lnTo>
                    <a:pt x="508" y="1065"/>
                  </a:lnTo>
                  <a:lnTo>
                    <a:pt x="505" y="1063"/>
                  </a:lnTo>
                  <a:lnTo>
                    <a:pt x="505" y="1063"/>
                  </a:lnTo>
                  <a:lnTo>
                    <a:pt x="505" y="1063"/>
                  </a:lnTo>
                  <a:lnTo>
                    <a:pt x="504" y="1063"/>
                  </a:lnTo>
                  <a:lnTo>
                    <a:pt x="501" y="1063"/>
                  </a:lnTo>
                  <a:lnTo>
                    <a:pt x="499" y="1065"/>
                  </a:lnTo>
                  <a:lnTo>
                    <a:pt x="499" y="1065"/>
                  </a:lnTo>
                  <a:lnTo>
                    <a:pt x="499" y="1065"/>
                  </a:lnTo>
                  <a:lnTo>
                    <a:pt x="499" y="1065"/>
                  </a:lnTo>
                  <a:lnTo>
                    <a:pt x="501" y="1066"/>
                  </a:lnTo>
                  <a:lnTo>
                    <a:pt x="501" y="1068"/>
                  </a:lnTo>
                  <a:lnTo>
                    <a:pt x="501" y="1069"/>
                  </a:lnTo>
                  <a:lnTo>
                    <a:pt x="502" y="1069"/>
                  </a:lnTo>
                  <a:lnTo>
                    <a:pt x="504" y="1069"/>
                  </a:lnTo>
                  <a:lnTo>
                    <a:pt x="504" y="1069"/>
                  </a:lnTo>
                  <a:lnTo>
                    <a:pt x="504" y="1071"/>
                  </a:lnTo>
                  <a:lnTo>
                    <a:pt x="504" y="1071"/>
                  </a:lnTo>
                  <a:lnTo>
                    <a:pt x="505" y="1071"/>
                  </a:lnTo>
                  <a:lnTo>
                    <a:pt x="505" y="1073"/>
                  </a:lnTo>
                  <a:lnTo>
                    <a:pt x="502" y="1073"/>
                  </a:lnTo>
                  <a:lnTo>
                    <a:pt x="501" y="1074"/>
                  </a:lnTo>
                  <a:lnTo>
                    <a:pt x="501" y="1074"/>
                  </a:lnTo>
                  <a:lnTo>
                    <a:pt x="501" y="1073"/>
                  </a:lnTo>
                  <a:lnTo>
                    <a:pt x="501" y="1073"/>
                  </a:lnTo>
                  <a:lnTo>
                    <a:pt x="499" y="1071"/>
                  </a:lnTo>
                  <a:lnTo>
                    <a:pt x="498" y="1071"/>
                  </a:lnTo>
                  <a:lnTo>
                    <a:pt x="498" y="1071"/>
                  </a:lnTo>
                  <a:lnTo>
                    <a:pt x="496" y="1069"/>
                  </a:lnTo>
                  <a:lnTo>
                    <a:pt x="496" y="1071"/>
                  </a:lnTo>
                  <a:lnTo>
                    <a:pt x="496" y="1073"/>
                  </a:lnTo>
                  <a:lnTo>
                    <a:pt x="498" y="1074"/>
                  </a:lnTo>
                  <a:lnTo>
                    <a:pt x="499" y="1079"/>
                  </a:lnTo>
                  <a:lnTo>
                    <a:pt x="499" y="1082"/>
                  </a:lnTo>
                  <a:lnTo>
                    <a:pt x="499" y="1082"/>
                  </a:lnTo>
                  <a:lnTo>
                    <a:pt x="499" y="1085"/>
                  </a:lnTo>
                  <a:lnTo>
                    <a:pt x="501" y="1086"/>
                  </a:lnTo>
                  <a:lnTo>
                    <a:pt x="501" y="1088"/>
                  </a:lnTo>
                  <a:lnTo>
                    <a:pt x="501" y="1088"/>
                  </a:lnTo>
                  <a:lnTo>
                    <a:pt x="499" y="1086"/>
                  </a:lnTo>
                  <a:lnTo>
                    <a:pt x="499" y="1086"/>
                  </a:lnTo>
                  <a:lnTo>
                    <a:pt x="496" y="1083"/>
                  </a:lnTo>
                  <a:lnTo>
                    <a:pt x="496" y="1082"/>
                  </a:lnTo>
                  <a:lnTo>
                    <a:pt x="495" y="1082"/>
                  </a:lnTo>
                  <a:lnTo>
                    <a:pt x="495" y="1082"/>
                  </a:lnTo>
                  <a:lnTo>
                    <a:pt x="493" y="1086"/>
                  </a:lnTo>
                  <a:lnTo>
                    <a:pt x="493" y="1088"/>
                  </a:lnTo>
                  <a:lnTo>
                    <a:pt x="492" y="1086"/>
                  </a:lnTo>
                  <a:lnTo>
                    <a:pt x="492" y="1086"/>
                  </a:lnTo>
                  <a:lnTo>
                    <a:pt x="492" y="1085"/>
                  </a:lnTo>
                  <a:lnTo>
                    <a:pt x="492" y="1083"/>
                  </a:lnTo>
                  <a:lnTo>
                    <a:pt x="490" y="1080"/>
                  </a:lnTo>
                  <a:lnTo>
                    <a:pt x="489" y="1080"/>
                  </a:lnTo>
                  <a:lnTo>
                    <a:pt x="489" y="1080"/>
                  </a:lnTo>
                  <a:lnTo>
                    <a:pt x="487" y="1079"/>
                  </a:lnTo>
                  <a:lnTo>
                    <a:pt x="487" y="1079"/>
                  </a:lnTo>
                  <a:lnTo>
                    <a:pt x="486" y="1079"/>
                  </a:lnTo>
                  <a:lnTo>
                    <a:pt x="486" y="1080"/>
                  </a:lnTo>
                  <a:lnTo>
                    <a:pt x="486" y="1082"/>
                  </a:lnTo>
                  <a:lnTo>
                    <a:pt x="486" y="1083"/>
                  </a:lnTo>
                  <a:lnTo>
                    <a:pt x="484" y="1082"/>
                  </a:lnTo>
                  <a:lnTo>
                    <a:pt x="481" y="1077"/>
                  </a:lnTo>
                  <a:lnTo>
                    <a:pt x="481" y="1076"/>
                  </a:lnTo>
                  <a:lnTo>
                    <a:pt x="483" y="1074"/>
                  </a:lnTo>
                  <a:lnTo>
                    <a:pt x="483" y="1073"/>
                  </a:lnTo>
                  <a:lnTo>
                    <a:pt x="481" y="1071"/>
                  </a:lnTo>
                  <a:lnTo>
                    <a:pt x="480" y="1069"/>
                  </a:lnTo>
                  <a:lnTo>
                    <a:pt x="477" y="1068"/>
                  </a:lnTo>
                  <a:lnTo>
                    <a:pt x="477" y="1066"/>
                  </a:lnTo>
                  <a:lnTo>
                    <a:pt x="477" y="1066"/>
                  </a:lnTo>
                  <a:lnTo>
                    <a:pt x="477" y="1065"/>
                  </a:lnTo>
                  <a:lnTo>
                    <a:pt x="477" y="1065"/>
                  </a:lnTo>
                  <a:lnTo>
                    <a:pt x="477" y="1065"/>
                  </a:lnTo>
                  <a:lnTo>
                    <a:pt x="477" y="1063"/>
                  </a:lnTo>
                  <a:lnTo>
                    <a:pt x="480" y="1060"/>
                  </a:lnTo>
                  <a:lnTo>
                    <a:pt x="480" y="1060"/>
                  </a:lnTo>
                  <a:lnTo>
                    <a:pt x="481" y="1060"/>
                  </a:lnTo>
                  <a:lnTo>
                    <a:pt x="483" y="1060"/>
                  </a:lnTo>
                  <a:lnTo>
                    <a:pt x="484" y="1059"/>
                  </a:lnTo>
                  <a:lnTo>
                    <a:pt x="484" y="1059"/>
                  </a:lnTo>
                  <a:lnTo>
                    <a:pt x="486" y="1059"/>
                  </a:lnTo>
                  <a:lnTo>
                    <a:pt x="490" y="1060"/>
                  </a:lnTo>
                  <a:lnTo>
                    <a:pt x="493" y="1062"/>
                  </a:lnTo>
                  <a:lnTo>
                    <a:pt x="495" y="1063"/>
                  </a:lnTo>
                  <a:lnTo>
                    <a:pt x="496" y="1063"/>
                  </a:lnTo>
                  <a:lnTo>
                    <a:pt x="498" y="1063"/>
                  </a:lnTo>
                  <a:lnTo>
                    <a:pt x="498" y="1063"/>
                  </a:lnTo>
                  <a:lnTo>
                    <a:pt x="498" y="1063"/>
                  </a:lnTo>
                  <a:lnTo>
                    <a:pt x="498" y="1062"/>
                  </a:lnTo>
                  <a:lnTo>
                    <a:pt x="498" y="1062"/>
                  </a:lnTo>
                  <a:lnTo>
                    <a:pt x="501" y="1062"/>
                  </a:lnTo>
                  <a:lnTo>
                    <a:pt x="501" y="1062"/>
                  </a:lnTo>
                  <a:lnTo>
                    <a:pt x="501" y="1062"/>
                  </a:lnTo>
                  <a:lnTo>
                    <a:pt x="501" y="1060"/>
                  </a:lnTo>
                  <a:lnTo>
                    <a:pt x="501" y="1060"/>
                  </a:lnTo>
                  <a:lnTo>
                    <a:pt x="499" y="1060"/>
                  </a:lnTo>
                  <a:lnTo>
                    <a:pt x="499" y="1060"/>
                  </a:lnTo>
                  <a:lnTo>
                    <a:pt x="498" y="1060"/>
                  </a:lnTo>
                  <a:lnTo>
                    <a:pt x="496" y="1060"/>
                  </a:lnTo>
                  <a:lnTo>
                    <a:pt x="496" y="1059"/>
                  </a:lnTo>
                  <a:lnTo>
                    <a:pt x="496" y="1059"/>
                  </a:lnTo>
                  <a:lnTo>
                    <a:pt x="493" y="1057"/>
                  </a:lnTo>
                  <a:lnTo>
                    <a:pt x="492" y="1056"/>
                  </a:lnTo>
                  <a:lnTo>
                    <a:pt x="492" y="1057"/>
                  </a:lnTo>
                  <a:lnTo>
                    <a:pt x="490" y="1057"/>
                  </a:lnTo>
                  <a:lnTo>
                    <a:pt x="490" y="1057"/>
                  </a:lnTo>
                  <a:lnTo>
                    <a:pt x="486" y="1057"/>
                  </a:lnTo>
                  <a:lnTo>
                    <a:pt x="484" y="1057"/>
                  </a:lnTo>
                  <a:lnTo>
                    <a:pt x="483" y="1057"/>
                  </a:lnTo>
                  <a:lnTo>
                    <a:pt x="483" y="1057"/>
                  </a:lnTo>
                  <a:lnTo>
                    <a:pt x="481" y="1059"/>
                  </a:lnTo>
                  <a:lnTo>
                    <a:pt x="480" y="1059"/>
                  </a:lnTo>
                  <a:lnTo>
                    <a:pt x="480" y="1057"/>
                  </a:lnTo>
                  <a:lnTo>
                    <a:pt x="477" y="1056"/>
                  </a:lnTo>
                  <a:lnTo>
                    <a:pt x="477" y="1056"/>
                  </a:lnTo>
                  <a:lnTo>
                    <a:pt x="477" y="1057"/>
                  </a:lnTo>
                  <a:lnTo>
                    <a:pt x="477" y="1057"/>
                  </a:lnTo>
                  <a:lnTo>
                    <a:pt x="477" y="1057"/>
                  </a:lnTo>
                  <a:lnTo>
                    <a:pt x="477" y="1057"/>
                  </a:lnTo>
                  <a:lnTo>
                    <a:pt x="474" y="1056"/>
                  </a:lnTo>
                  <a:lnTo>
                    <a:pt x="474" y="1053"/>
                  </a:lnTo>
                  <a:lnTo>
                    <a:pt x="474" y="1051"/>
                  </a:lnTo>
                  <a:lnTo>
                    <a:pt x="471" y="1051"/>
                  </a:lnTo>
                  <a:lnTo>
                    <a:pt x="471" y="1050"/>
                  </a:lnTo>
                  <a:lnTo>
                    <a:pt x="471" y="1048"/>
                  </a:lnTo>
                  <a:lnTo>
                    <a:pt x="474" y="1048"/>
                  </a:lnTo>
                  <a:lnTo>
                    <a:pt x="474" y="1050"/>
                  </a:lnTo>
                  <a:lnTo>
                    <a:pt x="477" y="1050"/>
                  </a:lnTo>
                  <a:lnTo>
                    <a:pt x="477" y="1048"/>
                  </a:lnTo>
                  <a:lnTo>
                    <a:pt x="477" y="1048"/>
                  </a:lnTo>
                  <a:lnTo>
                    <a:pt x="477" y="1047"/>
                  </a:lnTo>
                  <a:lnTo>
                    <a:pt x="474" y="1047"/>
                  </a:lnTo>
                  <a:lnTo>
                    <a:pt x="474" y="1047"/>
                  </a:lnTo>
                  <a:lnTo>
                    <a:pt x="474" y="1047"/>
                  </a:lnTo>
                  <a:lnTo>
                    <a:pt x="471" y="1048"/>
                  </a:lnTo>
                  <a:lnTo>
                    <a:pt x="471" y="1047"/>
                  </a:lnTo>
                  <a:lnTo>
                    <a:pt x="471" y="1047"/>
                  </a:lnTo>
                  <a:lnTo>
                    <a:pt x="468" y="1045"/>
                  </a:lnTo>
                  <a:lnTo>
                    <a:pt x="468" y="1044"/>
                  </a:lnTo>
                  <a:lnTo>
                    <a:pt x="465" y="1042"/>
                  </a:lnTo>
                  <a:lnTo>
                    <a:pt x="465" y="1039"/>
                  </a:lnTo>
                  <a:lnTo>
                    <a:pt x="462" y="1038"/>
                  </a:lnTo>
                  <a:lnTo>
                    <a:pt x="462" y="1036"/>
                  </a:lnTo>
                  <a:lnTo>
                    <a:pt x="462" y="1035"/>
                  </a:lnTo>
                  <a:lnTo>
                    <a:pt x="462" y="1035"/>
                  </a:lnTo>
                  <a:lnTo>
                    <a:pt x="459" y="1031"/>
                  </a:lnTo>
                  <a:lnTo>
                    <a:pt x="456" y="1028"/>
                  </a:lnTo>
                  <a:lnTo>
                    <a:pt x="456" y="1027"/>
                  </a:lnTo>
                  <a:lnTo>
                    <a:pt x="453" y="1027"/>
                  </a:lnTo>
                  <a:lnTo>
                    <a:pt x="453" y="1025"/>
                  </a:lnTo>
                  <a:lnTo>
                    <a:pt x="453" y="1025"/>
                  </a:lnTo>
                  <a:lnTo>
                    <a:pt x="456" y="1025"/>
                  </a:lnTo>
                  <a:lnTo>
                    <a:pt x="456" y="1025"/>
                  </a:lnTo>
                  <a:lnTo>
                    <a:pt x="456" y="1025"/>
                  </a:lnTo>
                  <a:lnTo>
                    <a:pt x="456" y="1024"/>
                  </a:lnTo>
                  <a:lnTo>
                    <a:pt x="453" y="1022"/>
                  </a:lnTo>
                  <a:lnTo>
                    <a:pt x="453" y="1021"/>
                  </a:lnTo>
                  <a:lnTo>
                    <a:pt x="456" y="1019"/>
                  </a:lnTo>
                  <a:lnTo>
                    <a:pt x="456" y="1016"/>
                  </a:lnTo>
                  <a:lnTo>
                    <a:pt x="456" y="1013"/>
                  </a:lnTo>
                  <a:lnTo>
                    <a:pt x="456" y="1012"/>
                  </a:lnTo>
                  <a:lnTo>
                    <a:pt x="456" y="1010"/>
                  </a:lnTo>
                  <a:lnTo>
                    <a:pt x="456" y="1009"/>
                  </a:lnTo>
                  <a:lnTo>
                    <a:pt x="456" y="1007"/>
                  </a:lnTo>
                  <a:lnTo>
                    <a:pt x="456" y="1006"/>
                  </a:lnTo>
                  <a:lnTo>
                    <a:pt x="456" y="1006"/>
                  </a:lnTo>
                  <a:lnTo>
                    <a:pt x="456" y="1003"/>
                  </a:lnTo>
                  <a:lnTo>
                    <a:pt x="456" y="1001"/>
                  </a:lnTo>
                  <a:lnTo>
                    <a:pt x="453" y="1001"/>
                  </a:lnTo>
                  <a:lnTo>
                    <a:pt x="453" y="1000"/>
                  </a:lnTo>
                  <a:lnTo>
                    <a:pt x="450" y="998"/>
                  </a:lnTo>
                  <a:lnTo>
                    <a:pt x="448" y="995"/>
                  </a:lnTo>
                  <a:lnTo>
                    <a:pt x="444" y="993"/>
                  </a:lnTo>
                  <a:lnTo>
                    <a:pt x="444" y="992"/>
                  </a:lnTo>
                  <a:lnTo>
                    <a:pt x="444" y="992"/>
                  </a:lnTo>
                  <a:lnTo>
                    <a:pt x="445" y="992"/>
                  </a:lnTo>
                  <a:lnTo>
                    <a:pt x="444" y="992"/>
                  </a:lnTo>
                  <a:lnTo>
                    <a:pt x="444" y="992"/>
                  </a:lnTo>
                  <a:lnTo>
                    <a:pt x="444" y="992"/>
                  </a:lnTo>
                  <a:lnTo>
                    <a:pt x="441" y="990"/>
                  </a:lnTo>
                  <a:lnTo>
                    <a:pt x="439" y="989"/>
                  </a:lnTo>
                  <a:lnTo>
                    <a:pt x="435" y="986"/>
                  </a:lnTo>
                  <a:lnTo>
                    <a:pt x="432" y="986"/>
                  </a:lnTo>
                  <a:lnTo>
                    <a:pt x="427" y="983"/>
                  </a:lnTo>
                  <a:lnTo>
                    <a:pt x="426" y="983"/>
                  </a:lnTo>
                  <a:lnTo>
                    <a:pt x="426" y="983"/>
                  </a:lnTo>
                  <a:lnTo>
                    <a:pt x="427" y="983"/>
                  </a:lnTo>
                  <a:lnTo>
                    <a:pt x="433" y="984"/>
                  </a:lnTo>
                  <a:lnTo>
                    <a:pt x="433" y="984"/>
                  </a:lnTo>
                  <a:lnTo>
                    <a:pt x="432" y="984"/>
                  </a:lnTo>
                  <a:lnTo>
                    <a:pt x="432" y="983"/>
                  </a:lnTo>
                  <a:lnTo>
                    <a:pt x="429" y="981"/>
                  </a:lnTo>
                  <a:lnTo>
                    <a:pt x="426" y="980"/>
                  </a:lnTo>
                  <a:lnTo>
                    <a:pt x="424" y="975"/>
                  </a:lnTo>
                  <a:lnTo>
                    <a:pt x="420" y="975"/>
                  </a:lnTo>
                  <a:lnTo>
                    <a:pt x="417" y="974"/>
                  </a:lnTo>
                  <a:lnTo>
                    <a:pt x="415" y="974"/>
                  </a:lnTo>
                  <a:lnTo>
                    <a:pt x="414" y="974"/>
                  </a:lnTo>
                  <a:lnTo>
                    <a:pt x="414" y="974"/>
                  </a:lnTo>
                  <a:lnTo>
                    <a:pt x="412" y="974"/>
                  </a:lnTo>
                  <a:lnTo>
                    <a:pt x="412" y="974"/>
                  </a:lnTo>
                  <a:lnTo>
                    <a:pt x="412" y="972"/>
                  </a:lnTo>
                  <a:lnTo>
                    <a:pt x="412" y="972"/>
                  </a:lnTo>
                  <a:lnTo>
                    <a:pt x="410" y="971"/>
                  </a:lnTo>
                  <a:lnTo>
                    <a:pt x="407" y="969"/>
                  </a:lnTo>
                  <a:lnTo>
                    <a:pt x="406" y="968"/>
                  </a:lnTo>
                  <a:lnTo>
                    <a:pt x="403" y="963"/>
                  </a:lnTo>
                  <a:lnTo>
                    <a:pt x="401" y="962"/>
                  </a:lnTo>
                  <a:lnTo>
                    <a:pt x="403" y="962"/>
                  </a:lnTo>
                  <a:lnTo>
                    <a:pt x="403" y="962"/>
                  </a:lnTo>
                  <a:lnTo>
                    <a:pt x="403" y="960"/>
                  </a:lnTo>
                  <a:lnTo>
                    <a:pt x="404" y="960"/>
                  </a:lnTo>
                  <a:lnTo>
                    <a:pt x="406" y="962"/>
                  </a:lnTo>
                  <a:lnTo>
                    <a:pt x="404" y="960"/>
                  </a:lnTo>
                  <a:lnTo>
                    <a:pt x="403" y="958"/>
                  </a:lnTo>
                  <a:lnTo>
                    <a:pt x="400" y="955"/>
                  </a:lnTo>
                  <a:lnTo>
                    <a:pt x="398" y="954"/>
                  </a:lnTo>
                  <a:lnTo>
                    <a:pt x="398" y="951"/>
                  </a:lnTo>
                  <a:lnTo>
                    <a:pt x="398" y="949"/>
                  </a:lnTo>
                  <a:lnTo>
                    <a:pt x="398" y="946"/>
                  </a:lnTo>
                  <a:lnTo>
                    <a:pt x="395" y="945"/>
                  </a:lnTo>
                  <a:lnTo>
                    <a:pt x="395" y="943"/>
                  </a:lnTo>
                  <a:lnTo>
                    <a:pt x="392" y="942"/>
                  </a:lnTo>
                  <a:lnTo>
                    <a:pt x="392" y="943"/>
                  </a:lnTo>
                  <a:lnTo>
                    <a:pt x="391" y="943"/>
                  </a:lnTo>
                  <a:lnTo>
                    <a:pt x="391" y="946"/>
                  </a:lnTo>
                  <a:lnTo>
                    <a:pt x="389" y="948"/>
                  </a:lnTo>
                  <a:lnTo>
                    <a:pt x="388" y="949"/>
                  </a:lnTo>
                  <a:lnTo>
                    <a:pt x="388" y="951"/>
                  </a:lnTo>
                  <a:lnTo>
                    <a:pt x="386" y="951"/>
                  </a:lnTo>
                  <a:lnTo>
                    <a:pt x="386" y="951"/>
                  </a:lnTo>
                  <a:lnTo>
                    <a:pt x="385" y="948"/>
                  </a:lnTo>
                  <a:lnTo>
                    <a:pt x="383" y="946"/>
                  </a:lnTo>
                  <a:lnTo>
                    <a:pt x="383" y="946"/>
                  </a:lnTo>
                  <a:lnTo>
                    <a:pt x="383" y="945"/>
                  </a:lnTo>
                  <a:lnTo>
                    <a:pt x="382" y="940"/>
                  </a:lnTo>
                  <a:lnTo>
                    <a:pt x="383" y="939"/>
                  </a:lnTo>
                  <a:lnTo>
                    <a:pt x="383" y="939"/>
                  </a:lnTo>
                  <a:lnTo>
                    <a:pt x="385" y="939"/>
                  </a:lnTo>
                  <a:lnTo>
                    <a:pt x="385" y="937"/>
                  </a:lnTo>
                  <a:lnTo>
                    <a:pt x="383" y="936"/>
                  </a:lnTo>
                  <a:lnTo>
                    <a:pt x="383" y="936"/>
                  </a:lnTo>
                  <a:lnTo>
                    <a:pt x="382" y="936"/>
                  </a:lnTo>
                  <a:lnTo>
                    <a:pt x="379" y="936"/>
                  </a:lnTo>
                  <a:lnTo>
                    <a:pt x="377" y="936"/>
                  </a:lnTo>
                  <a:lnTo>
                    <a:pt x="377" y="936"/>
                  </a:lnTo>
                  <a:lnTo>
                    <a:pt x="376" y="937"/>
                  </a:lnTo>
                  <a:lnTo>
                    <a:pt x="374" y="937"/>
                  </a:lnTo>
                  <a:lnTo>
                    <a:pt x="372" y="939"/>
                  </a:lnTo>
                  <a:lnTo>
                    <a:pt x="371" y="940"/>
                  </a:lnTo>
                  <a:lnTo>
                    <a:pt x="369" y="940"/>
                  </a:lnTo>
                  <a:lnTo>
                    <a:pt x="368" y="940"/>
                  </a:lnTo>
                  <a:lnTo>
                    <a:pt x="369" y="939"/>
                  </a:lnTo>
                  <a:lnTo>
                    <a:pt x="369" y="939"/>
                  </a:lnTo>
                  <a:lnTo>
                    <a:pt x="368" y="940"/>
                  </a:lnTo>
                  <a:lnTo>
                    <a:pt x="366" y="940"/>
                  </a:lnTo>
                  <a:lnTo>
                    <a:pt x="366" y="942"/>
                  </a:lnTo>
                  <a:lnTo>
                    <a:pt x="366" y="945"/>
                  </a:lnTo>
                  <a:lnTo>
                    <a:pt x="366" y="945"/>
                  </a:lnTo>
                  <a:lnTo>
                    <a:pt x="368" y="948"/>
                  </a:lnTo>
                  <a:lnTo>
                    <a:pt x="369" y="949"/>
                  </a:lnTo>
                  <a:lnTo>
                    <a:pt x="369" y="951"/>
                  </a:lnTo>
                  <a:lnTo>
                    <a:pt x="369" y="951"/>
                  </a:lnTo>
                  <a:lnTo>
                    <a:pt x="368" y="952"/>
                  </a:lnTo>
                  <a:lnTo>
                    <a:pt x="366" y="951"/>
                  </a:lnTo>
                  <a:lnTo>
                    <a:pt x="366" y="951"/>
                  </a:lnTo>
                  <a:lnTo>
                    <a:pt x="366" y="954"/>
                  </a:lnTo>
                  <a:lnTo>
                    <a:pt x="366" y="958"/>
                  </a:lnTo>
                  <a:lnTo>
                    <a:pt x="368" y="962"/>
                  </a:lnTo>
                  <a:lnTo>
                    <a:pt x="369" y="963"/>
                  </a:lnTo>
                  <a:lnTo>
                    <a:pt x="371" y="966"/>
                  </a:lnTo>
                  <a:lnTo>
                    <a:pt x="374" y="968"/>
                  </a:lnTo>
                  <a:lnTo>
                    <a:pt x="379" y="971"/>
                  </a:lnTo>
                  <a:lnTo>
                    <a:pt x="382" y="972"/>
                  </a:lnTo>
                  <a:lnTo>
                    <a:pt x="383" y="974"/>
                  </a:lnTo>
                  <a:lnTo>
                    <a:pt x="385" y="977"/>
                  </a:lnTo>
                  <a:lnTo>
                    <a:pt x="385" y="980"/>
                  </a:lnTo>
                  <a:lnTo>
                    <a:pt x="386" y="984"/>
                  </a:lnTo>
                  <a:lnTo>
                    <a:pt x="388" y="987"/>
                  </a:lnTo>
                  <a:lnTo>
                    <a:pt x="391" y="990"/>
                  </a:lnTo>
                  <a:lnTo>
                    <a:pt x="394" y="995"/>
                  </a:lnTo>
                  <a:lnTo>
                    <a:pt x="398" y="998"/>
                  </a:lnTo>
                  <a:lnTo>
                    <a:pt x="403" y="1001"/>
                  </a:lnTo>
                  <a:lnTo>
                    <a:pt x="404" y="1001"/>
                  </a:lnTo>
                  <a:lnTo>
                    <a:pt x="412" y="1000"/>
                  </a:lnTo>
                  <a:lnTo>
                    <a:pt x="414" y="1001"/>
                  </a:lnTo>
                  <a:lnTo>
                    <a:pt x="415" y="1001"/>
                  </a:lnTo>
                  <a:lnTo>
                    <a:pt x="415" y="1003"/>
                  </a:lnTo>
                  <a:lnTo>
                    <a:pt x="414" y="1003"/>
                  </a:lnTo>
                  <a:lnTo>
                    <a:pt x="414" y="1004"/>
                  </a:lnTo>
                  <a:lnTo>
                    <a:pt x="412" y="1006"/>
                  </a:lnTo>
                  <a:lnTo>
                    <a:pt x="410" y="1007"/>
                  </a:lnTo>
                  <a:lnTo>
                    <a:pt x="412" y="1009"/>
                  </a:lnTo>
                  <a:lnTo>
                    <a:pt x="420" y="1012"/>
                  </a:lnTo>
                  <a:lnTo>
                    <a:pt x="426" y="1015"/>
                  </a:lnTo>
                  <a:lnTo>
                    <a:pt x="429" y="1016"/>
                  </a:lnTo>
                  <a:lnTo>
                    <a:pt x="430" y="1018"/>
                  </a:lnTo>
                  <a:lnTo>
                    <a:pt x="436" y="1021"/>
                  </a:lnTo>
                  <a:lnTo>
                    <a:pt x="438" y="1022"/>
                  </a:lnTo>
                  <a:lnTo>
                    <a:pt x="441" y="1025"/>
                  </a:lnTo>
                  <a:lnTo>
                    <a:pt x="442" y="1028"/>
                  </a:lnTo>
                  <a:lnTo>
                    <a:pt x="442" y="1030"/>
                  </a:lnTo>
                  <a:lnTo>
                    <a:pt x="442" y="1031"/>
                  </a:lnTo>
                  <a:lnTo>
                    <a:pt x="442" y="1033"/>
                  </a:lnTo>
                  <a:lnTo>
                    <a:pt x="441" y="1035"/>
                  </a:lnTo>
                  <a:lnTo>
                    <a:pt x="439" y="1035"/>
                  </a:lnTo>
                  <a:lnTo>
                    <a:pt x="438" y="1033"/>
                  </a:lnTo>
                  <a:lnTo>
                    <a:pt x="435" y="1027"/>
                  </a:lnTo>
                  <a:lnTo>
                    <a:pt x="430" y="1027"/>
                  </a:lnTo>
                  <a:lnTo>
                    <a:pt x="429" y="1027"/>
                  </a:lnTo>
                  <a:lnTo>
                    <a:pt x="427" y="1025"/>
                  </a:lnTo>
                  <a:lnTo>
                    <a:pt x="427" y="1025"/>
                  </a:lnTo>
                  <a:lnTo>
                    <a:pt x="427" y="1024"/>
                  </a:lnTo>
                  <a:lnTo>
                    <a:pt x="427" y="1024"/>
                  </a:lnTo>
                  <a:lnTo>
                    <a:pt x="426" y="1024"/>
                  </a:lnTo>
                  <a:lnTo>
                    <a:pt x="424" y="1024"/>
                  </a:lnTo>
                  <a:lnTo>
                    <a:pt x="423" y="1027"/>
                  </a:lnTo>
                  <a:lnTo>
                    <a:pt x="421" y="1030"/>
                  </a:lnTo>
                  <a:lnTo>
                    <a:pt x="420" y="1035"/>
                  </a:lnTo>
                  <a:lnTo>
                    <a:pt x="418" y="1036"/>
                  </a:lnTo>
                  <a:lnTo>
                    <a:pt x="420" y="1038"/>
                  </a:lnTo>
                  <a:lnTo>
                    <a:pt x="423" y="1039"/>
                  </a:lnTo>
                  <a:lnTo>
                    <a:pt x="424" y="1041"/>
                  </a:lnTo>
                  <a:lnTo>
                    <a:pt x="426" y="1042"/>
                  </a:lnTo>
                  <a:lnTo>
                    <a:pt x="426" y="1045"/>
                  </a:lnTo>
                  <a:lnTo>
                    <a:pt x="427" y="1048"/>
                  </a:lnTo>
                  <a:lnTo>
                    <a:pt x="426" y="1050"/>
                  </a:lnTo>
                  <a:lnTo>
                    <a:pt x="424" y="1048"/>
                  </a:lnTo>
                  <a:lnTo>
                    <a:pt x="421" y="1050"/>
                  </a:lnTo>
                  <a:lnTo>
                    <a:pt x="420" y="1051"/>
                  </a:lnTo>
                  <a:lnTo>
                    <a:pt x="420" y="1053"/>
                  </a:lnTo>
                  <a:lnTo>
                    <a:pt x="420" y="1056"/>
                  </a:lnTo>
                  <a:lnTo>
                    <a:pt x="420" y="1057"/>
                  </a:lnTo>
                  <a:lnTo>
                    <a:pt x="415" y="1059"/>
                  </a:lnTo>
                  <a:lnTo>
                    <a:pt x="414" y="1062"/>
                  </a:lnTo>
                  <a:lnTo>
                    <a:pt x="414" y="1063"/>
                  </a:lnTo>
                  <a:lnTo>
                    <a:pt x="414" y="1065"/>
                  </a:lnTo>
                  <a:lnTo>
                    <a:pt x="409" y="1065"/>
                  </a:lnTo>
                  <a:lnTo>
                    <a:pt x="407" y="1063"/>
                  </a:lnTo>
                  <a:lnTo>
                    <a:pt x="407" y="1060"/>
                  </a:lnTo>
                  <a:lnTo>
                    <a:pt x="409" y="1059"/>
                  </a:lnTo>
                  <a:lnTo>
                    <a:pt x="410" y="1059"/>
                  </a:lnTo>
                  <a:lnTo>
                    <a:pt x="410" y="1056"/>
                  </a:lnTo>
                  <a:lnTo>
                    <a:pt x="410" y="1054"/>
                  </a:lnTo>
                  <a:lnTo>
                    <a:pt x="412" y="1053"/>
                  </a:lnTo>
                  <a:lnTo>
                    <a:pt x="412" y="1053"/>
                  </a:lnTo>
                  <a:lnTo>
                    <a:pt x="414" y="1051"/>
                  </a:lnTo>
                  <a:lnTo>
                    <a:pt x="415" y="1051"/>
                  </a:lnTo>
                  <a:lnTo>
                    <a:pt x="415" y="1048"/>
                  </a:lnTo>
                  <a:lnTo>
                    <a:pt x="414" y="1047"/>
                  </a:lnTo>
                  <a:lnTo>
                    <a:pt x="414" y="1045"/>
                  </a:lnTo>
                  <a:lnTo>
                    <a:pt x="412" y="1042"/>
                  </a:lnTo>
                  <a:lnTo>
                    <a:pt x="410" y="1038"/>
                  </a:lnTo>
                  <a:lnTo>
                    <a:pt x="409" y="1035"/>
                  </a:lnTo>
                  <a:lnTo>
                    <a:pt x="409" y="1031"/>
                  </a:lnTo>
                  <a:lnTo>
                    <a:pt x="407" y="1031"/>
                  </a:lnTo>
                  <a:lnTo>
                    <a:pt x="404" y="1031"/>
                  </a:lnTo>
                  <a:lnTo>
                    <a:pt x="404" y="1030"/>
                  </a:lnTo>
                  <a:lnTo>
                    <a:pt x="400" y="1028"/>
                  </a:lnTo>
                  <a:lnTo>
                    <a:pt x="400" y="1027"/>
                  </a:lnTo>
                  <a:lnTo>
                    <a:pt x="400" y="1027"/>
                  </a:lnTo>
                  <a:lnTo>
                    <a:pt x="400" y="1025"/>
                  </a:lnTo>
                  <a:lnTo>
                    <a:pt x="400" y="1024"/>
                  </a:lnTo>
                  <a:lnTo>
                    <a:pt x="398" y="1022"/>
                  </a:lnTo>
                  <a:lnTo>
                    <a:pt x="398" y="1022"/>
                  </a:lnTo>
                  <a:lnTo>
                    <a:pt x="397" y="1021"/>
                  </a:lnTo>
                  <a:lnTo>
                    <a:pt x="395" y="1021"/>
                  </a:lnTo>
                  <a:lnTo>
                    <a:pt x="395" y="1022"/>
                  </a:lnTo>
                  <a:lnTo>
                    <a:pt x="394" y="1022"/>
                  </a:lnTo>
                  <a:lnTo>
                    <a:pt x="392" y="1022"/>
                  </a:lnTo>
                  <a:lnTo>
                    <a:pt x="392" y="1022"/>
                  </a:lnTo>
                  <a:lnTo>
                    <a:pt x="394" y="1019"/>
                  </a:lnTo>
                  <a:lnTo>
                    <a:pt x="394" y="1019"/>
                  </a:lnTo>
                  <a:lnTo>
                    <a:pt x="392" y="1019"/>
                  </a:lnTo>
                  <a:lnTo>
                    <a:pt x="389" y="1019"/>
                  </a:lnTo>
                  <a:lnTo>
                    <a:pt x="389" y="1018"/>
                  </a:lnTo>
                  <a:lnTo>
                    <a:pt x="389" y="1019"/>
                  </a:lnTo>
                  <a:lnTo>
                    <a:pt x="388" y="1019"/>
                  </a:lnTo>
                  <a:lnTo>
                    <a:pt x="388" y="1018"/>
                  </a:lnTo>
                  <a:lnTo>
                    <a:pt x="386" y="1013"/>
                  </a:lnTo>
                  <a:lnTo>
                    <a:pt x="385" y="1012"/>
                  </a:lnTo>
                  <a:lnTo>
                    <a:pt x="383" y="1012"/>
                  </a:lnTo>
                  <a:lnTo>
                    <a:pt x="382" y="1012"/>
                  </a:lnTo>
                  <a:lnTo>
                    <a:pt x="380" y="1012"/>
                  </a:lnTo>
                  <a:lnTo>
                    <a:pt x="379" y="1010"/>
                  </a:lnTo>
                  <a:lnTo>
                    <a:pt x="377" y="1012"/>
                  </a:lnTo>
                  <a:lnTo>
                    <a:pt x="377" y="1012"/>
                  </a:lnTo>
                  <a:lnTo>
                    <a:pt x="376" y="1012"/>
                  </a:lnTo>
                  <a:lnTo>
                    <a:pt x="376" y="1010"/>
                  </a:lnTo>
                  <a:lnTo>
                    <a:pt x="374" y="1009"/>
                  </a:lnTo>
                  <a:lnTo>
                    <a:pt x="371" y="1009"/>
                  </a:lnTo>
                  <a:lnTo>
                    <a:pt x="366" y="1003"/>
                  </a:lnTo>
                  <a:lnTo>
                    <a:pt x="365" y="1000"/>
                  </a:lnTo>
                  <a:lnTo>
                    <a:pt x="360" y="998"/>
                  </a:lnTo>
                  <a:lnTo>
                    <a:pt x="359" y="995"/>
                  </a:lnTo>
                  <a:lnTo>
                    <a:pt x="357" y="993"/>
                  </a:lnTo>
                  <a:lnTo>
                    <a:pt x="354" y="992"/>
                  </a:lnTo>
                  <a:lnTo>
                    <a:pt x="354" y="992"/>
                  </a:lnTo>
                  <a:lnTo>
                    <a:pt x="353" y="993"/>
                  </a:lnTo>
                  <a:lnTo>
                    <a:pt x="353" y="993"/>
                  </a:lnTo>
                  <a:lnTo>
                    <a:pt x="353" y="992"/>
                  </a:lnTo>
                  <a:lnTo>
                    <a:pt x="353" y="992"/>
                  </a:lnTo>
                  <a:lnTo>
                    <a:pt x="353" y="992"/>
                  </a:lnTo>
                  <a:lnTo>
                    <a:pt x="353" y="990"/>
                  </a:lnTo>
                  <a:lnTo>
                    <a:pt x="350" y="987"/>
                  </a:lnTo>
                  <a:lnTo>
                    <a:pt x="348" y="986"/>
                  </a:lnTo>
                  <a:lnTo>
                    <a:pt x="348" y="986"/>
                  </a:lnTo>
                  <a:lnTo>
                    <a:pt x="348" y="984"/>
                  </a:lnTo>
                  <a:lnTo>
                    <a:pt x="347" y="984"/>
                  </a:lnTo>
                  <a:lnTo>
                    <a:pt x="347" y="983"/>
                  </a:lnTo>
                  <a:lnTo>
                    <a:pt x="347" y="983"/>
                  </a:lnTo>
                  <a:lnTo>
                    <a:pt x="345" y="983"/>
                  </a:lnTo>
                  <a:lnTo>
                    <a:pt x="345" y="981"/>
                  </a:lnTo>
                  <a:lnTo>
                    <a:pt x="345" y="980"/>
                  </a:lnTo>
                  <a:lnTo>
                    <a:pt x="345" y="980"/>
                  </a:lnTo>
                  <a:lnTo>
                    <a:pt x="344" y="977"/>
                  </a:lnTo>
                  <a:lnTo>
                    <a:pt x="342" y="974"/>
                  </a:lnTo>
                  <a:lnTo>
                    <a:pt x="342" y="968"/>
                  </a:lnTo>
                  <a:lnTo>
                    <a:pt x="341" y="966"/>
                  </a:lnTo>
                  <a:lnTo>
                    <a:pt x="339" y="965"/>
                  </a:lnTo>
                  <a:lnTo>
                    <a:pt x="336" y="965"/>
                  </a:lnTo>
                  <a:lnTo>
                    <a:pt x="330" y="960"/>
                  </a:lnTo>
                  <a:lnTo>
                    <a:pt x="328" y="960"/>
                  </a:lnTo>
                  <a:lnTo>
                    <a:pt x="325" y="958"/>
                  </a:lnTo>
                  <a:lnTo>
                    <a:pt x="324" y="958"/>
                  </a:lnTo>
                  <a:lnTo>
                    <a:pt x="321" y="960"/>
                  </a:lnTo>
                  <a:lnTo>
                    <a:pt x="318" y="963"/>
                  </a:lnTo>
                  <a:lnTo>
                    <a:pt x="315" y="968"/>
                  </a:lnTo>
                  <a:lnTo>
                    <a:pt x="315" y="968"/>
                  </a:lnTo>
                  <a:lnTo>
                    <a:pt x="310" y="969"/>
                  </a:lnTo>
                  <a:lnTo>
                    <a:pt x="309" y="969"/>
                  </a:lnTo>
                  <a:lnTo>
                    <a:pt x="306" y="971"/>
                  </a:lnTo>
                  <a:lnTo>
                    <a:pt x="304" y="972"/>
                  </a:lnTo>
                  <a:lnTo>
                    <a:pt x="300" y="975"/>
                  </a:lnTo>
                  <a:lnTo>
                    <a:pt x="298" y="977"/>
                  </a:lnTo>
                  <a:lnTo>
                    <a:pt x="298" y="977"/>
                  </a:lnTo>
                  <a:lnTo>
                    <a:pt x="298" y="978"/>
                  </a:lnTo>
                  <a:lnTo>
                    <a:pt x="297" y="980"/>
                  </a:lnTo>
                  <a:lnTo>
                    <a:pt x="295" y="980"/>
                  </a:lnTo>
                  <a:lnTo>
                    <a:pt x="293" y="980"/>
                  </a:lnTo>
                  <a:lnTo>
                    <a:pt x="290" y="981"/>
                  </a:lnTo>
                  <a:lnTo>
                    <a:pt x="290" y="981"/>
                  </a:lnTo>
                  <a:lnTo>
                    <a:pt x="287" y="981"/>
                  </a:lnTo>
                  <a:lnTo>
                    <a:pt x="286" y="980"/>
                  </a:lnTo>
                  <a:lnTo>
                    <a:pt x="283" y="978"/>
                  </a:lnTo>
                  <a:lnTo>
                    <a:pt x="281" y="977"/>
                  </a:lnTo>
                  <a:lnTo>
                    <a:pt x="280" y="977"/>
                  </a:lnTo>
                  <a:lnTo>
                    <a:pt x="278" y="977"/>
                  </a:lnTo>
                  <a:lnTo>
                    <a:pt x="278" y="977"/>
                  </a:lnTo>
                  <a:lnTo>
                    <a:pt x="278" y="975"/>
                  </a:lnTo>
                  <a:lnTo>
                    <a:pt x="278" y="975"/>
                  </a:lnTo>
                  <a:lnTo>
                    <a:pt x="277" y="975"/>
                  </a:lnTo>
                  <a:lnTo>
                    <a:pt x="277" y="975"/>
                  </a:lnTo>
                  <a:lnTo>
                    <a:pt x="275" y="975"/>
                  </a:lnTo>
                  <a:lnTo>
                    <a:pt x="275" y="975"/>
                  </a:lnTo>
                  <a:lnTo>
                    <a:pt x="275" y="975"/>
                  </a:lnTo>
                  <a:lnTo>
                    <a:pt x="275" y="975"/>
                  </a:lnTo>
                  <a:lnTo>
                    <a:pt x="275" y="977"/>
                  </a:lnTo>
                  <a:lnTo>
                    <a:pt x="274" y="977"/>
                  </a:lnTo>
                  <a:lnTo>
                    <a:pt x="272" y="977"/>
                  </a:lnTo>
                  <a:lnTo>
                    <a:pt x="271" y="975"/>
                  </a:lnTo>
                  <a:lnTo>
                    <a:pt x="269" y="975"/>
                  </a:lnTo>
                  <a:lnTo>
                    <a:pt x="268" y="975"/>
                  </a:lnTo>
                  <a:lnTo>
                    <a:pt x="268" y="974"/>
                  </a:lnTo>
                  <a:lnTo>
                    <a:pt x="266" y="974"/>
                  </a:lnTo>
                  <a:lnTo>
                    <a:pt x="266" y="972"/>
                  </a:lnTo>
                  <a:lnTo>
                    <a:pt x="266" y="972"/>
                  </a:lnTo>
                  <a:lnTo>
                    <a:pt x="265" y="974"/>
                  </a:lnTo>
                  <a:lnTo>
                    <a:pt x="263" y="974"/>
                  </a:lnTo>
                  <a:lnTo>
                    <a:pt x="263" y="975"/>
                  </a:lnTo>
                  <a:lnTo>
                    <a:pt x="256" y="980"/>
                  </a:lnTo>
                  <a:lnTo>
                    <a:pt x="256" y="981"/>
                  </a:lnTo>
                  <a:lnTo>
                    <a:pt x="254" y="984"/>
                  </a:lnTo>
                  <a:lnTo>
                    <a:pt x="254" y="986"/>
                  </a:lnTo>
                  <a:lnTo>
                    <a:pt x="254" y="989"/>
                  </a:lnTo>
                  <a:lnTo>
                    <a:pt x="256" y="992"/>
                  </a:lnTo>
                  <a:lnTo>
                    <a:pt x="256" y="992"/>
                  </a:lnTo>
                  <a:lnTo>
                    <a:pt x="256" y="993"/>
                  </a:lnTo>
                  <a:lnTo>
                    <a:pt x="257" y="993"/>
                  </a:lnTo>
                  <a:lnTo>
                    <a:pt x="257" y="995"/>
                  </a:lnTo>
                  <a:lnTo>
                    <a:pt x="256" y="995"/>
                  </a:lnTo>
                  <a:lnTo>
                    <a:pt x="256" y="995"/>
                  </a:lnTo>
                  <a:lnTo>
                    <a:pt x="254" y="996"/>
                  </a:lnTo>
                  <a:lnTo>
                    <a:pt x="256" y="996"/>
                  </a:lnTo>
                  <a:lnTo>
                    <a:pt x="256" y="998"/>
                  </a:lnTo>
                  <a:lnTo>
                    <a:pt x="256" y="998"/>
                  </a:lnTo>
                  <a:lnTo>
                    <a:pt x="256" y="1000"/>
                  </a:lnTo>
                  <a:lnTo>
                    <a:pt x="254" y="1001"/>
                  </a:lnTo>
                  <a:lnTo>
                    <a:pt x="252" y="1003"/>
                  </a:lnTo>
                  <a:lnTo>
                    <a:pt x="245" y="1009"/>
                  </a:lnTo>
                  <a:lnTo>
                    <a:pt x="242" y="1010"/>
                  </a:lnTo>
                  <a:lnTo>
                    <a:pt x="242" y="1012"/>
                  </a:lnTo>
                  <a:lnTo>
                    <a:pt x="236" y="1012"/>
                  </a:lnTo>
                  <a:lnTo>
                    <a:pt x="231" y="1015"/>
                  </a:lnTo>
                  <a:lnTo>
                    <a:pt x="228" y="1015"/>
                  </a:lnTo>
                  <a:lnTo>
                    <a:pt x="227" y="1018"/>
                  </a:lnTo>
                  <a:lnTo>
                    <a:pt x="225" y="1018"/>
                  </a:lnTo>
                  <a:lnTo>
                    <a:pt x="225" y="1019"/>
                  </a:lnTo>
                  <a:lnTo>
                    <a:pt x="227" y="1021"/>
                  </a:lnTo>
                  <a:lnTo>
                    <a:pt x="227" y="1021"/>
                  </a:lnTo>
                  <a:lnTo>
                    <a:pt x="225" y="1022"/>
                  </a:lnTo>
                  <a:lnTo>
                    <a:pt x="224" y="1022"/>
                  </a:lnTo>
                  <a:lnTo>
                    <a:pt x="224" y="1022"/>
                  </a:lnTo>
                  <a:lnTo>
                    <a:pt x="224" y="1022"/>
                  </a:lnTo>
                  <a:lnTo>
                    <a:pt x="221" y="1027"/>
                  </a:lnTo>
                  <a:lnTo>
                    <a:pt x="218" y="1030"/>
                  </a:lnTo>
                  <a:lnTo>
                    <a:pt x="216" y="1031"/>
                  </a:lnTo>
                  <a:lnTo>
                    <a:pt x="214" y="1035"/>
                  </a:lnTo>
                  <a:lnTo>
                    <a:pt x="211" y="1039"/>
                  </a:lnTo>
                  <a:lnTo>
                    <a:pt x="211" y="1041"/>
                  </a:lnTo>
                  <a:lnTo>
                    <a:pt x="213" y="1047"/>
                  </a:lnTo>
                  <a:lnTo>
                    <a:pt x="214" y="1048"/>
                  </a:lnTo>
                  <a:lnTo>
                    <a:pt x="214" y="1050"/>
                  </a:lnTo>
                  <a:lnTo>
                    <a:pt x="218" y="1050"/>
                  </a:lnTo>
                  <a:lnTo>
                    <a:pt x="219" y="1051"/>
                  </a:lnTo>
                  <a:lnTo>
                    <a:pt x="218" y="1053"/>
                  </a:lnTo>
                  <a:lnTo>
                    <a:pt x="214" y="1054"/>
                  </a:lnTo>
                  <a:lnTo>
                    <a:pt x="211" y="1057"/>
                  </a:lnTo>
                  <a:lnTo>
                    <a:pt x="210" y="1059"/>
                  </a:lnTo>
                  <a:lnTo>
                    <a:pt x="210" y="1060"/>
                  </a:lnTo>
                  <a:lnTo>
                    <a:pt x="208" y="1060"/>
                  </a:lnTo>
                  <a:lnTo>
                    <a:pt x="207" y="1063"/>
                  </a:lnTo>
                  <a:lnTo>
                    <a:pt x="207" y="1065"/>
                  </a:lnTo>
                  <a:lnTo>
                    <a:pt x="207" y="1066"/>
                  </a:lnTo>
                  <a:lnTo>
                    <a:pt x="205" y="1066"/>
                  </a:lnTo>
                  <a:lnTo>
                    <a:pt x="205" y="1068"/>
                  </a:lnTo>
                  <a:lnTo>
                    <a:pt x="207" y="1069"/>
                  </a:lnTo>
                  <a:lnTo>
                    <a:pt x="207" y="1069"/>
                  </a:lnTo>
                  <a:lnTo>
                    <a:pt x="205" y="1069"/>
                  </a:lnTo>
                  <a:lnTo>
                    <a:pt x="204" y="1069"/>
                  </a:lnTo>
                  <a:lnTo>
                    <a:pt x="199" y="1069"/>
                  </a:lnTo>
                  <a:lnTo>
                    <a:pt x="196" y="1073"/>
                  </a:lnTo>
                  <a:lnTo>
                    <a:pt x="193" y="1076"/>
                  </a:lnTo>
                  <a:lnTo>
                    <a:pt x="192" y="1080"/>
                  </a:lnTo>
                  <a:lnTo>
                    <a:pt x="190" y="1082"/>
                  </a:lnTo>
                  <a:lnTo>
                    <a:pt x="189" y="1083"/>
                  </a:lnTo>
                  <a:lnTo>
                    <a:pt x="187" y="1082"/>
                  </a:lnTo>
                  <a:lnTo>
                    <a:pt x="186" y="1082"/>
                  </a:lnTo>
                  <a:lnTo>
                    <a:pt x="184" y="1082"/>
                  </a:lnTo>
                  <a:lnTo>
                    <a:pt x="183" y="1083"/>
                  </a:lnTo>
                  <a:lnTo>
                    <a:pt x="181" y="1083"/>
                  </a:lnTo>
                  <a:lnTo>
                    <a:pt x="181" y="1083"/>
                  </a:lnTo>
                  <a:lnTo>
                    <a:pt x="178" y="1083"/>
                  </a:lnTo>
                  <a:lnTo>
                    <a:pt x="176" y="1083"/>
                  </a:lnTo>
                  <a:lnTo>
                    <a:pt x="173" y="1083"/>
                  </a:lnTo>
                  <a:lnTo>
                    <a:pt x="172" y="1083"/>
                  </a:lnTo>
                  <a:lnTo>
                    <a:pt x="169" y="1083"/>
                  </a:lnTo>
                  <a:lnTo>
                    <a:pt x="163" y="1083"/>
                  </a:lnTo>
                  <a:lnTo>
                    <a:pt x="161" y="1083"/>
                  </a:lnTo>
                  <a:lnTo>
                    <a:pt x="161" y="1085"/>
                  </a:lnTo>
                  <a:lnTo>
                    <a:pt x="158" y="1086"/>
                  </a:lnTo>
                  <a:lnTo>
                    <a:pt x="155" y="1086"/>
                  </a:lnTo>
                  <a:lnTo>
                    <a:pt x="152" y="1088"/>
                  </a:lnTo>
                  <a:lnTo>
                    <a:pt x="152" y="1088"/>
                  </a:lnTo>
                  <a:lnTo>
                    <a:pt x="151" y="1091"/>
                  </a:lnTo>
                  <a:lnTo>
                    <a:pt x="151" y="1092"/>
                  </a:lnTo>
                  <a:lnTo>
                    <a:pt x="151" y="1092"/>
                  </a:lnTo>
                  <a:lnTo>
                    <a:pt x="149" y="1092"/>
                  </a:lnTo>
                  <a:lnTo>
                    <a:pt x="149" y="1092"/>
                  </a:lnTo>
                  <a:lnTo>
                    <a:pt x="149" y="1092"/>
                  </a:lnTo>
                  <a:lnTo>
                    <a:pt x="148" y="1094"/>
                  </a:lnTo>
                  <a:lnTo>
                    <a:pt x="148" y="1094"/>
                  </a:lnTo>
                  <a:lnTo>
                    <a:pt x="145" y="1092"/>
                  </a:lnTo>
                  <a:lnTo>
                    <a:pt x="143" y="1091"/>
                  </a:lnTo>
                  <a:lnTo>
                    <a:pt x="142" y="1091"/>
                  </a:lnTo>
                  <a:lnTo>
                    <a:pt x="140" y="1089"/>
                  </a:lnTo>
                  <a:lnTo>
                    <a:pt x="140" y="1088"/>
                  </a:lnTo>
                  <a:lnTo>
                    <a:pt x="139" y="1086"/>
                  </a:lnTo>
                  <a:lnTo>
                    <a:pt x="139" y="1086"/>
                  </a:lnTo>
                  <a:lnTo>
                    <a:pt x="139" y="1085"/>
                  </a:lnTo>
                  <a:lnTo>
                    <a:pt x="137" y="1085"/>
                  </a:lnTo>
                  <a:lnTo>
                    <a:pt x="137" y="1083"/>
                  </a:lnTo>
                  <a:lnTo>
                    <a:pt x="139" y="1082"/>
                  </a:lnTo>
                  <a:lnTo>
                    <a:pt x="139" y="1080"/>
                  </a:lnTo>
                  <a:lnTo>
                    <a:pt x="140" y="1080"/>
                  </a:lnTo>
                  <a:lnTo>
                    <a:pt x="139" y="1080"/>
                  </a:lnTo>
                  <a:lnTo>
                    <a:pt x="137" y="1082"/>
                  </a:lnTo>
                  <a:lnTo>
                    <a:pt x="137" y="1080"/>
                  </a:lnTo>
                  <a:lnTo>
                    <a:pt x="131" y="1076"/>
                  </a:lnTo>
                  <a:lnTo>
                    <a:pt x="132" y="1076"/>
                  </a:lnTo>
                  <a:lnTo>
                    <a:pt x="132" y="1074"/>
                  </a:lnTo>
                  <a:lnTo>
                    <a:pt x="131" y="1076"/>
                  </a:lnTo>
                  <a:lnTo>
                    <a:pt x="131" y="1076"/>
                  </a:lnTo>
                  <a:lnTo>
                    <a:pt x="128" y="1076"/>
                  </a:lnTo>
                  <a:lnTo>
                    <a:pt x="125" y="1076"/>
                  </a:lnTo>
                  <a:lnTo>
                    <a:pt x="123" y="1076"/>
                  </a:lnTo>
                  <a:lnTo>
                    <a:pt x="120" y="1079"/>
                  </a:lnTo>
                  <a:lnTo>
                    <a:pt x="119" y="1079"/>
                  </a:lnTo>
                  <a:lnTo>
                    <a:pt x="116" y="1077"/>
                  </a:lnTo>
                  <a:lnTo>
                    <a:pt x="111" y="1077"/>
                  </a:lnTo>
                  <a:lnTo>
                    <a:pt x="111" y="1077"/>
                  </a:lnTo>
                  <a:lnTo>
                    <a:pt x="108" y="1077"/>
                  </a:lnTo>
                  <a:lnTo>
                    <a:pt x="108" y="1077"/>
                  </a:lnTo>
                  <a:lnTo>
                    <a:pt x="107" y="1079"/>
                  </a:lnTo>
                  <a:lnTo>
                    <a:pt x="105" y="1079"/>
                  </a:lnTo>
                  <a:lnTo>
                    <a:pt x="107" y="1076"/>
                  </a:lnTo>
                  <a:lnTo>
                    <a:pt x="108" y="1073"/>
                  </a:lnTo>
                  <a:lnTo>
                    <a:pt x="108" y="1069"/>
                  </a:lnTo>
                  <a:lnTo>
                    <a:pt x="108" y="1068"/>
                  </a:lnTo>
                  <a:lnTo>
                    <a:pt x="108" y="1065"/>
                  </a:lnTo>
                  <a:lnTo>
                    <a:pt x="107" y="1063"/>
                  </a:lnTo>
                  <a:lnTo>
                    <a:pt x="108" y="1060"/>
                  </a:lnTo>
                  <a:lnTo>
                    <a:pt x="108" y="1059"/>
                  </a:lnTo>
                  <a:lnTo>
                    <a:pt x="107" y="1056"/>
                  </a:lnTo>
                  <a:lnTo>
                    <a:pt x="110" y="1057"/>
                  </a:lnTo>
                  <a:lnTo>
                    <a:pt x="108" y="1056"/>
                  </a:lnTo>
                  <a:lnTo>
                    <a:pt x="108" y="1056"/>
                  </a:lnTo>
                  <a:lnTo>
                    <a:pt x="107" y="1056"/>
                  </a:lnTo>
                  <a:lnTo>
                    <a:pt x="107" y="1056"/>
                  </a:lnTo>
                  <a:lnTo>
                    <a:pt x="105" y="1056"/>
                  </a:lnTo>
                  <a:lnTo>
                    <a:pt x="104" y="1057"/>
                  </a:lnTo>
                  <a:lnTo>
                    <a:pt x="104" y="1056"/>
                  </a:lnTo>
                  <a:lnTo>
                    <a:pt x="104" y="1054"/>
                  </a:lnTo>
                  <a:lnTo>
                    <a:pt x="102" y="1053"/>
                  </a:lnTo>
                  <a:lnTo>
                    <a:pt x="104" y="1053"/>
                  </a:lnTo>
                  <a:lnTo>
                    <a:pt x="105" y="1053"/>
                  </a:lnTo>
                  <a:lnTo>
                    <a:pt x="105" y="1051"/>
                  </a:lnTo>
                  <a:lnTo>
                    <a:pt x="107" y="1051"/>
                  </a:lnTo>
                  <a:lnTo>
                    <a:pt x="105" y="1050"/>
                  </a:lnTo>
                  <a:lnTo>
                    <a:pt x="107" y="1048"/>
                  </a:lnTo>
                  <a:lnTo>
                    <a:pt x="108" y="1047"/>
                  </a:lnTo>
                  <a:lnTo>
                    <a:pt x="107" y="1047"/>
                  </a:lnTo>
                  <a:lnTo>
                    <a:pt x="107" y="1048"/>
                  </a:lnTo>
                  <a:lnTo>
                    <a:pt x="105" y="1050"/>
                  </a:lnTo>
                  <a:lnTo>
                    <a:pt x="104" y="1051"/>
                  </a:lnTo>
                  <a:lnTo>
                    <a:pt x="102" y="1053"/>
                  </a:lnTo>
                  <a:lnTo>
                    <a:pt x="101" y="1053"/>
                  </a:lnTo>
                  <a:lnTo>
                    <a:pt x="101" y="1053"/>
                  </a:lnTo>
                  <a:lnTo>
                    <a:pt x="99" y="1051"/>
                  </a:lnTo>
                  <a:lnTo>
                    <a:pt x="99" y="1051"/>
                  </a:lnTo>
                  <a:lnTo>
                    <a:pt x="99" y="1050"/>
                  </a:lnTo>
                  <a:lnTo>
                    <a:pt x="101" y="1048"/>
                  </a:lnTo>
                  <a:lnTo>
                    <a:pt x="101" y="1047"/>
                  </a:lnTo>
                  <a:lnTo>
                    <a:pt x="101" y="1044"/>
                  </a:lnTo>
                  <a:lnTo>
                    <a:pt x="101" y="1044"/>
                  </a:lnTo>
                  <a:lnTo>
                    <a:pt x="101" y="1042"/>
                  </a:lnTo>
                  <a:lnTo>
                    <a:pt x="102" y="1042"/>
                  </a:lnTo>
                  <a:lnTo>
                    <a:pt x="102" y="1041"/>
                  </a:lnTo>
                  <a:lnTo>
                    <a:pt x="104" y="1039"/>
                  </a:lnTo>
                  <a:lnTo>
                    <a:pt x="105" y="1035"/>
                  </a:lnTo>
                  <a:lnTo>
                    <a:pt x="108" y="1030"/>
                  </a:lnTo>
                  <a:lnTo>
                    <a:pt x="108" y="1030"/>
                  </a:lnTo>
                  <a:lnTo>
                    <a:pt x="107" y="1028"/>
                  </a:lnTo>
                  <a:lnTo>
                    <a:pt x="107" y="1027"/>
                  </a:lnTo>
                  <a:lnTo>
                    <a:pt x="108" y="1022"/>
                  </a:lnTo>
                  <a:lnTo>
                    <a:pt x="108" y="1021"/>
                  </a:lnTo>
                  <a:lnTo>
                    <a:pt x="110" y="1019"/>
                  </a:lnTo>
                  <a:lnTo>
                    <a:pt x="110" y="1016"/>
                  </a:lnTo>
                  <a:lnTo>
                    <a:pt x="110" y="1015"/>
                  </a:lnTo>
                  <a:lnTo>
                    <a:pt x="110" y="1015"/>
                  </a:lnTo>
                  <a:lnTo>
                    <a:pt x="110" y="1013"/>
                  </a:lnTo>
                  <a:lnTo>
                    <a:pt x="108" y="1012"/>
                  </a:lnTo>
                  <a:lnTo>
                    <a:pt x="108" y="1007"/>
                  </a:lnTo>
                  <a:lnTo>
                    <a:pt x="108" y="1006"/>
                  </a:lnTo>
                  <a:lnTo>
                    <a:pt x="108" y="1004"/>
                  </a:lnTo>
                  <a:lnTo>
                    <a:pt x="108" y="1004"/>
                  </a:lnTo>
                  <a:lnTo>
                    <a:pt x="107" y="1003"/>
                  </a:lnTo>
                  <a:lnTo>
                    <a:pt x="107" y="1003"/>
                  </a:lnTo>
                  <a:lnTo>
                    <a:pt x="108" y="1000"/>
                  </a:lnTo>
                  <a:lnTo>
                    <a:pt x="108" y="1001"/>
                  </a:lnTo>
                  <a:lnTo>
                    <a:pt x="107" y="1000"/>
                  </a:lnTo>
                  <a:lnTo>
                    <a:pt x="107" y="998"/>
                  </a:lnTo>
                  <a:lnTo>
                    <a:pt x="108" y="996"/>
                  </a:lnTo>
                  <a:lnTo>
                    <a:pt x="110" y="995"/>
                  </a:lnTo>
                  <a:lnTo>
                    <a:pt x="108" y="995"/>
                  </a:lnTo>
                  <a:lnTo>
                    <a:pt x="108" y="995"/>
                  </a:lnTo>
                  <a:lnTo>
                    <a:pt x="108" y="993"/>
                  </a:lnTo>
                  <a:lnTo>
                    <a:pt x="108" y="993"/>
                  </a:lnTo>
                  <a:lnTo>
                    <a:pt x="108" y="992"/>
                  </a:lnTo>
                  <a:lnTo>
                    <a:pt x="108" y="992"/>
                  </a:lnTo>
                  <a:lnTo>
                    <a:pt x="108" y="992"/>
                  </a:lnTo>
                  <a:lnTo>
                    <a:pt x="108" y="990"/>
                  </a:lnTo>
                  <a:lnTo>
                    <a:pt x="108" y="989"/>
                  </a:lnTo>
                  <a:lnTo>
                    <a:pt x="108" y="989"/>
                  </a:lnTo>
                  <a:lnTo>
                    <a:pt x="105" y="989"/>
                  </a:lnTo>
                  <a:lnTo>
                    <a:pt x="105" y="989"/>
                  </a:lnTo>
                  <a:lnTo>
                    <a:pt x="105" y="989"/>
                  </a:lnTo>
                  <a:lnTo>
                    <a:pt x="107" y="986"/>
                  </a:lnTo>
                  <a:lnTo>
                    <a:pt x="107" y="986"/>
                  </a:lnTo>
                  <a:lnTo>
                    <a:pt x="105" y="986"/>
                  </a:lnTo>
                  <a:lnTo>
                    <a:pt x="104" y="984"/>
                  </a:lnTo>
                  <a:lnTo>
                    <a:pt x="104" y="984"/>
                  </a:lnTo>
                  <a:lnTo>
                    <a:pt x="102" y="983"/>
                  </a:lnTo>
                  <a:lnTo>
                    <a:pt x="102" y="981"/>
                  </a:lnTo>
                  <a:lnTo>
                    <a:pt x="104" y="980"/>
                  </a:lnTo>
                  <a:lnTo>
                    <a:pt x="105" y="978"/>
                  </a:lnTo>
                  <a:lnTo>
                    <a:pt x="105" y="978"/>
                  </a:lnTo>
                  <a:lnTo>
                    <a:pt x="107" y="977"/>
                  </a:lnTo>
                  <a:lnTo>
                    <a:pt x="110" y="977"/>
                  </a:lnTo>
                  <a:lnTo>
                    <a:pt x="111" y="977"/>
                  </a:lnTo>
                  <a:lnTo>
                    <a:pt x="113" y="977"/>
                  </a:lnTo>
                  <a:lnTo>
                    <a:pt x="114" y="975"/>
                  </a:lnTo>
                  <a:lnTo>
                    <a:pt x="114" y="975"/>
                  </a:lnTo>
                  <a:lnTo>
                    <a:pt x="114" y="974"/>
                  </a:lnTo>
                  <a:lnTo>
                    <a:pt x="114" y="974"/>
                  </a:lnTo>
                  <a:lnTo>
                    <a:pt x="114" y="972"/>
                  </a:lnTo>
                  <a:lnTo>
                    <a:pt x="116" y="972"/>
                  </a:lnTo>
                  <a:lnTo>
                    <a:pt x="117" y="971"/>
                  </a:lnTo>
                  <a:lnTo>
                    <a:pt x="120" y="971"/>
                  </a:lnTo>
                  <a:lnTo>
                    <a:pt x="122" y="969"/>
                  </a:lnTo>
                  <a:lnTo>
                    <a:pt x="123" y="971"/>
                  </a:lnTo>
                  <a:lnTo>
                    <a:pt x="123" y="971"/>
                  </a:lnTo>
                  <a:lnTo>
                    <a:pt x="125" y="971"/>
                  </a:lnTo>
                  <a:lnTo>
                    <a:pt x="126" y="972"/>
                  </a:lnTo>
                  <a:lnTo>
                    <a:pt x="129" y="974"/>
                  </a:lnTo>
                  <a:lnTo>
                    <a:pt x="131" y="972"/>
                  </a:lnTo>
                  <a:lnTo>
                    <a:pt x="135" y="972"/>
                  </a:lnTo>
                  <a:lnTo>
                    <a:pt x="137" y="972"/>
                  </a:lnTo>
                  <a:lnTo>
                    <a:pt x="140" y="972"/>
                  </a:lnTo>
                  <a:lnTo>
                    <a:pt x="142" y="972"/>
                  </a:lnTo>
                  <a:lnTo>
                    <a:pt x="145" y="972"/>
                  </a:lnTo>
                  <a:lnTo>
                    <a:pt x="146" y="972"/>
                  </a:lnTo>
                  <a:lnTo>
                    <a:pt x="151" y="974"/>
                  </a:lnTo>
                  <a:lnTo>
                    <a:pt x="154" y="974"/>
                  </a:lnTo>
                  <a:lnTo>
                    <a:pt x="160" y="975"/>
                  </a:lnTo>
                  <a:lnTo>
                    <a:pt x="163" y="975"/>
                  </a:lnTo>
                  <a:lnTo>
                    <a:pt x="167" y="975"/>
                  </a:lnTo>
                  <a:lnTo>
                    <a:pt x="169" y="974"/>
                  </a:lnTo>
                  <a:lnTo>
                    <a:pt x="170" y="975"/>
                  </a:lnTo>
                  <a:lnTo>
                    <a:pt x="172" y="974"/>
                  </a:lnTo>
                  <a:lnTo>
                    <a:pt x="173" y="974"/>
                  </a:lnTo>
                  <a:lnTo>
                    <a:pt x="173" y="975"/>
                  </a:lnTo>
                  <a:lnTo>
                    <a:pt x="178" y="977"/>
                  </a:lnTo>
                  <a:lnTo>
                    <a:pt x="180" y="975"/>
                  </a:lnTo>
                  <a:lnTo>
                    <a:pt x="181" y="975"/>
                  </a:lnTo>
                  <a:lnTo>
                    <a:pt x="184" y="975"/>
                  </a:lnTo>
                  <a:lnTo>
                    <a:pt x="187" y="977"/>
                  </a:lnTo>
                  <a:lnTo>
                    <a:pt x="189" y="977"/>
                  </a:lnTo>
                  <a:lnTo>
                    <a:pt x="192" y="977"/>
                  </a:lnTo>
                  <a:lnTo>
                    <a:pt x="193" y="975"/>
                  </a:lnTo>
                  <a:lnTo>
                    <a:pt x="195" y="975"/>
                  </a:lnTo>
                  <a:lnTo>
                    <a:pt x="196" y="975"/>
                  </a:lnTo>
                  <a:lnTo>
                    <a:pt x="198" y="974"/>
                  </a:lnTo>
                  <a:lnTo>
                    <a:pt x="199" y="965"/>
                  </a:lnTo>
                  <a:lnTo>
                    <a:pt x="201" y="955"/>
                  </a:lnTo>
                  <a:lnTo>
                    <a:pt x="202" y="954"/>
                  </a:lnTo>
                  <a:lnTo>
                    <a:pt x="202" y="954"/>
                  </a:lnTo>
                  <a:lnTo>
                    <a:pt x="202" y="952"/>
                  </a:lnTo>
                  <a:lnTo>
                    <a:pt x="201" y="954"/>
                  </a:lnTo>
                  <a:lnTo>
                    <a:pt x="201" y="954"/>
                  </a:lnTo>
                  <a:lnTo>
                    <a:pt x="201" y="954"/>
                  </a:lnTo>
                  <a:lnTo>
                    <a:pt x="201" y="946"/>
                  </a:lnTo>
                  <a:lnTo>
                    <a:pt x="202" y="942"/>
                  </a:lnTo>
                  <a:lnTo>
                    <a:pt x="202" y="939"/>
                  </a:lnTo>
                  <a:lnTo>
                    <a:pt x="204" y="940"/>
                  </a:lnTo>
                  <a:lnTo>
                    <a:pt x="205" y="942"/>
                  </a:lnTo>
                  <a:lnTo>
                    <a:pt x="207" y="943"/>
                  </a:lnTo>
                  <a:lnTo>
                    <a:pt x="207" y="946"/>
                  </a:lnTo>
                  <a:lnTo>
                    <a:pt x="208" y="948"/>
                  </a:lnTo>
                  <a:lnTo>
                    <a:pt x="210" y="948"/>
                  </a:lnTo>
                  <a:lnTo>
                    <a:pt x="208" y="948"/>
                  </a:lnTo>
                  <a:lnTo>
                    <a:pt x="208" y="946"/>
                  </a:lnTo>
                  <a:lnTo>
                    <a:pt x="207" y="942"/>
                  </a:lnTo>
                  <a:lnTo>
                    <a:pt x="207" y="940"/>
                  </a:lnTo>
                  <a:lnTo>
                    <a:pt x="205" y="939"/>
                  </a:lnTo>
                  <a:lnTo>
                    <a:pt x="202" y="936"/>
                  </a:lnTo>
                  <a:lnTo>
                    <a:pt x="201" y="936"/>
                  </a:lnTo>
                  <a:lnTo>
                    <a:pt x="201" y="936"/>
                  </a:lnTo>
                  <a:lnTo>
                    <a:pt x="202" y="936"/>
                  </a:lnTo>
                  <a:lnTo>
                    <a:pt x="204" y="936"/>
                  </a:lnTo>
                  <a:lnTo>
                    <a:pt x="204" y="936"/>
                  </a:lnTo>
                  <a:lnTo>
                    <a:pt x="202" y="934"/>
                  </a:lnTo>
                  <a:lnTo>
                    <a:pt x="202" y="933"/>
                  </a:lnTo>
                  <a:lnTo>
                    <a:pt x="202" y="927"/>
                  </a:lnTo>
                  <a:lnTo>
                    <a:pt x="202" y="927"/>
                  </a:lnTo>
                  <a:lnTo>
                    <a:pt x="202" y="925"/>
                  </a:lnTo>
                  <a:lnTo>
                    <a:pt x="201" y="925"/>
                  </a:lnTo>
                  <a:lnTo>
                    <a:pt x="199" y="925"/>
                  </a:lnTo>
                  <a:lnTo>
                    <a:pt x="199" y="925"/>
                  </a:lnTo>
                  <a:lnTo>
                    <a:pt x="195" y="922"/>
                  </a:lnTo>
                  <a:lnTo>
                    <a:pt x="192" y="919"/>
                  </a:lnTo>
                  <a:lnTo>
                    <a:pt x="190" y="916"/>
                  </a:lnTo>
                  <a:lnTo>
                    <a:pt x="190" y="916"/>
                  </a:lnTo>
                  <a:lnTo>
                    <a:pt x="190" y="914"/>
                  </a:lnTo>
                  <a:lnTo>
                    <a:pt x="192" y="913"/>
                  </a:lnTo>
                  <a:lnTo>
                    <a:pt x="190" y="911"/>
                  </a:lnTo>
                  <a:lnTo>
                    <a:pt x="190" y="911"/>
                  </a:lnTo>
                  <a:lnTo>
                    <a:pt x="189" y="910"/>
                  </a:lnTo>
                  <a:lnTo>
                    <a:pt x="190" y="908"/>
                  </a:lnTo>
                  <a:lnTo>
                    <a:pt x="190" y="908"/>
                  </a:lnTo>
                  <a:lnTo>
                    <a:pt x="192" y="908"/>
                  </a:lnTo>
                  <a:lnTo>
                    <a:pt x="192" y="908"/>
                  </a:lnTo>
                  <a:lnTo>
                    <a:pt x="193" y="908"/>
                  </a:lnTo>
                  <a:lnTo>
                    <a:pt x="195" y="910"/>
                  </a:lnTo>
                  <a:lnTo>
                    <a:pt x="192" y="907"/>
                  </a:lnTo>
                  <a:lnTo>
                    <a:pt x="187" y="908"/>
                  </a:lnTo>
                  <a:lnTo>
                    <a:pt x="186" y="908"/>
                  </a:lnTo>
                  <a:lnTo>
                    <a:pt x="186" y="907"/>
                  </a:lnTo>
                  <a:lnTo>
                    <a:pt x="186" y="907"/>
                  </a:lnTo>
                  <a:lnTo>
                    <a:pt x="186" y="905"/>
                  </a:lnTo>
                  <a:lnTo>
                    <a:pt x="186" y="905"/>
                  </a:lnTo>
                  <a:lnTo>
                    <a:pt x="186" y="904"/>
                  </a:lnTo>
                  <a:lnTo>
                    <a:pt x="184" y="904"/>
                  </a:lnTo>
                  <a:lnTo>
                    <a:pt x="183" y="904"/>
                  </a:lnTo>
                  <a:lnTo>
                    <a:pt x="183" y="904"/>
                  </a:lnTo>
                  <a:lnTo>
                    <a:pt x="181" y="904"/>
                  </a:lnTo>
                  <a:lnTo>
                    <a:pt x="183" y="902"/>
                  </a:lnTo>
                  <a:lnTo>
                    <a:pt x="181" y="902"/>
                  </a:lnTo>
                  <a:lnTo>
                    <a:pt x="181" y="902"/>
                  </a:lnTo>
                  <a:lnTo>
                    <a:pt x="180" y="902"/>
                  </a:lnTo>
                  <a:lnTo>
                    <a:pt x="178" y="902"/>
                  </a:lnTo>
                  <a:lnTo>
                    <a:pt x="176" y="901"/>
                  </a:lnTo>
                  <a:lnTo>
                    <a:pt x="176" y="901"/>
                  </a:lnTo>
                  <a:lnTo>
                    <a:pt x="176" y="901"/>
                  </a:lnTo>
                  <a:lnTo>
                    <a:pt x="175" y="901"/>
                  </a:lnTo>
                  <a:lnTo>
                    <a:pt x="175" y="901"/>
                  </a:lnTo>
                  <a:lnTo>
                    <a:pt x="173" y="901"/>
                  </a:lnTo>
                  <a:lnTo>
                    <a:pt x="173" y="899"/>
                  </a:lnTo>
                  <a:lnTo>
                    <a:pt x="167" y="898"/>
                  </a:lnTo>
                  <a:lnTo>
                    <a:pt x="166" y="898"/>
                  </a:lnTo>
                  <a:lnTo>
                    <a:pt x="164" y="898"/>
                  </a:lnTo>
                  <a:lnTo>
                    <a:pt x="163" y="898"/>
                  </a:lnTo>
                  <a:lnTo>
                    <a:pt x="163" y="898"/>
                  </a:lnTo>
                  <a:lnTo>
                    <a:pt x="161" y="896"/>
                  </a:lnTo>
                  <a:lnTo>
                    <a:pt x="158" y="895"/>
                  </a:lnTo>
                  <a:lnTo>
                    <a:pt x="160" y="893"/>
                  </a:lnTo>
                  <a:lnTo>
                    <a:pt x="161" y="893"/>
                  </a:lnTo>
                  <a:lnTo>
                    <a:pt x="163" y="893"/>
                  </a:lnTo>
                  <a:lnTo>
                    <a:pt x="163" y="892"/>
                  </a:lnTo>
                  <a:lnTo>
                    <a:pt x="161" y="892"/>
                  </a:lnTo>
                  <a:lnTo>
                    <a:pt x="161" y="890"/>
                  </a:lnTo>
                  <a:lnTo>
                    <a:pt x="160" y="890"/>
                  </a:lnTo>
                  <a:lnTo>
                    <a:pt x="160" y="890"/>
                  </a:lnTo>
                  <a:lnTo>
                    <a:pt x="160" y="889"/>
                  </a:lnTo>
                  <a:lnTo>
                    <a:pt x="161" y="890"/>
                  </a:lnTo>
                  <a:lnTo>
                    <a:pt x="161" y="890"/>
                  </a:lnTo>
                  <a:lnTo>
                    <a:pt x="164" y="890"/>
                  </a:lnTo>
                  <a:lnTo>
                    <a:pt x="163" y="889"/>
                  </a:lnTo>
                  <a:lnTo>
                    <a:pt x="163" y="889"/>
                  </a:lnTo>
                  <a:lnTo>
                    <a:pt x="163" y="889"/>
                  </a:lnTo>
                  <a:lnTo>
                    <a:pt x="160" y="889"/>
                  </a:lnTo>
                  <a:lnTo>
                    <a:pt x="160" y="889"/>
                  </a:lnTo>
                  <a:lnTo>
                    <a:pt x="158" y="889"/>
                  </a:lnTo>
                  <a:lnTo>
                    <a:pt x="158" y="887"/>
                  </a:lnTo>
                  <a:lnTo>
                    <a:pt x="158" y="887"/>
                  </a:lnTo>
                  <a:lnTo>
                    <a:pt x="158" y="885"/>
                  </a:lnTo>
                  <a:lnTo>
                    <a:pt x="160" y="884"/>
                  </a:lnTo>
                  <a:lnTo>
                    <a:pt x="166" y="882"/>
                  </a:lnTo>
                  <a:lnTo>
                    <a:pt x="169" y="882"/>
                  </a:lnTo>
                  <a:lnTo>
                    <a:pt x="170" y="882"/>
                  </a:lnTo>
                  <a:lnTo>
                    <a:pt x="172" y="881"/>
                  </a:lnTo>
                  <a:lnTo>
                    <a:pt x="173" y="879"/>
                  </a:lnTo>
                  <a:lnTo>
                    <a:pt x="176" y="879"/>
                  </a:lnTo>
                  <a:lnTo>
                    <a:pt x="180" y="881"/>
                  </a:lnTo>
                  <a:lnTo>
                    <a:pt x="181" y="884"/>
                  </a:lnTo>
                  <a:lnTo>
                    <a:pt x="183" y="885"/>
                  </a:lnTo>
                  <a:lnTo>
                    <a:pt x="186" y="882"/>
                  </a:lnTo>
                  <a:lnTo>
                    <a:pt x="190" y="882"/>
                  </a:lnTo>
                  <a:lnTo>
                    <a:pt x="192" y="884"/>
                  </a:lnTo>
                  <a:lnTo>
                    <a:pt x="192" y="882"/>
                  </a:lnTo>
                  <a:lnTo>
                    <a:pt x="193" y="882"/>
                  </a:lnTo>
                  <a:lnTo>
                    <a:pt x="193" y="882"/>
                  </a:lnTo>
                  <a:lnTo>
                    <a:pt x="193" y="884"/>
                  </a:lnTo>
                  <a:lnTo>
                    <a:pt x="198" y="882"/>
                  </a:lnTo>
                  <a:lnTo>
                    <a:pt x="199" y="882"/>
                  </a:lnTo>
                  <a:lnTo>
                    <a:pt x="198" y="882"/>
                  </a:lnTo>
                  <a:lnTo>
                    <a:pt x="196" y="879"/>
                  </a:lnTo>
                  <a:lnTo>
                    <a:pt x="196" y="872"/>
                  </a:lnTo>
                  <a:lnTo>
                    <a:pt x="195" y="870"/>
                  </a:lnTo>
                  <a:lnTo>
                    <a:pt x="193" y="867"/>
                  </a:lnTo>
                  <a:lnTo>
                    <a:pt x="193" y="866"/>
                  </a:lnTo>
                  <a:lnTo>
                    <a:pt x="193" y="864"/>
                  </a:lnTo>
                  <a:lnTo>
                    <a:pt x="193" y="864"/>
                  </a:lnTo>
                  <a:lnTo>
                    <a:pt x="195" y="864"/>
                  </a:lnTo>
                  <a:lnTo>
                    <a:pt x="196" y="864"/>
                  </a:lnTo>
                  <a:lnTo>
                    <a:pt x="199" y="863"/>
                  </a:lnTo>
                  <a:lnTo>
                    <a:pt x="201" y="864"/>
                  </a:lnTo>
                  <a:lnTo>
                    <a:pt x="201" y="866"/>
                  </a:lnTo>
                  <a:lnTo>
                    <a:pt x="201" y="867"/>
                  </a:lnTo>
                  <a:lnTo>
                    <a:pt x="201" y="867"/>
                  </a:lnTo>
                  <a:lnTo>
                    <a:pt x="202" y="869"/>
                  </a:lnTo>
                  <a:lnTo>
                    <a:pt x="204" y="869"/>
                  </a:lnTo>
                  <a:lnTo>
                    <a:pt x="207" y="870"/>
                  </a:lnTo>
                  <a:lnTo>
                    <a:pt x="210" y="870"/>
                  </a:lnTo>
                  <a:lnTo>
                    <a:pt x="214" y="870"/>
                  </a:lnTo>
                  <a:lnTo>
                    <a:pt x="214" y="870"/>
                  </a:lnTo>
                  <a:lnTo>
                    <a:pt x="218" y="869"/>
                  </a:lnTo>
                  <a:lnTo>
                    <a:pt x="221" y="867"/>
                  </a:lnTo>
                  <a:lnTo>
                    <a:pt x="222" y="867"/>
                  </a:lnTo>
                  <a:lnTo>
                    <a:pt x="219" y="867"/>
                  </a:lnTo>
                  <a:lnTo>
                    <a:pt x="218" y="867"/>
                  </a:lnTo>
                  <a:lnTo>
                    <a:pt x="218" y="866"/>
                  </a:lnTo>
                  <a:lnTo>
                    <a:pt x="218" y="866"/>
                  </a:lnTo>
                  <a:lnTo>
                    <a:pt x="219" y="863"/>
                  </a:lnTo>
                  <a:lnTo>
                    <a:pt x="224" y="860"/>
                  </a:lnTo>
                  <a:lnTo>
                    <a:pt x="227" y="860"/>
                  </a:lnTo>
                  <a:lnTo>
                    <a:pt x="231" y="858"/>
                  </a:lnTo>
                  <a:lnTo>
                    <a:pt x="233" y="855"/>
                  </a:lnTo>
                  <a:lnTo>
                    <a:pt x="234" y="854"/>
                  </a:lnTo>
                  <a:lnTo>
                    <a:pt x="234" y="854"/>
                  </a:lnTo>
                  <a:lnTo>
                    <a:pt x="236" y="852"/>
                  </a:lnTo>
                  <a:lnTo>
                    <a:pt x="236" y="852"/>
                  </a:lnTo>
                  <a:lnTo>
                    <a:pt x="236" y="843"/>
                  </a:lnTo>
                  <a:lnTo>
                    <a:pt x="236" y="841"/>
                  </a:lnTo>
                  <a:lnTo>
                    <a:pt x="237" y="840"/>
                  </a:lnTo>
                  <a:lnTo>
                    <a:pt x="237" y="840"/>
                  </a:lnTo>
                  <a:lnTo>
                    <a:pt x="239" y="838"/>
                  </a:lnTo>
                  <a:lnTo>
                    <a:pt x="246" y="837"/>
                  </a:lnTo>
                  <a:lnTo>
                    <a:pt x="246" y="837"/>
                  </a:lnTo>
                  <a:lnTo>
                    <a:pt x="252" y="832"/>
                  </a:lnTo>
                  <a:lnTo>
                    <a:pt x="256" y="831"/>
                  </a:lnTo>
                  <a:lnTo>
                    <a:pt x="257" y="831"/>
                  </a:lnTo>
                  <a:lnTo>
                    <a:pt x="259" y="831"/>
                  </a:lnTo>
                  <a:lnTo>
                    <a:pt x="260" y="831"/>
                  </a:lnTo>
                  <a:lnTo>
                    <a:pt x="262" y="831"/>
                  </a:lnTo>
                  <a:lnTo>
                    <a:pt x="263" y="831"/>
                  </a:lnTo>
                  <a:lnTo>
                    <a:pt x="265" y="831"/>
                  </a:lnTo>
                  <a:lnTo>
                    <a:pt x="266" y="831"/>
                  </a:lnTo>
                  <a:lnTo>
                    <a:pt x="268" y="831"/>
                  </a:lnTo>
                  <a:lnTo>
                    <a:pt x="266" y="831"/>
                  </a:lnTo>
                  <a:lnTo>
                    <a:pt x="265" y="829"/>
                  </a:lnTo>
                  <a:lnTo>
                    <a:pt x="263" y="831"/>
                  </a:lnTo>
                  <a:lnTo>
                    <a:pt x="262" y="829"/>
                  </a:lnTo>
                  <a:lnTo>
                    <a:pt x="260" y="829"/>
                  </a:lnTo>
                  <a:lnTo>
                    <a:pt x="259" y="829"/>
                  </a:lnTo>
                  <a:lnTo>
                    <a:pt x="259" y="828"/>
                  </a:lnTo>
                  <a:lnTo>
                    <a:pt x="259" y="826"/>
                  </a:lnTo>
                  <a:lnTo>
                    <a:pt x="260" y="826"/>
                  </a:lnTo>
                  <a:lnTo>
                    <a:pt x="262" y="826"/>
                  </a:lnTo>
                  <a:lnTo>
                    <a:pt x="263" y="826"/>
                  </a:lnTo>
                  <a:lnTo>
                    <a:pt x="266" y="829"/>
                  </a:lnTo>
                  <a:lnTo>
                    <a:pt x="268" y="829"/>
                  </a:lnTo>
                  <a:lnTo>
                    <a:pt x="269" y="829"/>
                  </a:lnTo>
                  <a:lnTo>
                    <a:pt x="268" y="828"/>
                  </a:lnTo>
                  <a:lnTo>
                    <a:pt x="268" y="828"/>
                  </a:lnTo>
                  <a:lnTo>
                    <a:pt x="266" y="828"/>
                  </a:lnTo>
                  <a:lnTo>
                    <a:pt x="265" y="826"/>
                  </a:lnTo>
                  <a:lnTo>
                    <a:pt x="268" y="826"/>
                  </a:lnTo>
                  <a:lnTo>
                    <a:pt x="268" y="826"/>
                  </a:lnTo>
                  <a:lnTo>
                    <a:pt x="266" y="825"/>
                  </a:lnTo>
                  <a:lnTo>
                    <a:pt x="265" y="822"/>
                  </a:lnTo>
                  <a:lnTo>
                    <a:pt x="265" y="822"/>
                  </a:lnTo>
                  <a:lnTo>
                    <a:pt x="266" y="820"/>
                  </a:lnTo>
                  <a:lnTo>
                    <a:pt x="266" y="819"/>
                  </a:lnTo>
                  <a:lnTo>
                    <a:pt x="266" y="819"/>
                  </a:lnTo>
                  <a:lnTo>
                    <a:pt x="268" y="817"/>
                  </a:lnTo>
                  <a:lnTo>
                    <a:pt x="269" y="814"/>
                  </a:lnTo>
                  <a:lnTo>
                    <a:pt x="271" y="812"/>
                  </a:lnTo>
                  <a:lnTo>
                    <a:pt x="272" y="809"/>
                  </a:lnTo>
                  <a:lnTo>
                    <a:pt x="274" y="802"/>
                  </a:lnTo>
                  <a:lnTo>
                    <a:pt x="274" y="800"/>
                  </a:lnTo>
                  <a:lnTo>
                    <a:pt x="275" y="799"/>
                  </a:lnTo>
                  <a:lnTo>
                    <a:pt x="275" y="800"/>
                  </a:lnTo>
                  <a:lnTo>
                    <a:pt x="275" y="800"/>
                  </a:lnTo>
                  <a:lnTo>
                    <a:pt x="278" y="799"/>
                  </a:lnTo>
                  <a:lnTo>
                    <a:pt x="281" y="796"/>
                  </a:lnTo>
                  <a:lnTo>
                    <a:pt x="283" y="794"/>
                  </a:lnTo>
                  <a:lnTo>
                    <a:pt x="284" y="793"/>
                  </a:lnTo>
                  <a:lnTo>
                    <a:pt x="287" y="791"/>
                  </a:lnTo>
                  <a:lnTo>
                    <a:pt x="290" y="790"/>
                  </a:lnTo>
                  <a:lnTo>
                    <a:pt x="293" y="790"/>
                  </a:lnTo>
                  <a:lnTo>
                    <a:pt x="297" y="790"/>
                  </a:lnTo>
                  <a:lnTo>
                    <a:pt x="300" y="790"/>
                  </a:lnTo>
                  <a:lnTo>
                    <a:pt x="301" y="791"/>
                  </a:lnTo>
                  <a:lnTo>
                    <a:pt x="301" y="791"/>
                  </a:lnTo>
                  <a:lnTo>
                    <a:pt x="303" y="793"/>
                  </a:lnTo>
                  <a:lnTo>
                    <a:pt x="304" y="793"/>
                  </a:lnTo>
                  <a:lnTo>
                    <a:pt x="304" y="791"/>
                  </a:lnTo>
                  <a:lnTo>
                    <a:pt x="303" y="791"/>
                  </a:lnTo>
                  <a:lnTo>
                    <a:pt x="303" y="788"/>
                  </a:lnTo>
                  <a:lnTo>
                    <a:pt x="303" y="787"/>
                  </a:lnTo>
                  <a:lnTo>
                    <a:pt x="304" y="785"/>
                  </a:lnTo>
                  <a:lnTo>
                    <a:pt x="306" y="784"/>
                  </a:lnTo>
                  <a:lnTo>
                    <a:pt x="310" y="784"/>
                  </a:lnTo>
                  <a:lnTo>
                    <a:pt x="315" y="784"/>
                  </a:lnTo>
                  <a:lnTo>
                    <a:pt x="316" y="787"/>
                  </a:lnTo>
                  <a:lnTo>
                    <a:pt x="315" y="788"/>
                  </a:lnTo>
                  <a:lnTo>
                    <a:pt x="316" y="790"/>
                  </a:lnTo>
                  <a:lnTo>
                    <a:pt x="318" y="790"/>
                  </a:lnTo>
                  <a:lnTo>
                    <a:pt x="318" y="788"/>
                  </a:lnTo>
                  <a:lnTo>
                    <a:pt x="318" y="787"/>
                  </a:lnTo>
                  <a:lnTo>
                    <a:pt x="318" y="785"/>
                  </a:lnTo>
                  <a:lnTo>
                    <a:pt x="319" y="787"/>
                  </a:lnTo>
                  <a:lnTo>
                    <a:pt x="321" y="788"/>
                  </a:lnTo>
                  <a:lnTo>
                    <a:pt x="321" y="790"/>
                  </a:lnTo>
                  <a:lnTo>
                    <a:pt x="321" y="787"/>
                  </a:lnTo>
                  <a:lnTo>
                    <a:pt x="321" y="785"/>
                  </a:lnTo>
                  <a:lnTo>
                    <a:pt x="321" y="782"/>
                  </a:lnTo>
                  <a:lnTo>
                    <a:pt x="321" y="781"/>
                  </a:lnTo>
                  <a:lnTo>
                    <a:pt x="322" y="781"/>
                  </a:lnTo>
                  <a:lnTo>
                    <a:pt x="325" y="781"/>
                  </a:lnTo>
                  <a:lnTo>
                    <a:pt x="328" y="781"/>
                  </a:lnTo>
                  <a:lnTo>
                    <a:pt x="330" y="782"/>
                  </a:lnTo>
                  <a:lnTo>
                    <a:pt x="333" y="785"/>
                  </a:lnTo>
                  <a:lnTo>
                    <a:pt x="335" y="787"/>
                  </a:lnTo>
                  <a:lnTo>
                    <a:pt x="336" y="787"/>
                  </a:lnTo>
                  <a:lnTo>
                    <a:pt x="335" y="785"/>
                  </a:lnTo>
                  <a:lnTo>
                    <a:pt x="330" y="781"/>
                  </a:lnTo>
                  <a:lnTo>
                    <a:pt x="328" y="781"/>
                  </a:lnTo>
                  <a:lnTo>
                    <a:pt x="327" y="779"/>
                  </a:lnTo>
                  <a:lnTo>
                    <a:pt x="327" y="779"/>
                  </a:lnTo>
                  <a:lnTo>
                    <a:pt x="325" y="778"/>
                  </a:lnTo>
                  <a:lnTo>
                    <a:pt x="325" y="778"/>
                  </a:lnTo>
                  <a:lnTo>
                    <a:pt x="325" y="771"/>
                  </a:lnTo>
                  <a:lnTo>
                    <a:pt x="324" y="771"/>
                  </a:lnTo>
                  <a:lnTo>
                    <a:pt x="324" y="771"/>
                  </a:lnTo>
                  <a:lnTo>
                    <a:pt x="324" y="771"/>
                  </a:lnTo>
                  <a:lnTo>
                    <a:pt x="322" y="771"/>
                  </a:lnTo>
                  <a:lnTo>
                    <a:pt x="322" y="770"/>
                  </a:lnTo>
                  <a:lnTo>
                    <a:pt x="322" y="770"/>
                  </a:lnTo>
                  <a:lnTo>
                    <a:pt x="324" y="768"/>
                  </a:lnTo>
                  <a:lnTo>
                    <a:pt x="325" y="768"/>
                  </a:lnTo>
                  <a:lnTo>
                    <a:pt x="325" y="767"/>
                  </a:lnTo>
                  <a:lnTo>
                    <a:pt x="325" y="765"/>
                  </a:lnTo>
                  <a:lnTo>
                    <a:pt x="324" y="762"/>
                  </a:lnTo>
                  <a:lnTo>
                    <a:pt x="322" y="761"/>
                  </a:lnTo>
                  <a:lnTo>
                    <a:pt x="322" y="756"/>
                  </a:lnTo>
                  <a:lnTo>
                    <a:pt x="322" y="755"/>
                  </a:lnTo>
                  <a:lnTo>
                    <a:pt x="321" y="753"/>
                  </a:lnTo>
                  <a:lnTo>
                    <a:pt x="322" y="753"/>
                  </a:lnTo>
                  <a:lnTo>
                    <a:pt x="322" y="749"/>
                  </a:lnTo>
                  <a:lnTo>
                    <a:pt x="322" y="747"/>
                  </a:lnTo>
                  <a:lnTo>
                    <a:pt x="318" y="746"/>
                  </a:lnTo>
                  <a:lnTo>
                    <a:pt x="316" y="744"/>
                  </a:lnTo>
                  <a:lnTo>
                    <a:pt x="316" y="736"/>
                  </a:lnTo>
                  <a:lnTo>
                    <a:pt x="316" y="735"/>
                  </a:lnTo>
                  <a:lnTo>
                    <a:pt x="316" y="732"/>
                  </a:lnTo>
                  <a:lnTo>
                    <a:pt x="316" y="727"/>
                  </a:lnTo>
                  <a:lnTo>
                    <a:pt x="316" y="721"/>
                  </a:lnTo>
                  <a:lnTo>
                    <a:pt x="316" y="721"/>
                  </a:lnTo>
                  <a:lnTo>
                    <a:pt x="318" y="721"/>
                  </a:lnTo>
                  <a:lnTo>
                    <a:pt x="319" y="723"/>
                  </a:lnTo>
                  <a:lnTo>
                    <a:pt x="321" y="723"/>
                  </a:lnTo>
                  <a:lnTo>
                    <a:pt x="322" y="723"/>
                  </a:lnTo>
                  <a:lnTo>
                    <a:pt x="322" y="724"/>
                  </a:lnTo>
                  <a:lnTo>
                    <a:pt x="322" y="723"/>
                  </a:lnTo>
                  <a:lnTo>
                    <a:pt x="324" y="721"/>
                  </a:lnTo>
                  <a:lnTo>
                    <a:pt x="325" y="718"/>
                  </a:lnTo>
                  <a:lnTo>
                    <a:pt x="327" y="718"/>
                  </a:lnTo>
                  <a:lnTo>
                    <a:pt x="327" y="717"/>
                  </a:lnTo>
                  <a:lnTo>
                    <a:pt x="328" y="718"/>
                  </a:lnTo>
                  <a:lnTo>
                    <a:pt x="328" y="720"/>
                  </a:lnTo>
                  <a:lnTo>
                    <a:pt x="328" y="717"/>
                  </a:lnTo>
                  <a:lnTo>
                    <a:pt x="330" y="712"/>
                  </a:lnTo>
                  <a:lnTo>
                    <a:pt x="328" y="712"/>
                  </a:lnTo>
                  <a:lnTo>
                    <a:pt x="327" y="712"/>
                  </a:lnTo>
                  <a:lnTo>
                    <a:pt x="325" y="715"/>
                  </a:lnTo>
                  <a:lnTo>
                    <a:pt x="324" y="718"/>
                  </a:lnTo>
                  <a:lnTo>
                    <a:pt x="321" y="720"/>
                  </a:lnTo>
                  <a:lnTo>
                    <a:pt x="319" y="720"/>
                  </a:lnTo>
                  <a:lnTo>
                    <a:pt x="318" y="718"/>
                  </a:lnTo>
                  <a:lnTo>
                    <a:pt x="318" y="718"/>
                  </a:lnTo>
                  <a:lnTo>
                    <a:pt x="318" y="717"/>
                  </a:lnTo>
                  <a:lnTo>
                    <a:pt x="318" y="715"/>
                  </a:lnTo>
                  <a:lnTo>
                    <a:pt x="319" y="712"/>
                  </a:lnTo>
                  <a:lnTo>
                    <a:pt x="322" y="711"/>
                  </a:lnTo>
                  <a:lnTo>
                    <a:pt x="324" y="711"/>
                  </a:lnTo>
                  <a:lnTo>
                    <a:pt x="325" y="709"/>
                  </a:lnTo>
                  <a:lnTo>
                    <a:pt x="327" y="709"/>
                  </a:lnTo>
                  <a:lnTo>
                    <a:pt x="330" y="709"/>
                  </a:lnTo>
                  <a:lnTo>
                    <a:pt x="331" y="709"/>
                  </a:lnTo>
                  <a:lnTo>
                    <a:pt x="333" y="708"/>
                  </a:lnTo>
                  <a:lnTo>
                    <a:pt x="336" y="701"/>
                  </a:lnTo>
                  <a:lnTo>
                    <a:pt x="338" y="700"/>
                  </a:lnTo>
                  <a:lnTo>
                    <a:pt x="342" y="698"/>
                  </a:lnTo>
                  <a:lnTo>
                    <a:pt x="345" y="695"/>
                  </a:lnTo>
                  <a:lnTo>
                    <a:pt x="347" y="695"/>
                  </a:lnTo>
                  <a:lnTo>
                    <a:pt x="345" y="698"/>
                  </a:lnTo>
                  <a:lnTo>
                    <a:pt x="344" y="698"/>
                  </a:lnTo>
                  <a:lnTo>
                    <a:pt x="344" y="700"/>
                  </a:lnTo>
                  <a:lnTo>
                    <a:pt x="345" y="703"/>
                  </a:lnTo>
                  <a:lnTo>
                    <a:pt x="345" y="705"/>
                  </a:lnTo>
                  <a:lnTo>
                    <a:pt x="345" y="708"/>
                  </a:lnTo>
                  <a:lnTo>
                    <a:pt x="344" y="709"/>
                  </a:lnTo>
                  <a:lnTo>
                    <a:pt x="342" y="712"/>
                  </a:lnTo>
                  <a:lnTo>
                    <a:pt x="342" y="712"/>
                  </a:lnTo>
                  <a:lnTo>
                    <a:pt x="342" y="717"/>
                  </a:lnTo>
                  <a:lnTo>
                    <a:pt x="342" y="717"/>
                  </a:lnTo>
                  <a:lnTo>
                    <a:pt x="342" y="721"/>
                  </a:lnTo>
                  <a:lnTo>
                    <a:pt x="344" y="723"/>
                  </a:lnTo>
                  <a:lnTo>
                    <a:pt x="345" y="723"/>
                  </a:lnTo>
                  <a:lnTo>
                    <a:pt x="350" y="723"/>
                  </a:lnTo>
                  <a:lnTo>
                    <a:pt x="350" y="724"/>
                  </a:lnTo>
                  <a:lnTo>
                    <a:pt x="350" y="724"/>
                  </a:lnTo>
                  <a:lnTo>
                    <a:pt x="350" y="727"/>
                  </a:lnTo>
                  <a:lnTo>
                    <a:pt x="350" y="729"/>
                  </a:lnTo>
                  <a:lnTo>
                    <a:pt x="348" y="729"/>
                  </a:lnTo>
                  <a:lnTo>
                    <a:pt x="347" y="730"/>
                  </a:lnTo>
                  <a:lnTo>
                    <a:pt x="345" y="730"/>
                  </a:lnTo>
                  <a:lnTo>
                    <a:pt x="344" y="729"/>
                  </a:lnTo>
                  <a:lnTo>
                    <a:pt x="344" y="729"/>
                  </a:lnTo>
                  <a:lnTo>
                    <a:pt x="342" y="730"/>
                  </a:lnTo>
                  <a:lnTo>
                    <a:pt x="342" y="735"/>
                  </a:lnTo>
                  <a:lnTo>
                    <a:pt x="341" y="738"/>
                  </a:lnTo>
                  <a:lnTo>
                    <a:pt x="341" y="738"/>
                  </a:lnTo>
                  <a:lnTo>
                    <a:pt x="341" y="738"/>
                  </a:lnTo>
                  <a:lnTo>
                    <a:pt x="339" y="738"/>
                  </a:lnTo>
                  <a:lnTo>
                    <a:pt x="338" y="738"/>
                  </a:lnTo>
                  <a:lnTo>
                    <a:pt x="338" y="740"/>
                  </a:lnTo>
                  <a:lnTo>
                    <a:pt x="339" y="740"/>
                  </a:lnTo>
                  <a:lnTo>
                    <a:pt x="339" y="741"/>
                  </a:lnTo>
                  <a:lnTo>
                    <a:pt x="338" y="741"/>
                  </a:lnTo>
                  <a:lnTo>
                    <a:pt x="336" y="743"/>
                  </a:lnTo>
                  <a:lnTo>
                    <a:pt x="336" y="743"/>
                  </a:lnTo>
                  <a:lnTo>
                    <a:pt x="335" y="744"/>
                  </a:lnTo>
                  <a:lnTo>
                    <a:pt x="333" y="746"/>
                  </a:lnTo>
                  <a:lnTo>
                    <a:pt x="335" y="747"/>
                  </a:lnTo>
                  <a:lnTo>
                    <a:pt x="335" y="749"/>
                  </a:lnTo>
                  <a:lnTo>
                    <a:pt x="335" y="750"/>
                  </a:lnTo>
                  <a:lnTo>
                    <a:pt x="335" y="752"/>
                  </a:lnTo>
                  <a:lnTo>
                    <a:pt x="333" y="753"/>
                  </a:lnTo>
                  <a:lnTo>
                    <a:pt x="331" y="756"/>
                  </a:lnTo>
                  <a:lnTo>
                    <a:pt x="333" y="756"/>
                  </a:lnTo>
                  <a:lnTo>
                    <a:pt x="335" y="756"/>
                  </a:lnTo>
                  <a:lnTo>
                    <a:pt x="335" y="756"/>
                  </a:lnTo>
                  <a:lnTo>
                    <a:pt x="336" y="758"/>
                  </a:lnTo>
                  <a:lnTo>
                    <a:pt x="335" y="758"/>
                  </a:lnTo>
                  <a:lnTo>
                    <a:pt x="336" y="761"/>
                  </a:lnTo>
                  <a:lnTo>
                    <a:pt x="338" y="761"/>
                  </a:lnTo>
                  <a:lnTo>
                    <a:pt x="338" y="762"/>
                  </a:lnTo>
                  <a:lnTo>
                    <a:pt x="339" y="764"/>
                  </a:lnTo>
                  <a:lnTo>
                    <a:pt x="339" y="765"/>
                  </a:lnTo>
                  <a:lnTo>
                    <a:pt x="338" y="767"/>
                  </a:lnTo>
                  <a:lnTo>
                    <a:pt x="338" y="767"/>
                  </a:lnTo>
                  <a:lnTo>
                    <a:pt x="341" y="767"/>
                  </a:lnTo>
                  <a:lnTo>
                    <a:pt x="341" y="768"/>
                  </a:lnTo>
                  <a:lnTo>
                    <a:pt x="341" y="768"/>
                  </a:lnTo>
                  <a:lnTo>
                    <a:pt x="344" y="768"/>
                  </a:lnTo>
                  <a:lnTo>
                    <a:pt x="348" y="771"/>
                  </a:lnTo>
                  <a:lnTo>
                    <a:pt x="350" y="770"/>
                  </a:lnTo>
                  <a:lnTo>
                    <a:pt x="351" y="770"/>
                  </a:lnTo>
                  <a:lnTo>
                    <a:pt x="351" y="771"/>
                  </a:lnTo>
                  <a:lnTo>
                    <a:pt x="351" y="774"/>
                  </a:lnTo>
                  <a:lnTo>
                    <a:pt x="348" y="776"/>
                  </a:lnTo>
                  <a:lnTo>
                    <a:pt x="350" y="778"/>
                  </a:lnTo>
                  <a:lnTo>
                    <a:pt x="350" y="778"/>
                  </a:lnTo>
                  <a:lnTo>
                    <a:pt x="353" y="778"/>
                  </a:lnTo>
                  <a:lnTo>
                    <a:pt x="356" y="779"/>
                  </a:lnTo>
                  <a:lnTo>
                    <a:pt x="357" y="779"/>
                  </a:lnTo>
                  <a:lnTo>
                    <a:pt x="360" y="774"/>
                  </a:lnTo>
                  <a:lnTo>
                    <a:pt x="360" y="774"/>
                  </a:lnTo>
                  <a:lnTo>
                    <a:pt x="365" y="774"/>
                  </a:lnTo>
                  <a:lnTo>
                    <a:pt x="365" y="773"/>
                  </a:lnTo>
                  <a:lnTo>
                    <a:pt x="366" y="771"/>
                  </a:lnTo>
                  <a:lnTo>
                    <a:pt x="368" y="770"/>
                  </a:lnTo>
                  <a:lnTo>
                    <a:pt x="371" y="768"/>
                  </a:lnTo>
                  <a:lnTo>
                    <a:pt x="372" y="768"/>
                  </a:lnTo>
                  <a:lnTo>
                    <a:pt x="374" y="768"/>
                  </a:lnTo>
                  <a:lnTo>
                    <a:pt x="376" y="768"/>
                  </a:lnTo>
                  <a:lnTo>
                    <a:pt x="377" y="771"/>
                  </a:lnTo>
                  <a:lnTo>
                    <a:pt x="382" y="774"/>
                  </a:lnTo>
                  <a:lnTo>
                    <a:pt x="385" y="774"/>
                  </a:lnTo>
                  <a:lnTo>
                    <a:pt x="386" y="778"/>
                  </a:lnTo>
                  <a:lnTo>
                    <a:pt x="386" y="781"/>
                  </a:lnTo>
                  <a:lnTo>
                    <a:pt x="388" y="782"/>
                  </a:lnTo>
                  <a:lnTo>
                    <a:pt x="388" y="782"/>
                  </a:lnTo>
                  <a:lnTo>
                    <a:pt x="391" y="784"/>
                  </a:lnTo>
                  <a:lnTo>
                    <a:pt x="394" y="785"/>
                  </a:lnTo>
                  <a:lnTo>
                    <a:pt x="395" y="785"/>
                  </a:lnTo>
                  <a:lnTo>
                    <a:pt x="395" y="784"/>
                  </a:lnTo>
                  <a:lnTo>
                    <a:pt x="395" y="784"/>
                  </a:lnTo>
                  <a:lnTo>
                    <a:pt x="395" y="782"/>
                  </a:lnTo>
                  <a:lnTo>
                    <a:pt x="395" y="781"/>
                  </a:lnTo>
                  <a:lnTo>
                    <a:pt x="392" y="781"/>
                  </a:lnTo>
                  <a:lnTo>
                    <a:pt x="389" y="781"/>
                  </a:lnTo>
                  <a:lnTo>
                    <a:pt x="388" y="781"/>
                  </a:lnTo>
                  <a:lnTo>
                    <a:pt x="386" y="781"/>
                  </a:lnTo>
                  <a:lnTo>
                    <a:pt x="386" y="779"/>
                  </a:lnTo>
                  <a:lnTo>
                    <a:pt x="386" y="778"/>
                  </a:lnTo>
                  <a:lnTo>
                    <a:pt x="386" y="778"/>
                  </a:lnTo>
                  <a:lnTo>
                    <a:pt x="386" y="776"/>
                  </a:lnTo>
                  <a:lnTo>
                    <a:pt x="386" y="776"/>
                  </a:lnTo>
                  <a:lnTo>
                    <a:pt x="386" y="774"/>
                  </a:lnTo>
                  <a:lnTo>
                    <a:pt x="388" y="778"/>
                  </a:lnTo>
                  <a:lnTo>
                    <a:pt x="391" y="779"/>
                  </a:lnTo>
                  <a:lnTo>
                    <a:pt x="391" y="779"/>
                  </a:lnTo>
                  <a:lnTo>
                    <a:pt x="392" y="779"/>
                  </a:lnTo>
                  <a:lnTo>
                    <a:pt x="397" y="778"/>
                  </a:lnTo>
                  <a:lnTo>
                    <a:pt x="403" y="774"/>
                  </a:lnTo>
                  <a:lnTo>
                    <a:pt x="410" y="773"/>
                  </a:lnTo>
                  <a:lnTo>
                    <a:pt x="414" y="771"/>
                  </a:lnTo>
                  <a:lnTo>
                    <a:pt x="415" y="771"/>
                  </a:lnTo>
                  <a:lnTo>
                    <a:pt x="415" y="770"/>
                  </a:lnTo>
                  <a:lnTo>
                    <a:pt x="417" y="770"/>
                  </a:lnTo>
                  <a:lnTo>
                    <a:pt x="417" y="768"/>
                  </a:lnTo>
                  <a:lnTo>
                    <a:pt x="420" y="765"/>
                  </a:lnTo>
                  <a:lnTo>
                    <a:pt x="423" y="765"/>
                  </a:lnTo>
                  <a:lnTo>
                    <a:pt x="424" y="764"/>
                  </a:lnTo>
                  <a:lnTo>
                    <a:pt x="427" y="762"/>
                  </a:lnTo>
                  <a:lnTo>
                    <a:pt x="435" y="761"/>
                  </a:lnTo>
                  <a:lnTo>
                    <a:pt x="438" y="759"/>
                  </a:lnTo>
                  <a:lnTo>
                    <a:pt x="441" y="759"/>
                  </a:lnTo>
                  <a:lnTo>
                    <a:pt x="444" y="761"/>
                  </a:lnTo>
                  <a:lnTo>
                    <a:pt x="447" y="764"/>
                  </a:lnTo>
                  <a:lnTo>
                    <a:pt x="447" y="764"/>
                  </a:lnTo>
                  <a:lnTo>
                    <a:pt x="445" y="764"/>
                  </a:lnTo>
                  <a:lnTo>
                    <a:pt x="442" y="762"/>
                  </a:lnTo>
                  <a:lnTo>
                    <a:pt x="442" y="762"/>
                  </a:lnTo>
                  <a:lnTo>
                    <a:pt x="444" y="767"/>
                  </a:lnTo>
                  <a:lnTo>
                    <a:pt x="445" y="768"/>
                  </a:lnTo>
                  <a:lnTo>
                    <a:pt x="447" y="770"/>
                  </a:lnTo>
                  <a:lnTo>
                    <a:pt x="448" y="770"/>
                  </a:lnTo>
                  <a:lnTo>
                    <a:pt x="456" y="770"/>
                  </a:lnTo>
                  <a:lnTo>
                    <a:pt x="456" y="768"/>
                  </a:lnTo>
                  <a:lnTo>
                    <a:pt x="456" y="768"/>
                  </a:lnTo>
                  <a:lnTo>
                    <a:pt x="459" y="765"/>
                  </a:lnTo>
                  <a:lnTo>
                    <a:pt x="459" y="764"/>
                  </a:lnTo>
                  <a:lnTo>
                    <a:pt x="462" y="762"/>
                  </a:lnTo>
                  <a:lnTo>
                    <a:pt x="462" y="759"/>
                  </a:lnTo>
                  <a:lnTo>
                    <a:pt x="462" y="758"/>
                  </a:lnTo>
                  <a:lnTo>
                    <a:pt x="462" y="758"/>
                  </a:lnTo>
                  <a:lnTo>
                    <a:pt x="468" y="758"/>
                  </a:lnTo>
                  <a:lnTo>
                    <a:pt x="468" y="756"/>
                  </a:lnTo>
                  <a:lnTo>
                    <a:pt x="471" y="755"/>
                  </a:lnTo>
                  <a:lnTo>
                    <a:pt x="471" y="752"/>
                  </a:lnTo>
                  <a:lnTo>
                    <a:pt x="474" y="750"/>
                  </a:lnTo>
                  <a:lnTo>
                    <a:pt x="474" y="747"/>
                  </a:lnTo>
                  <a:lnTo>
                    <a:pt x="474" y="746"/>
                  </a:lnTo>
                  <a:lnTo>
                    <a:pt x="474" y="744"/>
                  </a:lnTo>
                  <a:lnTo>
                    <a:pt x="477" y="743"/>
                  </a:lnTo>
                  <a:lnTo>
                    <a:pt x="477" y="744"/>
                  </a:lnTo>
                  <a:lnTo>
                    <a:pt x="474" y="746"/>
                  </a:lnTo>
                  <a:lnTo>
                    <a:pt x="474" y="749"/>
                  </a:lnTo>
                  <a:lnTo>
                    <a:pt x="471" y="753"/>
                  </a:lnTo>
                  <a:lnTo>
                    <a:pt x="468" y="756"/>
                  </a:lnTo>
                  <a:lnTo>
                    <a:pt x="471" y="758"/>
                  </a:lnTo>
                  <a:lnTo>
                    <a:pt x="471" y="758"/>
                  </a:lnTo>
                  <a:lnTo>
                    <a:pt x="474" y="758"/>
                  </a:lnTo>
                  <a:lnTo>
                    <a:pt x="474" y="758"/>
                  </a:lnTo>
                  <a:lnTo>
                    <a:pt x="477" y="758"/>
                  </a:lnTo>
                  <a:lnTo>
                    <a:pt x="477" y="755"/>
                  </a:lnTo>
                  <a:lnTo>
                    <a:pt x="477" y="750"/>
                  </a:lnTo>
                  <a:lnTo>
                    <a:pt x="477" y="749"/>
                  </a:lnTo>
                  <a:lnTo>
                    <a:pt x="477" y="747"/>
                  </a:lnTo>
                  <a:lnTo>
                    <a:pt x="477" y="743"/>
                  </a:lnTo>
                  <a:lnTo>
                    <a:pt x="474" y="740"/>
                  </a:lnTo>
                  <a:lnTo>
                    <a:pt x="474" y="735"/>
                  </a:lnTo>
                  <a:lnTo>
                    <a:pt x="474" y="733"/>
                  </a:lnTo>
                  <a:lnTo>
                    <a:pt x="474" y="729"/>
                  </a:lnTo>
                  <a:lnTo>
                    <a:pt x="474" y="721"/>
                  </a:lnTo>
                  <a:lnTo>
                    <a:pt x="474" y="717"/>
                  </a:lnTo>
                  <a:lnTo>
                    <a:pt x="477" y="714"/>
                  </a:lnTo>
                  <a:lnTo>
                    <a:pt x="477" y="712"/>
                  </a:lnTo>
                  <a:lnTo>
                    <a:pt x="480" y="709"/>
                  </a:lnTo>
                  <a:lnTo>
                    <a:pt x="480" y="708"/>
                  </a:lnTo>
                  <a:lnTo>
                    <a:pt x="480" y="705"/>
                  </a:lnTo>
                  <a:lnTo>
                    <a:pt x="484" y="700"/>
                  </a:lnTo>
                  <a:lnTo>
                    <a:pt x="486" y="698"/>
                  </a:lnTo>
                  <a:lnTo>
                    <a:pt x="490" y="697"/>
                  </a:lnTo>
                  <a:lnTo>
                    <a:pt x="493" y="695"/>
                  </a:lnTo>
                  <a:lnTo>
                    <a:pt x="495" y="697"/>
                  </a:lnTo>
                  <a:lnTo>
                    <a:pt x="495" y="698"/>
                  </a:lnTo>
                  <a:lnTo>
                    <a:pt x="499" y="703"/>
                  </a:lnTo>
                  <a:lnTo>
                    <a:pt x="501" y="705"/>
                  </a:lnTo>
                  <a:lnTo>
                    <a:pt x="502" y="711"/>
                  </a:lnTo>
                  <a:lnTo>
                    <a:pt x="507" y="714"/>
                  </a:lnTo>
                  <a:lnTo>
                    <a:pt x="510" y="712"/>
                  </a:lnTo>
                  <a:lnTo>
                    <a:pt x="511" y="711"/>
                  </a:lnTo>
                  <a:lnTo>
                    <a:pt x="514" y="709"/>
                  </a:lnTo>
                  <a:lnTo>
                    <a:pt x="516" y="708"/>
                  </a:lnTo>
                  <a:lnTo>
                    <a:pt x="516" y="705"/>
                  </a:lnTo>
                  <a:lnTo>
                    <a:pt x="516" y="698"/>
                  </a:lnTo>
                  <a:lnTo>
                    <a:pt x="514" y="694"/>
                  </a:lnTo>
                  <a:lnTo>
                    <a:pt x="514" y="692"/>
                  </a:lnTo>
                  <a:lnTo>
                    <a:pt x="516" y="692"/>
                  </a:lnTo>
                  <a:lnTo>
                    <a:pt x="517" y="688"/>
                  </a:lnTo>
                  <a:lnTo>
                    <a:pt x="517" y="683"/>
                  </a:lnTo>
                  <a:lnTo>
                    <a:pt x="517" y="683"/>
                  </a:lnTo>
                  <a:lnTo>
                    <a:pt x="517" y="683"/>
                  </a:lnTo>
                  <a:lnTo>
                    <a:pt x="517" y="682"/>
                  </a:lnTo>
                  <a:lnTo>
                    <a:pt x="516" y="680"/>
                  </a:lnTo>
                  <a:lnTo>
                    <a:pt x="516" y="680"/>
                  </a:lnTo>
                  <a:lnTo>
                    <a:pt x="514" y="682"/>
                  </a:lnTo>
                  <a:lnTo>
                    <a:pt x="514" y="683"/>
                  </a:lnTo>
                  <a:lnTo>
                    <a:pt x="513" y="683"/>
                  </a:lnTo>
                  <a:lnTo>
                    <a:pt x="511" y="682"/>
                  </a:lnTo>
                  <a:lnTo>
                    <a:pt x="508" y="682"/>
                  </a:lnTo>
                  <a:lnTo>
                    <a:pt x="507" y="680"/>
                  </a:lnTo>
                  <a:lnTo>
                    <a:pt x="507" y="677"/>
                  </a:lnTo>
                  <a:lnTo>
                    <a:pt x="505" y="676"/>
                  </a:lnTo>
                  <a:lnTo>
                    <a:pt x="505" y="674"/>
                  </a:lnTo>
                  <a:lnTo>
                    <a:pt x="505" y="673"/>
                  </a:lnTo>
                  <a:lnTo>
                    <a:pt x="507" y="673"/>
                  </a:lnTo>
                  <a:lnTo>
                    <a:pt x="507" y="671"/>
                  </a:lnTo>
                  <a:lnTo>
                    <a:pt x="505" y="671"/>
                  </a:lnTo>
                  <a:lnTo>
                    <a:pt x="505" y="671"/>
                  </a:lnTo>
                  <a:lnTo>
                    <a:pt x="505" y="671"/>
                  </a:lnTo>
                  <a:lnTo>
                    <a:pt x="504" y="668"/>
                  </a:lnTo>
                  <a:lnTo>
                    <a:pt x="505" y="667"/>
                  </a:lnTo>
                  <a:lnTo>
                    <a:pt x="505" y="667"/>
                  </a:lnTo>
                  <a:lnTo>
                    <a:pt x="505" y="665"/>
                  </a:lnTo>
                  <a:lnTo>
                    <a:pt x="505" y="665"/>
                  </a:lnTo>
                  <a:lnTo>
                    <a:pt x="505" y="663"/>
                  </a:lnTo>
                  <a:lnTo>
                    <a:pt x="505" y="662"/>
                  </a:lnTo>
                  <a:lnTo>
                    <a:pt x="507" y="660"/>
                  </a:lnTo>
                  <a:lnTo>
                    <a:pt x="508" y="659"/>
                  </a:lnTo>
                  <a:lnTo>
                    <a:pt x="513" y="659"/>
                  </a:lnTo>
                  <a:lnTo>
                    <a:pt x="511" y="657"/>
                  </a:lnTo>
                  <a:lnTo>
                    <a:pt x="513" y="657"/>
                  </a:lnTo>
                  <a:lnTo>
                    <a:pt x="516" y="654"/>
                  </a:lnTo>
                  <a:lnTo>
                    <a:pt x="519" y="656"/>
                  </a:lnTo>
                  <a:lnTo>
                    <a:pt x="522" y="653"/>
                  </a:lnTo>
                  <a:lnTo>
                    <a:pt x="530" y="653"/>
                  </a:lnTo>
                  <a:lnTo>
                    <a:pt x="530" y="653"/>
                  </a:lnTo>
                  <a:lnTo>
                    <a:pt x="530" y="651"/>
                  </a:lnTo>
                  <a:lnTo>
                    <a:pt x="530" y="651"/>
                  </a:lnTo>
                  <a:lnTo>
                    <a:pt x="532" y="651"/>
                  </a:lnTo>
                  <a:lnTo>
                    <a:pt x="533" y="651"/>
                  </a:lnTo>
                  <a:lnTo>
                    <a:pt x="542" y="653"/>
                  </a:lnTo>
                  <a:lnTo>
                    <a:pt x="544" y="653"/>
                  </a:lnTo>
                  <a:lnTo>
                    <a:pt x="547" y="654"/>
                  </a:lnTo>
                  <a:lnTo>
                    <a:pt x="548" y="656"/>
                  </a:lnTo>
                  <a:lnTo>
                    <a:pt x="553" y="656"/>
                  </a:lnTo>
                  <a:lnTo>
                    <a:pt x="559" y="656"/>
                  </a:lnTo>
                  <a:lnTo>
                    <a:pt x="560" y="654"/>
                  </a:lnTo>
                  <a:lnTo>
                    <a:pt x="560" y="654"/>
                  </a:lnTo>
                  <a:lnTo>
                    <a:pt x="562" y="653"/>
                  </a:lnTo>
                  <a:lnTo>
                    <a:pt x="562" y="650"/>
                  </a:lnTo>
                  <a:lnTo>
                    <a:pt x="560" y="648"/>
                  </a:lnTo>
                  <a:lnTo>
                    <a:pt x="562" y="647"/>
                  </a:lnTo>
                  <a:lnTo>
                    <a:pt x="562" y="647"/>
                  </a:lnTo>
                  <a:lnTo>
                    <a:pt x="563" y="648"/>
                  </a:lnTo>
                  <a:lnTo>
                    <a:pt x="565" y="650"/>
                  </a:lnTo>
                  <a:lnTo>
                    <a:pt x="566" y="648"/>
                  </a:lnTo>
                  <a:lnTo>
                    <a:pt x="566" y="647"/>
                  </a:lnTo>
                  <a:lnTo>
                    <a:pt x="566" y="645"/>
                  </a:lnTo>
                  <a:lnTo>
                    <a:pt x="568" y="647"/>
                  </a:lnTo>
                  <a:lnTo>
                    <a:pt x="569" y="647"/>
                  </a:lnTo>
                  <a:lnTo>
                    <a:pt x="571" y="647"/>
                  </a:lnTo>
                  <a:lnTo>
                    <a:pt x="572" y="647"/>
                  </a:lnTo>
                  <a:lnTo>
                    <a:pt x="572" y="645"/>
                  </a:lnTo>
                  <a:lnTo>
                    <a:pt x="572" y="644"/>
                  </a:lnTo>
                  <a:lnTo>
                    <a:pt x="574" y="642"/>
                  </a:lnTo>
                  <a:lnTo>
                    <a:pt x="574" y="642"/>
                  </a:lnTo>
                  <a:lnTo>
                    <a:pt x="582" y="644"/>
                  </a:lnTo>
                  <a:lnTo>
                    <a:pt x="586" y="645"/>
                  </a:lnTo>
                  <a:lnTo>
                    <a:pt x="588" y="644"/>
                  </a:lnTo>
                  <a:lnTo>
                    <a:pt x="588" y="644"/>
                  </a:lnTo>
                  <a:lnTo>
                    <a:pt x="586" y="642"/>
                  </a:lnTo>
                  <a:lnTo>
                    <a:pt x="585" y="641"/>
                  </a:lnTo>
                  <a:lnTo>
                    <a:pt x="583" y="639"/>
                  </a:lnTo>
                  <a:lnTo>
                    <a:pt x="582" y="638"/>
                  </a:lnTo>
                  <a:lnTo>
                    <a:pt x="580" y="638"/>
                  </a:lnTo>
                  <a:lnTo>
                    <a:pt x="577" y="638"/>
                  </a:lnTo>
                  <a:lnTo>
                    <a:pt x="574" y="638"/>
                  </a:lnTo>
                  <a:lnTo>
                    <a:pt x="571" y="633"/>
                  </a:lnTo>
                  <a:lnTo>
                    <a:pt x="568" y="633"/>
                  </a:lnTo>
                  <a:lnTo>
                    <a:pt x="566" y="630"/>
                  </a:lnTo>
                  <a:lnTo>
                    <a:pt x="566" y="629"/>
                  </a:lnTo>
                  <a:lnTo>
                    <a:pt x="568" y="630"/>
                  </a:lnTo>
                  <a:lnTo>
                    <a:pt x="568" y="629"/>
                  </a:lnTo>
                  <a:lnTo>
                    <a:pt x="568" y="627"/>
                  </a:lnTo>
                  <a:lnTo>
                    <a:pt x="568" y="625"/>
                  </a:lnTo>
                  <a:lnTo>
                    <a:pt x="566" y="625"/>
                  </a:lnTo>
                  <a:lnTo>
                    <a:pt x="563" y="629"/>
                  </a:lnTo>
                  <a:lnTo>
                    <a:pt x="559" y="629"/>
                  </a:lnTo>
                  <a:lnTo>
                    <a:pt x="557" y="629"/>
                  </a:lnTo>
                  <a:lnTo>
                    <a:pt x="556" y="630"/>
                  </a:lnTo>
                  <a:lnTo>
                    <a:pt x="554" y="630"/>
                  </a:lnTo>
                  <a:lnTo>
                    <a:pt x="554" y="630"/>
                  </a:lnTo>
                  <a:lnTo>
                    <a:pt x="551" y="629"/>
                  </a:lnTo>
                  <a:lnTo>
                    <a:pt x="551" y="629"/>
                  </a:lnTo>
                  <a:lnTo>
                    <a:pt x="550" y="629"/>
                  </a:lnTo>
                  <a:lnTo>
                    <a:pt x="548" y="630"/>
                  </a:lnTo>
                  <a:lnTo>
                    <a:pt x="545" y="630"/>
                  </a:lnTo>
                  <a:lnTo>
                    <a:pt x="544" y="632"/>
                  </a:lnTo>
                  <a:lnTo>
                    <a:pt x="542" y="632"/>
                  </a:lnTo>
                  <a:lnTo>
                    <a:pt x="542" y="630"/>
                  </a:lnTo>
                  <a:lnTo>
                    <a:pt x="542" y="629"/>
                  </a:lnTo>
                  <a:lnTo>
                    <a:pt x="544" y="627"/>
                  </a:lnTo>
                  <a:lnTo>
                    <a:pt x="544" y="627"/>
                  </a:lnTo>
                  <a:lnTo>
                    <a:pt x="544" y="627"/>
                  </a:lnTo>
                  <a:lnTo>
                    <a:pt x="542" y="629"/>
                  </a:lnTo>
                  <a:lnTo>
                    <a:pt x="542" y="630"/>
                  </a:lnTo>
                  <a:lnTo>
                    <a:pt x="541" y="632"/>
                  </a:lnTo>
                  <a:lnTo>
                    <a:pt x="539" y="632"/>
                  </a:lnTo>
                  <a:lnTo>
                    <a:pt x="536" y="630"/>
                  </a:lnTo>
                  <a:lnTo>
                    <a:pt x="536" y="630"/>
                  </a:lnTo>
                  <a:lnTo>
                    <a:pt x="536" y="632"/>
                  </a:lnTo>
                  <a:lnTo>
                    <a:pt x="536" y="633"/>
                  </a:lnTo>
                  <a:lnTo>
                    <a:pt x="536" y="633"/>
                  </a:lnTo>
                  <a:lnTo>
                    <a:pt x="536" y="633"/>
                  </a:lnTo>
                  <a:lnTo>
                    <a:pt x="535" y="635"/>
                  </a:lnTo>
                  <a:lnTo>
                    <a:pt x="533" y="635"/>
                  </a:lnTo>
                  <a:lnTo>
                    <a:pt x="533" y="635"/>
                  </a:lnTo>
                  <a:lnTo>
                    <a:pt x="532" y="633"/>
                  </a:lnTo>
                  <a:lnTo>
                    <a:pt x="530" y="635"/>
                  </a:lnTo>
                  <a:lnTo>
                    <a:pt x="530" y="636"/>
                  </a:lnTo>
                  <a:lnTo>
                    <a:pt x="526" y="636"/>
                  </a:lnTo>
                  <a:lnTo>
                    <a:pt x="525" y="638"/>
                  </a:lnTo>
                  <a:lnTo>
                    <a:pt x="523" y="638"/>
                  </a:lnTo>
                  <a:lnTo>
                    <a:pt x="522" y="638"/>
                  </a:lnTo>
                  <a:lnTo>
                    <a:pt x="519" y="639"/>
                  </a:lnTo>
                  <a:lnTo>
                    <a:pt x="517" y="641"/>
                  </a:lnTo>
                  <a:lnTo>
                    <a:pt x="516" y="641"/>
                  </a:lnTo>
                  <a:lnTo>
                    <a:pt x="516" y="641"/>
                  </a:lnTo>
                  <a:lnTo>
                    <a:pt x="511" y="642"/>
                  </a:lnTo>
                  <a:lnTo>
                    <a:pt x="508" y="642"/>
                  </a:lnTo>
                  <a:lnTo>
                    <a:pt x="507" y="642"/>
                  </a:lnTo>
                  <a:lnTo>
                    <a:pt x="504" y="642"/>
                  </a:lnTo>
                  <a:lnTo>
                    <a:pt x="502" y="644"/>
                  </a:lnTo>
                  <a:lnTo>
                    <a:pt x="501" y="645"/>
                  </a:lnTo>
                  <a:lnTo>
                    <a:pt x="499" y="647"/>
                  </a:lnTo>
                  <a:lnTo>
                    <a:pt x="498" y="647"/>
                  </a:lnTo>
                  <a:lnTo>
                    <a:pt x="499" y="645"/>
                  </a:lnTo>
                  <a:lnTo>
                    <a:pt x="501" y="644"/>
                  </a:lnTo>
                  <a:lnTo>
                    <a:pt x="501" y="642"/>
                  </a:lnTo>
                  <a:lnTo>
                    <a:pt x="501" y="641"/>
                  </a:lnTo>
                  <a:lnTo>
                    <a:pt x="501" y="641"/>
                  </a:lnTo>
                  <a:lnTo>
                    <a:pt x="499" y="641"/>
                  </a:lnTo>
                  <a:lnTo>
                    <a:pt x="499" y="639"/>
                  </a:lnTo>
                  <a:lnTo>
                    <a:pt x="498" y="636"/>
                  </a:lnTo>
                  <a:lnTo>
                    <a:pt x="498" y="636"/>
                  </a:lnTo>
                  <a:lnTo>
                    <a:pt x="498" y="638"/>
                  </a:lnTo>
                  <a:lnTo>
                    <a:pt x="496" y="639"/>
                  </a:lnTo>
                  <a:lnTo>
                    <a:pt x="496" y="641"/>
                  </a:lnTo>
                  <a:lnTo>
                    <a:pt x="496" y="641"/>
                  </a:lnTo>
                  <a:lnTo>
                    <a:pt x="495" y="641"/>
                  </a:lnTo>
                  <a:lnTo>
                    <a:pt x="495" y="641"/>
                  </a:lnTo>
                  <a:lnTo>
                    <a:pt x="492" y="641"/>
                  </a:lnTo>
                  <a:lnTo>
                    <a:pt x="492" y="641"/>
                  </a:lnTo>
                  <a:lnTo>
                    <a:pt x="492" y="639"/>
                  </a:lnTo>
                  <a:lnTo>
                    <a:pt x="492" y="638"/>
                  </a:lnTo>
                  <a:lnTo>
                    <a:pt x="492" y="638"/>
                  </a:lnTo>
                  <a:lnTo>
                    <a:pt x="492" y="638"/>
                  </a:lnTo>
                  <a:lnTo>
                    <a:pt x="493" y="638"/>
                  </a:lnTo>
                  <a:lnTo>
                    <a:pt x="493" y="636"/>
                  </a:lnTo>
                  <a:lnTo>
                    <a:pt x="493" y="636"/>
                  </a:lnTo>
                  <a:lnTo>
                    <a:pt x="493" y="636"/>
                  </a:lnTo>
                  <a:lnTo>
                    <a:pt x="493" y="636"/>
                  </a:lnTo>
                  <a:lnTo>
                    <a:pt x="493" y="635"/>
                  </a:lnTo>
                  <a:lnTo>
                    <a:pt x="493" y="633"/>
                  </a:lnTo>
                  <a:lnTo>
                    <a:pt x="493" y="633"/>
                  </a:lnTo>
                  <a:lnTo>
                    <a:pt x="493" y="633"/>
                  </a:lnTo>
                  <a:lnTo>
                    <a:pt x="493" y="633"/>
                  </a:lnTo>
                  <a:lnTo>
                    <a:pt x="490" y="632"/>
                  </a:lnTo>
                  <a:lnTo>
                    <a:pt x="486" y="630"/>
                  </a:lnTo>
                  <a:lnTo>
                    <a:pt x="486" y="630"/>
                  </a:lnTo>
                  <a:lnTo>
                    <a:pt x="484" y="627"/>
                  </a:lnTo>
                  <a:lnTo>
                    <a:pt x="483" y="627"/>
                  </a:lnTo>
                  <a:lnTo>
                    <a:pt x="483" y="629"/>
                  </a:lnTo>
                  <a:lnTo>
                    <a:pt x="481" y="629"/>
                  </a:lnTo>
                  <a:lnTo>
                    <a:pt x="480" y="627"/>
                  </a:lnTo>
                  <a:lnTo>
                    <a:pt x="480" y="625"/>
                  </a:lnTo>
                  <a:lnTo>
                    <a:pt x="480" y="624"/>
                  </a:lnTo>
                  <a:lnTo>
                    <a:pt x="480" y="622"/>
                  </a:lnTo>
                  <a:lnTo>
                    <a:pt x="480" y="621"/>
                  </a:lnTo>
                  <a:lnTo>
                    <a:pt x="480" y="618"/>
                  </a:lnTo>
                  <a:lnTo>
                    <a:pt x="480" y="615"/>
                  </a:lnTo>
                  <a:lnTo>
                    <a:pt x="480" y="613"/>
                  </a:lnTo>
                  <a:lnTo>
                    <a:pt x="480" y="613"/>
                  </a:lnTo>
                  <a:lnTo>
                    <a:pt x="481" y="610"/>
                  </a:lnTo>
                  <a:lnTo>
                    <a:pt x="481" y="607"/>
                  </a:lnTo>
                  <a:lnTo>
                    <a:pt x="481" y="606"/>
                  </a:lnTo>
                  <a:lnTo>
                    <a:pt x="481" y="605"/>
                  </a:lnTo>
                  <a:lnTo>
                    <a:pt x="481" y="605"/>
                  </a:lnTo>
                  <a:lnTo>
                    <a:pt x="481" y="605"/>
                  </a:lnTo>
                  <a:lnTo>
                    <a:pt x="481" y="605"/>
                  </a:lnTo>
                  <a:lnTo>
                    <a:pt x="481" y="603"/>
                  </a:lnTo>
                  <a:lnTo>
                    <a:pt x="481" y="603"/>
                  </a:lnTo>
                  <a:lnTo>
                    <a:pt x="481" y="603"/>
                  </a:lnTo>
                  <a:lnTo>
                    <a:pt x="481" y="603"/>
                  </a:lnTo>
                  <a:lnTo>
                    <a:pt x="481" y="602"/>
                  </a:lnTo>
                  <a:lnTo>
                    <a:pt x="481" y="600"/>
                  </a:lnTo>
                  <a:lnTo>
                    <a:pt x="481" y="600"/>
                  </a:lnTo>
                  <a:lnTo>
                    <a:pt x="480" y="597"/>
                  </a:lnTo>
                  <a:lnTo>
                    <a:pt x="480" y="594"/>
                  </a:lnTo>
                  <a:lnTo>
                    <a:pt x="477" y="593"/>
                  </a:lnTo>
                  <a:lnTo>
                    <a:pt x="477" y="590"/>
                  </a:lnTo>
                  <a:lnTo>
                    <a:pt x="477" y="587"/>
                  </a:lnTo>
                  <a:lnTo>
                    <a:pt x="477" y="584"/>
                  </a:lnTo>
                  <a:lnTo>
                    <a:pt x="477" y="584"/>
                  </a:lnTo>
                  <a:lnTo>
                    <a:pt x="477" y="581"/>
                  </a:lnTo>
                  <a:lnTo>
                    <a:pt x="477" y="578"/>
                  </a:lnTo>
                  <a:lnTo>
                    <a:pt x="474" y="576"/>
                  </a:lnTo>
                  <a:lnTo>
                    <a:pt x="477" y="573"/>
                  </a:lnTo>
                  <a:lnTo>
                    <a:pt x="477" y="573"/>
                  </a:lnTo>
                  <a:lnTo>
                    <a:pt x="477" y="572"/>
                  </a:lnTo>
                  <a:lnTo>
                    <a:pt x="480" y="567"/>
                  </a:lnTo>
                  <a:lnTo>
                    <a:pt x="480" y="564"/>
                  </a:lnTo>
                  <a:lnTo>
                    <a:pt x="483" y="564"/>
                  </a:lnTo>
                  <a:lnTo>
                    <a:pt x="481" y="563"/>
                  </a:lnTo>
                  <a:lnTo>
                    <a:pt x="481" y="561"/>
                  </a:lnTo>
                  <a:lnTo>
                    <a:pt x="481" y="560"/>
                  </a:lnTo>
                  <a:lnTo>
                    <a:pt x="484" y="560"/>
                  </a:lnTo>
                  <a:lnTo>
                    <a:pt x="486" y="560"/>
                  </a:lnTo>
                  <a:lnTo>
                    <a:pt x="489" y="560"/>
                  </a:lnTo>
                  <a:lnTo>
                    <a:pt x="490" y="557"/>
                  </a:lnTo>
                  <a:lnTo>
                    <a:pt x="490" y="557"/>
                  </a:lnTo>
                  <a:lnTo>
                    <a:pt x="490" y="555"/>
                  </a:lnTo>
                  <a:lnTo>
                    <a:pt x="490" y="552"/>
                  </a:lnTo>
                  <a:lnTo>
                    <a:pt x="490" y="552"/>
                  </a:lnTo>
                  <a:lnTo>
                    <a:pt x="490" y="552"/>
                  </a:lnTo>
                  <a:lnTo>
                    <a:pt x="490" y="552"/>
                  </a:lnTo>
                  <a:lnTo>
                    <a:pt x="490" y="552"/>
                  </a:lnTo>
                  <a:lnTo>
                    <a:pt x="492" y="552"/>
                  </a:lnTo>
                  <a:lnTo>
                    <a:pt x="493" y="549"/>
                  </a:lnTo>
                  <a:lnTo>
                    <a:pt x="493" y="547"/>
                  </a:lnTo>
                  <a:lnTo>
                    <a:pt x="496" y="547"/>
                  </a:lnTo>
                  <a:lnTo>
                    <a:pt x="499" y="543"/>
                  </a:lnTo>
                  <a:lnTo>
                    <a:pt x="501" y="541"/>
                  </a:lnTo>
                  <a:lnTo>
                    <a:pt x="502" y="541"/>
                  </a:lnTo>
                  <a:lnTo>
                    <a:pt x="505" y="537"/>
                  </a:lnTo>
                  <a:lnTo>
                    <a:pt x="507" y="537"/>
                  </a:lnTo>
                  <a:lnTo>
                    <a:pt x="507" y="534"/>
                  </a:lnTo>
                  <a:lnTo>
                    <a:pt x="510" y="531"/>
                  </a:lnTo>
                  <a:lnTo>
                    <a:pt x="510" y="531"/>
                  </a:lnTo>
                  <a:lnTo>
                    <a:pt x="511" y="528"/>
                  </a:lnTo>
                  <a:lnTo>
                    <a:pt x="514" y="523"/>
                  </a:lnTo>
                  <a:lnTo>
                    <a:pt x="516" y="517"/>
                  </a:lnTo>
                  <a:lnTo>
                    <a:pt x="517" y="517"/>
                  </a:lnTo>
                  <a:lnTo>
                    <a:pt x="517" y="515"/>
                  </a:lnTo>
                  <a:lnTo>
                    <a:pt x="519" y="515"/>
                  </a:lnTo>
                  <a:lnTo>
                    <a:pt x="520" y="514"/>
                  </a:lnTo>
                  <a:lnTo>
                    <a:pt x="522" y="512"/>
                  </a:lnTo>
                  <a:lnTo>
                    <a:pt x="525" y="514"/>
                  </a:lnTo>
                  <a:lnTo>
                    <a:pt x="526" y="514"/>
                  </a:lnTo>
                  <a:lnTo>
                    <a:pt x="526" y="514"/>
                  </a:lnTo>
                  <a:lnTo>
                    <a:pt x="526" y="512"/>
                  </a:lnTo>
                  <a:lnTo>
                    <a:pt x="526" y="511"/>
                  </a:lnTo>
                  <a:lnTo>
                    <a:pt x="526" y="509"/>
                  </a:lnTo>
                  <a:lnTo>
                    <a:pt x="528" y="509"/>
                  </a:lnTo>
                  <a:lnTo>
                    <a:pt x="528" y="508"/>
                  </a:lnTo>
                  <a:lnTo>
                    <a:pt x="528" y="506"/>
                  </a:lnTo>
                  <a:lnTo>
                    <a:pt x="526" y="505"/>
                  </a:lnTo>
                  <a:lnTo>
                    <a:pt x="526" y="502"/>
                  </a:lnTo>
                  <a:lnTo>
                    <a:pt x="526" y="499"/>
                  </a:lnTo>
                  <a:lnTo>
                    <a:pt x="528" y="496"/>
                  </a:lnTo>
                  <a:lnTo>
                    <a:pt x="526" y="494"/>
                  </a:lnTo>
                  <a:lnTo>
                    <a:pt x="522" y="490"/>
                  </a:lnTo>
                  <a:lnTo>
                    <a:pt x="520" y="490"/>
                  </a:lnTo>
                  <a:lnTo>
                    <a:pt x="519" y="490"/>
                  </a:lnTo>
                  <a:lnTo>
                    <a:pt x="519" y="487"/>
                  </a:lnTo>
                  <a:lnTo>
                    <a:pt x="519" y="485"/>
                  </a:lnTo>
                  <a:lnTo>
                    <a:pt x="519" y="484"/>
                  </a:lnTo>
                  <a:lnTo>
                    <a:pt x="519" y="484"/>
                  </a:lnTo>
                  <a:lnTo>
                    <a:pt x="517" y="485"/>
                  </a:lnTo>
                  <a:lnTo>
                    <a:pt x="516" y="487"/>
                  </a:lnTo>
                  <a:lnTo>
                    <a:pt x="514" y="485"/>
                  </a:lnTo>
                  <a:lnTo>
                    <a:pt x="513" y="485"/>
                  </a:lnTo>
                  <a:lnTo>
                    <a:pt x="510" y="487"/>
                  </a:lnTo>
                  <a:lnTo>
                    <a:pt x="507" y="485"/>
                  </a:lnTo>
                  <a:lnTo>
                    <a:pt x="507" y="485"/>
                  </a:lnTo>
                  <a:lnTo>
                    <a:pt x="504" y="487"/>
                  </a:lnTo>
                  <a:lnTo>
                    <a:pt x="502" y="487"/>
                  </a:lnTo>
                  <a:lnTo>
                    <a:pt x="501" y="488"/>
                  </a:lnTo>
                  <a:lnTo>
                    <a:pt x="501" y="488"/>
                  </a:lnTo>
                  <a:lnTo>
                    <a:pt x="498" y="487"/>
                  </a:lnTo>
                  <a:lnTo>
                    <a:pt x="496" y="484"/>
                  </a:lnTo>
                  <a:lnTo>
                    <a:pt x="495" y="485"/>
                  </a:lnTo>
                  <a:lnTo>
                    <a:pt x="493" y="487"/>
                  </a:lnTo>
                  <a:lnTo>
                    <a:pt x="492" y="485"/>
                  </a:lnTo>
                  <a:lnTo>
                    <a:pt x="492" y="484"/>
                  </a:lnTo>
                  <a:lnTo>
                    <a:pt x="492" y="485"/>
                  </a:lnTo>
                  <a:lnTo>
                    <a:pt x="490" y="487"/>
                  </a:lnTo>
                  <a:lnTo>
                    <a:pt x="490" y="488"/>
                  </a:lnTo>
                  <a:lnTo>
                    <a:pt x="490" y="488"/>
                  </a:lnTo>
                  <a:lnTo>
                    <a:pt x="490" y="491"/>
                  </a:lnTo>
                  <a:lnTo>
                    <a:pt x="490" y="493"/>
                  </a:lnTo>
                  <a:lnTo>
                    <a:pt x="487" y="491"/>
                  </a:lnTo>
                  <a:lnTo>
                    <a:pt x="487" y="493"/>
                  </a:lnTo>
                  <a:lnTo>
                    <a:pt x="489" y="493"/>
                  </a:lnTo>
                  <a:lnTo>
                    <a:pt x="489" y="493"/>
                  </a:lnTo>
                  <a:lnTo>
                    <a:pt x="487" y="494"/>
                  </a:lnTo>
                  <a:lnTo>
                    <a:pt x="486" y="494"/>
                  </a:lnTo>
                  <a:lnTo>
                    <a:pt x="486" y="494"/>
                  </a:lnTo>
                  <a:lnTo>
                    <a:pt x="486" y="496"/>
                  </a:lnTo>
                  <a:lnTo>
                    <a:pt x="486" y="497"/>
                  </a:lnTo>
                  <a:lnTo>
                    <a:pt x="486" y="497"/>
                  </a:lnTo>
                  <a:lnTo>
                    <a:pt x="483" y="497"/>
                  </a:lnTo>
                  <a:lnTo>
                    <a:pt x="481" y="497"/>
                  </a:lnTo>
                  <a:lnTo>
                    <a:pt x="481" y="499"/>
                  </a:lnTo>
                  <a:lnTo>
                    <a:pt x="481" y="499"/>
                  </a:lnTo>
                  <a:lnTo>
                    <a:pt x="481" y="500"/>
                  </a:lnTo>
                  <a:lnTo>
                    <a:pt x="481" y="500"/>
                  </a:lnTo>
                  <a:lnTo>
                    <a:pt x="483" y="500"/>
                  </a:lnTo>
                  <a:lnTo>
                    <a:pt x="483" y="502"/>
                  </a:lnTo>
                  <a:lnTo>
                    <a:pt x="481" y="502"/>
                  </a:lnTo>
                  <a:lnTo>
                    <a:pt x="480" y="500"/>
                  </a:lnTo>
                  <a:lnTo>
                    <a:pt x="480" y="500"/>
                  </a:lnTo>
                  <a:lnTo>
                    <a:pt x="480" y="502"/>
                  </a:lnTo>
                  <a:lnTo>
                    <a:pt x="481" y="502"/>
                  </a:lnTo>
                  <a:lnTo>
                    <a:pt x="481" y="503"/>
                  </a:lnTo>
                  <a:lnTo>
                    <a:pt x="481" y="505"/>
                  </a:lnTo>
                  <a:lnTo>
                    <a:pt x="481" y="506"/>
                  </a:lnTo>
                  <a:lnTo>
                    <a:pt x="480" y="509"/>
                  </a:lnTo>
                  <a:lnTo>
                    <a:pt x="477" y="511"/>
                  </a:lnTo>
                  <a:lnTo>
                    <a:pt x="477" y="512"/>
                  </a:lnTo>
                  <a:lnTo>
                    <a:pt x="477" y="515"/>
                  </a:lnTo>
                  <a:lnTo>
                    <a:pt x="477" y="515"/>
                  </a:lnTo>
                  <a:lnTo>
                    <a:pt x="477" y="517"/>
                  </a:lnTo>
                  <a:lnTo>
                    <a:pt x="477" y="520"/>
                  </a:lnTo>
                  <a:lnTo>
                    <a:pt x="480" y="523"/>
                  </a:lnTo>
                  <a:lnTo>
                    <a:pt x="481" y="525"/>
                  </a:lnTo>
                  <a:lnTo>
                    <a:pt x="481" y="526"/>
                  </a:lnTo>
                  <a:lnTo>
                    <a:pt x="480" y="528"/>
                  </a:lnTo>
                  <a:lnTo>
                    <a:pt x="477" y="529"/>
                  </a:lnTo>
                  <a:lnTo>
                    <a:pt x="474" y="534"/>
                  </a:lnTo>
                  <a:lnTo>
                    <a:pt x="471" y="541"/>
                  </a:lnTo>
                  <a:lnTo>
                    <a:pt x="471" y="543"/>
                  </a:lnTo>
                  <a:lnTo>
                    <a:pt x="468" y="544"/>
                  </a:lnTo>
                  <a:lnTo>
                    <a:pt x="468" y="546"/>
                  </a:lnTo>
                  <a:lnTo>
                    <a:pt x="465" y="547"/>
                  </a:lnTo>
                  <a:lnTo>
                    <a:pt x="462" y="549"/>
                  </a:lnTo>
                  <a:lnTo>
                    <a:pt x="459" y="549"/>
                  </a:lnTo>
                  <a:lnTo>
                    <a:pt x="459" y="552"/>
                  </a:lnTo>
                  <a:lnTo>
                    <a:pt x="459" y="552"/>
                  </a:lnTo>
                  <a:lnTo>
                    <a:pt x="456" y="552"/>
                  </a:lnTo>
                  <a:lnTo>
                    <a:pt x="456" y="552"/>
                  </a:lnTo>
                  <a:lnTo>
                    <a:pt x="456" y="552"/>
                  </a:lnTo>
                  <a:lnTo>
                    <a:pt x="456" y="552"/>
                  </a:lnTo>
                  <a:lnTo>
                    <a:pt x="453" y="552"/>
                  </a:lnTo>
                  <a:lnTo>
                    <a:pt x="453" y="552"/>
                  </a:lnTo>
                  <a:lnTo>
                    <a:pt x="453" y="557"/>
                  </a:lnTo>
                  <a:lnTo>
                    <a:pt x="450" y="560"/>
                  </a:lnTo>
                  <a:lnTo>
                    <a:pt x="447" y="558"/>
                  </a:lnTo>
                  <a:lnTo>
                    <a:pt x="447" y="560"/>
                  </a:lnTo>
                  <a:lnTo>
                    <a:pt x="447" y="560"/>
                  </a:lnTo>
                  <a:lnTo>
                    <a:pt x="447" y="560"/>
                  </a:lnTo>
                  <a:lnTo>
                    <a:pt x="447" y="560"/>
                  </a:lnTo>
                  <a:lnTo>
                    <a:pt x="447" y="560"/>
                  </a:lnTo>
                  <a:lnTo>
                    <a:pt x="445" y="561"/>
                  </a:lnTo>
                  <a:lnTo>
                    <a:pt x="444" y="561"/>
                  </a:lnTo>
                  <a:lnTo>
                    <a:pt x="444" y="563"/>
                  </a:lnTo>
                  <a:lnTo>
                    <a:pt x="444" y="564"/>
                  </a:lnTo>
                  <a:lnTo>
                    <a:pt x="442" y="564"/>
                  </a:lnTo>
                  <a:lnTo>
                    <a:pt x="441" y="564"/>
                  </a:lnTo>
                  <a:lnTo>
                    <a:pt x="441" y="566"/>
                  </a:lnTo>
                  <a:lnTo>
                    <a:pt x="442" y="566"/>
                  </a:lnTo>
                  <a:lnTo>
                    <a:pt x="442" y="567"/>
                  </a:lnTo>
                  <a:lnTo>
                    <a:pt x="442" y="567"/>
                  </a:lnTo>
                  <a:lnTo>
                    <a:pt x="442" y="569"/>
                  </a:lnTo>
                  <a:lnTo>
                    <a:pt x="439" y="570"/>
                  </a:lnTo>
                  <a:lnTo>
                    <a:pt x="439" y="570"/>
                  </a:lnTo>
                  <a:lnTo>
                    <a:pt x="439" y="572"/>
                  </a:lnTo>
                  <a:lnTo>
                    <a:pt x="438" y="572"/>
                  </a:lnTo>
                  <a:lnTo>
                    <a:pt x="438" y="570"/>
                  </a:lnTo>
                  <a:lnTo>
                    <a:pt x="438" y="570"/>
                  </a:lnTo>
                  <a:lnTo>
                    <a:pt x="436" y="570"/>
                  </a:lnTo>
                  <a:lnTo>
                    <a:pt x="436" y="569"/>
                  </a:lnTo>
                  <a:lnTo>
                    <a:pt x="435" y="569"/>
                  </a:lnTo>
                  <a:lnTo>
                    <a:pt x="436" y="570"/>
                  </a:lnTo>
                  <a:lnTo>
                    <a:pt x="436" y="572"/>
                  </a:lnTo>
                  <a:lnTo>
                    <a:pt x="436" y="573"/>
                  </a:lnTo>
                  <a:lnTo>
                    <a:pt x="436" y="575"/>
                  </a:lnTo>
                  <a:lnTo>
                    <a:pt x="436" y="575"/>
                  </a:lnTo>
                  <a:lnTo>
                    <a:pt x="436" y="575"/>
                  </a:lnTo>
                  <a:lnTo>
                    <a:pt x="436" y="576"/>
                  </a:lnTo>
                  <a:lnTo>
                    <a:pt x="438" y="576"/>
                  </a:lnTo>
                  <a:lnTo>
                    <a:pt x="436" y="576"/>
                  </a:lnTo>
                  <a:lnTo>
                    <a:pt x="435" y="578"/>
                  </a:lnTo>
                  <a:lnTo>
                    <a:pt x="433" y="578"/>
                  </a:lnTo>
                  <a:lnTo>
                    <a:pt x="433" y="581"/>
                  </a:lnTo>
                  <a:lnTo>
                    <a:pt x="432" y="581"/>
                  </a:lnTo>
                  <a:lnTo>
                    <a:pt x="430" y="578"/>
                  </a:lnTo>
                  <a:lnTo>
                    <a:pt x="430" y="578"/>
                  </a:lnTo>
                  <a:lnTo>
                    <a:pt x="429" y="578"/>
                  </a:lnTo>
                  <a:lnTo>
                    <a:pt x="429" y="581"/>
                  </a:lnTo>
                  <a:lnTo>
                    <a:pt x="430" y="584"/>
                  </a:lnTo>
                  <a:lnTo>
                    <a:pt x="432" y="584"/>
                  </a:lnTo>
                  <a:lnTo>
                    <a:pt x="432" y="584"/>
                  </a:lnTo>
                  <a:lnTo>
                    <a:pt x="432" y="587"/>
                  </a:lnTo>
                  <a:lnTo>
                    <a:pt x="430" y="587"/>
                  </a:lnTo>
                  <a:lnTo>
                    <a:pt x="430" y="590"/>
                  </a:lnTo>
                  <a:lnTo>
                    <a:pt x="430" y="593"/>
                  </a:lnTo>
                  <a:lnTo>
                    <a:pt x="429" y="596"/>
                  </a:lnTo>
                  <a:lnTo>
                    <a:pt x="430" y="597"/>
                  </a:lnTo>
                  <a:lnTo>
                    <a:pt x="430" y="599"/>
                  </a:lnTo>
                  <a:lnTo>
                    <a:pt x="430" y="600"/>
                  </a:lnTo>
                  <a:lnTo>
                    <a:pt x="429" y="600"/>
                  </a:lnTo>
                  <a:lnTo>
                    <a:pt x="427" y="599"/>
                  </a:lnTo>
                  <a:lnTo>
                    <a:pt x="427" y="600"/>
                  </a:lnTo>
                  <a:lnTo>
                    <a:pt x="426" y="603"/>
                  </a:lnTo>
                  <a:lnTo>
                    <a:pt x="426" y="605"/>
                  </a:lnTo>
                  <a:lnTo>
                    <a:pt x="427" y="606"/>
                  </a:lnTo>
                  <a:lnTo>
                    <a:pt x="426" y="607"/>
                  </a:lnTo>
                  <a:lnTo>
                    <a:pt x="427" y="607"/>
                  </a:lnTo>
                  <a:lnTo>
                    <a:pt x="427" y="609"/>
                  </a:lnTo>
                  <a:lnTo>
                    <a:pt x="427" y="610"/>
                  </a:lnTo>
                  <a:lnTo>
                    <a:pt x="427" y="610"/>
                  </a:lnTo>
                  <a:lnTo>
                    <a:pt x="427" y="613"/>
                  </a:lnTo>
                  <a:lnTo>
                    <a:pt x="427" y="618"/>
                  </a:lnTo>
                  <a:lnTo>
                    <a:pt x="427" y="618"/>
                  </a:lnTo>
                  <a:lnTo>
                    <a:pt x="429" y="622"/>
                  </a:lnTo>
                  <a:lnTo>
                    <a:pt x="427" y="622"/>
                  </a:lnTo>
                  <a:lnTo>
                    <a:pt x="427" y="624"/>
                  </a:lnTo>
                  <a:lnTo>
                    <a:pt x="429" y="625"/>
                  </a:lnTo>
                  <a:lnTo>
                    <a:pt x="430" y="625"/>
                  </a:lnTo>
                  <a:lnTo>
                    <a:pt x="432" y="625"/>
                  </a:lnTo>
                  <a:lnTo>
                    <a:pt x="432" y="627"/>
                  </a:lnTo>
                  <a:lnTo>
                    <a:pt x="432" y="627"/>
                  </a:lnTo>
                  <a:lnTo>
                    <a:pt x="433" y="629"/>
                  </a:lnTo>
                  <a:lnTo>
                    <a:pt x="433" y="629"/>
                  </a:lnTo>
                  <a:lnTo>
                    <a:pt x="435" y="627"/>
                  </a:lnTo>
                  <a:lnTo>
                    <a:pt x="436" y="627"/>
                  </a:lnTo>
                  <a:lnTo>
                    <a:pt x="436" y="629"/>
                  </a:lnTo>
                  <a:lnTo>
                    <a:pt x="439" y="632"/>
                  </a:lnTo>
                  <a:lnTo>
                    <a:pt x="439" y="633"/>
                  </a:lnTo>
                  <a:lnTo>
                    <a:pt x="442" y="633"/>
                  </a:lnTo>
                  <a:lnTo>
                    <a:pt x="444" y="636"/>
                  </a:lnTo>
                  <a:lnTo>
                    <a:pt x="444" y="638"/>
                  </a:lnTo>
                  <a:lnTo>
                    <a:pt x="444" y="639"/>
                  </a:lnTo>
                  <a:lnTo>
                    <a:pt x="447" y="641"/>
                  </a:lnTo>
                  <a:lnTo>
                    <a:pt x="447" y="641"/>
                  </a:lnTo>
                  <a:lnTo>
                    <a:pt x="448" y="642"/>
                  </a:lnTo>
                  <a:lnTo>
                    <a:pt x="448" y="644"/>
                  </a:lnTo>
                  <a:lnTo>
                    <a:pt x="448" y="647"/>
                  </a:lnTo>
                  <a:lnTo>
                    <a:pt x="448" y="648"/>
                  </a:lnTo>
                  <a:lnTo>
                    <a:pt x="448" y="648"/>
                  </a:lnTo>
                  <a:lnTo>
                    <a:pt x="445" y="650"/>
                  </a:lnTo>
                  <a:lnTo>
                    <a:pt x="445" y="651"/>
                  </a:lnTo>
                  <a:lnTo>
                    <a:pt x="444" y="653"/>
                  </a:lnTo>
                  <a:lnTo>
                    <a:pt x="442" y="654"/>
                  </a:lnTo>
                  <a:lnTo>
                    <a:pt x="441" y="654"/>
                  </a:lnTo>
                  <a:lnTo>
                    <a:pt x="441" y="656"/>
                  </a:lnTo>
                  <a:lnTo>
                    <a:pt x="439" y="656"/>
                  </a:lnTo>
                  <a:lnTo>
                    <a:pt x="439" y="656"/>
                  </a:lnTo>
                  <a:lnTo>
                    <a:pt x="436" y="657"/>
                  </a:lnTo>
                  <a:lnTo>
                    <a:pt x="435" y="657"/>
                  </a:lnTo>
                  <a:lnTo>
                    <a:pt x="435" y="656"/>
                  </a:lnTo>
                  <a:lnTo>
                    <a:pt x="435" y="653"/>
                  </a:lnTo>
                  <a:lnTo>
                    <a:pt x="435" y="651"/>
                  </a:lnTo>
                  <a:lnTo>
                    <a:pt x="433" y="651"/>
                  </a:lnTo>
                  <a:lnTo>
                    <a:pt x="433" y="651"/>
                  </a:lnTo>
                  <a:lnTo>
                    <a:pt x="433" y="653"/>
                  </a:lnTo>
                  <a:lnTo>
                    <a:pt x="432" y="653"/>
                  </a:lnTo>
                  <a:lnTo>
                    <a:pt x="429" y="651"/>
                  </a:lnTo>
                  <a:lnTo>
                    <a:pt x="429" y="654"/>
                  </a:lnTo>
                  <a:lnTo>
                    <a:pt x="426" y="653"/>
                  </a:lnTo>
                  <a:lnTo>
                    <a:pt x="424" y="653"/>
                  </a:lnTo>
                  <a:lnTo>
                    <a:pt x="423" y="651"/>
                  </a:lnTo>
                  <a:lnTo>
                    <a:pt x="421" y="653"/>
                  </a:lnTo>
                  <a:lnTo>
                    <a:pt x="420" y="653"/>
                  </a:lnTo>
                  <a:lnTo>
                    <a:pt x="420" y="651"/>
                  </a:lnTo>
                  <a:lnTo>
                    <a:pt x="418" y="654"/>
                  </a:lnTo>
                  <a:lnTo>
                    <a:pt x="415" y="654"/>
                  </a:lnTo>
                  <a:lnTo>
                    <a:pt x="414" y="654"/>
                  </a:lnTo>
                  <a:lnTo>
                    <a:pt x="414" y="656"/>
                  </a:lnTo>
                  <a:lnTo>
                    <a:pt x="420" y="656"/>
                  </a:lnTo>
                  <a:lnTo>
                    <a:pt x="421" y="656"/>
                  </a:lnTo>
                  <a:lnTo>
                    <a:pt x="424" y="656"/>
                  </a:lnTo>
                  <a:lnTo>
                    <a:pt x="426" y="657"/>
                  </a:lnTo>
                  <a:lnTo>
                    <a:pt x="427" y="657"/>
                  </a:lnTo>
                  <a:lnTo>
                    <a:pt x="429" y="659"/>
                  </a:lnTo>
                  <a:lnTo>
                    <a:pt x="429" y="659"/>
                  </a:lnTo>
                  <a:lnTo>
                    <a:pt x="430" y="659"/>
                  </a:lnTo>
                  <a:lnTo>
                    <a:pt x="432" y="660"/>
                  </a:lnTo>
                  <a:lnTo>
                    <a:pt x="435" y="659"/>
                  </a:lnTo>
                  <a:lnTo>
                    <a:pt x="436" y="659"/>
                  </a:lnTo>
                  <a:lnTo>
                    <a:pt x="438" y="659"/>
                  </a:lnTo>
                  <a:lnTo>
                    <a:pt x="439" y="659"/>
                  </a:lnTo>
                  <a:lnTo>
                    <a:pt x="441" y="657"/>
                  </a:lnTo>
                  <a:lnTo>
                    <a:pt x="441" y="657"/>
                  </a:lnTo>
                  <a:lnTo>
                    <a:pt x="442" y="657"/>
                  </a:lnTo>
                  <a:lnTo>
                    <a:pt x="442" y="656"/>
                  </a:lnTo>
                  <a:lnTo>
                    <a:pt x="442" y="656"/>
                  </a:lnTo>
                  <a:lnTo>
                    <a:pt x="444" y="657"/>
                  </a:lnTo>
                  <a:lnTo>
                    <a:pt x="444" y="659"/>
                  </a:lnTo>
                  <a:lnTo>
                    <a:pt x="442" y="659"/>
                  </a:lnTo>
                  <a:lnTo>
                    <a:pt x="442" y="659"/>
                  </a:lnTo>
                  <a:lnTo>
                    <a:pt x="441" y="662"/>
                  </a:lnTo>
                  <a:lnTo>
                    <a:pt x="441" y="663"/>
                  </a:lnTo>
                  <a:lnTo>
                    <a:pt x="441" y="663"/>
                  </a:lnTo>
                  <a:lnTo>
                    <a:pt x="438" y="665"/>
                  </a:lnTo>
                  <a:lnTo>
                    <a:pt x="436" y="667"/>
                  </a:lnTo>
                  <a:lnTo>
                    <a:pt x="435" y="667"/>
                  </a:lnTo>
                  <a:lnTo>
                    <a:pt x="433" y="667"/>
                  </a:lnTo>
                  <a:lnTo>
                    <a:pt x="433" y="668"/>
                  </a:lnTo>
                  <a:lnTo>
                    <a:pt x="430" y="670"/>
                  </a:lnTo>
                  <a:lnTo>
                    <a:pt x="429" y="671"/>
                  </a:lnTo>
                  <a:lnTo>
                    <a:pt x="426" y="673"/>
                  </a:lnTo>
                  <a:lnTo>
                    <a:pt x="424" y="674"/>
                  </a:lnTo>
                  <a:lnTo>
                    <a:pt x="420" y="674"/>
                  </a:lnTo>
                  <a:lnTo>
                    <a:pt x="417" y="674"/>
                  </a:lnTo>
                  <a:lnTo>
                    <a:pt x="415" y="674"/>
                  </a:lnTo>
                  <a:lnTo>
                    <a:pt x="417" y="676"/>
                  </a:lnTo>
                  <a:lnTo>
                    <a:pt x="417" y="676"/>
                  </a:lnTo>
                  <a:lnTo>
                    <a:pt x="418" y="676"/>
                  </a:lnTo>
                  <a:lnTo>
                    <a:pt x="421" y="676"/>
                  </a:lnTo>
                  <a:lnTo>
                    <a:pt x="423" y="676"/>
                  </a:lnTo>
                  <a:lnTo>
                    <a:pt x="424" y="679"/>
                  </a:lnTo>
                  <a:lnTo>
                    <a:pt x="423" y="679"/>
                  </a:lnTo>
                  <a:lnTo>
                    <a:pt x="420" y="680"/>
                  </a:lnTo>
                  <a:lnTo>
                    <a:pt x="421" y="683"/>
                  </a:lnTo>
                  <a:lnTo>
                    <a:pt x="421" y="685"/>
                  </a:lnTo>
                  <a:lnTo>
                    <a:pt x="421" y="686"/>
                  </a:lnTo>
                  <a:lnTo>
                    <a:pt x="421" y="691"/>
                  </a:lnTo>
                  <a:lnTo>
                    <a:pt x="420" y="692"/>
                  </a:lnTo>
                  <a:lnTo>
                    <a:pt x="420" y="694"/>
                  </a:lnTo>
                  <a:lnTo>
                    <a:pt x="420" y="695"/>
                  </a:lnTo>
                  <a:lnTo>
                    <a:pt x="420" y="698"/>
                  </a:lnTo>
                  <a:lnTo>
                    <a:pt x="420" y="700"/>
                  </a:lnTo>
                  <a:lnTo>
                    <a:pt x="421" y="701"/>
                  </a:lnTo>
                  <a:lnTo>
                    <a:pt x="420" y="703"/>
                  </a:lnTo>
                  <a:lnTo>
                    <a:pt x="418" y="706"/>
                  </a:lnTo>
                  <a:lnTo>
                    <a:pt x="418" y="708"/>
                  </a:lnTo>
                  <a:lnTo>
                    <a:pt x="418" y="709"/>
                  </a:lnTo>
                  <a:lnTo>
                    <a:pt x="418" y="711"/>
                  </a:lnTo>
                  <a:lnTo>
                    <a:pt x="418" y="714"/>
                  </a:lnTo>
                  <a:lnTo>
                    <a:pt x="418" y="717"/>
                  </a:lnTo>
                  <a:lnTo>
                    <a:pt x="417" y="720"/>
                  </a:lnTo>
                  <a:lnTo>
                    <a:pt x="415" y="721"/>
                  </a:lnTo>
                  <a:lnTo>
                    <a:pt x="414" y="724"/>
                  </a:lnTo>
                  <a:lnTo>
                    <a:pt x="412" y="730"/>
                  </a:lnTo>
                  <a:lnTo>
                    <a:pt x="412" y="730"/>
                  </a:lnTo>
                  <a:lnTo>
                    <a:pt x="410" y="732"/>
                  </a:lnTo>
                  <a:lnTo>
                    <a:pt x="409" y="730"/>
                  </a:lnTo>
                  <a:lnTo>
                    <a:pt x="407" y="730"/>
                  </a:lnTo>
                  <a:lnTo>
                    <a:pt x="406" y="730"/>
                  </a:lnTo>
                  <a:lnTo>
                    <a:pt x="404" y="732"/>
                  </a:lnTo>
                  <a:lnTo>
                    <a:pt x="401" y="730"/>
                  </a:lnTo>
                  <a:lnTo>
                    <a:pt x="397" y="732"/>
                  </a:lnTo>
                  <a:lnTo>
                    <a:pt x="397" y="732"/>
                  </a:lnTo>
                  <a:lnTo>
                    <a:pt x="397" y="733"/>
                  </a:lnTo>
                  <a:lnTo>
                    <a:pt x="395" y="735"/>
                  </a:lnTo>
                  <a:lnTo>
                    <a:pt x="395" y="733"/>
                  </a:lnTo>
                  <a:lnTo>
                    <a:pt x="394" y="735"/>
                  </a:lnTo>
                  <a:lnTo>
                    <a:pt x="392" y="735"/>
                  </a:lnTo>
                  <a:lnTo>
                    <a:pt x="391" y="736"/>
                  </a:lnTo>
                  <a:lnTo>
                    <a:pt x="391" y="738"/>
                  </a:lnTo>
                  <a:lnTo>
                    <a:pt x="391" y="741"/>
                  </a:lnTo>
                  <a:lnTo>
                    <a:pt x="391" y="743"/>
                  </a:lnTo>
                  <a:lnTo>
                    <a:pt x="392" y="746"/>
                  </a:lnTo>
                  <a:lnTo>
                    <a:pt x="389" y="749"/>
                  </a:lnTo>
                  <a:lnTo>
                    <a:pt x="389" y="749"/>
                  </a:lnTo>
                  <a:lnTo>
                    <a:pt x="385" y="747"/>
                  </a:lnTo>
                  <a:lnTo>
                    <a:pt x="380" y="749"/>
                  </a:lnTo>
                  <a:lnTo>
                    <a:pt x="374" y="747"/>
                  </a:lnTo>
                  <a:lnTo>
                    <a:pt x="376" y="746"/>
                  </a:lnTo>
                  <a:lnTo>
                    <a:pt x="374" y="746"/>
                  </a:lnTo>
                  <a:lnTo>
                    <a:pt x="376" y="743"/>
                  </a:lnTo>
                  <a:lnTo>
                    <a:pt x="376" y="741"/>
                  </a:lnTo>
                  <a:lnTo>
                    <a:pt x="376" y="740"/>
                  </a:lnTo>
                  <a:lnTo>
                    <a:pt x="376" y="740"/>
                  </a:lnTo>
                  <a:lnTo>
                    <a:pt x="374" y="738"/>
                  </a:lnTo>
                  <a:lnTo>
                    <a:pt x="371" y="732"/>
                  </a:lnTo>
                  <a:lnTo>
                    <a:pt x="369" y="729"/>
                  </a:lnTo>
                  <a:lnTo>
                    <a:pt x="369" y="729"/>
                  </a:lnTo>
                  <a:lnTo>
                    <a:pt x="369" y="729"/>
                  </a:lnTo>
                  <a:lnTo>
                    <a:pt x="372" y="729"/>
                  </a:lnTo>
                  <a:lnTo>
                    <a:pt x="372" y="729"/>
                  </a:lnTo>
                  <a:lnTo>
                    <a:pt x="372" y="729"/>
                  </a:lnTo>
                  <a:lnTo>
                    <a:pt x="372" y="727"/>
                  </a:lnTo>
                  <a:lnTo>
                    <a:pt x="371" y="726"/>
                  </a:lnTo>
                  <a:lnTo>
                    <a:pt x="371" y="724"/>
                  </a:lnTo>
                  <a:lnTo>
                    <a:pt x="372" y="724"/>
                  </a:lnTo>
                  <a:lnTo>
                    <a:pt x="374" y="724"/>
                  </a:lnTo>
                  <a:lnTo>
                    <a:pt x="374" y="723"/>
                  </a:lnTo>
                  <a:lnTo>
                    <a:pt x="374" y="721"/>
                  </a:lnTo>
                  <a:lnTo>
                    <a:pt x="372" y="720"/>
                  </a:lnTo>
                  <a:lnTo>
                    <a:pt x="372" y="720"/>
                  </a:lnTo>
                  <a:lnTo>
                    <a:pt x="371" y="717"/>
                  </a:lnTo>
                  <a:lnTo>
                    <a:pt x="368" y="715"/>
                  </a:lnTo>
                  <a:lnTo>
                    <a:pt x="365" y="708"/>
                  </a:lnTo>
                  <a:lnTo>
                    <a:pt x="363" y="703"/>
                  </a:lnTo>
                  <a:lnTo>
                    <a:pt x="363" y="703"/>
                  </a:lnTo>
                  <a:lnTo>
                    <a:pt x="362" y="700"/>
                  </a:lnTo>
                  <a:lnTo>
                    <a:pt x="362" y="698"/>
                  </a:lnTo>
                  <a:lnTo>
                    <a:pt x="362" y="697"/>
                  </a:lnTo>
                  <a:lnTo>
                    <a:pt x="360" y="695"/>
                  </a:lnTo>
                  <a:lnTo>
                    <a:pt x="360" y="695"/>
                  </a:lnTo>
                  <a:lnTo>
                    <a:pt x="360" y="691"/>
                  </a:lnTo>
                  <a:lnTo>
                    <a:pt x="357" y="689"/>
                  </a:lnTo>
                  <a:lnTo>
                    <a:pt x="356" y="686"/>
                  </a:lnTo>
                  <a:lnTo>
                    <a:pt x="356" y="682"/>
                  </a:lnTo>
                  <a:lnTo>
                    <a:pt x="354" y="680"/>
                  </a:lnTo>
                  <a:lnTo>
                    <a:pt x="354" y="682"/>
                  </a:lnTo>
                  <a:lnTo>
                    <a:pt x="354" y="680"/>
                  </a:lnTo>
                  <a:lnTo>
                    <a:pt x="354" y="679"/>
                  </a:lnTo>
                  <a:lnTo>
                    <a:pt x="354" y="674"/>
                  </a:lnTo>
                  <a:lnTo>
                    <a:pt x="354" y="670"/>
                  </a:lnTo>
                  <a:lnTo>
                    <a:pt x="353" y="668"/>
                  </a:lnTo>
                  <a:lnTo>
                    <a:pt x="353" y="667"/>
                  </a:lnTo>
                  <a:lnTo>
                    <a:pt x="353" y="665"/>
                  </a:lnTo>
                  <a:lnTo>
                    <a:pt x="353" y="665"/>
                  </a:lnTo>
                  <a:lnTo>
                    <a:pt x="354" y="663"/>
                  </a:lnTo>
                  <a:lnTo>
                    <a:pt x="356" y="665"/>
                  </a:lnTo>
                  <a:lnTo>
                    <a:pt x="356" y="665"/>
                  </a:lnTo>
                  <a:lnTo>
                    <a:pt x="356" y="663"/>
                  </a:lnTo>
                  <a:lnTo>
                    <a:pt x="353" y="662"/>
                  </a:lnTo>
                  <a:lnTo>
                    <a:pt x="353" y="663"/>
                  </a:lnTo>
                  <a:lnTo>
                    <a:pt x="351" y="662"/>
                  </a:lnTo>
                  <a:lnTo>
                    <a:pt x="350" y="662"/>
                  </a:lnTo>
                  <a:lnTo>
                    <a:pt x="348" y="662"/>
                  </a:lnTo>
                  <a:lnTo>
                    <a:pt x="348" y="659"/>
                  </a:lnTo>
                  <a:lnTo>
                    <a:pt x="347" y="657"/>
                  </a:lnTo>
                  <a:lnTo>
                    <a:pt x="347" y="656"/>
                  </a:lnTo>
                  <a:lnTo>
                    <a:pt x="347" y="651"/>
                  </a:lnTo>
                  <a:lnTo>
                    <a:pt x="347" y="650"/>
                  </a:lnTo>
                  <a:lnTo>
                    <a:pt x="347" y="648"/>
                  </a:lnTo>
                  <a:lnTo>
                    <a:pt x="345" y="650"/>
                  </a:lnTo>
                  <a:lnTo>
                    <a:pt x="345" y="651"/>
                  </a:lnTo>
                  <a:lnTo>
                    <a:pt x="345" y="653"/>
                  </a:lnTo>
                  <a:lnTo>
                    <a:pt x="344" y="654"/>
                  </a:lnTo>
                  <a:lnTo>
                    <a:pt x="344" y="656"/>
                  </a:lnTo>
                  <a:lnTo>
                    <a:pt x="344" y="656"/>
                  </a:lnTo>
                  <a:lnTo>
                    <a:pt x="344" y="657"/>
                  </a:lnTo>
                  <a:lnTo>
                    <a:pt x="344" y="659"/>
                  </a:lnTo>
                  <a:lnTo>
                    <a:pt x="342" y="665"/>
                  </a:lnTo>
                  <a:lnTo>
                    <a:pt x="341" y="665"/>
                  </a:lnTo>
                  <a:lnTo>
                    <a:pt x="341" y="667"/>
                  </a:lnTo>
                  <a:lnTo>
                    <a:pt x="339" y="665"/>
                  </a:lnTo>
                  <a:lnTo>
                    <a:pt x="338" y="667"/>
                  </a:lnTo>
                  <a:lnTo>
                    <a:pt x="338" y="667"/>
                  </a:lnTo>
                  <a:lnTo>
                    <a:pt x="336" y="665"/>
                  </a:lnTo>
                  <a:lnTo>
                    <a:pt x="335" y="663"/>
                  </a:lnTo>
                  <a:lnTo>
                    <a:pt x="333" y="663"/>
                  </a:lnTo>
                  <a:lnTo>
                    <a:pt x="335" y="665"/>
                  </a:lnTo>
                  <a:lnTo>
                    <a:pt x="335" y="667"/>
                  </a:lnTo>
                  <a:lnTo>
                    <a:pt x="335" y="667"/>
                  </a:lnTo>
                  <a:lnTo>
                    <a:pt x="335" y="668"/>
                  </a:lnTo>
                  <a:lnTo>
                    <a:pt x="333" y="668"/>
                  </a:lnTo>
                  <a:lnTo>
                    <a:pt x="330" y="670"/>
                  </a:lnTo>
                  <a:lnTo>
                    <a:pt x="331" y="671"/>
                  </a:lnTo>
                  <a:lnTo>
                    <a:pt x="330" y="673"/>
                  </a:lnTo>
                  <a:lnTo>
                    <a:pt x="330" y="673"/>
                  </a:lnTo>
                  <a:lnTo>
                    <a:pt x="328" y="673"/>
                  </a:lnTo>
                  <a:lnTo>
                    <a:pt x="328" y="674"/>
                  </a:lnTo>
                  <a:lnTo>
                    <a:pt x="325" y="676"/>
                  </a:lnTo>
                  <a:lnTo>
                    <a:pt x="321" y="683"/>
                  </a:lnTo>
                  <a:lnTo>
                    <a:pt x="318" y="685"/>
                  </a:lnTo>
                  <a:lnTo>
                    <a:pt x="316" y="686"/>
                  </a:lnTo>
                  <a:lnTo>
                    <a:pt x="315" y="686"/>
                  </a:lnTo>
                  <a:lnTo>
                    <a:pt x="313" y="688"/>
                  </a:lnTo>
                  <a:lnTo>
                    <a:pt x="307" y="689"/>
                  </a:lnTo>
                  <a:lnTo>
                    <a:pt x="304" y="688"/>
                  </a:lnTo>
                  <a:lnTo>
                    <a:pt x="303" y="689"/>
                  </a:lnTo>
                  <a:lnTo>
                    <a:pt x="301" y="688"/>
                  </a:lnTo>
                  <a:lnTo>
                    <a:pt x="301" y="688"/>
                  </a:lnTo>
                  <a:lnTo>
                    <a:pt x="301" y="686"/>
                  </a:lnTo>
                  <a:lnTo>
                    <a:pt x="301" y="686"/>
                  </a:lnTo>
                  <a:lnTo>
                    <a:pt x="301" y="686"/>
                  </a:lnTo>
                  <a:lnTo>
                    <a:pt x="300" y="686"/>
                  </a:lnTo>
                  <a:lnTo>
                    <a:pt x="300" y="686"/>
                  </a:lnTo>
                  <a:lnTo>
                    <a:pt x="300" y="688"/>
                  </a:lnTo>
                  <a:lnTo>
                    <a:pt x="298" y="688"/>
                  </a:lnTo>
                  <a:lnTo>
                    <a:pt x="297" y="688"/>
                  </a:lnTo>
                  <a:lnTo>
                    <a:pt x="297" y="686"/>
                  </a:lnTo>
                  <a:lnTo>
                    <a:pt x="297" y="685"/>
                  </a:lnTo>
                  <a:lnTo>
                    <a:pt x="298" y="685"/>
                  </a:lnTo>
                  <a:lnTo>
                    <a:pt x="298" y="685"/>
                  </a:lnTo>
                  <a:lnTo>
                    <a:pt x="298" y="683"/>
                  </a:lnTo>
                  <a:lnTo>
                    <a:pt x="297" y="683"/>
                  </a:lnTo>
                  <a:lnTo>
                    <a:pt x="295" y="683"/>
                  </a:lnTo>
                  <a:lnTo>
                    <a:pt x="295" y="683"/>
                  </a:lnTo>
                  <a:lnTo>
                    <a:pt x="290" y="680"/>
                  </a:lnTo>
                  <a:lnTo>
                    <a:pt x="289" y="680"/>
                  </a:lnTo>
                  <a:lnTo>
                    <a:pt x="286" y="677"/>
                  </a:lnTo>
                  <a:lnTo>
                    <a:pt x="284" y="676"/>
                  </a:lnTo>
                  <a:lnTo>
                    <a:pt x="284" y="673"/>
                  </a:lnTo>
                  <a:lnTo>
                    <a:pt x="284" y="671"/>
                  </a:lnTo>
                  <a:lnTo>
                    <a:pt x="284" y="667"/>
                  </a:lnTo>
                  <a:lnTo>
                    <a:pt x="284" y="667"/>
                  </a:lnTo>
                  <a:lnTo>
                    <a:pt x="287" y="667"/>
                  </a:lnTo>
                  <a:lnTo>
                    <a:pt x="290" y="670"/>
                  </a:lnTo>
                  <a:lnTo>
                    <a:pt x="292" y="670"/>
                  </a:lnTo>
                  <a:lnTo>
                    <a:pt x="292" y="668"/>
                  </a:lnTo>
                  <a:lnTo>
                    <a:pt x="293" y="667"/>
                  </a:lnTo>
                  <a:lnTo>
                    <a:pt x="293" y="665"/>
                  </a:lnTo>
                  <a:lnTo>
                    <a:pt x="290" y="667"/>
                  </a:lnTo>
                  <a:lnTo>
                    <a:pt x="290" y="667"/>
                  </a:lnTo>
                  <a:lnTo>
                    <a:pt x="289" y="665"/>
                  </a:lnTo>
                  <a:lnTo>
                    <a:pt x="289" y="663"/>
                  </a:lnTo>
                  <a:lnTo>
                    <a:pt x="289" y="663"/>
                  </a:lnTo>
                  <a:lnTo>
                    <a:pt x="289" y="662"/>
                  </a:lnTo>
                  <a:lnTo>
                    <a:pt x="289" y="660"/>
                  </a:lnTo>
                  <a:lnTo>
                    <a:pt x="289" y="659"/>
                  </a:lnTo>
                  <a:lnTo>
                    <a:pt x="290" y="657"/>
                  </a:lnTo>
                  <a:lnTo>
                    <a:pt x="292" y="656"/>
                  </a:lnTo>
                  <a:lnTo>
                    <a:pt x="293" y="654"/>
                  </a:lnTo>
                  <a:lnTo>
                    <a:pt x="295" y="653"/>
                  </a:lnTo>
                  <a:lnTo>
                    <a:pt x="295" y="653"/>
                  </a:lnTo>
                  <a:lnTo>
                    <a:pt x="293" y="653"/>
                  </a:lnTo>
                  <a:lnTo>
                    <a:pt x="292" y="654"/>
                  </a:lnTo>
                  <a:lnTo>
                    <a:pt x="290" y="656"/>
                  </a:lnTo>
                  <a:lnTo>
                    <a:pt x="287" y="657"/>
                  </a:lnTo>
                  <a:lnTo>
                    <a:pt x="286" y="659"/>
                  </a:lnTo>
                  <a:lnTo>
                    <a:pt x="286" y="659"/>
                  </a:lnTo>
                  <a:lnTo>
                    <a:pt x="284" y="659"/>
                  </a:lnTo>
                  <a:lnTo>
                    <a:pt x="283" y="662"/>
                  </a:lnTo>
                  <a:lnTo>
                    <a:pt x="281" y="662"/>
                  </a:lnTo>
                  <a:lnTo>
                    <a:pt x="280" y="662"/>
                  </a:lnTo>
                  <a:lnTo>
                    <a:pt x="278" y="660"/>
                  </a:lnTo>
                  <a:lnTo>
                    <a:pt x="280" y="656"/>
                  </a:lnTo>
                  <a:lnTo>
                    <a:pt x="280" y="653"/>
                  </a:lnTo>
                  <a:lnTo>
                    <a:pt x="281" y="651"/>
                  </a:lnTo>
                  <a:lnTo>
                    <a:pt x="283" y="650"/>
                  </a:lnTo>
                  <a:lnTo>
                    <a:pt x="283" y="648"/>
                  </a:lnTo>
                  <a:lnTo>
                    <a:pt x="284" y="648"/>
                  </a:lnTo>
                  <a:lnTo>
                    <a:pt x="284" y="650"/>
                  </a:lnTo>
                  <a:lnTo>
                    <a:pt x="287" y="650"/>
                  </a:lnTo>
                  <a:lnTo>
                    <a:pt x="287" y="648"/>
                  </a:lnTo>
                  <a:lnTo>
                    <a:pt x="289" y="648"/>
                  </a:lnTo>
                  <a:lnTo>
                    <a:pt x="292" y="647"/>
                  </a:lnTo>
                  <a:lnTo>
                    <a:pt x="292" y="647"/>
                  </a:lnTo>
                  <a:lnTo>
                    <a:pt x="290" y="647"/>
                  </a:lnTo>
                  <a:lnTo>
                    <a:pt x="289" y="647"/>
                  </a:lnTo>
                  <a:lnTo>
                    <a:pt x="287" y="647"/>
                  </a:lnTo>
                  <a:lnTo>
                    <a:pt x="287" y="647"/>
                  </a:lnTo>
                  <a:lnTo>
                    <a:pt x="286" y="645"/>
                  </a:lnTo>
                  <a:lnTo>
                    <a:pt x="287" y="644"/>
                  </a:lnTo>
                  <a:lnTo>
                    <a:pt x="289" y="641"/>
                  </a:lnTo>
                  <a:lnTo>
                    <a:pt x="290" y="639"/>
                  </a:lnTo>
                  <a:lnTo>
                    <a:pt x="290" y="639"/>
                  </a:lnTo>
                  <a:lnTo>
                    <a:pt x="290" y="638"/>
                  </a:lnTo>
                  <a:lnTo>
                    <a:pt x="292" y="636"/>
                  </a:lnTo>
                  <a:lnTo>
                    <a:pt x="293" y="633"/>
                  </a:lnTo>
                  <a:lnTo>
                    <a:pt x="297" y="632"/>
                  </a:lnTo>
                  <a:lnTo>
                    <a:pt x="297" y="633"/>
                  </a:lnTo>
                  <a:lnTo>
                    <a:pt x="297" y="636"/>
                  </a:lnTo>
                  <a:lnTo>
                    <a:pt x="297" y="638"/>
                  </a:lnTo>
                  <a:lnTo>
                    <a:pt x="298" y="633"/>
                  </a:lnTo>
                  <a:lnTo>
                    <a:pt x="298" y="632"/>
                  </a:lnTo>
                  <a:lnTo>
                    <a:pt x="300" y="630"/>
                  </a:lnTo>
                  <a:lnTo>
                    <a:pt x="301" y="630"/>
                  </a:lnTo>
                  <a:lnTo>
                    <a:pt x="303" y="629"/>
                  </a:lnTo>
                  <a:lnTo>
                    <a:pt x="300" y="630"/>
                  </a:lnTo>
                  <a:lnTo>
                    <a:pt x="293" y="632"/>
                  </a:lnTo>
                  <a:lnTo>
                    <a:pt x="292" y="633"/>
                  </a:lnTo>
                  <a:lnTo>
                    <a:pt x="290" y="635"/>
                  </a:lnTo>
                  <a:lnTo>
                    <a:pt x="289" y="636"/>
                  </a:lnTo>
                  <a:lnTo>
                    <a:pt x="289" y="638"/>
                  </a:lnTo>
                  <a:lnTo>
                    <a:pt x="287" y="641"/>
                  </a:lnTo>
                  <a:lnTo>
                    <a:pt x="287" y="641"/>
                  </a:lnTo>
                  <a:lnTo>
                    <a:pt x="286" y="642"/>
                  </a:lnTo>
                  <a:lnTo>
                    <a:pt x="284" y="644"/>
                  </a:lnTo>
                  <a:lnTo>
                    <a:pt x="283" y="647"/>
                  </a:lnTo>
                  <a:lnTo>
                    <a:pt x="281" y="648"/>
                  </a:lnTo>
                  <a:lnTo>
                    <a:pt x="281" y="648"/>
                  </a:lnTo>
                  <a:lnTo>
                    <a:pt x="280" y="650"/>
                  </a:lnTo>
                  <a:lnTo>
                    <a:pt x="280" y="651"/>
                  </a:lnTo>
                  <a:lnTo>
                    <a:pt x="280" y="651"/>
                  </a:lnTo>
                  <a:lnTo>
                    <a:pt x="278" y="650"/>
                  </a:lnTo>
                  <a:lnTo>
                    <a:pt x="278" y="648"/>
                  </a:lnTo>
                  <a:lnTo>
                    <a:pt x="278" y="645"/>
                  </a:lnTo>
                  <a:lnTo>
                    <a:pt x="280" y="644"/>
                  </a:lnTo>
                  <a:lnTo>
                    <a:pt x="280" y="642"/>
                  </a:lnTo>
                  <a:lnTo>
                    <a:pt x="280" y="641"/>
                  </a:lnTo>
                  <a:lnTo>
                    <a:pt x="280" y="639"/>
                  </a:lnTo>
                  <a:lnTo>
                    <a:pt x="281" y="639"/>
                  </a:lnTo>
                  <a:lnTo>
                    <a:pt x="281" y="641"/>
                  </a:lnTo>
                  <a:lnTo>
                    <a:pt x="283" y="641"/>
                  </a:lnTo>
                  <a:lnTo>
                    <a:pt x="286" y="639"/>
                  </a:lnTo>
                  <a:lnTo>
                    <a:pt x="286" y="638"/>
                  </a:lnTo>
                  <a:lnTo>
                    <a:pt x="284" y="638"/>
                  </a:lnTo>
                  <a:lnTo>
                    <a:pt x="283" y="638"/>
                  </a:lnTo>
                  <a:lnTo>
                    <a:pt x="281" y="636"/>
                  </a:lnTo>
                  <a:lnTo>
                    <a:pt x="280" y="635"/>
                  </a:lnTo>
                  <a:lnTo>
                    <a:pt x="278" y="632"/>
                  </a:lnTo>
                  <a:lnTo>
                    <a:pt x="280" y="630"/>
                  </a:lnTo>
                  <a:lnTo>
                    <a:pt x="284" y="627"/>
                  </a:lnTo>
                  <a:lnTo>
                    <a:pt x="286" y="625"/>
                  </a:lnTo>
                  <a:lnTo>
                    <a:pt x="284" y="624"/>
                  </a:lnTo>
                  <a:lnTo>
                    <a:pt x="283" y="627"/>
                  </a:lnTo>
                  <a:lnTo>
                    <a:pt x="280" y="629"/>
                  </a:lnTo>
                  <a:lnTo>
                    <a:pt x="278" y="625"/>
                  </a:lnTo>
                  <a:lnTo>
                    <a:pt x="278" y="624"/>
                  </a:lnTo>
                  <a:lnTo>
                    <a:pt x="277" y="621"/>
                  </a:lnTo>
                  <a:lnTo>
                    <a:pt x="278" y="618"/>
                  </a:lnTo>
                  <a:lnTo>
                    <a:pt x="277" y="616"/>
                  </a:lnTo>
                  <a:lnTo>
                    <a:pt x="278" y="615"/>
                  </a:lnTo>
                  <a:lnTo>
                    <a:pt x="280" y="616"/>
                  </a:lnTo>
                  <a:lnTo>
                    <a:pt x="281" y="616"/>
                  </a:lnTo>
                  <a:lnTo>
                    <a:pt x="283" y="615"/>
                  </a:lnTo>
                  <a:lnTo>
                    <a:pt x="289" y="613"/>
                  </a:lnTo>
                  <a:lnTo>
                    <a:pt x="293" y="615"/>
                  </a:lnTo>
                  <a:lnTo>
                    <a:pt x="295" y="615"/>
                  </a:lnTo>
                  <a:lnTo>
                    <a:pt x="297" y="613"/>
                  </a:lnTo>
                  <a:lnTo>
                    <a:pt x="300" y="613"/>
                  </a:lnTo>
                  <a:lnTo>
                    <a:pt x="301" y="615"/>
                  </a:lnTo>
                  <a:lnTo>
                    <a:pt x="301" y="615"/>
                  </a:lnTo>
                  <a:lnTo>
                    <a:pt x="301" y="618"/>
                  </a:lnTo>
                  <a:lnTo>
                    <a:pt x="303" y="618"/>
                  </a:lnTo>
                  <a:lnTo>
                    <a:pt x="303" y="618"/>
                  </a:lnTo>
                  <a:lnTo>
                    <a:pt x="303" y="616"/>
                  </a:lnTo>
                  <a:lnTo>
                    <a:pt x="303" y="615"/>
                  </a:lnTo>
                  <a:lnTo>
                    <a:pt x="309" y="612"/>
                  </a:lnTo>
                  <a:lnTo>
                    <a:pt x="309" y="612"/>
                  </a:lnTo>
                  <a:lnTo>
                    <a:pt x="307" y="612"/>
                  </a:lnTo>
                  <a:lnTo>
                    <a:pt x="306" y="609"/>
                  </a:lnTo>
                  <a:lnTo>
                    <a:pt x="307" y="606"/>
                  </a:lnTo>
                  <a:lnTo>
                    <a:pt x="307" y="606"/>
                  </a:lnTo>
                  <a:lnTo>
                    <a:pt x="306" y="607"/>
                  </a:lnTo>
                  <a:lnTo>
                    <a:pt x="306" y="610"/>
                  </a:lnTo>
                  <a:lnTo>
                    <a:pt x="306" y="612"/>
                  </a:lnTo>
                  <a:lnTo>
                    <a:pt x="306" y="612"/>
                  </a:lnTo>
                  <a:lnTo>
                    <a:pt x="304" y="613"/>
                  </a:lnTo>
                  <a:lnTo>
                    <a:pt x="301" y="613"/>
                  </a:lnTo>
                  <a:lnTo>
                    <a:pt x="300" y="612"/>
                  </a:lnTo>
                  <a:lnTo>
                    <a:pt x="298" y="612"/>
                  </a:lnTo>
                  <a:lnTo>
                    <a:pt x="297" y="612"/>
                  </a:lnTo>
                  <a:lnTo>
                    <a:pt x="298" y="610"/>
                  </a:lnTo>
                  <a:lnTo>
                    <a:pt x="297" y="610"/>
                  </a:lnTo>
                  <a:lnTo>
                    <a:pt x="297" y="610"/>
                  </a:lnTo>
                  <a:lnTo>
                    <a:pt x="295" y="613"/>
                  </a:lnTo>
                  <a:lnTo>
                    <a:pt x="295" y="613"/>
                  </a:lnTo>
                  <a:lnTo>
                    <a:pt x="290" y="613"/>
                  </a:lnTo>
                  <a:lnTo>
                    <a:pt x="286" y="613"/>
                  </a:lnTo>
                  <a:lnTo>
                    <a:pt x="283" y="615"/>
                  </a:lnTo>
                  <a:lnTo>
                    <a:pt x="281" y="615"/>
                  </a:lnTo>
                  <a:lnTo>
                    <a:pt x="278" y="612"/>
                  </a:lnTo>
                  <a:lnTo>
                    <a:pt x="278" y="610"/>
                  </a:lnTo>
                  <a:lnTo>
                    <a:pt x="277" y="607"/>
                  </a:lnTo>
                  <a:lnTo>
                    <a:pt x="277" y="606"/>
                  </a:lnTo>
                  <a:lnTo>
                    <a:pt x="280" y="606"/>
                  </a:lnTo>
                  <a:lnTo>
                    <a:pt x="280" y="606"/>
                  </a:lnTo>
                  <a:lnTo>
                    <a:pt x="281" y="605"/>
                  </a:lnTo>
                  <a:lnTo>
                    <a:pt x="281" y="605"/>
                  </a:lnTo>
                  <a:lnTo>
                    <a:pt x="280" y="603"/>
                  </a:lnTo>
                  <a:lnTo>
                    <a:pt x="278" y="602"/>
                  </a:lnTo>
                  <a:lnTo>
                    <a:pt x="277" y="602"/>
                  </a:lnTo>
                  <a:lnTo>
                    <a:pt x="277" y="599"/>
                  </a:lnTo>
                  <a:lnTo>
                    <a:pt x="277" y="597"/>
                  </a:lnTo>
                  <a:lnTo>
                    <a:pt x="277" y="596"/>
                  </a:lnTo>
                  <a:lnTo>
                    <a:pt x="277" y="594"/>
                  </a:lnTo>
                  <a:lnTo>
                    <a:pt x="278" y="594"/>
                  </a:lnTo>
                  <a:lnTo>
                    <a:pt x="283" y="594"/>
                  </a:lnTo>
                  <a:lnTo>
                    <a:pt x="287" y="596"/>
                  </a:lnTo>
                  <a:lnTo>
                    <a:pt x="290" y="597"/>
                  </a:lnTo>
                  <a:lnTo>
                    <a:pt x="295" y="597"/>
                  </a:lnTo>
                  <a:lnTo>
                    <a:pt x="298" y="596"/>
                  </a:lnTo>
                  <a:lnTo>
                    <a:pt x="298" y="594"/>
                  </a:lnTo>
                  <a:lnTo>
                    <a:pt x="295" y="596"/>
                  </a:lnTo>
                  <a:lnTo>
                    <a:pt x="292" y="596"/>
                  </a:lnTo>
                  <a:lnTo>
                    <a:pt x="286" y="594"/>
                  </a:lnTo>
                  <a:lnTo>
                    <a:pt x="283" y="593"/>
                  </a:lnTo>
                  <a:lnTo>
                    <a:pt x="281" y="594"/>
                  </a:lnTo>
                  <a:lnTo>
                    <a:pt x="280" y="593"/>
                  </a:lnTo>
                  <a:lnTo>
                    <a:pt x="278" y="590"/>
                  </a:lnTo>
                  <a:lnTo>
                    <a:pt x="280" y="587"/>
                  </a:lnTo>
                  <a:lnTo>
                    <a:pt x="280" y="587"/>
                  </a:lnTo>
                  <a:lnTo>
                    <a:pt x="281" y="587"/>
                  </a:lnTo>
                  <a:lnTo>
                    <a:pt x="281" y="587"/>
                  </a:lnTo>
                  <a:lnTo>
                    <a:pt x="283" y="587"/>
                  </a:lnTo>
                  <a:lnTo>
                    <a:pt x="283" y="584"/>
                  </a:lnTo>
                  <a:lnTo>
                    <a:pt x="284" y="584"/>
                  </a:lnTo>
                  <a:lnTo>
                    <a:pt x="286" y="581"/>
                  </a:lnTo>
                  <a:lnTo>
                    <a:pt x="287" y="581"/>
                  </a:lnTo>
                  <a:lnTo>
                    <a:pt x="289" y="581"/>
                  </a:lnTo>
                  <a:lnTo>
                    <a:pt x="289" y="581"/>
                  </a:lnTo>
                  <a:lnTo>
                    <a:pt x="290" y="581"/>
                  </a:lnTo>
                  <a:lnTo>
                    <a:pt x="290" y="581"/>
                  </a:lnTo>
                  <a:lnTo>
                    <a:pt x="292" y="581"/>
                  </a:lnTo>
                  <a:lnTo>
                    <a:pt x="297" y="581"/>
                  </a:lnTo>
                  <a:lnTo>
                    <a:pt x="297" y="581"/>
                  </a:lnTo>
                  <a:lnTo>
                    <a:pt x="298" y="578"/>
                  </a:lnTo>
                  <a:lnTo>
                    <a:pt x="295" y="581"/>
                  </a:lnTo>
                  <a:lnTo>
                    <a:pt x="293" y="581"/>
                  </a:lnTo>
                  <a:lnTo>
                    <a:pt x="292" y="581"/>
                  </a:lnTo>
                  <a:lnTo>
                    <a:pt x="290" y="581"/>
                  </a:lnTo>
                  <a:lnTo>
                    <a:pt x="292" y="578"/>
                  </a:lnTo>
                  <a:lnTo>
                    <a:pt x="292" y="578"/>
                  </a:lnTo>
                  <a:lnTo>
                    <a:pt x="293" y="576"/>
                  </a:lnTo>
                  <a:lnTo>
                    <a:pt x="293" y="576"/>
                  </a:lnTo>
                  <a:lnTo>
                    <a:pt x="295" y="576"/>
                  </a:lnTo>
                  <a:lnTo>
                    <a:pt x="297" y="576"/>
                  </a:lnTo>
                  <a:lnTo>
                    <a:pt x="298" y="575"/>
                  </a:lnTo>
                  <a:lnTo>
                    <a:pt x="301" y="576"/>
                  </a:lnTo>
                  <a:lnTo>
                    <a:pt x="306" y="576"/>
                  </a:lnTo>
                  <a:lnTo>
                    <a:pt x="309" y="578"/>
                  </a:lnTo>
                  <a:lnTo>
                    <a:pt x="309" y="578"/>
                  </a:lnTo>
                  <a:lnTo>
                    <a:pt x="310" y="578"/>
                  </a:lnTo>
                  <a:lnTo>
                    <a:pt x="310" y="576"/>
                  </a:lnTo>
                  <a:lnTo>
                    <a:pt x="309" y="576"/>
                  </a:lnTo>
                  <a:lnTo>
                    <a:pt x="309" y="575"/>
                  </a:lnTo>
                  <a:lnTo>
                    <a:pt x="309" y="575"/>
                  </a:lnTo>
                  <a:lnTo>
                    <a:pt x="312" y="573"/>
                  </a:lnTo>
                  <a:lnTo>
                    <a:pt x="315" y="573"/>
                  </a:lnTo>
                  <a:lnTo>
                    <a:pt x="315" y="572"/>
                  </a:lnTo>
                  <a:lnTo>
                    <a:pt x="307" y="573"/>
                  </a:lnTo>
                  <a:lnTo>
                    <a:pt x="304" y="572"/>
                  </a:lnTo>
                  <a:lnTo>
                    <a:pt x="303" y="572"/>
                  </a:lnTo>
                  <a:lnTo>
                    <a:pt x="303" y="573"/>
                  </a:lnTo>
                  <a:lnTo>
                    <a:pt x="300" y="573"/>
                  </a:lnTo>
                  <a:lnTo>
                    <a:pt x="298" y="573"/>
                  </a:lnTo>
                  <a:lnTo>
                    <a:pt x="300" y="572"/>
                  </a:lnTo>
                  <a:lnTo>
                    <a:pt x="301" y="569"/>
                  </a:lnTo>
                  <a:lnTo>
                    <a:pt x="301" y="567"/>
                  </a:lnTo>
                  <a:lnTo>
                    <a:pt x="303" y="567"/>
                  </a:lnTo>
                  <a:lnTo>
                    <a:pt x="307" y="566"/>
                  </a:lnTo>
                  <a:lnTo>
                    <a:pt x="309" y="563"/>
                  </a:lnTo>
                  <a:lnTo>
                    <a:pt x="310" y="563"/>
                  </a:lnTo>
                  <a:lnTo>
                    <a:pt x="310" y="563"/>
                  </a:lnTo>
                  <a:lnTo>
                    <a:pt x="312" y="563"/>
                  </a:lnTo>
                  <a:lnTo>
                    <a:pt x="315" y="563"/>
                  </a:lnTo>
                  <a:lnTo>
                    <a:pt x="316" y="566"/>
                  </a:lnTo>
                  <a:lnTo>
                    <a:pt x="318" y="567"/>
                  </a:lnTo>
                  <a:lnTo>
                    <a:pt x="322" y="570"/>
                  </a:lnTo>
                  <a:lnTo>
                    <a:pt x="322" y="569"/>
                  </a:lnTo>
                  <a:lnTo>
                    <a:pt x="318" y="564"/>
                  </a:lnTo>
                  <a:lnTo>
                    <a:pt x="318" y="564"/>
                  </a:lnTo>
                  <a:lnTo>
                    <a:pt x="316" y="561"/>
                  </a:lnTo>
                  <a:lnTo>
                    <a:pt x="316" y="560"/>
                  </a:lnTo>
                  <a:lnTo>
                    <a:pt x="318" y="558"/>
                  </a:lnTo>
                  <a:lnTo>
                    <a:pt x="321" y="557"/>
                  </a:lnTo>
                  <a:lnTo>
                    <a:pt x="322" y="557"/>
                  </a:lnTo>
                  <a:lnTo>
                    <a:pt x="322" y="555"/>
                  </a:lnTo>
                  <a:lnTo>
                    <a:pt x="321" y="552"/>
                  </a:lnTo>
                  <a:lnTo>
                    <a:pt x="319" y="552"/>
                  </a:lnTo>
                  <a:lnTo>
                    <a:pt x="319" y="552"/>
                  </a:lnTo>
                  <a:lnTo>
                    <a:pt x="319" y="552"/>
                  </a:lnTo>
                  <a:lnTo>
                    <a:pt x="319" y="549"/>
                  </a:lnTo>
                  <a:lnTo>
                    <a:pt x="321" y="549"/>
                  </a:lnTo>
                  <a:lnTo>
                    <a:pt x="322" y="549"/>
                  </a:lnTo>
                  <a:lnTo>
                    <a:pt x="324" y="547"/>
                  </a:lnTo>
                  <a:lnTo>
                    <a:pt x="328" y="549"/>
                  </a:lnTo>
                  <a:lnTo>
                    <a:pt x="328" y="549"/>
                  </a:lnTo>
                  <a:lnTo>
                    <a:pt x="327" y="552"/>
                  </a:lnTo>
                  <a:lnTo>
                    <a:pt x="327" y="552"/>
                  </a:lnTo>
                  <a:lnTo>
                    <a:pt x="328" y="552"/>
                  </a:lnTo>
                  <a:lnTo>
                    <a:pt x="330" y="549"/>
                  </a:lnTo>
                  <a:lnTo>
                    <a:pt x="333" y="549"/>
                  </a:lnTo>
                  <a:lnTo>
                    <a:pt x="335" y="549"/>
                  </a:lnTo>
                  <a:lnTo>
                    <a:pt x="335" y="549"/>
                  </a:lnTo>
                  <a:lnTo>
                    <a:pt x="336" y="552"/>
                  </a:lnTo>
                  <a:lnTo>
                    <a:pt x="338" y="552"/>
                  </a:lnTo>
                  <a:lnTo>
                    <a:pt x="338" y="552"/>
                  </a:lnTo>
                  <a:lnTo>
                    <a:pt x="339" y="555"/>
                  </a:lnTo>
                  <a:lnTo>
                    <a:pt x="339" y="555"/>
                  </a:lnTo>
                  <a:lnTo>
                    <a:pt x="339" y="552"/>
                  </a:lnTo>
                  <a:lnTo>
                    <a:pt x="341" y="552"/>
                  </a:lnTo>
                  <a:lnTo>
                    <a:pt x="344" y="552"/>
                  </a:lnTo>
                  <a:lnTo>
                    <a:pt x="347" y="552"/>
                  </a:lnTo>
                  <a:lnTo>
                    <a:pt x="347" y="552"/>
                  </a:lnTo>
                  <a:lnTo>
                    <a:pt x="348" y="552"/>
                  </a:lnTo>
                  <a:lnTo>
                    <a:pt x="347" y="549"/>
                  </a:lnTo>
                  <a:lnTo>
                    <a:pt x="347" y="549"/>
                  </a:lnTo>
                  <a:lnTo>
                    <a:pt x="348" y="549"/>
                  </a:lnTo>
                  <a:lnTo>
                    <a:pt x="348" y="547"/>
                  </a:lnTo>
                  <a:lnTo>
                    <a:pt x="350" y="546"/>
                  </a:lnTo>
                  <a:lnTo>
                    <a:pt x="353" y="546"/>
                  </a:lnTo>
                  <a:lnTo>
                    <a:pt x="354" y="544"/>
                  </a:lnTo>
                  <a:lnTo>
                    <a:pt x="356" y="543"/>
                  </a:lnTo>
                  <a:lnTo>
                    <a:pt x="356" y="543"/>
                  </a:lnTo>
                  <a:lnTo>
                    <a:pt x="354" y="541"/>
                  </a:lnTo>
                  <a:lnTo>
                    <a:pt x="354" y="541"/>
                  </a:lnTo>
                  <a:lnTo>
                    <a:pt x="353" y="541"/>
                  </a:lnTo>
                  <a:lnTo>
                    <a:pt x="354" y="540"/>
                  </a:lnTo>
                  <a:lnTo>
                    <a:pt x="357" y="538"/>
                  </a:lnTo>
                  <a:lnTo>
                    <a:pt x="356" y="537"/>
                  </a:lnTo>
                  <a:lnTo>
                    <a:pt x="354" y="537"/>
                  </a:lnTo>
                  <a:lnTo>
                    <a:pt x="354" y="537"/>
                  </a:lnTo>
                  <a:lnTo>
                    <a:pt x="351" y="538"/>
                  </a:lnTo>
                  <a:lnTo>
                    <a:pt x="350" y="540"/>
                  </a:lnTo>
                  <a:lnTo>
                    <a:pt x="351" y="541"/>
                  </a:lnTo>
                  <a:lnTo>
                    <a:pt x="351" y="543"/>
                  </a:lnTo>
                  <a:lnTo>
                    <a:pt x="350" y="544"/>
                  </a:lnTo>
                  <a:lnTo>
                    <a:pt x="344" y="549"/>
                  </a:lnTo>
                  <a:lnTo>
                    <a:pt x="339" y="552"/>
                  </a:lnTo>
                  <a:lnTo>
                    <a:pt x="338" y="552"/>
                  </a:lnTo>
                  <a:lnTo>
                    <a:pt x="338" y="549"/>
                  </a:lnTo>
                  <a:lnTo>
                    <a:pt x="336" y="549"/>
                  </a:lnTo>
                  <a:lnTo>
                    <a:pt x="336" y="546"/>
                  </a:lnTo>
                  <a:lnTo>
                    <a:pt x="335" y="546"/>
                  </a:lnTo>
                  <a:lnTo>
                    <a:pt x="333" y="547"/>
                  </a:lnTo>
                  <a:lnTo>
                    <a:pt x="333" y="546"/>
                  </a:lnTo>
                  <a:lnTo>
                    <a:pt x="335" y="544"/>
                  </a:lnTo>
                  <a:lnTo>
                    <a:pt x="335" y="541"/>
                  </a:lnTo>
                  <a:lnTo>
                    <a:pt x="338" y="540"/>
                  </a:lnTo>
                  <a:lnTo>
                    <a:pt x="338" y="538"/>
                  </a:lnTo>
                  <a:lnTo>
                    <a:pt x="339" y="535"/>
                  </a:lnTo>
                  <a:lnTo>
                    <a:pt x="342" y="534"/>
                  </a:lnTo>
                  <a:lnTo>
                    <a:pt x="345" y="526"/>
                  </a:lnTo>
                  <a:lnTo>
                    <a:pt x="348" y="525"/>
                  </a:lnTo>
                  <a:lnTo>
                    <a:pt x="350" y="522"/>
                  </a:lnTo>
                  <a:lnTo>
                    <a:pt x="353" y="520"/>
                  </a:lnTo>
                  <a:lnTo>
                    <a:pt x="354" y="517"/>
                  </a:lnTo>
                  <a:lnTo>
                    <a:pt x="356" y="517"/>
                  </a:lnTo>
                  <a:lnTo>
                    <a:pt x="357" y="517"/>
                  </a:lnTo>
                  <a:lnTo>
                    <a:pt x="359" y="515"/>
                  </a:lnTo>
                  <a:lnTo>
                    <a:pt x="357" y="515"/>
                  </a:lnTo>
                  <a:lnTo>
                    <a:pt x="356" y="515"/>
                  </a:lnTo>
                  <a:lnTo>
                    <a:pt x="354" y="517"/>
                  </a:lnTo>
                  <a:lnTo>
                    <a:pt x="354" y="514"/>
                  </a:lnTo>
                  <a:lnTo>
                    <a:pt x="356" y="512"/>
                  </a:lnTo>
                  <a:lnTo>
                    <a:pt x="357" y="511"/>
                  </a:lnTo>
                  <a:lnTo>
                    <a:pt x="365" y="505"/>
                  </a:lnTo>
                  <a:lnTo>
                    <a:pt x="366" y="505"/>
                  </a:lnTo>
                  <a:lnTo>
                    <a:pt x="366" y="506"/>
                  </a:lnTo>
                  <a:lnTo>
                    <a:pt x="369" y="506"/>
                  </a:lnTo>
                  <a:lnTo>
                    <a:pt x="372" y="503"/>
                  </a:lnTo>
                  <a:lnTo>
                    <a:pt x="374" y="500"/>
                  </a:lnTo>
                  <a:lnTo>
                    <a:pt x="374" y="500"/>
                  </a:lnTo>
                  <a:lnTo>
                    <a:pt x="372" y="502"/>
                  </a:lnTo>
                  <a:lnTo>
                    <a:pt x="369" y="503"/>
                  </a:lnTo>
                  <a:lnTo>
                    <a:pt x="368" y="505"/>
                  </a:lnTo>
                  <a:lnTo>
                    <a:pt x="368" y="503"/>
                  </a:lnTo>
                  <a:lnTo>
                    <a:pt x="368" y="503"/>
                  </a:lnTo>
                  <a:lnTo>
                    <a:pt x="366" y="502"/>
                  </a:lnTo>
                  <a:lnTo>
                    <a:pt x="366" y="502"/>
                  </a:lnTo>
                  <a:lnTo>
                    <a:pt x="365" y="502"/>
                  </a:lnTo>
                  <a:lnTo>
                    <a:pt x="365" y="499"/>
                  </a:lnTo>
                  <a:lnTo>
                    <a:pt x="366" y="496"/>
                  </a:lnTo>
                  <a:lnTo>
                    <a:pt x="366" y="493"/>
                  </a:lnTo>
                  <a:lnTo>
                    <a:pt x="368" y="491"/>
                  </a:lnTo>
                  <a:lnTo>
                    <a:pt x="371" y="485"/>
                  </a:lnTo>
                  <a:lnTo>
                    <a:pt x="371" y="484"/>
                  </a:lnTo>
                  <a:lnTo>
                    <a:pt x="374" y="482"/>
                  </a:lnTo>
                  <a:lnTo>
                    <a:pt x="376" y="482"/>
                  </a:lnTo>
                  <a:lnTo>
                    <a:pt x="376" y="482"/>
                  </a:lnTo>
                  <a:lnTo>
                    <a:pt x="376" y="479"/>
                  </a:lnTo>
                  <a:lnTo>
                    <a:pt x="372" y="477"/>
                  </a:lnTo>
                  <a:lnTo>
                    <a:pt x="372" y="477"/>
                  </a:lnTo>
                  <a:lnTo>
                    <a:pt x="380" y="474"/>
                  </a:lnTo>
                  <a:lnTo>
                    <a:pt x="383" y="474"/>
                  </a:lnTo>
                  <a:lnTo>
                    <a:pt x="385" y="473"/>
                  </a:lnTo>
                  <a:lnTo>
                    <a:pt x="386" y="473"/>
                  </a:lnTo>
                  <a:lnTo>
                    <a:pt x="388" y="471"/>
                  </a:lnTo>
                  <a:lnTo>
                    <a:pt x="388" y="470"/>
                  </a:lnTo>
                  <a:lnTo>
                    <a:pt x="383" y="471"/>
                  </a:lnTo>
                  <a:lnTo>
                    <a:pt x="382" y="473"/>
                  </a:lnTo>
                  <a:lnTo>
                    <a:pt x="380" y="473"/>
                  </a:lnTo>
                  <a:lnTo>
                    <a:pt x="380" y="473"/>
                  </a:lnTo>
                  <a:lnTo>
                    <a:pt x="377" y="473"/>
                  </a:lnTo>
                  <a:lnTo>
                    <a:pt x="377" y="467"/>
                  </a:lnTo>
                  <a:lnTo>
                    <a:pt x="377" y="464"/>
                  </a:lnTo>
                  <a:lnTo>
                    <a:pt x="379" y="464"/>
                  </a:lnTo>
                  <a:lnTo>
                    <a:pt x="379" y="461"/>
                  </a:lnTo>
                  <a:lnTo>
                    <a:pt x="380" y="459"/>
                  </a:lnTo>
                  <a:lnTo>
                    <a:pt x="382" y="458"/>
                  </a:lnTo>
                  <a:lnTo>
                    <a:pt x="382" y="458"/>
                  </a:lnTo>
                  <a:lnTo>
                    <a:pt x="383" y="456"/>
                  </a:lnTo>
                  <a:lnTo>
                    <a:pt x="385" y="456"/>
                  </a:lnTo>
                  <a:lnTo>
                    <a:pt x="388" y="456"/>
                  </a:lnTo>
                  <a:lnTo>
                    <a:pt x="386" y="455"/>
                  </a:lnTo>
                  <a:lnTo>
                    <a:pt x="385" y="453"/>
                  </a:lnTo>
                  <a:lnTo>
                    <a:pt x="383" y="452"/>
                  </a:lnTo>
                  <a:lnTo>
                    <a:pt x="385" y="452"/>
                  </a:lnTo>
                  <a:lnTo>
                    <a:pt x="386" y="450"/>
                  </a:lnTo>
                  <a:lnTo>
                    <a:pt x="386" y="450"/>
                  </a:lnTo>
                  <a:lnTo>
                    <a:pt x="388" y="447"/>
                  </a:lnTo>
                  <a:lnTo>
                    <a:pt x="389" y="446"/>
                  </a:lnTo>
                  <a:lnTo>
                    <a:pt x="391" y="446"/>
                  </a:lnTo>
                  <a:lnTo>
                    <a:pt x="392" y="444"/>
                  </a:lnTo>
                  <a:lnTo>
                    <a:pt x="394" y="444"/>
                  </a:lnTo>
                  <a:lnTo>
                    <a:pt x="395" y="444"/>
                  </a:lnTo>
                  <a:lnTo>
                    <a:pt x="397" y="442"/>
                  </a:lnTo>
                  <a:lnTo>
                    <a:pt x="406" y="442"/>
                  </a:lnTo>
                  <a:lnTo>
                    <a:pt x="406" y="441"/>
                  </a:lnTo>
                  <a:lnTo>
                    <a:pt x="404" y="441"/>
                  </a:lnTo>
                  <a:lnTo>
                    <a:pt x="398" y="441"/>
                  </a:lnTo>
                  <a:lnTo>
                    <a:pt x="395" y="441"/>
                  </a:lnTo>
                  <a:lnTo>
                    <a:pt x="394" y="441"/>
                  </a:lnTo>
                  <a:lnTo>
                    <a:pt x="394" y="441"/>
                  </a:lnTo>
                  <a:lnTo>
                    <a:pt x="394" y="439"/>
                  </a:lnTo>
                  <a:lnTo>
                    <a:pt x="394" y="438"/>
                  </a:lnTo>
                  <a:lnTo>
                    <a:pt x="395" y="436"/>
                  </a:lnTo>
                  <a:lnTo>
                    <a:pt x="397" y="433"/>
                  </a:lnTo>
                  <a:lnTo>
                    <a:pt x="400" y="430"/>
                  </a:lnTo>
                  <a:lnTo>
                    <a:pt x="401" y="432"/>
                  </a:lnTo>
                  <a:lnTo>
                    <a:pt x="403" y="433"/>
                  </a:lnTo>
                  <a:lnTo>
                    <a:pt x="404" y="433"/>
                  </a:lnTo>
                  <a:lnTo>
                    <a:pt x="406" y="435"/>
                  </a:lnTo>
                  <a:lnTo>
                    <a:pt x="407" y="438"/>
                  </a:lnTo>
                  <a:lnTo>
                    <a:pt x="407" y="438"/>
                  </a:lnTo>
                  <a:lnTo>
                    <a:pt x="407" y="435"/>
                  </a:lnTo>
                  <a:lnTo>
                    <a:pt x="409" y="432"/>
                  </a:lnTo>
                  <a:lnTo>
                    <a:pt x="407" y="432"/>
                  </a:lnTo>
                  <a:lnTo>
                    <a:pt x="406" y="433"/>
                  </a:lnTo>
                  <a:lnTo>
                    <a:pt x="404" y="432"/>
                  </a:lnTo>
                  <a:lnTo>
                    <a:pt x="403" y="430"/>
                  </a:lnTo>
                  <a:lnTo>
                    <a:pt x="403" y="429"/>
                  </a:lnTo>
                  <a:lnTo>
                    <a:pt x="403" y="427"/>
                  </a:lnTo>
                  <a:lnTo>
                    <a:pt x="404" y="426"/>
                  </a:lnTo>
                  <a:lnTo>
                    <a:pt x="404" y="424"/>
                  </a:lnTo>
                  <a:lnTo>
                    <a:pt x="400" y="427"/>
                  </a:lnTo>
                  <a:lnTo>
                    <a:pt x="398" y="427"/>
                  </a:lnTo>
                  <a:lnTo>
                    <a:pt x="397" y="427"/>
                  </a:lnTo>
                  <a:lnTo>
                    <a:pt x="398" y="426"/>
                  </a:lnTo>
                  <a:lnTo>
                    <a:pt x="398" y="423"/>
                  </a:lnTo>
                  <a:lnTo>
                    <a:pt x="401" y="418"/>
                  </a:lnTo>
                  <a:lnTo>
                    <a:pt x="401" y="418"/>
                  </a:lnTo>
                  <a:lnTo>
                    <a:pt x="403" y="418"/>
                  </a:lnTo>
                  <a:lnTo>
                    <a:pt x="404" y="420"/>
                  </a:lnTo>
                  <a:lnTo>
                    <a:pt x="406" y="420"/>
                  </a:lnTo>
                  <a:lnTo>
                    <a:pt x="407" y="418"/>
                  </a:lnTo>
                  <a:lnTo>
                    <a:pt x="407" y="418"/>
                  </a:lnTo>
                  <a:lnTo>
                    <a:pt x="404" y="417"/>
                  </a:lnTo>
                  <a:lnTo>
                    <a:pt x="404" y="415"/>
                  </a:lnTo>
                  <a:lnTo>
                    <a:pt x="404" y="415"/>
                  </a:lnTo>
                  <a:lnTo>
                    <a:pt x="406" y="414"/>
                  </a:lnTo>
                  <a:lnTo>
                    <a:pt x="407" y="412"/>
                  </a:lnTo>
                  <a:lnTo>
                    <a:pt x="410" y="411"/>
                  </a:lnTo>
                  <a:lnTo>
                    <a:pt x="412" y="409"/>
                  </a:lnTo>
                  <a:lnTo>
                    <a:pt x="414" y="411"/>
                  </a:lnTo>
                  <a:lnTo>
                    <a:pt x="414" y="411"/>
                  </a:lnTo>
                  <a:lnTo>
                    <a:pt x="414" y="417"/>
                  </a:lnTo>
                  <a:lnTo>
                    <a:pt x="415" y="421"/>
                  </a:lnTo>
                  <a:lnTo>
                    <a:pt x="417" y="421"/>
                  </a:lnTo>
                  <a:lnTo>
                    <a:pt x="415" y="417"/>
                  </a:lnTo>
                  <a:lnTo>
                    <a:pt x="417" y="417"/>
                  </a:lnTo>
                  <a:lnTo>
                    <a:pt x="417" y="415"/>
                  </a:lnTo>
                  <a:lnTo>
                    <a:pt x="417" y="414"/>
                  </a:lnTo>
                  <a:lnTo>
                    <a:pt x="417" y="414"/>
                  </a:lnTo>
                  <a:lnTo>
                    <a:pt x="415" y="412"/>
                  </a:lnTo>
                  <a:lnTo>
                    <a:pt x="415" y="407"/>
                  </a:lnTo>
                  <a:lnTo>
                    <a:pt x="415" y="406"/>
                  </a:lnTo>
                  <a:lnTo>
                    <a:pt x="417" y="404"/>
                  </a:lnTo>
                  <a:lnTo>
                    <a:pt x="420" y="403"/>
                  </a:lnTo>
                  <a:lnTo>
                    <a:pt x="423" y="406"/>
                  </a:lnTo>
                  <a:lnTo>
                    <a:pt x="424" y="406"/>
                  </a:lnTo>
                  <a:lnTo>
                    <a:pt x="426" y="404"/>
                  </a:lnTo>
                  <a:lnTo>
                    <a:pt x="429" y="403"/>
                  </a:lnTo>
                  <a:lnTo>
                    <a:pt x="430" y="403"/>
                  </a:lnTo>
                  <a:lnTo>
                    <a:pt x="432" y="403"/>
                  </a:lnTo>
                  <a:lnTo>
                    <a:pt x="432" y="403"/>
                  </a:lnTo>
                  <a:lnTo>
                    <a:pt x="430" y="401"/>
                  </a:lnTo>
                  <a:lnTo>
                    <a:pt x="430" y="401"/>
                  </a:lnTo>
                  <a:lnTo>
                    <a:pt x="430" y="401"/>
                  </a:lnTo>
                  <a:lnTo>
                    <a:pt x="427" y="401"/>
                  </a:lnTo>
                  <a:lnTo>
                    <a:pt x="420" y="401"/>
                  </a:lnTo>
                  <a:lnTo>
                    <a:pt x="418" y="401"/>
                  </a:lnTo>
                  <a:lnTo>
                    <a:pt x="418" y="400"/>
                  </a:lnTo>
                  <a:lnTo>
                    <a:pt x="420" y="397"/>
                  </a:lnTo>
                  <a:lnTo>
                    <a:pt x="420" y="397"/>
                  </a:lnTo>
                  <a:lnTo>
                    <a:pt x="423" y="394"/>
                  </a:lnTo>
                  <a:lnTo>
                    <a:pt x="426" y="394"/>
                  </a:lnTo>
                  <a:lnTo>
                    <a:pt x="429" y="391"/>
                  </a:lnTo>
                  <a:lnTo>
                    <a:pt x="430" y="388"/>
                  </a:lnTo>
                  <a:lnTo>
                    <a:pt x="432" y="383"/>
                  </a:lnTo>
                  <a:lnTo>
                    <a:pt x="433" y="380"/>
                  </a:lnTo>
                  <a:lnTo>
                    <a:pt x="438" y="379"/>
                  </a:lnTo>
                  <a:lnTo>
                    <a:pt x="438" y="377"/>
                  </a:lnTo>
                  <a:lnTo>
                    <a:pt x="438" y="376"/>
                  </a:lnTo>
                  <a:lnTo>
                    <a:pt x="438" y="373"/>
                  </a:lnTo>
                  <a:lnTo>
                    <a:pt x="439" y="368"/>
                  </a:lnTo>
                  <a:lnTo>
                    <a:pt x="439" y="368"/>
                  </a:lnTo>
                  <a:lnTo>
                    <a:pt x="441" y="366"/>
                  </a:lnTo>
                  <a:lnTo>
                    <a:pt x="441" y="368"/>
                  </a:lnTo>
                  <a:lnTo>
                    <a:pt x="442" y="371"/>
                  </a:lnTo>
                  <a:lnTo>
                    <a:pt x="445" y="373"/>
                  </a:lnTo>
                  <a:lnTo>
                    <a:pt x="447" y="373"/>
                  </a:lnTo>
                  <a:lnTo>
                    <a:pt x="448" y="373"/>
                  </a:lnTo>
                  <a:lnTo>
                    <a:pt x="445" y="371"/>
                  </a:lnTo>
                  <a:lnTo>
                    <a:pt x="444" y="368"/>
                  </a:lnTo>
                  <a:lnTo>
                    <a:pt x="444" y="366"/>
                  </a:lnTo>
                  <a:lnTo>
                    <a:pt x="445" y="365"/>
                  </a:lnTo>
                  <a:lnTo>
                    <a:pt x="447" y="365"/>
                  </a:lnTo>
                  <a:lnTo>
                    <a:pt x="447" y="365"/>
                  </a:lnTo>
                  <a:lnTo>
                    <a:pt x="448" y="363"/>
                  </a:lnTo>
                  <a:lnTo>
                    <a:pt x="450" y="363"/>
                  </a:lnTo>
                  <a:lnTo>
                    <a:pt x="450" y="362"/>
                  </a:lnTo>
                  <a:lnTo>
                    <a:pt x="450" y="360"/>
                  </a:lnTo>
                  <a:lnTo>
                    <a:pt x="453" y="357"/>
                  </a:lnTo>
                  <a:lnTo>
                    <a:pt x="459" y="356"/>
                  </a:lnTo>
                  <a:lnTo>
                    <a:pt x="459" y="356"/>
                  </a:lnTo>
                  <a:lnTo>
                    <a:pt x="459" y="362"/>
                  </a:lnTo>
                  <a:lnTo>
                    <a:pt x="459" y="366"/>
                  </a:lnTo>
                  <a:lnTo>
                    <a:pt x="459" y="369"/>
                  </a:lnTo>
                  <a:lnTo>
                    <a:pt x="459" y="366"/>
                  </a:lnTo>
                  <a:lnTo>
                    <a:pt x="459" y="359"/>
                  </a:lnTo>
                  <a:lnTo>
                    <a:pt x="462" y="354"/>
                  </a:lnTo>
                  <a:lnTo>
                    <a:pt x="462" y="353"/>
                  </a:lnTo>
                  <a:lnTo>
                    <a:pt x="465" y="353"/>
                  </a:lnTo>
                  <a:lnTo>
                    <a:pt x="465" y="351"/>
                  </a:lnTo>
                  <a:lnTo>
                    <a:pt x="465" y="350"/>
                  </a:lnTo>
                  <a:lnTo>
                    <a:pt x="465" y="351"/>
                  </a:lnTo>
                  <a:lnTo>
                    <a:pt x="468" y="353"/>
                  </a:lnTo>
                  <a:lnTo>
                    <a:pt x="465" y="360"/>
                  </a:lnTo>
                  <a:lnTo>
                    <a:pt x="465" y="362"/>
                  </a:lnTo>
                  <a:lnTo>
                    <a:pt x="465" y="365"/>
                  </a:lnTo>
                  <a:lnTo>
                    <a:pt x="462" y="371"/>
                  </a:lnTo>
                  <a:lnTo>
                    <a:pt x="462" y="373"/>
                  </a:lnTo>
                  <a:lnTo>
                    <a:pt x="462" y="371"/>
                  </a:lnTo>
                  <a:lnTo>
                    <a:pt x="465" y="371"/>
                  </a:lnTo>
                  <a:lnTo>
                    <a:pt x="468" y="365"/>
                  </a:lnTo>
                  <a:lnTo>
                    <a:pt x="471" y="365"/>
                  </a:lnTo>
                  <a:lnTo>
                    <a:pt x="471" y="365"/>
                  </a:lnTo>
                  <a:lnTo>
                    <a:pt x="471" y="363"/>
                  </a:lnTo>
                  <a:lnTo>
                    <a:pt x="468" y="362"/>
                  </a:lnTo>
                  <a:lnTo>
                    <a:pt x="468" y="359"/>
                  </a:lnTo>
                  <a:lnTo>
                    <a:pt x="468" y="354"/>
                  </a:lnTo>
                  <a:lnTo>
                    <a:pt x="471" y="351"/>
                  </a:lnTo>
                  <a:lnTo>
                    <a:pt x="471" y="351"/>
                  </a:lnTo>
                  <a:lnTo>
                    <a:pt x="474" y="351"/>
                  </a:lnTo>
                  <a:lnTo>
                    <a:pt x="474" y="353"/>
                  </a:lnTo>
                  <a:lnTo>
                    <a:pt x="477" y="353"/>
                  </a:lnTo>
                  <a:lnTo>
                    <a:pt x="477" y="348"/>
                  </a:lnTo>
                  <a:lnTo>
                    <a:pt x="480" y="348"/>
                  </a:lnTo>
                  <a:lnTo>
                    <a:pt x="481" y="351"/>
                  </a:lnTo>
                  <a:lnTo>
                    <a:pt x="484" y="353"/>
                  </a:lnTo>
                  <a:lnTo>
                    <a:pt x="486" y="356"/>
                  </a:lnTo>
                  <a:lnTo>
                    <a:pt x="486" y="354"/>
                  </a:lnTo>
                  <a:lnTo>
                    <a:pt x="486" y="348"/>
                  </a:lnTo>
                  <a:lnTo>
                    <a:pt x="484" y="347"/>
                  </a:lnTo>
                  <a:lnTo>
                    <a:pt x="483" y="345"/>
                  </a:lnTo>
                  <a:lnTo>
                    <a:pt x="480" y="342"/>
                  </a:lnTo>
                  <a:lnTo>
                    <a:pt x="477" y="341"/>
                  </a:lnTo>
                  <a:lnTo>
                    <a:pt x="477" y="341"/>
                  </a:lnTo>
                  <a:lnTo>
                    <a:pt x="481" y="339"/>
                  </a:lnTo>
                  <a:lnTo>
                    <a:pt x="484" y="341"/>
                  </a:lnTo>
                  <a:lnTo>
                    <a:pt x="487" y="338"/>
                  </a:lnTo>
                  <a:lnTo>
                    <a:pt x="487" y="339"/>
                  </a:lnTo>
                  <a:lnTo>
                    <a:pt x="489" y="338"/>
                  </a:lnTo>
                  <a:lnTo>
                    <a:pt x="490" y="339"/>
                  </a:lnTo>
                  <a:lnTo>
                    <a:pt x="492" y="339"/>
                  </a:lnTo>
                  <a:lnTo>
                    <a:pt x="492" y="336"/>
                  </a:lnTo>
                  <a:lnTo>
                    <a:pt x="495" y="335"/>
                  </a:lnTo>
                  <a:lnTo>
                    <a:pt x="498" y="336"/>
                  </a:lnTo>
                  <a:lnTo>
                    <a:pt x="498" y="338"/>
                  </a:lnTo>
                  <a:lnTo>
                    <a:pt x="499" y="341"/>
                  </a:lnTo>
                  <a:lnTo>
                    <a:pt x="499" y="345"/>
                  </a:lnTo>
                  <a:lnTo>
                    <a:pt x="501" y="347"/>
                  </a:lnTo>
                  <a:lnTo>
                    <a:pt x="502" y="348"/>
                  </a:lnTo>
                  <a:lnTo>
                    <a:pt x="504" y="350"/>
                  </a:lnTo>
                  <a:lnTo>
                    <a:pt x="504" y="348"/>
                  </a:lnTo>
                  <a:lnTo>
                    <a:pt x="502" y="347"/>
                  </a:lnTo>
                  <a:lnTo>
                    <a:pt x="502" y="345"/>
                  </a:lnTo>
                  <a:lnTo>
                    <a:pt x="502" y="341"/>
                  </a:lnTo>
                  <a:lnTo>
                    <a:pt x="504" y="339"/>
                  </a:lnTo>
                  <a:lnTo>
                    <a:pt x="507" y="335"/>
                  </a:lnTo>
                  <a:lnTo>
                    <a:pt x="510" y="331"/>
                  </a:lnTo>
                  <a:lnTo>
                    <a:pt x="511" y="331"/>
                  </a:lnTo>
                  <a:lnTo>
                    <a:pt x="514" y="324"/>
                  </a:lnTo>
                  <a:lnTo>
                    <a:pt x="516" y="322"/>
                  </a:lnTo>
                  <a:lnTo>
                    <a:pt x="516" y="322"/>
                  </a:lnTo>
                  <a:lnTo>
                    <a:pt x="516" y="321"/>
                  </a:lnTo>
                  <a:lnTo>
                    <a:pt x="514" y="321"/>
                  </a:lnTo>
                  <a:lnTo>
                    <a:pt x="514" y="318"/>
                  </a:lnTo>
                  <a:lnTo>
                    <a:pt x="516" y="316"/>
                  </a:lnTo>
                  <a:lnTo>
                    <a:pt x="519" y="312"/>
                  </a:lnTo>
                  <a:lnTo>
                    <a:pt x="520" y="312"/>
                  </a:lnTo>
                  <a:lnTo>
                    <a:pt x="522" y="313"/>
                  </a:lnTo>
                  <a:lnTo>
                    <a:pt x="523" y="315"/>
                  </a:lnTo>
                  <a:lnTo>
                    <a:pt x="525" y="316"/>
                  </a:lnTo>
                  <a:lnTo>
                    <a:pt x="526" y="318"/>
                  </a:lnTo>
                  <a:lnTo>
                    <a:pt x="528" y="318"/>
                  </a:lnTo>
                  <a:lnTo>
                    <a:pt x="528" y="316"/>
                  </a:lnTo>
                  <a:lnTo>
                    <a:pt x="528" y="315"/>
                  </a:lnTo>
                  <a:lnTo>
                    <a:pt x="532" y="315"/>
                  </a:lnTo>
                  <a:lnTo>
                    <a:pt x="532" y="316"/>
                  </a:lnTo>
                  <a:lnTo>
                    <a:pt x="533" y="316"/>
                  </a:lnTo>
                  <a:lnTo>
                    <a:pt x="533" y="318"/>
                  </a:lnTo>
                  <a:lnTo>
                    <a:pt x="533" y="318"/>
                  </a:lnTo>
                  <a:lnTo>
                    <a:pt x="532" y="319"/>
                  </a:lnTo>
                  <a:lnTo>
                    <a:pt x="530" y="324"/>
                  </a:lnTo>
                  <a:lnTo>
                    <a:pt x="526" y="328"/>
                  </a:lnTo>
                  <a:lnTo>
                    <a:pt x="526" y="330"/>
                  </a:lnTo>
                  <a:lnTo>
                    <a:pt x="525" y="336"/>
                  </a:lnTo>
                  <a:lnTo>
                    <a:pt x="523" y="341"/>
                  </a:lnTo>
                  <a:lnTo>
                    <a:pt x="523" y="344"/>
                  </a:lnTo>
                  <a:lnTo>
                    <a:pt x="523" y="345"/>
                  </a:lnTo>
                  <a:lnTo>
                    <a:pt x="526" y="344"/>
                  </a:lnTo>
                  <a:lnTo>
                    <a:pt x="528" y="341"/>
                  </a:lnTo>
                  <a:lnTo>
                    <a:pt x="530" y="336"/>
                  </a:lnTo>
                  <a:lnTo>
                    <a:pt x="536" y="325"/>
                  </a:lnTo>
                  <a:lnTo>
                    <a:pt x="539" y="319"/>
                  </a:lnTo>
                  <a:lnTo>
                    <a:pt x="542" y="315"/>
                  </a:lnTo>
                  <a:lnTo>
                    <a:pt x="544" y="313"/>
                  </a:lnTo>
                  <a:lnTo>
                    <a:pt x="545" y="318"/>
                  </a:lnTo>
                  <a:lnTo>
                    <a:pt x="544" y="321"/>
                  </a:lnTo>
                  <a:lnTo>
                    <a:pt x="544" y="324"/>
                  </a:lnTo>
                  <a:lnTo>
                    <a:pt x="544" y="325"/>
                  </a:lnTo>
                  <a:lnTo>
                    <a:pt x="544" y="328"/>
                  </a:lnTo>
                  <a:lnTo>
                    <a:pt x="544" y="330"/>
                  </a:lnTo>
                  <a:lnTo>
                    <a:pt x="544" y="331"/>
                  </a:lnTo>
                  <a:lnTo>
                    <a:pt x="544" y="333"/>
                  </a:lnTo>
                  <a:lnTo>
                    <a:pt x="544" y="333"/>
                  </a:lnTo>
                  <a:lnTo>
                    <a:pt x="548" y="330"/>
                  </a:lnTo>
                  <a:lnTo>
                    <a:pt x="550" y="327"/>
                  </a:lnTo>
                  <a:lnTo>
                    <a:pt x="550" y="324"/>
                  </a:lnTo>
                  <a:lnTo>
                    <a:pt x="551" y="321"/>
                  </a:lnTo>
                  <a:lnTo>
                    <a:pt x="553" y="319"/>
                  </a:lnTo>
                  <a:lnTo>
                    <a:pt x="554" y="319"/>
                  </a:lnTo>
                  <a:lnTo>
                    <a:pt x="556" y="318"/>
                  </a:lnTo>
                  <a:lnTo>
                    <a:pt x="551" y="315"/>
                  </a:lnTo>
                  <a:lnTo>
                    <a:pt x="551" y="313"/>
                  </a:lnTo>
                  <a:lnTo>
                    <a:pt x="553" y="312"/>
                  </a:lnTo>
                  <a:lnTo>
                    <a:pt x="556" y="309"/>
                  </a:lnTo>
                  <a:lnTo>
                    <a:pt x="557" y="309"/>
                  </a:lnTo>
                  <a:lnTo>
                    <a:pt x="559" y="309"/>
                  </a:lnTo>
                  <a:lnTo>
                    <a:pt x="562" y="310"/>
                  </a:lnTo>
                  <a:lnTo>
                    <a:pt x="565" y="313"/>
                  </a:lnTo>
                  <a:lnTo>
                    <a:pt x="565" y="316"/>
                  </a:lnTo>
                  <a:lnTo>
                    <a:pt x="565" y="318"/>
                  </a:lnTo>
                  <a:lnTo>
                    <a:pt x="563" y="319"/>
                  </a:lnTo>
                  <a:lnTo>
                    <a:pt x="560" y="322"/>
                  </a:lnTo>
                  <a:lnTo>
                    <a:pt x="559" y="324"/>
                  </a:lnTo>
                  <a:lnTo>
                    <a:pt x="560" y="324"/>
                  </a:lnTo>
                  <a:lnTo>
                    <a:pt x="563" y="322"/>
                  </a:lnTo>
                  <a:lnTo>
                    <a:pt x="563" y="324"/>
                  </a:lnTo>
                  <a:lnTo>
                    <a:pt x="563" y="327"/>
                  </a:lnTo>
                  <a:lnTo>
                    <a:pt x="563" y="333"/>
                  </a:lnTo>
                  <a:lnTo>
                    <a:pt x="562" y="336"/>
                  </a:lnTo>
                  <a:lnTo>
                    <a:pt x="562" y="338"/>
                  </a:lnTo>
                  <a:lnTo>
                    <a:pt x="563" y="339"/>
                  </a:lnTo>
                  <a:lnTo>
                    <a:pt x="563" y="335"/>
                  </a:lnTo>
                  <a:lnTo>
                    <a:pt x="565" y="333"/>
                  </a:lnTo>
                  <a:lnTo>
                    <a:pt x="566" y="330"/>
                  </a:lnTo>
                  <a:lnTo>
                    <a:pt x="566" y="325"/>
                  </a:lnTo>
                  <a:lnTo>
                    <a:pt x="568" y="321"/>
                  </a:lnTo>
                  <a:lnTo>
                    <a:pt x="569" y="318"/>
                  </a:lnTo>
                  <a:lnTo>
                    <a:pt x="571" y="316"/>
                  </a:lnTo>
                  <a:lnTo>
                    <a:pt x="574" y="316"/>
                  </a:lnTo>
                  <a:lnTo>
                    <a:pt x="576" y="318"/>
                  </a:lnTo>
                  <a:lnTo>
                    <a:pt x="577" y="321"/>
                  </a:lnTo>
                  <a:lnTo>
                    <a:pt x="577" y="322"/>
                  </a:lnTo>
                  <a:lnTo>
                    <a:pt x="580" y="322"/>
                  </a:lnTo>
                  <a:lnTo>
                    <a:pt x="582" y="324"/>
                  </a:lnTo>
                  <a:lnTo>
                    <a:pt x="582" y="325"/>
                  </a:lnTo>
                  <a:lnTo>
                    <a:pt x="583" y="325"/>
                  </a:lnTo>
                  <a:lnTo>
                    <a:pt x="585" y="322"/>
                  </a:lnTo>
                  <a:lnTo>
                    <a:pt x="586" y="322"/>
                  </a:lnTo>
                  <a:lnTo>
                    <a:pt x="588" y="325"/>
                  </a:lnTo>
                  <a:lnTo>
                    <a:pt x="588" y="328"/>
                  </a:lnTo>
                  <a:lnTo>
                    <a:pt x="588" y="328"/>
                  </a:lnTo>
                  <a:lnTo>
                    <a:pt x="591" y="328"/>
                  </a:lnTo>
                  <a:lnTo>
                    <a:pt x="592" y="330"/>
                  </a:lnTo>
                  <a:lnTo>
                    <a:pt x="597" y="335"/>
                  </a:lnTo>
                  <a:lnTo>
                    <a:pt x="597" y="336"/>
                  </a:lnTo>
                  <a:lnTo>
                    <a:pt x="597" y="339"/>
                  </a:lnTo>
                  <a:lnTo>
                    <a:pt x="591" y="341"/>
                  </a:lnTo>
                  <a:lnTo>
                    <a:pt x="588" y="344"/>
                  </a:lnTo>
                  <a:lnTo>
                    <a:pt x="585" y="345"/>
                  </a:lnTo>
                  <a:lnTo>
                    <a:pt x="569" y="344"/>
                  </a:lnTo>
                  <a:lnTo>
                    <a:pt x="571" y="345"/>
                  </a:lnTo>
                  <a:lnTo>
                    <a:pt x="580" y="350"/>
                  </a:lnTo>
                  <a:lnTo>
                    <a:pt x="580" y="351"/>
                  </a:lnTo>
                  <a:lnTo>
                    <a:pt x="580" y="353"/>
                  </a:lnTo>
                  <a:lnTo>
                    <a:pt x="580" y="354"/>
                  </a:lnTo>
                  <a:lnTo>
                    <a:pt x="580" y="356"/>
                  </a:lnTo>
                  <a:lnTo>
                    <a:pt x="582" y="357"/>
                  </a:lnTo>
                  <a:lnTo>
                    <a:pt x="583" y="359"/>
                  </a:lnTo>
                  <a:lnTo>
                    <a:pt x="585" y="357"/>
                  </a:lnTo>
                  <a:lnTo>
                    <a:pt x="586" y="359"/>
                  </a:lnTo>
                  <a:lnTo>
                    <a:pt x="588" y="357"/>
                  </a:lnTo>
                  <a:lnTo>
                    <a:pt x="588" y="354"/>
                  </a:lnTo>
                  <a:lnTo>
                    <a:pt x="588" y="353"/>
                  </a:lnTo>
                  <a:lnTo>
                    <a:pt x="589" y="354"/>
                  </a:lnTo>
                  <a:lnTo>
                    <a:pt x="591" y="357"/>
                  </a:lnTo>
                  <a:lnTo>
                    <a:pt x="591" y="359"/>
                  </a:lnTo>
                  <a:lnTo>
                    <a:pt x="591" y="356"/>
                  </a:lnTo>
                  <a:lnTo>
                    <a:pt x="592" y="356"/>
                  </a:lnTo>
                  <a:lnTo>
                    <a:pt x="594" y="356"/>
                  </a:lnTo>
                  <a:lnTo>
                    <a:pt x="595" y="356"/>
                  </a:lnTo>
                  <a:lnTo>
                    <a:pt x="598" y="357"/>
                  </a:lnTo>
                  <a:lnTo>
                    <a:pt x="603" y="359"/>
                  </a:lnTo>
                  <a:lnTo>
                    <a:pt x="604" y="359"/>
                  </a:lnTo>
                  <a:lnTo>
                    <a:pt x="606" y="359"/>
                  </a:lnTo>
                  <a:lnTo>
                    <a:pt x="607" y="356"/>
                  </a:lnTo>
                  <a:lnTo>
                    <a:pt x="607" y="354"/>
                  </a:lnTo>
                  <a:lnTo>
                    <a:pt x="609" y="356"/>
                  </a:lnTo>
                  <a:lnTo>
                    <a:pt x="611" y="354"/>
                  </a:lnTo>
                  <a:lnTo>
                    <a:pt x="609" y="351"/>
                  </a:lnTo>
                  <a:lnTo>
                    <a:pt x="609" y="350"/>
                  </a:lnTo>
                  <a:lnTo>
                    <a:pt x="615" y="353"/>
                  </a:lnTo>
                  <a:lnTo>
                    <a:pt x="617" y="356"/>
                  </a:lnTo>
                  <a:lnTo>
                    <a:pt x="621" y="357"/>
                  </a:lnTo>
                  <a:lnTo>
                    <a:pt x="623" y="359"/>
                  </a:lnTo>
                  <a:lnTo>
                    <a:pt x="623" y="360"/>
                  </a:lnTo>
                  <a:lnTo>
                    <a:pt x="621" y="362"/>
                  </a:lnTo>
                  <a:lnTo>
                    <a:pt x="621" y="362"/>
                  </a:lnTo>
                  <a:lnTo>
                    <a:pt x="620" y="362"/>
                  </a:lnTo>
                  <a:lnTo>
                    <a:pt x="612" y="360"/>
                  </a:lnTo>
                  <a:lnTo>
                    <a:pt x="611" y="362"/>
                  </a:lnTo>
                  <a:lnTo>
                    <a:pt x="612" y="363"/>
                  </a:lnTo>
                  <a:lnTo>
                    <a:pt x="614" y="365"/>
                  </a:lnTo>
                  <a:lnTo>
                    <a:pt x="614" y="366"/>
                  </a:lnTo>
                  <a:lnTo>
                    <a:pt x="618" y="366"/>
                  </a:lnTo>
                  <a:lnTo>
                    <a:pt x="621" y="368"/>
                  </a:lnTo>
                  <a:lnTo>
                    <a:pt x="623" y="368"/>
                  </a:lnTo>
                  <a:lnTo>
                    <a:pt x="623" y="368"/>
                  </a:lnTo>
                  <a:lnTo>
                    <a:pt x="621" y="371"/>
                  </a:lnTo>
                  <a:lnTo>
                    <a:pt x="621" y="371"/>
                  </a:lnTo>
                  <a:lnTo>
                    <a:pt x="626" y="369"/>
                  </a:lnTo>
                  <a:lnTo>
                    <a:pt x="627" y="368"/>
                  </a:lnTo>
                  <a:lnTo>
                    <a:pt x="627" y="368"/>
                  </a:lnTo>
                  <a:lnTo>
                    <a:pt x="627" y="371"/>
                  </a:lnTo>
                  <a:lnTo>
                    <a:pt x="627" y="373"/>
                  </a:lnTo>
                  <a:lnTo>
                    <a:pt x="627" y="374"/>
                  </a:lnTo>
                  <a:lnTo>
                    <a:pt x="626" y="379"/>
                  </a:lnTo>
                  <a:lnTo>
                    <a:pt x="624" y="380"/>
                  </a:lnTo>
                  <a:lnTo>
                    <a:pt x="624" y="382"/>
                  </a:lnTo>
                  <a:lnTo>
                    <a:pt x="626" y="380"/>
                  </a:lnTo>
                  <a:lnTo>
                    <a:pt x="627" y="379"/>
                  </a:lnTo>
                  <a:lnTo>
                    <a:pt x="630" y="374"/>
                  </a:lnTo>
                  <a:lnTo>
                    <a:pt x="630" y="373"/>
                  </a:lnTo>
                  <a:lnTo>
                    <a:pt x="636" y="373"/>
                  </a:lnTo>
                  <a:lnTo>
                    <a:pt x="638" y="373"/>
                  </a:lnTo>
                  <a:lnTo>
                    <a:pt x="645" y="376"/>
                  </a:lnTo>
                  <a:lnTo>
                    <a:pt x="647" y="376"/>
                  </a:lnTo>
                  <a:lnTo>
                    <a:pt x="649" y="376"/>
                  </a:lnTo>
                  <a:lnTo>
                    <a:pt x="650" y="374"/>
                  </a:lnTo>
                  <a:lnTo>
                    <a:pt x="650" y="374"/>
                  </a:lnTo>
                  <a:lnTo>
                    <a:pt x="658" y="377"/>
                  </a:lnTo>
                  <a:lnTo>
                    <a:pt x="667" y="383"/>
                  </a:lnTo>
                  <a:lnTo>
                    <a:pt x="680" y="394"/>
                  </a:lnTo>
                  <a:lnTo>
                    <a:pt x="688" y="403"/>
                  </a:lnTo>
                  <a:lnTo>
                    <a:pt x="688" y="406"/>
                  </a:lnTo>
                  <a:lnTo>
                    <a:pt x="691" y="406"/>
                  </a:lnTo>
                  <a:lnTo>
                    <a:pt x="693" y="406"/>
                  </a:lnTo>
                  <a:lnTo>
                    <a:pt x="694" y="406"/>
                  </a:lnTo>
                  <a:lnTo>
                    <a:pt x="703" y="415"/>
                  </a:lnTo>
                  <a:lnTo>
                    <a:pt x="706" y="415"/>
                  </a:lnTo>
                  <a:lnTo>
                    <a:pt x="705" y="414"/>
                  </a:lnTo>
                  <a:lnTo>
                    <a:pt x="705" y="412"/>
                  </a:lnTo>
                  <a:lnTo>
                    <a:pt x="706" y="412"/>
                  </a:lnTo>
                  <a:lnTo>
                    <a:pt x="706" y="414"/>
                  </a:lnTo>
                  <a:lnTo>
                    <a:pt x="708" y="417"/>
                  </a:lnTo>
                  <a:lnTo>
                    <a:pt x="711" y="420"/>
                  </a:lnTo>
                  <a:lnTo>
                    <a:pt x="712" y="423"/>
                  </a:lnTo>
                  <a:lnTo>
                    <a:pt x="714" y="424"/>
                  </a:lnTo>
                  <a:lnTo>
                    <a:pt x="715" y="424"/>
                  </a:lnTo>
                  <a:lnTo>
                    <a:pt x="717" y="426"/>
                  </a:lnTo>
                  <a:lnTo>
                    <a:pt x="720" y="426"/>
                  </a:lnTo>
                  <a:lnTo>
                    <a:pt x="721" y="435"/>
                  </a:lnTo>
                  <a:lnTo>
                    <a:pt x="721" y="436"/>
                  </a:lnTo>
                  <a:lnTo>
                    <a:pt x="721" y="441"/>
                  </a:lnTo>
                  <a:lnTo>
                    <a:pt x="723" y="442"/>
                  </a:lnTo>
                  <a:lnTo>
                    <a:pt x="724" y="442"/>
                  </a:lnTo>
                  <a:lnTo>
                    <a:pt x="724" y="446"/>
                  </a:lnTo>
                  <a:lnTo>
                    <a:pt x="723" y="452"/>
                  </a:lnTo>
                  <a:lnTo>
                    <a:pt x="723" y="455"/>
                  </a:lnTo>
                  <a:lnTo>
                    <a:pt x="714" y="467"/>
                  </a:lnTo>
                  <a:lnTo>
                    <a:pt x="709" y="471"/>
                  </a:lnTo>
                  <a:lnTo>
                    <a:pt x="699" y="476"/>
                  </a:lnTo>
                  <a:lnTo>
                    <a:pt x="691" y="477"/>
                  </a:lnTo>
                  <a:lnTo>
                    <a:pt x="688" y="477"/>
                  </a:lnTo>
                  <a:lnTo>
                    <a:pt x="682" y="477"/>
                  </a:lnTo>
                  <a:lnTo>
                    <a:pt x="679" y="476"/>
                  </a:lnTo>
                  <a:lnTo>
                    <a:pt x="674" y="473"/>
                  </a:lnTo>
                  <a:lnTo>
                    <a:pt x="671" y="471"/>
                  </a:lnTo>
                  <a:lnTo>
                    <a:pt x="668" y="471"/>
                  </a:lnTo>
                  <a:lnTo>
                    <a:pt x="664" y="471"/>
                  </a:lnTo>
                  <a:lnTo>
                    <a:pt x="653" y="468"/>
                  </a:lnTo>
                  <a:lnTo>
                    <a:pt x="652" y="467"/>
                  </a:lnTo>
                  <a:lnTo>
                    <a:pt x="644" y="461"/>
                  </a:lnTo>
                  <a:lnTo>
                    <a:pt x="642" y="462"/>
                  </a:lnTo>
                  <a:lnTo>
                    <a:pt x="641" y="464"/>
                  </a:lnTo>
                  <a:lnTo>
                    <a:pt x="639" y="461"/>
                  </a:lnTo>
                  <a:lnTo>
                    <a:pt x="639" y="461"/>
                  </a:lnTo>
                  <a:lnTo>
                    <a:pt x="639" y="461"/>
                  </a:lnTo>
                  <a:lnTo>
                    <a:pt x="636" y="458"/>
                  </a:lnTo>
                  <a:lnTo>
                    <a:pt x="633" y="458"/>
                  </a:lnTo>
                  <a:lnTo>
                    <a:pt x="632" y="458"/>
                  </a:lnTo>
                  <a:lnTo>
                    <a:pt x="629" y="456"/>
                  </a:lnTo>
                  <a:lnTo>
                    <a:pt x="629" y="456"/>
                  </a:lnTo>
                  <a:lnTo>
                    <a:pt x="627" y="456"/>
                  </a:lnTo>
                  <a:lnTo>
                    <a:pt x="624" y="455"/>
                  </a:lnTo>
                  <a:lnTo>
                    <a:pt x="623" y="452"/>
                  </a:lnTo>
                  <a:lnTo>
                    <a:pt x="620" y="449"/>
                  </a:lnTo>
                  <a:lnTo>
                    <a:pt x="621" y="447"/>
                  </a:lnTo>
                  <a:lnTo>
                    <a:pt x="621" y="447"/>
                  </a:lnTo>
                  <a:lnTo>
                    <a:pt x="615" y="444"/>
                  </a:lnTo>
                  <a:lnTo>
                    <a:pt x="609" y="444"/>
                  </a:lnTo>
                  <a:lnTo>
                    <a:pt x="609" y="446"/>
                  </a:lnTo>
                  <a:lnTo>
                    <a:pt x="612" y="446"/>
                  </a:lnTo>
                  <a:lnTo>
                    <a:pt x="614" y="447"/>
                  </a:lnTo>
                  <a:lnTo>
                    <a:pt x="615" y="449"/>
                  </a:lnTo>
                  <a:lnTo>
                    <a:pt x="615" y="452"/>
                  </a:lnTo>
                  <a:lnTo>
                    <a:pt x="618" y="455"/>
                  </a:lnTo>
                  <a:lnTo>
                    <a:pt x="620" y="458"/>
                  </a:lnTo>
                  <a:lnTo>
                    <a:pt x="620" y="458"/>
                  </a:lnTo>
                  <a:lnTo>
                    <a:pt x="621" y="458"/>
                  </a:lnTo>
                  <a:lnTo>
                    <a:pt x="624" y="459"/>
                  </a:lnTo>
                  <a:lnTo>
                    <a:pt x="624" y="462"/>
                  </a:lnTo>
                  <a:lnTo>
                    <a:pt x="624" y="462"/>
                  </a:lnTo>
                  <a:lnTo>
                    <a:pt x="624" y="464"/>
                  </a:lnTo>
                  <a:lnTo>
                    <a:pt x="627" y="465"/>
                  </a:lnTo>
                  <a:lnTo>
                    <a:pt x="629" y="465"/>
                  </a:lnTo>
                  <a:lnTo>
                    <a:pt x="630" y="467"/>
                  </a:lnTo>
                  <a:lnTo>
                    <a:pt x="629" y="468"/>
                  </a:lnTo>
                  <a:lnTo>
                    <a:pt x="627" y="470"/>
                  </a:lnTo>
                  <a:lnTo>
                    <a:pt x="626" y="470"/>
                  </a:lnTo>
                  <a:lnTo>
                    <a:pt x="627" y="470"/>
                  </a:lnTo>
                  <a:lnTo>
                    <a:pt x="629" y="470"/>
                  </a:lnTo>
                  <a:lnTo>
                    <a:pt x="636" y="473"/>
                  </a:lnTo>
                  <a:lnTo>
                    <a:pt x="639" y="476"/>
                  </a:lnTo>
                  <a:lnTo>
                    <a:pt x="642" y="482"/>
                  </a:lnTo>
                  <a:lnTo>
                    <a:pt x="644" y="484"/>
                  </a:lnTo>
                  <a:lnTo>
                    <a:pt x="644" y="485"/>
                  </a:lnTo>
                  <a:lnTo>
                    <a:pt x="644" y="487"/>
                  </a:lnTo>
                  <a:lnTo>
                    <a:pt x="644" y="488"/>
                  </a:lnTo>
                  <a:lnTo>
                    <a:pt x="642" y="490"/>
                  </a:lnTo>
                  <a:lnTo>
                    <a:pt x="642" y="494"/>
                  </a:lnTo>
                  <a:lnTo>
                    <a:pt x="641" y="496"/>
                  </a:lnTo>
                  <a:lnTo>
                    <a:pt x="639" y="499"/>
                  </a:lnTo>
                  <a:lnTo>
                    <a:pt x="641" y="502"/>
                  </a:lnTo>
                  <a:lnTo>
                    <a:pt x="642" y="505"/>
                  </a:lnTo>
                  <a:lnTo>
                    <a:pt x="644" y="509"/>
                  </a:lnTo>
                  <a:lnTo>
                    <a:pt x="644" y="512"/>
                  </a:lnTo>
                  <a:lnTo>
                    <a:pt x="644" y="515"/>
                  </a:lnTo>
                  <a:lnTo>
                    <a:pt x="645" y="517"/>
                  </a:lnTo>
                  <a:lnTo>
                    <a:pt x="645" y="517"/>
                  </a:lnTo>
                  <a:lnTo>
                    <a:pt x="645" y="517"/>
                  </a:lnTo>
                  <a:lnTo>
                    <a:pt x="645" y="522"/>
                  </a:lnTo>
                  <a:lnTo>
                    <a:pt x="647" y="526"/>
                  </a:lnTo>
                  <a:lnTo>
                    <a:pt x="650" y="528"/>
                  </a:lnTo>
                  <a:lnTo>
                    <a:pt x="652" y="528"/>
                  </a:lnTo>
                  <a:lnTo>
                    <a:pt x="655" y="528"/>
                  </a:lnTo>
                  <a:lnTo>
                    <a:pt x="656" y="529"/>
                  </a:lnTo>
                  <a:lnTo>
                    <a:pt x="661" y="532"/>
                  </a:lnTo>
                  <a:lnTo>
                    <a:pt x="662" y="537"/>
                  </a:lnTo>
                  <a:lnTo>
                    <a:pt x="664" y="538"/>
                  </a:lnTo>
                  <a:lnTo>
                    <a:pt x="668" y="540"/>
                  </a:lnTo>
                  <a:lnTo>
                    <a:pt x="671" y="541"/>
                  </a:lnTo>
                  <a:lnTo>
                    <a:pt x="676" y="543"/>
                  </a:lnTo>
                  <a:lnTo>
                    <a:pt x="676" y="543"/>
                  </a:lnTo>
                  <a:lnTo>
                    <a:pt x="679" y="541"/>
                  </a:lnTo>
                  <a:lnTo>
                    <a:pt x="683" y="540"/>
                  </a:lnTo>
                  <a:lnTo>
                    <a:pt x="683" y="537"/>
                  </a:lnTo>
                  <a:lnTo>
                    <a:pt x="683" y="535"/>
                  </a:lnTo>
                  <a:lnTo>
                    <a:pt x="683" y="532"/>
                  </a:lnTo>
                  <a:lnTo>
                    <a:pt x="683" y="529"/>
                  </a:lnTo>
                  <a:lnTo>
                    <a:pt x="682" y="528"/>
                  </a:lnTo>
                  <a:lnTo>
                    <a:pt x="680" y="528"/>
                  </a:lnTo>
                  <a:lnTo>
                    <a:pt x="676" y="528"/>
                  </a:lnTo>
                  <a:lnTo>
                    <a:pt x="674" y="528"/>
                  </a:lnTo>
                  <a:lnTo>
                    <a:pt x="673" y="526"/>
                  </a:lnTo>
                  <a:lnTo>
                    <a:pt x="671" y="525"/>
                  </a:lnTo>
                  <a:lnTo>
                    <a:pt x="668" y="517"/>
                  </a:lnTo>
                  <a:lnTo>
                    <a:pt x="667" y="517"/>
                  </a:lnTo>
                  <a:lnTo>
                    <a:pt x="665" y="515"/>
                  </a:lnTo>
                  <a:lnTo>
                    <a:pt x="665" y="514"/>
                  </a:lnTo>
                  <a:lnTo>
                    <a:pt x="665" y="511"/>
                  </a:lnTo>
                  <a:lnTo>
                    <a:pt x="667" y="511"/>
                  </a:lnTo>
                  <a:lnTo>
                    <a:pt x="668" y="509"/>
                  </a:lnTo>
                  <a:lnTo>
                    <a:pt x="670" y="505"/>
                  </a:lnTo>
                  <a:lnTo>
                    <a:pt x="671" y="503"/>
                  </a:lnTo>
                  <a:lnTo>
                    <a:pt x="673" y="503"/>
                  </a:lnTo>
                  <a:lnTo>
                    <a:pt x="677" y="506"/>
                  </a:lnTo>
                  <a:lnTo>
                    <a:pt x="683" y="512"/>
                  </a:lnTo>
                  <a:lnTo>
                    <a:pt x="685" y="514"/>
                  </a:lnTo>
                  <a:lnTo>
                    <a:pt x="686" y="514"/>
                  </a:lnTo>
                  <a:lnTo>
                    <a:pt x="688" y="514"/>
                  </a:lnTo>
                  <a:lnTo>
                    <a:pt x="688" y="514"/>
                  </a:lnTo>
                  <a:lnTo>
                    <a:pt x="690" y="515"/>
                  </a:lnTo>
                  <a:lnTo>
                    <a:pt x="691" y="515"/>
                  </a:lnTo>
                  <a:lnTo>
                    <a:pt x="696" y="517"/>
                  </a:lnTo>
                  <a:lnTo>
                    <a:pt x="703" y="522"/>
                  </a:lnTo>
                  <a:lnTo>
                    <a:pt x="705" y="522"/>
                  </a:lnTo>
                  <a:lnTo>
                    <a:pt x="706" y="520"/>
                  </a:lnTo>
                  <a:lnTo>
                    <a:pt x="706" y="517"/>
                  </a:lnTo>
                  <a:lnTo>
                    <a:pt x="709" y="515"/>
                  </a:lnTo>
                  <a:lnTo>
                    <a:pt x="711" y="515"/>
                  </a:lnTo>
                  <a:lnTo>
                    <a:pt x="712" y="517"/>
                  </a:lnTo>
                  <a:lnTo>
                    <a:pt x="714" y="515"/>
                  </a:lnTo>
                  <a:lnTo>
                    <a:pt x="712" y="512"/>
                  </a:lnTo>
                  <a:lnTo>
                    <a:pt x="711" y="509"/>
                  </a:lnTo>
                  <a:lnTo>
                    <a:pt x="709" y="508"/>
                  </a:lnTo>
                  <a:lnTo>
                    <a:pt x="706" y="502"/>
                  </a:lnTo>
                  <a:lnTo>
                    <a:pt x="705" y="499"/>
                  </a:lnTo>
                  <a:lnTo>
                    <a:pt x="705" y="496"/>
                  </a:lnTo>
                  <a:lnTo>
                    <a:pt x="705" y="494"/>
                  </a:lnTo>
                  <a:lnTo>
                    <a:pt x="706" y="493"/>
                  </a:lnTo>
                  <a:lnTo>
                    <a:pt x="712" y="488"/>
                  </a:lnTo>
                  <a:lnTo>
                    <a:pt x="714" y="485"/>
                  </a:lnTo>
                  <a:lnTo>
                    <a:pt x="717" y="480"/>
                  </a:lnTo>
                  <a:lnTo>
                    <a:pt x="717" y="480"/>
                  </a:lnTo>
                  <a:lnTo>
                    <a:pt x="721" y="479"/>
                  </a:lnTo>
                  <a:lnTo>
                    <a:pt x="726" y="476"/>
                  </a:lnTo>
                  <a:lnTo>
                    <a:pt x="729" y="471"/>
                  </a:lnTo>
                  <a:lnTo>
                    <a:pt x="734" y="465"/>
                  </a:lnTo>
                  <a:lnTo>
                    <a:pt x="735" y="464"/>
                  </a:lnTo>
                  <a:lnTo>
                    <a:pt x="737" y="464"/>
                  </a:lnTo>
                  <a:lnTo>
                    <a:pt x="738" y="465"/>
                  </a:lnTo>
                  <a:lnTo>
                    <a:pt x="740" y="467"/>
                  </a:lnTo>
                  <a:lnTo>
                    <a:pt x="743" y="467"/>
                  </a:lnTo>
                  <a:lnTo>
                    <a:pt x="744" y="467"/>
                  </a:lnTo>
                  <a:lnTo>
                    <a:pt x="747" y="467"/>
                  </a:lnTo>
                  <a:lnTo>
                    <a:pt x="752" y="470"/>
                  </a:lnTo>
                  <a:lnTo>
                    <a:pt x="752" y="471"/>
                  </a:lnTo>
                  <a:lnTo>
                    <a:pt x="753" y="473"/>
                  </a:lnTo>
                  <a:lnTo>
                    <a:pt x="752" y="474"/>
                  </a:lnTo>
                  <a:lnTo>
                    <a:pt x="752" y="476"/>
                  </a:lnTo>
                  <a:lnTo>
                    <a:pt x="752" y="476"/>
                  </a:lnTo>
                  <a:lnTo>
                    <a:pt x="753" y="474"/>
                  </a:lnTo>
                  <a:lnTo>
                    <a:pt x="755" y="476"/>
                  </a:lnTo>
                  <a:lnTo>
                    <a:pt x="756" y="477"/>
                  </a:lnTo>
                  <a:lnTo>
                    <a:pt x="756" y="479"/>
                  </a:lnTo>
                  <a:lnTo>
                    <a:pt x="758" y="479"/>
                  </a:lnTo>
                  <a:lnTo>
                    <a:pt x="758" y="477"/>
                  </a:lnTo>
                  <a:lnTo>
                    <a:pt x="759" y="476"/>
                  </a:lnTo>
                  <a:lnTo>
                    <a:pt x="758" y="473"/>
                  </a:lnTo>
                  <a:lnTo>
                    <a:pt x="759" y="467"/>
                  </a:lnTo>
                  <a:lnTo>
                    <a:pt x="761" y="465"/>
                  </a:lnTo>
                  <a:lnTo>
                    <a:pt x="762" y="459"/>
                  </a:lnTo>
                  <a:lnTo>
                    <a:pt x="762" y="456"/>
                  </a:lnTo>
                  <a:lnTo>
                    <a:pt x="762" y="452"/>
                  </a:lnTo>
                  <a:lnTo>
                    <a:pt x="762" y="449"/>
                  </a:lnTo>
                  <a:lnTo>
                    <a:pt x="761" y="446"/>
                  </a:lnTo>
                  <a:lnTo>
                    <a:pt x="758" y="444"/>
                  </a:lnTo>
                  <a:lnTo>
                    <a:pt x="755" y="442"/>
                  </a:lnTo>
                  <a:lnTo>
                    <a:pt x="755" y="441"/>
                  </a:lnTo>
                  <a:lnTo>
                    <a:pt x="755" y="439"/>
                  </a:lnTo>
                  <a:lnTo>
                    <a:pt x="755" y="435"/>
                  </a:lnTo>
                  <a:lnTo>
                    <a:pt x="758" y="427"/>
                  </a:lnTo>
                  <a:lnTo>
                    <a:pt x="759" y="417"/>
                  </a:lnTo>
                  <a:lnTo>
                    <a:pt x="759" y="415"/>
                  </a:lnTo>
                  <a:lnTo>
                    <a:pt x="759" y="414"/>
                  </a:lnTo>
                  <a:lnTo>
                    <a:pt x="759" y="412"/>
                  </a:lnTo>
                  <a:lnTo>
                    <a:pt x="759" y="409"/>
                  </a:lnTo>
                  <a:lnTo>
                    <a:pt x="759" y="406"/>
                  </a:lnTo>
                  <a:lnTo>
                    <a:pt x="750" y="397"/>
                  </a:lnTo>
                  <a:lnTo>
                    <a:pt x="749" y="395"/>
                  </a:lnTo>
                  <a:lnTo>
                    <a:pt x="749" y="395"/>
                  </a:lnTo>
                  <a:lnTo>
                    <a:pt x="750" y="394"/>
                  </a:lnTo>
                  <a:lnTo>
                    <a:pt x="750" y="394"/>
                  </a:lnTo>
                  <a:lnTo>
                    <a:pt x="758" y="398"/>
                  </a:lnTo>
                  <a:lnTo>
                    <a:pt x="759" y="398"/>
                  </a:lnTo>
                  <a:lnTo>
                    <a:pt x="770" y="398"/>
                  </a:lnTo>
                  <a:lnTo>
                    <a:pt x="776" y="398"/>
                  </a:lnTo>
                  <a:lnTo>
                    <a:pt x="781" y="401"/>
                  </a:lnTo>
                  <a:lnTo>
                    <a:pt x="784" y="407"/>
                  </a:lnTo>
                  <a:lnTo>
                    <a:pt x="787" y="414"/>
                  </a:lnTo>
                  <a:lnTo>
                    <a:pt x="790" y="418"/>
                  </a:lnTo>
                  <a:lnTo>
                    <a:pt x="790" y="423"/>
                  </a:lnTo>
                  <a:lnTo>
                    <a:pt x="787" y="423"/>
                  </a:lnTo>
                  <a:lnTo>
                    <a:pt x="784" y="423"/>
                  </a:lnTo>
                  <a:lnTo>
                    <a:pt x="776" y="424"/>
                  </a:lnTo>
                  <a:lnTo>
                    <a:pt x="773" y="427"/>
                  </a:lnTo>
                  <a:lnTo>
                    <a:pt x="769" y="433"/>
                  </a:lnTo>
                  <a:lnTo>
                    <a:pt x="769" y="436"/>
                  </a:lnTo>
                  <a:lnTo>
                    <a:pt x="769" y="438"/>
                  </a:lnTo>
                  <a:lnTo>
                    <a:pt x="772" y="439"/>
                  </a:lnTo>
                  <a:lnTo>
                    <a:pt x="776" y="444"/>
                  </a:lnTo>
                  <a:lnTo>
                    <a:pt x="779" y="450"/>
                  </a:lnTo>
                  <a:lnTo>
                    <a:pt x="781" y="453"/>
                  </a:lnTo>
                  <a:lnTo>
                    <a:pt x="781" y="453"/>
                  </a:lnTo>
                  <a:lnTo>
                    <a:pt x="782" y="455"/>
                  </a:lnTo>
                  <a:lnTo>
                    <a:pt x="785" y="455"/>
                  </a:lnTo>
                  <a:lnTo>
                    <a:pt x="787" y="455"/>
                  </a:lnTo>
                  <a:lnTo>
                    <a:pt x="787" y="456"/>
                  </a:lnTo>
                  <a:lnTo>
                    <a:pt x="788" y="455"/>
                  </a:lnTo>
                  <a:lnTo>
                    <a:pt x="790" y="455"/>
                  </a:lnTo>
                  <a:lnTo>
                    <a:pt x="800" y="452"/>
                  </a:lnTo>
                  <a:lnTo>
                    <a:pt x="802" y="450"/>
                  </a:lnTo>
                  <a:lnTo>
                    <a:pt x="802" y="447"/>
                  </a:lnTo>
                  <a:lnTo>
                    <a:pt x="803" y="441"/>
                  </a:lnTo>
                  <a:lnTo>
                    <a:pt x="803" y="438"/>
                  </a:lnTo>
                  <a:lnTo>
                    <a:pt x="805" y="435"/>
                  </a:lnTo>
                  <a:lnTo>
                    <a:pt x="805" y="433"/>
                  </a:lnTo>
                  <a:lnTo>
                    <a:pt x="805" y="430"/>
                  </a:lnTo>
                  <a:lnTo>
                    <a:pt x="810" y="429"/>
                  </a:lnTo>
                  <a:lnTo>
                    <a:pt x="814" y="427"/>
                  </a:lnTo>
                  <a:lnTo>
                    <a:pt x="816" y="427"/>
                  </a:lnTo>
                  <a:lnTo>
                    <a:pt x="817" y="426"/>
                  </a:lnTo>
                  <a:lnTo>
                    <a:pt x="816" y="423"/>
                  </a:lnTo>
                  <a:lnTo>
                    <a:pt x="814" y="421"/>
                  </a:lnTo>
                  <a:lnTo>
                    <a:pt x="816" y="421"/>
                  </a:lnTo>
                  <a:lnTo>
                    <a:pt x="816" y="421"/>
                  </a:lnTo>
                  <a:lnTo>
                    <a:pt x="817" y="421"/>
                  </a:lnTo>
                  <a:lnTo>
                    <a:pt x="820" y="421"/>
                  </a:lnTo>
                  <a:lnTo>
                    <a:pt x="829" y="415"/>
                  </a:lnTo>
                  <a:lnTo>
                    <a:pt x="834" y="411"/>
                  </a:lnTo>
                  <a:lnTo>
                    <a:pt x="835" y="411"/>
                  </a:lnTo>
                  <a:lnTo>
                    <a:pt x="838" y="406"/>
                  </a:lnTo>
                  <a:lnTo>
                    <a:pt x="841" y="406"/>
                  </a:lnTo>
                  <a:lnTo>
                    <a:pt x="845" y="404"/>
                  </a:lnTo>
                  <a:lnTo>
                    <a:pt x="848" y="404"/>
                  </a:lnTo>
                  <a:lnTo>
                    <a:pt x="851" y="401"/>
                  </a:lnTo>
                  <a:lnTo>
                    <a:pt x="855" y="400"/>
                  </a:lnTo>
                  <a:lnTo>
                    <a:pt x="855" y="398"/>
                  </a:lnTo>
                  <a:lnTo>
                    <a:pt x="857" y="400"/>
                  </a:lnTo>
                  <a:lnTo>
                    <a:pt x="858" y="401"/>
                  </a:lnTo>
                  <a:lnTo>
                    <a:pt x="858" y="403"/>
                  </a:lnTo>
                  <a:lnTo>
                    <a:pt x="857" y="404"/>
                  </a:lnTo>
                  <a:lnTo>
                    <a:pt x="858" y="406"/>
                  </a:lnTo>
                  <a:lnTo>
                    <a:pt x="860" y="406"/>
                  </a:lnTo>
                  <a:lnTo>
                    <a:pt x="860" y="406"/>
                  </a:lnTo>
                  <a:lnTo>
                    <a:pt x="861" y="404"/>
                  </a:lnTo>
                  <a:lnTo>
                    <a:pt x="863" y="403"/>
                  </a:lnTo>
                  <a:lnTo>
                    <a:pt x="864" y="401"/>
                  </a:lnTo>
                  <a:lnTo>
                    <a:pt x="863" y="400"/>
                  </a:lnTo>
                  <a:lnTo>
                    <a:pt x="861" y="397"/>
                  </a:lnTo>
                  <a:lnTo>
                    <a:pt x="861" y="397"/>
                  </a:lnTo>
                  <a:lnTo>
                    <a:pt x="860" y="397"/>
                  </a:lnTo>
                  <a:lnTo>
                    <a:pt x="863" y="392"/>
                  </a:lnTo>
                  <a:lnTo>
                    <a:pt x="872" y="386"/>
                  </a:lnTo>
                  <a:lnTo>
                    <a:pt x="878" y="383"/>
                  </a:lnTo>
                  <a:lnTo>
                    <a:pt x="882" y="383"/>
                  </a:lnTo>
                  <a:lnTo>
                    <a:pt x="886" y="383"/>
                  </a:lnTo>
                  <a:lnTo>
                    <a:pt x="884" y="385"/>
                  </a:lnTo>
                  <a:lnTo>
                    <a:pt x="878" y="386"/>
                  </a:lnTo>
                  <a:lnTo>
                    <a:pt x="878" y="386"/>
                  </a:lnTo>
                  <a:lnTo>
                    <a:pt x="878" y="388"/>
                  </a:lnTo>
                  <a:lnTo>
                    <a:pt x="878" y="388"/>
                  </a:lnTo>
                  <a:lnTo>
                    <a:pt x="879" y="389"/>
                  </a:lnTo>
                  <a:lnTo>
                    <a:pt x="879" y="389"/>
                  </a:lnTo>
                  <a:lnTo>
                    <a:pt x="878" y="391"/>
                  </a:lnTo>
                  <a:lnTo>
                    <a:pt x="878" y="394"/>
                  </a:lnTo>
                  <a:lnTo>
                    <a:pt x="876" y="395"/>
                  </a:lnTo>
                  <a:lnTo>
                    <a:pt x="878" y="400"/>
                  </a:lnTo>
                  <a:lnTo>
                    <a:pt x="879" y="403"/>
                  </a:lnTo>
                  <a:lnTo>
                    <a:pt x="878" y="404"/>
                  </a:lnTo>
                  <a:lnTo>
                    <a:pt x="876" y="404"/>
                  </a:lnTo>
                  <a:lnTo>
                    <a:pt x="875" y="404"/>
                  </a:lnTo>
                  <a:lnTo>
                    <a:pt x="872" y="406"/>
                  </a:lnTo>
                  <a:lnTo>
                    <a:pt x="870" y="407"/>
                  </a:lnTo>
                  <a:lnTo>
                    <a:pt x="870" y="407"/>
                  </a:lnTo>
                  <a:lnTo>
                    <a:pt x="872" y="409"/>
                  </a:lnTo>
                  <a:lnTo>
                    <a:pt x="873" y="409"/>
                  </a:lnTo>
                  <a:lnTo>
                    <a:pt x="878" y="409"/>
                  </a:lnTo>
                  <a:lnTo>
                    <a:pt x="879" y="409"/>
                  </a:lnTo>
                  <a:lnTo>
                    <a:pt x="881" y="409"/>
                  </a:lnTo>
                  <a:lnTo>
                    <a:pt x="882" y="409"/>
                  </a:lnTo>
                  <a:lnTo>
                    <a:pt x="884" y="407"/>
                  </a:lnTo>
                  <a:lnTo>
                    <a:pt x="886" y="407"/>
                  </a:lnTo>
                  <a:lnTo>
                    <a:pt x="887" y="407"/>
                  </a:lnTo>
                  <a:lnTo>
                    <a:pt x="889" y="411"/>
                  </a:lnTo>
                  <a:lnTo>
                    <a:pt x="890" y="411"/>
                  </a:lnTo>
                  <a:lnTo>
                    <a:pt x="892" y="404"/>
                  </a:lnTo>
                  <a:lnTo>
                    <a:pt x="893" y="401"/>
                  </a:lnTo>
                  <a:lnTo>
                    <a:pt x="898" y="398"/>
                  </a:lnTo>
                  <a:lnTo>
                    <a:pt x="901" y="398"/>
                  </a:lnTo>
                  <a:lnTo>
                    <a:pt x="904" y="395"/>
                  </a:lnTo>
                  <a:lnTo>
                    <a:pt x="905" y="395"/>
                  </a:lnTo>
                  <a:lnTo>
                    <a:pt x="908" y="397"/>
                  </a:lnTo>
                  <a:lnTo>
                    <a:pt x="911" y="397"/>
                  </a:lnTo>
                  <a:lnTo>
                    <a:pt x="916" y="398"/>
                  </a:lnTo>
                  <a:lnTo>
                    <a:pt x="917" y="398"/>
                  </a:lnTo>
                  <a:lnTo>
                    <a:pt x="922" y="395"/>
                  </a:lnTo>
                  <a:lnTo>
                    <a:pt x="931" y="388"/>
                  </a:lnTo>
                  <a:lnTo>
                    <a:pt x="931" y="389"/>
                  </a:lnTo>
                  <a:lnTo>
                    <a:pt x="933" y="386"/>
                  </a:lnTo>
                  <a:lnTo>
                    <a:pt x="940" y="383"/>
                  </a:lnTo>
                  <a:lnTo>
                    <a:pt x="942" y="383"/>
                  </a:lnTo>
                  <a:lnTo>
                    <a:pt x="942" y="385"/>
                  </a:lnTo>
                  <a:lnTo>
                    <a:pt x="942" y="388"/>
                  </a:lnTo>
                  <a:lnTo>
                    <a:pt x="943" y="389"/>
                  </a:lnTo>
                  <a:lnTo>
                    <a:pt x="946" y="392"/>
                  </a:lnTo>
                  <a:lnTo>
                    <a:pt x="945" y="394"/>
                  </a:lnTo>
                  <a:lnTo>
                    <a:pt x="943" y="394"/>
                  </a:lnTo>
                  <a:lnTo>
                    <a:pt x="942" y="397"/>
                  </a:lnTo>
                  <a:lnTo>
                    <a:pt x="942" y="403"/>
                  </a:lnTo>
                  <a:lnTo>
                    <a:pt x="945" y="404"/>
                  </a:lnTo>
                  <a:lnTo>
                    <a:pt x="948" y="406"/>
                  </a:lnTo>
                  <a:lnTo>
                    <a:pt x="949" y="406"/>
                  </a:lnTo>
                  <a:lnTo>
                    <a:pt x="951" y="404"/>
                  </a:lnTo>
                  <a:lnTo>
                    <a:pt x="951" y="404"/>
                  </a:lnTo>
                  <a:lnTo>
                    <a:pt x="952" y="403"/>
                  </a:lnTo>
                  <a:lnTo>
                    <a:pt x="952" y="401"/>
                  </a:lnTo>
                  <a:lnTo>
                    <a:pt x="952" y="400"/>
                  </a:lnTo>
                  <a:lnTo>
                    <a:pt x="952" y="397"/>
                  </a:lnTo>
                  <a:lnTo>
                    <a:pt x="952" y="394"/>
                  </a:lnTo>
                  <a:lnTo>
                    <a:pt x="955" y="394"/>
                  </a:lnTo>
                  <a:lnTo>
                    <a:pt x="960" y="392"/>
                  </a:lnTo>
                  <a:lnTo>
                    <a:pt x="962" y="391"/>
                  </a:lnTo>
                  <a:lnTo>
                    <a:pt x="963" y="388"/>
                  </a:lnTo>
                  <a:lnTo>
                    <a:pt x="965" y="385"/>
                  </a:lnTo>
                  <a:lnTo>
                    <a:pt x="965" y="379"/>
                  </a:lnTo>
                  <a:lnTo>
                    <a:pt x="962" y="380"/>
                  </a:lnTo>
                  <a:lnTo>
                    <a:pt x="957" y="368"/>
                  </a:lnTo>
                  <a:lnTo>
                    <a:pt x="955" y="363"/>
                  </a:lnTo>
                  <a:lnTo>
                    <a:pt x="957" y="360"/>
                  </a:lnTo>
                  <a:lnTo>
                    <a:pt x="960" y="359"/>
                  </a:lnTo>
                  <a:lnTo>
                    <a:pt x="963" y="354"/>
                  </a:lnTo>
                  <a:lnTo>
                    <a:pt x="965" y="354"/>
                  </a:lnTo>
                  <a:lnTo>
                    <a:pt x="966" y="354"/>
                  </a:lnTo>
                  <a:lnTo>
                    <a:pt x="975" y="357"/>
                  </a:lnTo>
                  <a:lnTo>
                    <a:pt x="986" y="357"/>
                  </a:lnTo>
                  <a:lnTo>
                    <a:pt x="995" y="360"/>
                  </a:lnTo>
                  <a:lnTo>
                    <a:pt x="1004" y="365"/>
                  </a:lnTo>
                  <a:lnTo>
                    <a:pt x="1010" y="368"/>
                  </a:lnTo>
                  <a:lnTo>
                    <a:pt x="1013" y="373"/>
                  </a:lnTo>
                  <a:lnTo>
                    <a:pt x="1013" y="376"/>
                  </a:lnTo>
                  <a:lnTo>
                    <a:pt x="1015" y="374"/>
                  </a:lnTo>
                  <a:lnTo>
                    <a:pt x="1019" y="377"/>
                  </a:lnTo>
                  <a:lnTo>
                    <a:pt x="1021" y="377"/>
                  </a:lnTo>
                  <a:lnTo>
                    <a:pt x="1024" y="379"/>
                  </a:lnTo>
                  <a:lnTo>
                    <a:pt x="1025" y="382"/>
                  </a:lnTo>
                  <a:lnTo>
                    <a:pt x="1028" y="382"/>
                  </a:lnTo>
                  <a:lnTo>
                    <a:pt x="1031" y="385"/>
                  </a:lnTo>
                  <a:lnTo>
                    <a:pt x="1036" y="388"/>
                  </a:lnTo>
                  <a:lnTo>
                    <a:pt x="1039" y="388"/>
                  </a:lnTo>
                  <a:lnTo>
                    <a:pt x="1041" y="392"/>
                  </a:lnTo>
                  <a:lnTo>
                    <a:pt x="1047" y="398"/>
                  </a:lnTo>
                  <a:lnTo>
                    <a:pt x="1048" y="400"/>
                  </a:lnTo>
                  <a:lnTo>
                    <a:pt x="1053" y="403"/>
                  </a:lnTo>
                  <a:lnTo>
                    <a:pt x="1056" y="406"/>
                  </a:lnTo>
                  <a:lnTo>
                    <a:pt x="1057" y="406"/>
                  </a:lnTo>
                  <a:lnTo>
                    <a:pt x="1062" y="398"/>
                  </a:lnTo>
                  <a:lnTo>
                    <a:pt x="1063" y="389"/>
                  </a:lnTo>
                  <a:lnTo>
                    <a:pt x="1065" y="385"/>
                  </a:lnTo>
                  <a:lnTo>
                    <a:pt x="1063" y="385"/>
                  </a:lnTo>
                  <a:lnTo>
                    <a:pt x="1060" y="386"/>
                  </a:lnTo>
                  <a:lnTo>
                    <a:pt x="1060" y="386"/>
                  </a:lnTo>
                  <a:lnTo>
                    <a:pt x="1059" y="385"/>
                  </a:lnTo>
                  <a:lnTo>
                    <a:pt x="1056" y="382"/>
                  </a:lnTo>
                  <a:lnTo>
                    <a:pt x="1053" y="376"/>
                  </a:lnTo>
                  <a:lnTo>
                    <a:pt x="1053" y="369"/>
                  </a:lnTo>
                  <a:lnTo>
                    <a:pt x="1051" y="366"/>
                  </a:lnTo>
                  <a:lnTo>
                    <a:pt x="1048" y="365"/>
                  </a:lnTo>
                  <a:lnTo>
                    <a:pt x="1047" y="363"/>
                  </a:lnTo>
                  <a:lnTo>
                    <a:pt x="1041" y="359"/>
                  </a:lnTo>
                  <a:lnTo>
                    <a:pt x="1039" y="360"/>
                  </a:lnTo>
                  <a:lnTo>
                    <a:pt x="1039" y="363"/>
                  </a:lnTo>
                  <a:lnTo>
                    <a:pt x="1037" y="365"/>
                  </a:lnTo>
                  <a:lnTo>
                    <a:pt x="1037" y="362"/>
                  </a:lnTo>
                  <a:lnTo>
                    <a:pt x="1037" y="360"/>
                  </a:lnTo>
                  <a:lnTo>
                    <a:pt x="1037" y="357"/>
                  </a:lnTo>
                  <a:lnTo>
                    <a:pt x="1037" y="354"/>
                  </a:lnTo>
                  <a:lnTo>
                    <a:pt x="1039" y="348"/>
                  </a:lnTo>
                  <a:lnTo>
                    <a:pt x="1041" y="348"/>
                  </a:lnTo>
                  <a:lnTo>
                    <a:pt x="1041" y="347"/>
                  </a:lnTo>
                  <a:lnTo>
                    <a:pt x="1042" y="345"/>
                  </a:lnTo>
                  <a:lnTo>
                    <a:pt x="1042" y="342"/>
                  </a:lnTo>
                  <a:lnTo>
                    <a:pt x="1041" y="341"/>
                  </a:lnTo>
                  <a:lnTo>
                    <a:pt x="1041" y="338"/>
                  </a:lnTo>
                  <a:lnTo>
                    <a:pt x="1042" y="330"/>
                  </a:lnTo>
                  <a:lnTo>
                    <a:pt x="1042" y="321"/>
                  </a:lnTo>
                  <a:lnTo>
                    <a:pt x="1042" y="319"/>
                  </a:lnTo>
                  <a:lnTo>
                    <a:pt x="1041" y="318"/>
                  </a:lnTo>
                  <a:lnTo>
                    <a:pt x="1037" y="319"/>
                  </a:lnTo>
                  <a:lnTo>
                    <a:pt x="1036" y="318"/>
                  </a:lnTo>
                  <a:lnTo>
                    <a:pt x="1036" y="316"/>
                  </a:lnTo>
                  <a:lnTo>
                    <a:pt x="1034" y="315"/>
                  </a:lnTo>
                  <a:lnTo>
                    <a:pt x="1036" y="313"/>
                  </a:lnTo>
                  <a:lnTo>
                    <a:pt x="1037" y="309"/>
                  </a:lnTo>
                  <a:lnTo>
                    <a:pt x="1036" y="310"/>
                  </a:lnTo>
                  <a:lnTo>
                    <a:pt x="1034" y="309"/>
                  </a:lnTo>
                  <a:lnTo>
                    <a:pt x="1036" y="306"/>
                  </a:lnTo>
                  <a:lnTo>
                    <a:pt x="1037" y="301"/>
                  </a:lnTo>
                  <a:lnTo>
                    <a:pt x="1042" y="298"/>
                  </a:lnTo>
                  <a:lnTo>
                    <a:pt x="1047" y="296"/>
                  </a:lnTo>
                  <a:lnTo>
                    <a:pt x="1051" y="290"/>
                  </a:lnTo>
                  <a:lnTo>
                    <a:pt x="1054" y="286"/>
                  </a:lnTo>
                  <a:lnTo>
                    <a:pt x="1057" y="278"/>
                  </a:lnTo>
                  <a:lnTo>
                    <a:pt x="1059" y="272"/>
                  </a:lnTo>
                  <a:lnTo>
                    <a:pt x="1062" y="257"/>
                  </a:lnTo>
                  <a:lnTo>
                    <a:pt x="1065" y="246"/>
                  </a:lnTo>
                  <a:lnTo>
                    <a:pt x="1068" y="234"/>
                  </a:lnTo>
                  <a:lnTo>
                    <a:pt x="1071" y="233"/>
                  </a:lnTo>
                  <a:lnTo>
                    <a:pt x="1072" y="233"/>
                  </a:lnTo>
                  <a:lnTo>
                    <a:pt x="1072" y="234"/>
                  </a:lnTo>
                  <a:lnTo>
                    <a:pt x="1072" y="236"/>
                  </a:lnTo>
                  <a:lnTo>
                    <a:pt x="1071" y="236"/>
                  </a:lnTo>
                  <a:lnTo>
                    <a:pt x="1072" y="237"/>
                  </a:lnTo>
                  <a:lnTo>
                    <a:pt x="1074" y="237"/>
                  </a:lnTo>
                  <a:lnTo>
                    <a:pt x="1078" y="236"/>
                  </a:lnTo>
                  <a:lnTo>
                    <a:pt x="1085" y="237"/>
                  </a:lnTo>
                  <a:lnTo>
                    <a:pt x="1094" y="236"/>
                  </a:lnTo>
                  <a:lnTo>
                    <a:pt x="1095" y="236"/>
                  </a:lnTo>
                  <a:lnTo>
                    <a:pt x="1100" y="240"/>
                  </a:lnTo>
                  <a:lnTo>
                    <a:pt x="1101" y="239"/>
                  </a:lnTo>
                  <a:lnTo>
                    <a:pt x="1106" y="240"/>
                  </a:lnTo>
                  <a:lnTo>
                    <a:pt x="1109" y="243"/>
                  </a:lnTo>
                  <a:lnTo>
                    <a:pt x="1110" y="245"/>
                  </a:lnTo>
                  <a:lnTo>
                    <a:pt x="1110" y="254"/>
                  </a:lnTo>
                  <a:lnTo>
                    <a:pt x="1110" y="258"/>
                  </a:lnTo>
                  <a:lnTo>
                    <a:pt x="1109" y="269"/>
                  </a:lnTo>
                  <a:lnTo>
                    <a:pt x="1107" y="272"/>
                  </a:lnTo>
                  <a:lnTo>
                    <a:pt x="1106" y="280"/>
                  </a:lnTo>
                  <a:lnTo>
                    <a:pt x="1104" y="284"/>
                  </a:lnTo>
                  <a:lnTo>
                    <a:pt x="1103" y="289"/>
                  </a:lnTo>
                  <a:lnTo>
                    <a:pt x="1100" y="290"/>
                  </a:lnTo>
                  <a:lnTo>
                    <a:pt x="1100" y="292"/>
                  </a:lnTo>
                  <a:lnTo>
                    <a:pt x="1098" y="293"/>
                  </a:lnTo>
                  <a:lnTo>
                    <a:pt x="1101" y="300"/>
                  </a:lnTo>
                  <a:lnTo>
                    <a:pt x="1107" y="306"/>
                  </a:lnTo>
                  <a:lnTo>
                    <a:pt x="1109" y="313"/>
                  </a:lnTo>
                  <a:lnTo>
                    <a:pt x="1109" y="318"/>
                  </a:lnTo>
                  <a:lnTo>
                    <a:pt x="1109" y="331"/>
                  </a:lnTo>
                  <a:lnTo>
                    <a:pt x="1109" y="335"/>
                  </a:lnTo>
                  <a:lnTo>
                    <a:pt x="1107" y="336"/>
                  </a:lnTo>
                  <a:lnTo>
                    <a:pt x="1106" y="339"/>
                  </a:lnTo>
                  <a:lnTo>
                    <a:pt x="1107" y="342"/>
                  </a:lnTo>
                  <a:lnTo>
                    <a:pt x="1107" y="356"/>
                  </a:lnTo>
                  <a:lnTo>
                    <a:pt x="1107" y="366"/>
                  </a:lnTo>
                  <a:lnTo>
                    <a:pt x="1107" y="371"/>
                  </a:lnTo>
                  <a:lnTo>
                    <a:pt x="1107" y="379"/>
                  </a:lnTo>
                  <a:lnTo>
                    <a:pt x="1107" y="380"/>
                  </a:lnTo>
                  <a:lnTo>
                    <a:pt x="1107" y="385"/>
                  </a:lnTo>
                  <a:lnTo>
                    <a:pt x="1109" y="388"/>
                  </a:lnTo>
                  <a:lnTo>
                    <a:pt x="1110" y="389"/>
                  </a:lnTo>
                  <a:lnTo>
                    <a:pt x="1115" y="394"/>
                  </a:lnTo>
                  <a:lnTo>
                    <a:pt x="1120" y="398"/>
                  </a:lnTo>
                  <a:lnTo>
                    <a:pt x="1120" y="400"/>
                  </a:lnTo>
                  <a:lnTo>
                    <a:pt x="1120" y="401"/>
                  </a:lnTo>
                  <a:lnTo>
                    <a:pt x="1118" y="403"/>
                  </a:lnTo>
                  <a:lnTo>
                    <a:pt x="1116" y="407"/>
                  </a:lnTo>
                  <a:lnTo>
                    <a:pt x="1115" y="411"/>
                  </a:lnTo>
                  <a:lnTo>
                    <a:pt x="1115" y="414"/>
                  </a:lnTo>
                  <a:lnTo>
                    <a:pt x="1115" y="418"/>
                  </a:lnTo>
                  <a:lnTo>
                    <a:pt x="1115" y="421"/>
                  </a:lnTo>
                  <a:lnTo>
                    <a:pt x="1113" y="424"/>
                  </a:lnTo>
                  <a:lnTo>
                    <a:pt x="1112" y="427"/>
                  </a:lnTo>
                  <a:lnTo>
                    <a:pt x="1107" y="430"/>
                  </a:lnTo>
                  <a:lnTo>
                    <a:pt x="1098" y="449"/>
                  </a:lnTo>
                  <a:lnTo>
                    <a:pt x="1097" y="452"/>
                  </a:lnTo>
                  <a:lnTo>
                    <a:pt x="1092" y="450"/>
                  </a:lnTo>
                  <a:lnTo>
                    <a:pt x="1094" y="453"/>
                  </a:lnTo>
                  <a:lnTo>
                    <a:pt x="1095" y="456"/>
                  </a:lnTo>
                  <a:lnTo>
                    <a:pt x="1095" y="459"/>
                  </a:lnTo>
                  <a:lnTo>
                    <a:pt x="1092" y="459"/>
                  </a:lnTo>
                  <a:lnTo>
                    <a:pt x="1089" y="461"/>
                  </a:lnTo>
                  <a:lnTo>
                    <a:pt x="1088" y="464"/>
                  </a:lnTo>
                  <a:lnTo>
                    <a:pt x="1085" y="464"/>
                  </a:lnTo>
                  <a:lnTo>
                    <a:pt x="1083" y="464"/>
                  </a:lnTo>
                  <a:lnTo>
                    <a:pt x="1080" y="462"/>
                  </a:lnTo>
                  <a:lnTo>
                    <a:pt x="1082" y="461"/>
                  </a:lnTo>
                  <a:lnTo>
                    <a:pt x="1082" y="459"/>
                  </a:lnTo>
                  <a:lnTo>
                    <a:pt x="1083" y="459"/>
                  </a:lnTo>
                  <a:lnTo>
                    <a:pt x="1085" y="458"/>
                  </a:lnTo>
                  <a:lnTo>
                    <a:pt x="1083" y="456"/>
                  </a:lnTo>
                  <a:lnTo>
                    <a:pt x="1083" y="456"/>
                  </a:lnTo>
                  <a:lnTo>
                    <a:pt x="1082" y="459"/>
                  </a:lnTo>
                  <a:lnTo>
                    <a:pt x="1080" y="459"/>
                  </a:lnTo>
                  <a:lnTo>
                    <a:pt x="1077" y="456"/>
                  </a:lnTo>
                  <a:lnTo>
                    <a:pt x="1075" y="455"/>
                  </a:lnTo>
                  <a:lnTo>
                    <a:pt x="1074" y="455"/>
                  </a:lnTo>
                  <a:lnTo>
                    <a:pt x="1072" y="455"/>
                  </a:lnTo>
                  <a:lnTo>
                    <a:pt x="1066" y="455"/>
                  </a:lnTo>
                  <a:lnTo>
                    <a:pt x="1065" y="455"/>
                  </a:lnTo>
                  <a:lnTo>
                    <a:pt x="1063" y="456"/>
                  </a:lnTo>
                  <a:lnTo>
                    <a:pt x="1065" y="456"/>
                  </a:lnTo>
                  <a:lnTo>
                    <a:pt x="1065" y="458"/>
                  </a:lnTo>
                  <a:lnTo>
                    <a:pt x="1065" y="461"/>
                  </a:lnTo>
                  <a:lnTo>
                    <a:pt x="1066" y="462"/>
                  </a:lnTo>
                  <a:lnTo>
                    <a:pt x="1069" y="464"/>
                  </a:lnTo>
                  <a:lnTo>
                    <a:pt x="1072" y="465"/>
                  </a:lnTo>
                  <a:lnTo>
                    <a:pt x="1075" y="468"/>
                  </a:lnTo>
                  <a:lnTo>
                    <a:pt x="1080" y="470"/>
                  </a:lnTo>
                  <a:lnTo>
                    <a:pt x="1091" y="468"/>
                  </a:lnTo>
                  <a:lnTo>
                    <a:pt x="1092" y="468"/>
                  </a:lnTo>
                  <a:lnTo>
                    <a:pt x="1095" y="470"/>
                  </a:lnTo>
                  <a:lnTo>
                    <a:pt x="1100" y="473"/>
                  </a:lnTo>
                  <a:lnTo>
                    <a:pt x="1101" y="473"/>
                  </a:lnTo>
                  <a:lnTo>
                    <a:pt x="1104" y="470"/>
                  </a:lnTo>
                  <a:lnTo>
                    <a:pt x="1106" y="464"/>
                  </a:lnTo>
                  <a:lnTo>
                    <a:pt x="1106" y="462"/>
                  </a:lnTo>
                  <a:lnTo>
                    <a:pt x="1116" y="455"/>
                  </a:lnTo>
                  <a:lnTo>
                    <a:pt x="1120" y="453"/>
                  </a:lnTo>
                  <a:lnTo>
                    <a:pt x="1123" y="449"/>
                  </a:lnTo>
                  <a:lnTo>
                    <a:pt x="1124" y="447"/>
                  </a:lnTo>
                  <a:lnTo>
                    <a:pt x="1126" y="439"/>
                  </a:lnTo>
                  <a:lnTo>
                    <a:pt x="1126" y="436"/>
                  </a:lnTo>
                  <a:lnTo>
                    <a:pt x="1133" y="427"/>
                  </a:lnTo>
                  <a:lnTo>
                    <a:pt x="1135" y="424"/>
                  </a:lnTo>
                  <a:lnTo>
                    <a:pt x="1135" y="420"/>
                  </a:lnTo>
                  <a:lnTo>
                    <a:pt x="1135" y="418"/>
                  </a:lnTo>
                  <a:lnTo>
                    <a:pt x="1135" y="415"/>
                  </a:lnTo>
                  <a:lnTo>
                    <a:pt x="1133" y="411"/>
                  </a:lnTo>
                  <a:lnTo>
                    <a:pt x="1132" y="407"/>
                  </a:lnTo>
                  <a:lnTo>
                    <a:pt x="1130" y="403"/>
                  </a:lnTo>
                  <a:lnTo>
                    <a:pt x="1132" y="395"/>
                  </a:lnTo>
                  <a:lnTo>
                    <a:pt x="1132" y="392"/>
                  </a:lnTo>
                  <a:lnTo>
                    <a:pt x="1139" y="388"/>
                  </a:lnTo>
                  <a:lnTo>
                    <a:pt x="1145" y="386"/>
                  </a:lnTo>
                  <a:lnTo>
                    <a:pt x="1151" y="385"/>
                  </a:lnTo>
                  <a:lnTo>
                    <a:pt x="1153" y="383"/>
                  </a:lnTo>
                  <a:lnTo>
                    <a:pt x="1156" y="385"/>
                  </a:lnTo>
                  <a:lnTo>
                    <a:pt x="1158" y="388"/>
                  </a:lnTo>
                  <a:lnTo>
                    <a:pt x="1159" y="391"/>
                  </a:lnTo>
                  <a:lnTo>
                    <a:pt x="1164" y="397"/>
                  </a:lnTo>
                  <a:lnTo>
                    <a:pt x="1165" y="401"/>
                  </a:lnTo>
                  <a:lnTo>
                    <a:pt x="1165" y="406"/>
                  </a:lnTo>
                  <a:lnTo>
                    <a:pt x="1165" y="420"/>
                  </a:lnTo>
                  <a:lnTo>
                    <a:pt x="1164" y="424"/>
                  </a:lnTo>
                  <a:lnTo>
                    <a:pt x="1167" y="426"/>
                  </a:lnTo>
                  <a:lnTo>
                    <a:pt x="1167" y="427"/>
                  </a:lnTo>
                  <a:lnTo>
                    <a:pt x="1170" y="429"/>
                  </a:lnTo>
                  <a:lnTo>
                    <a:pt x="1170" y="430"/>
                  </a:lnTo>
                  <a:lnTo>
                    <a:pt x="1171" y="430"/>
                  </a:lnTo>
                  <a:lnTo>
                    <a:pt x="1174" y="432"/>
                  </a:lnTo>
                  <a:lnTo>
                    <a:pt x="1182" y="430"/>
                  </a:lnTo>
                  <a:lnTo>
                    <a:pt x="1185" y="430"/>
                  </a:lnTo>
                  <a:lnTo>
                    <a:pt x="1185" y="430"/>
                  </a:lnTo>
                  <a:lnTo>
                    <a:pt x="1185" y="429"/>
                  </a:lnTo>
                  <a:lnTo>
                    <a:pt x="1180" y="429"/>
                  </a:lnTo>
                  <a:lnTo>
                    <a:pt x="1176" y="427"/>
                  </a:lnTo>
                  <a:lnTo>
                    <a:pt x="1170" y="426"/>
                  </a:lnTo>
                  <a:lnTo>
                    <a:pt x="1168" y="420"/>
                  </a:lnTo>
                  <a:lnTo>
                    <a:pt x="1168" y="417"/>
                  </a:lnTo>
                  <a:lnTo>
                    <a:pt x="1170" y="411"/>
                  </a:lnTo>
                  <a:lnTo>
                    <a:pt x="1171" y="409"/>
                  </a:lnTo>
                  <a:lnTo>
                    <a:pt x="1173" y="409"/>
                  </a:lnTo>
                  <a:lnTo>
                    <a:pt x="1174" y="409"/>
                  </a:lnTo>
                  <a:lnTo>
                    <a:pt x="1174" y="404"/>
                  </a:lnTo>
                  <a:lnTo>
                    <a:pt x="1173" y="401"/>
                  </a:lnTo>
                  <a:lnTo>
                    <a:pt x="1171" y="395"/>
                  </a:lnTo>
                  <a:lnTo>
                    <a:pt x="1170" y="386"/>
                  </a:lnTo>
                  <a:lnTo>
                    <a:pt x="1168" y="386"/>
                  </a:lnTo>
                  <a:lnTo>
                    <a:pt x="1167" y="385"/>
                  </a:lnTo>
                  <a:lnTo>
                    <a:pt x="1158" y="380"/>
                  </a:lnTo>
                  <a:lnTo>
                    <a:pt x="1150" y="376"/>
                  </a:lnTo>
                  <a:lnTo>
                    <a:pt x="1144" y="376"/>
                  </a:lnTo>
                  <a:lnTo>
                    <a:pt x="1142" y="376"/>
                  </a:lnTo>
                  <a:lnTo>
                    <a:pt x="1138" y="380"/>
                  </a:lnTo>
                  <a:lnTo>
                    <a:pt x="1135" y="380"/>
                  </a:lnTo>
                  <a:lnTo>
                    <a:pt x="1130" y="379"/>
                  </a:lnTo>
                  <a:lnTo>
                    <a:pt x="1124" y="380"/>
                  </a:lnTo>
                  <a:lnTo>
                    <a:pt x="1123" y="379"/>
                  </a:lnTo>
                  <a:lnTo>
                    <a:pt x="1123" y="377"/>
                  </a:lnTo>
                  <a:lnTo>
                    <a:pt x="1124" y="369"/>
                  </a:lnTo>
                  <a:lnTo>
                    <a:pt x="1123" y="366"/>
                  </a:lnTo>
                  <a:lnTo>
                    <a:pt x="1121" y="362"/>
                  </a:lnTo>
                  <a:lnTo>
                    <a:pt x="1120" y="359"/>
                  </a:lnTo>
                  <a:lnTo>
                    <a:pt x="1120" y="356"/>
                  </a:lnTo>
                  <a:lnTo>
                    <a:pt x="1123" y="342"/>
                  </a:lnTo>
                  <a:lnTo>
                    <a:pt x="1124" y="339"/>
                  </a:lnTo>
                  <a:lnTo>
                    <a:pt x="1127" y="333"/>
                  </a:lnTo>
                  <a:lnTo>
                    <a:pt x="1129" y="327"/>
                  </a:lnTo>
                  <a:lnTo>
                    <a:pt x="1129" y="324"/>
                  </a:lnTo>
                  <a:lnTo>
                    <a:pt x="1123" y="309"/>
                  </a:lnTo>
                  <a:lnTo>
                    <a:pt x="1120" y="304"/>
                  </a:lnTo>
                  <a:lnTo>
                    <a:pt x="1120" y="301"/>
                  </a:lnTo>
                  <a:lnTo>
                    <a:pt x="1118" y="300"/>
                  </a:lnTo>
                  <a:lnTo>
                    <a:pt x="1115" y="296"/>
                  </a:lnTo>
                  <a:lnTo>
                    <a:pt x="1113" y="295"/>
                  </a:lnTo>
                  <a:lnTo>
                    <a:pt x="1121" y="280"/>
                  </a:lnTo>
                  <a:lnTo>
                    <a:pt x="1124" y="277"/>
                  </a:lnTo>
                  <a:lnTo>
                    <a:pt x="1129" y="275"/>
                  </a:lnTo>
                  <a:lnTo>
                    <a:pt x="1132" y="274"/>
                  </a:lnTo>
                  <a:lnTo>
                    <a:pt x="1135" y="269"/>
                  </a:lnTo>
                  <a:lnTo>
                    <a:pt x="1138" y="268"/>
                  </a:lnTo>
                  <a:lnTo>
                    <a:pt x="1138" y="265"/>
                  </a:lnTo>
                  <a:lnTo>
                    <a:pt x="1138" y="263"/>
                  </a:lnTo>
                  <a:lnTo>
                    <a:pt x="1139" y="255"/>
                  </a:lnTo>
                  <a:lnTo>
                    <a:pt x="1138" y="251"/>
                  </a:lnTo>
                  <a:lnTo>
                    <a:pt x="1138" y="248"/>
                  </a:lnTo>
                  <a:lnTo>
                    <a:pt x="1136" y="245"/>
                  </a:lnTo>
                  <a:lnTo>
                    <a:pt x="1135" y="240"/>
                  </a:lnTo>
                  <a:lnTo>
                    <a:pt x="1136" y="239"/>
                  </a:lnTo>
                  <a:lnTo>
                    <a:pt x="1136" y="239"/>
                  </a:lnTo>
                  <a:lnTo>
                    <a:pt x="1139" y="239"/>
                  </a:lnTo>
                  <a:lnTo>
                    <a:pt x="1142" y="240"/>
                  </a:lnTo>
                  <a:lnTo>
                    <a:pt x="1144" y="245"/>
                  </a:lnTo>
                  <a:lnTo>
                    <a:pt x="1145" y="249"/>
                  </a:lnTo>
                  <a:lnTo>
                    <a:pt x="1145" y="252"/>
                  </a:lnTo>
                  <a:lnTo>
                    <a:pt x="1145" y="254"/>
                  </a:lnTo>
                  <a:lnTo>
                    <a:pt x="1145" y="257"/>
                  </a:lnTo>
                  <a:lnTo>
                    <a:pt x="1145" y="258"/>
                  </a:lnTo>
                  <a:lnTo>
                    <a:pt x="1147" y="262"/>
                  </a:lnTo>
                  <a:lnTo>
                    <a:pt x="1145" y="263"/>
                  </a:lnTo>
                  <a:lnTo>
                    <a:pt x="1145" y="263"/>
                  </a:lnTo>
                  <a:lnTo>
                    <a:pt x="1144" y="266"/>
                  </a:lnTo>
                  <a:lnTo>
                    <a:pt x="1142" y="274"/>
                  </a:lnTo>
                  <a:lnTo>
                    <a:pt x="1141" y="275"/>
                  </a:lnTo>
                  <a:lnTo>
                    <a:pt x="1141" y="280"/>
                  </a:lnTo>
                  <a:lnTo>
                    <a:pt x="1144" y="286"/>
                  </a:lnTo>
                  <a:lnTo>
                    <a:pt x="1144" y="292"/>
                  </a:lnTo>
                  <a:lnTo>
                    <a:pt x="1142" y="293"/>
                  </a:lnTo>
                  <a:lnTo>
                    <a:pt x="1141" y="295"/>
                  </a:lnTo>
                  <a:lnTo>
                    <a:pt x="1141" y="296"/>
                  </a:lnTo>
                  <a:lnTo>
                    <a:pt x="1141" y="298"/>
                  </a:lnTo>
                  <a:lnTo>
                    <a:pt x="1147" y="301"/>
                  </a:lnTo>
                  <a:lnTo>
                    <a:pt x="1151" y="304"/>
                  </a:lnTo>
                  <a:lnTo>
                    <a:pt x="1159" y="304"/>
                  </a:lnTo>
                  <a:lnTo>
                    <a:pt x="1161" y="307"/>
                  </a:lnTo>
                  <a:lnTo>
                    <a:pt x="1162" y="304"/>
                  </a:lnTo>
                  <a:lnTo>
                    <a:pt x="1170" y="306"/>
                  </a:lnTo>
                  <a:lnTo>
                    <a:pt x="1176" y="312"/>
                  </a:lnTo>
                  <a:lnTo>
                    <a:pt x="1179" y="315"/>
                  </a:lnTo>
                  <a:lnTo>
                    <a:pt x="1180" y="315"/>
                  </a:lnTo>
                  <a:lnTo>
                    <a:pt x="1186" y="315"/>
                  </a:lnTo>
                  <a:lnTo>
                    <a:pt x="1186" y="313"/>
                  </a:lnTo>
                  <a:lnTo>
                    <a:pt x="1188" y="312"/>
                  </a:lnTo>
                  <a:lnTo>
                    <a:pt x="1185" y="312"/>
                  </a:lnTo>
                  <a:lnTo>
                    <a:pt x="1183" y="313"/>
                  </a:lnTo>
                  <a:lnTo>
                    <a:pt x="1183" y="313"/>
                  </a:lnTo>
                  <a:lnTo>
                    <a:pt x="1182" y="312"/>
                  </a:lnTo>
                  <a:lnTo>
                    <a:pt x="1180" y="310"/>
                  </a:lnTo>
                  <a:lnTo>
                    <a:pt x="1179" y="309"/>
                  </a:lnTo>
                  <a:lnTo>
                    <a:pt x="1177" y="301"/>
                  </a:lnTo>
                  <a:lnTo>
                    <a:pt x="1173" y="300"/>
                  </a:lnTo>
                  <a:lnTo>
                    <a:pt x="1171" y="300"/>
                  </a:lnTo>
                  <a:lnTo>
                    <a:pt x="1168" y="300"/>
                  </a:lnTo>
                  <a:lnTo>
                    <a:pt x="1164" y="296"/>
                  </a:lnTo>
                  <a:lnTo>
                    <a:pt x="1161" y="295"/>
                  </a:lnTo>
                  <a:lnTo>
                    <a:pt x="1154" y="290"/>
                  </a:lnTo>
                  <a:lnTo>
                    <a:pt x="1153" y="289"/>
                  </a:lnTo>
                  <a:lnTo>
                    <a:pt x="1153" y="286"/>
                  </a:lnTo>
                  <a:lnTo>
                    <a:pt x="1151" y="280"/>
                  </a:lnTo>
                  <a:lnTo>
                    <a:pt x="1150" y="277"/>
                  </a:lnTo>
                  <a:lnTo>
                    <a:pt x="1151" y="275"/>
                  </a:lnTo>
                  <a:lnTo>
                    <a:pt x="1154" y="272"/>
                  </a:lnTo>
                  <a:lnTo>
                    <a:pt x="1161" y="272"/>
                  </a:lnTo>
                  <a:lnTo>
                    <a:pt x="1162" y="272"/>
                  </a:lnTo>
                  <a:lnTo>
                    <a:pt x="1168" y="280"/>
                  </a:lnTo>
                  <a:lnTo>
                    <a:pt x="1171" y="280"/>
                  </a:lnTo>
                  <a:lnTo>
                    <a:pt x="1176" y="277"/>
                  </a:lnTo>
                  <a:lnTo>
                    <a:pt x="1177" y="275"/>
                  </a:lnTo>
                  <a:lnTo>
                    <a:pt x="1176" y="271"/>
                  </a:lnTo>
                  <a:lnTo>
                    <a:pt x="1174" y="269"/>
                  </a:lnTo>
                  <a:lnTo>
                    <a:pt x="1171" y="269"/>
                  </a:lnTo>
                  <a:lnTo>
                    <a:pt x="1168" y="271"/>
                  </a:lnTo>
                  <a:lnTo>
                    <a:pt x="1167" y="269"/>
                  </a:lnTo>
                  <a:lnTo>
                    <a:pt x="1167" y="266"/>
                  </a:lnTo>
                  <a:lnTo>
                    <a:pt x="1168" y="265"/>
                  </a:lnTo>
                  <a:lnTo>
                    <a:pt x="1170" y="265"/>
                  </a:lnTo>
                  <a:lnTo>
                    <a:pt x="1171" y="263"/>
                  </a:lnTo>
                  <a:lnTo>
                    <a:pt x="1174" y="260"/>
                  </a:lnTo>
                  <a:lnTo>
                    <a:pt x="1177" y="258"/>
                  </a:lnTo>
                  <a:lnTo>
                    <a:pt x="1180" y="257"/>
                  </a:lnTo>
                  <a:lnTo>
                    <a:pt x="1191" y="257"/>
                  </a:lnTo>
                  <a:lnTo>
                    <a:pt x="1199" y="265"/>
                  </a:lnTo>
                  <a:lnTo>
                    <a:pt x="1205" y="266"/>
                  </a:lnTo>
                  <a:lnTo>
                    <a:pt x="1208" y="269"/>
                  </a:lnTo>
                  <a:lnTo>
                    <a:pt x="1208" y="269"/>
                  </a:lnTo>
                  <a:lnTo>
                    <a:pt x="1209" y="271"/>
                  </a:lnTo>
                  <a:lnTo>
                    <a:pt x="1209" y="274"/>
                  </a:lnTo>
                  <a:lnTo>
                    <a:pt x="1217" y="283"/>
                  </a:lnTo>
                  <a:lnTo>
                    <a:pt x="1220" y="284"/>
                  </a:lnTo>
                  <a:lnTo>
                    <a:pt x="1224" y="284"/>
                  </a:lnTo>
                  <a:lnTo>
                    <a:pt x="1230" y="283"/>
                  </a:lnTo>
                  <a:lnTo>
                    <a:pt x="1232" y="283"/>
                  </a:lnTo>
                  <a:lnTo>
                    <a:pt x="1235" y="283"/>
                  </a:lnTo>
                  <a:lnTo>
                    <a:pt x="1237" y="284"/>
                  </a:lnTo>
                  <a:lnTo>
                    <a:pt x="1238" y="286"/>
                  </a:lnTo>
                  <a:lnTo>
                    <a:pt x="1238" y="289"/>
                  </a:lnTo>
                  <a:lnTo>
                    <a:pt x="1237" y="290"/>
                  </a:lnTo>
                  <a:lnTo>
                    <a:pt x="1235" y="295"/>
                  </a:lnTo>
                  <a:lnTo>
                    <a:pt x="1235" y="295"/>
                  </a:lnTo>
                  <a:lnTo>
                    <a:pt x="1229" y="301"/>
                  </a:lnTo>
                  <a:lnTo>
                    <a:pt x="1227" y="301"/>
                  </a:lnTo>
                  <a:lnTo>
                    <a:pt x="1227" y="309"/>
                  </a:lnTo>
                  <a:lnTo>
                    <a:pt x="1226" y="310"/>
                  </a:lnTo>
                  <a:lnTo>
                    <a:pt x="1226" y="312"/>
                  </a:lnTo>
                  <a:lnTo>
                    <a:pt x="1227" y="316"/>
                  </a:lnTo>
                  <a:lnTo>
                    <a:pt x="1227" y="319"/>
                  </a:lnTo>
                  <a:lnTo>
                    <a:pt x="1226" y="322"/>
                  </a:lnTo>
                  <a:lnTo>
                    <a:pt x="1226" y="327"/>
                  </a:lnTo>
                  <a:lnTo>
                    <a:pt x="1226" y="330"/>
                  </a:lnTo>
                  <a:lnTo>
                    <a:pt x="1226" y="335"/>
                  </a:lnTo>
                  <a:lnTo>
                    <a:pt x="1226" y="333"/>
                  </a:lnTo>
                  <a:lnTo>
                    <a:pt x="1226" y="331"/>
                  </a:lnTo>
                  <a:lnTo>
                    <a:pt x="1226" y="328"/>
                  </a:lnTo>
                  <a:lnTo>
                    <a:pt x="1229" y="324"/>
                  </a:lnTo>
                  <a:lnTo>
                    <a:pt x="1230" y="316"/>
                  </a:lnTo>
                  <a:lnTo>
                    <a:pt x="1232" y="313"/>
                  </a:lnTo>
                  <a:lnTo>
                    <a:pt x="1233" y="313"/>
                  </a:lnTo>
                  <a:lnTo>
                    <a:pt x="1235" y="316"/>
                  </a:lnTo>
                  <a:lnTo>
                    <a:pt x="1237" y="319"/>
                  </a:lnTo>
                  <a:lnTo>
                    <a:pt x="1237" y="322"/>
                  </a:lnTo>
                  <a:lnTo>
                    <a:pt x="1237" y="327"/>
                  </a:lnTo>
                  <a:lnTo>
                    <a:pt x="1235" y="333"/>
                  </a:lnTo>
                  <a:lnTo>
                    <a:pt x="1232" y="338"/>
                  </a:lnTo>
                  <a:lnTo>
                    <a:pt x="1232" y="341"/>
                  </a:lnTo>
                  <a:lnTo>
                    <a:pt x="1232" y="344"/>
                  </a:lnTo>
                  <a:lnTo>
                    <a:pt x="1233" y="345"/>
                  </a:lnTo>
                  <a:lnTo>
                    <a:pt x="1235" y="345"/>
                  </a:lnTo>
                  <a:lnTo>
                    <a:pt x="1237" y="345"/>
                  </a:lnTo>
                  <a:lnTo>
                    <a:pt x="1237" y="345"/>
                  </a:lnTo>
                  <a:lnTo>
                    <a:pt x="1237" y="342"/>
                  </a:lnTo>
                  <a:lnTo>
                    <a:pt x="1237" y="341"/>
                  </a:lnTo>
                  <a:lnTo>
                    <a:pt x="1237" y="339"/>
                  </a:lnTo>
                  <a:lnTo>
                    <a:pt x="1240" y="338"/>
                  </a:lnTo>
                  <a:lnTo>
                    <a:pt x="1241" y="336"/>
                  </a:lnTo>
                  <a:lnTo>
                    <a:pt x="1244" y="333"/>
                  </a:lnTo>
                  <a:lnTo>
                    <a:pt x="1244" y="331"/>
                  </a:lnTo>
                  <a:lnTo>
                    <a:pt x="1244" y="328"/>
                  </a:lnTo>
                  <a:lnTo>
                    <a:pt x="1244" y="324"/>
                  </a:lnTo>
                  <a:lnTo>
                    <a:pt x="1243" y="321"/>
                  </a:lnTo>
                  <a:lnTo>
                    <a:pt x="1240" y="312"/>
                  </a:lnTo>
                  <a:lnTo>
                    <a:pt x="1238" y="307"/>
                  </a:lnTo>
                  <a:lnTo>
                    <a:pt x="1240" y="301"/>
                  </a:lnTo>
                  <a:lnTo>
                    <a:pt x="1241" y="293"/>
                  </a:lnTo>
                  <a:lnTo>
                    <a:pt x="1243" y="292"/>
                  </a:lnTo>
                  <a:lnTo>
                    <a:pt x="1243" y="290"/>
                  </a:lnTo>
                  <a:lnTo>
                    <a:pt x="1243" y="289"/>
                  </a:lnTo>
                  <a:lnTo>
                    <a:pt x="1243" y="287"/>
                  </a:lnTo>
                  <a:lnTo>
                    <a:pt x="1243" y="286"/>
                  </a:lnTo>
                  <a:lnTo>
                    <a:pt x="1240" y="280"/>
                  </a:lnTo>
                  <a:lnTo>
                    <a:pt x="1238" y="278"/>
                  </a:lnTo>
                  <a:lnTo>
                    <a:pt x="1232" y="277"/>
                  </a:lnTo>
                  <a:lnTo>
                    <a:pt x="1232" y="275"/>
                  </a:lnTo>
                  <a:lnTo>
                    <a:pt x="1227" y="271"/>
                  </a:lnTo>
                  <a:lnTo>
                    <a:pt x="1227" y="269"/>
                  </a:lnTo>
                  <a:lnTo>
                    <a:pt x="1226" y="265"/>
                  </a:lnTo>
                  <a:lnTo>
                    <a:pt x="1226" y="263"/>
                  </a:lnTo>
                  <a:lnTo>
                    <a:pt x="1224" y="263"/>
                  </a:lnTo>
                  <a:lnTo>
                    <a:pt x="1221" y="260"/>
                  </a:lnTo>
                  <a:lnTo>
                    <a:pt x="1218" y="258"/>
                  </a:lnTo>
                  <a:lnTo>
                    <a:pt x="1214" y="258"/>
                  </a:lnTo>
                  <a:lnTo>
                    <a:pt x="1212" y="257"/>
                  </a:lnTo>
                  <a:lnTo>
                    <a:pt x="1209" y="254"/>
                  </a:lnTo>
                  <a:lnTo>
                    <a:pt x="1209" y="252"/>
                  </a:lnTo>
                  <a:lnTo>
                    <a:pt x="1208" y="246"/>
                  </a:lnTo>
                  <a:lnTo>
                    <a:pt x="1206" y="245"/>
                  </a:lnTo>
                  <a:lnTo>
                    <a:pt x="1208" y="242"/>
                  </a:lnTo>
                  <a:lnTo>
                    <a:pt x="1208" y="237"/>
                  </a:lnTo>
                  <a:lnTo>
                    <a:pt x="1209" y="234"/>
                  </a:lnTo>
                  <a:lnTo>
                    <a:pt x="1208" y="231"/>
                  </a:lnTo>
                  <a:lnTo>
                    <a:pt x="1206" y="230"/>
                  </a:lnTo>
                  <a:lnTo>
                    <a:pt x="1205" y="228"/>
                  </a:lnTo>
                  <a:lnTo>
                    <a:pt x="1205" y="225"/>
                  </a:lnTo>
                  <a:lnTo>
                    <a:pt x="1205" y="222"/>
                  </a:lnTo>
                  <a:lnTo>
                    <a:pt x="1205" y="220"/>
                  </a:lnTo>
                  <a:lnTo>
                    <a:pt x="1203" y="217"/>
                  </a:lnTo>
                  <a:lnTo>
                    <a:pt x="1205" y="214"/>
                  </a:lnTo>
                  <a:lnTo>
                    <a:pt x="1206" y="211"/>
                  </a:lnTo>
                  <a:lnTo>
                    <a:pt x="1206" y="210"/>
                  </a:lnTo>
                  <a:lnTo>
                    <a:pt x="1206" y="208"/>
                  </a:lnTo>
                  <a:lnTo>
                    <a:pt x="1217" y="205"/>
                  </a:lnTo>
                  <a:lnTo>
                    <a:pt x="1221" y="204"/>
                  </a:lnTo>
                  <a:lnTo>
                    <a:pt x="1243" y="204"/>
                  </a:lnTo>
                  <a:lnTo>
                    <a:pt x="1244" y="202"/>
                  </a:lnTo>
                  <a:lnTo>
                    <a:pt x="1253" y="201"/>
                  </a:lnTo>
                  <a:lnTo>
                    <a:pt x="1256" y="199"/>
                  </a:lnTo>
                  <a:lnTo>
                    <a:pt x="1261" y="201"/>
                  </a:lnTo>
                  <a:lnTo>
                    <a:pt x="1262" y="201"/>
                  </a:lnTo>
                  <a:lnTo>
                    <a:pt x="1265" y="201"/>
                  </a:lnTo>
                  <a:lnTo>
                    <a:pt x="1267" y="196"/>
                  </a:lnTo>
                  <a:lnTo>
                    <a:pt x="1271" y="195"/>
                  </a:lnTo>
                  <a:lnTo>
                    <a:pt x="1279" y="193"/>
                  </a:lnTo>
                  <a:lnTo>
                    <a:pt x="1284" y="193"/>
                  </a:lnTo>
                  <a:lnTo>
                    <a:pt x="1284" y="195"/>
                  </a:lnTo>
                  <a:lnTo>
                    <a:pt x="1285" y="196"/>
                  </a:lnTo>
                  <a:lnTo>
                    <a:pt x="1281" y="201"/>
                  </a:lnTo>
                  <a:lnTo>
                    <a:pt x="1278" y="205"/>
                  </a:lnTo>
                  <a:lnTo>
                    <a:pt x="1273" y="207"/>
                  </a:lnTo>
                  <a:lnTo>
                    <a:pt x="1270" y="211"/>
                  </a:lnTo>
                  <a:lnTo>
                    <a:pt x="1270" y="213"/>
                  </a:lnTo>
                  <a:lnTo>
                    <a:pt x="1270" y="213"/>
                  </a:lnTo>
                  <a:lnTo>
                    <a:pt x="1270" y="216"/>
                  </a:lnTo>
                  <a:lnTo>
                    <a:pt x="1270" y="219"/>
                  </a:lnTo>
                  <a:lnTo>
                    <a:pt x="1273" y="220"/>
                  </a:lnTo>
                  <a:lnTo>
                    <a:pt x="1276" y="224"/>
                  </a:lnTo>
                  <a:lnTo>
                    <a:pt x="1279" y="227"/>
                  </a:lnTo>
                  <a:lnTo>
                    <a:pt x="1281" y="228"/>
                  </a:lnTo>
                  <a:lnTo>
                    <a:pt x="1281" y="227"/>
                  </a:lnTo>
                  <a:lnTo>
                    <a:pt x="1274" y="219"/>
                  </a:lnTo>
                  <a:lnTo>
                    <a:pt x="1271" y="217"/>
                  </a:lnTo>
                  <a:lnTo>
                    <a:pt x="1271" y="216"/>
                  </a:lnTo>
                  <a:lnTo>
                    <a:pt x="1271" y="213"/>
                  </a:lnTo>
                  <a:lnTo>
                    <a:pt x="1273" y="211"/>
                  </a:lnTo>
                  <a:lnTo>
                    <a:pt x="1273" y="210"/>
                  </a:lnTo>
                  <a:lnTo>
                    <a:pt x="1274" y="210"/>
                  </a:lnTo>
                  <a:lnTo>
                    <a:pt x="1278" y="208"/>
                  </a:lnTo>
                  <a:lnTo>
                    <a:pt x="1287" y="205"/>
                  </a:lnTo>
                  <a:lnTo>
                    <a:pt x="1288" y="202"/>
                  </a:lnTo>
                  <a:lnTo>
                    <a:pt x="1290" y="199"/>
                  </a:lnTo>
                  <a:lnTo>
                    <a:pt x="1291" y="198"/>
                  </a:lnTo>
                  <a:lnTo>
                    <a:pt x="1291" y="196"/>
                  </a:lnTo>
                  <a:lnTo>
                    <a:pt x="1288" y="196"/>
                  </a:lnTo>
                  <a:lnTo>
                    <a:pt x="1287" y="195"/>
                  </a:lnTo>
                  <a:lnTo>
                    <a:pt x="1281" y="179"/>
                  </a:lnTo>
                  <a:lnTo>
                    <a:pt x="1279" y="178"/>
                  </a:lnTo>
                  <a:lnTo>
                    <a:pt x="1274" y="176"/>
                  </a:lnTo>
                  <a:lnTo>
                    <a:pt x="1273" y="175"/>
                  </a:lnTo>
                  <a:lnTo>
                    <a:pt x="1274" y="170"/>
                  </a:lnTo>
                  <a:lnTo>
                    <a:pt x="1278" y="169"/>
                  </a:lnTo>
                  <a:lnTo>
                    <a:pt x="1279" y="169"/>
                  </a:lnTo>
                  <a:lnTo>
                    <a:pt x="1281" y="170"/>
                  </a:lnTo>
                  <a:lnTo>
                    <a:pt x="1284" y="175"/>
                  </a:lnTo>
                  <a:lnTo>
                    <a:pt x="1288" y="172"/>
                  </a:lnTo>
                  <a:lnTo>
                    <a:pt x="1287" y="170"/>
                  </a:lnTo>
                  <a:lnTo>
                    <a:pt x="1284" y="169"/>
                  </a:lnTo>
                  <a:lnTo>
                    <a:pt x="1281" y="166"/>
                  </a:lnTo>
                  <a:lnTo>
                    <a:pt x="1278" y="163"/>
                  </a:lnTo>
                  <a:lnTo>
                    <a:pt x="1274" y="160"/>
                  </a:lnTo>
                  <a:lnTo>
                    <a:pt x="1270" y="160"/>
                  </a:lnTo>
                  <a:lnTo>
                    <a:pt x="1271" y="155"/>
                  </a:lnTo>
                  <a:lnTo>
                    <a:pt x="1273" y="155"/>
                  </a:lnTo>
                  <a:lnTo>
                    <a:pt x="1274" y="154"/>
                  </a:lnTo>
                  <a:lnTo>
                    <a:pt x="1274" y="152"/>
                  </a:lnTo>
                  <a:lnTo>
                    <a:pt x="1281" y="158"/>
                  </a:lnTo>
                  <a:lnTo>
                    <a:pt x="1284" y="157"/>
                  </a:lnTo>
                  <a:lnTo>
                    <a:pt x="1285" y="154"/>
                  </a:lnTo>
                  <a:lnTo>
                    <a:pt x="1290" y="146"/>
                  </a:lnTo>
                  <a:lnTo>
                    <a:pt x="1290" y="143"/>
                  </a:lnTo>
                  <a:lnTo>
                    <a:pt x="1288" y="140"/>
                  </a:lnTo>
                  <a:lnTo>
                    <a:pt x="1287" y="140"/>
                  </a:lnTo>
                  <a:lnTo>
                    <a:pt x="1284" y="140"/>
                  </a:lnTo>
                  <a:lnTo>
                    <a:pt x="1284" y="137"/>
                  </a:lnTo>
                  <a:lnTo>
                    <a:pt x="1285" y="135"/>
                  </a:lnTo>
                  <a:lnTo>
                    <a:pt x="1287" y="134"/>
                  </a:lnTo>
                  <a:lnTo>
                    <a:pt x="1293" y="137"/>
                  </a:lnTo>
                  <a:lnTo>
                    <a:pt x="1303" y="129"/>
                  </a:lnTo>
                  <a:lnTo>
                    <a:pt x="1306" y="125"/>
                  </a:lnTo>
                  <a:lnTo>
                    <a:pt x="1312" y="120"/>
                  </a:lnTo>
                  <a:lnTo>
                    <a:pt x="1317" y="120"/>
                  </a:lnTo>
                  <a:lnTo>
                    <a:pt x="1323" y="114"/>
                  </a:lnTo>
                  <a:lnTo>
                    <a:pt x="1334" y="111"/>
                  </a:lnTo>
                  <a:lnTo>
                    <a:pt x="1340" y="111"/>
                  </a:lnTo>
                  <a:lnTo>
                    <a:pt x="1344" y="108"/>
                  </a:lnTo>
                  <a:lnTo>
                    <a:pt x="1350" y="106"/>
                  </a:lnTo>
                  <a:lnTo>
                    <a:pt x="1354" y="105"/>
                  </a:lnTo>
                  <a:lnTo>
                    <a:pt x="1366" y="102"/>
                  </a:lnTo>
                  <a:lnTo>
                    <a:pt x="1372" y="99"/>
                  </a:lnTo>
                  <a:lnTo>
                    <a:pt x="1372" y="96"/>
                  </a:lnTo>
                  <a:lnTo>
                    <a:pt x="1367" y="97"/>
                  </a:lnTo>
                  <a:lnTo>
                    <a:pt x="1366" y="96"/>
                  </a:lnTo>
                  <a:lnTo>
                    <a:pt x="1364" y="97"/>
                  </a:lnTo>
                  <a:lnTo>
                    <a:pt x="1363" y="99"/>
                  </a:lnTo>
                  <a:lnTo>
                    <a:pt x="1361" y="96"/>
                  </a:lnTo>
                  <a:lnTo>
                    <a:pt x="1360" y="97"/>
                  </a:lnTo>
                  <a:lnTo>
                    <a:pt x="1360" y="99"/>
                  </a:lnTo>
                  <a:lnTo>
                    <a:pt x="1358" y="99"/>
                  </a:lnTo>
                  <a:lnTo>
                    <a:pt x="1357" y="99"/>
                  </a:lnTo>
                  <a:lnTo>
                    <a:pt x="1357" y="94"/>
                  </a:lnTo>
                  <a:lnTo>
                    <a:pt x="1358" y="90"/>
                  </a:lnTo>
                  <a:lnTo>
                    <a:pt x="1360" y="93"/>
                  </a:lnTo>
                  <a:lnTo>
                    <a:pt x="1361" y="88"/>
                  </a:lnTo>
                  <a:lnTo>
                    <a:pt x="1363" y="88"/>
                  </a:lnTo>
                  <a:lnTo>
                    <a:pt x="1366" y="91"/>
                  </a:lnTo>
                  <a:lnTo>
                    <a:pt x="1369" y="88"/>
                  </a:lnTo>
                  <a:lnTo>
                    <a:pt x="1372" y="88"/>
                  </a:lnTo>
                  <a:lnTo>
                    <a:pt x="1375" y="88"/>
                  </a:lnTo>
                  <a:lnTo>
                    <a:pt x="1376" y="88"/>
                  </a:lnTo>
                  <a:lnTo>
                    <a:pt x="1378" y="87"/>
                  </a:lnTo>
                  <a:lnTo>
                    <a:pt x="1384" y="88"/>
                  </a:lnTo>
                  <a:lnTo>
                    <a:pt x="1387" y="87"/>
                  </a:lnTo>
                  <a:lnTo>
                    <a:pt x="1390" y="87"/>
                  </a:lnTo>
                  <a:lnTo>
                    <a:pt x="1395" y="88"/>
                  </a:lnTo>
                  <a:lnTo>
                    <a:pt x="1396" y="90"/>
                  </a:lnTo>
                  <a:lnTo>
                    <a:pt x="1395" y="93"/>
                  </a:lnTo>
                  <a:lnTo>
                    <a:pt x="1391" y="99"/>
                  </a:lnTo>
                  <a:lnTo>
                    <a:pt x="1391" y="100"/>
                  </a:lnTo>
                  <a:lnTo>
                    <a:pt x="1395" y="97"/>
                  </a:lnTo>
                  <a:lnTo>
                    <a:pt x="1401" y="94"/>
                  </a:lnTo>
                  <a:lnTo>
                    <a:pt x="1402" y="94"/>
                  </a:lnTo>
                  <a:lnTo>
                    <a:pt x="1402" y="97"/>
                  </a:lnTo>
                  <a:lnTo>
                    <a:pt x="1401" y="99"/>
                  </a:lnTo>
                  <a:lnTo>
                    <a:pt x="1405" y="97"/>
                  </a:lnTo>
                  <a:lnTo>
                    <a:pt x="1410" y="93"/>
                  </a:lnTo>
                  <a:lnTo>
                    <a:pt x="1411" y="93"/>
                  </a:lnTo>
                  <a:lnTo>
                    <a:pt x="1413" y="94"/>
                  </a:lnTo>
                  <a:lnTo>
                    <a:pt x="1416" y="93"/>
                  </a:lnTo>
                  <a:lnTo>
                    <a:pt x="1416" y="90"/>
                  </a:lnTo>
                  <a:lnTo>
                    <a:pt x="1419" y="90"/>
                  </a:lnTo>
                  <a:lnTo>
                    <a:pt x="1420" y="87"/>
                  </a:lnTo>
                  <a:lnTo>
                    <a:pt x="1422" y="85"/>
                  </a:lnTo>
                  <a:lnTo>
                    <a:pt x="1423" y="85"/>
                  </a:lnTo>
                  <a:lnTo>
                    <a:pt x="1428" y="82"/>
                  </a:lnTo>
                  <a:lnTo>
                    <a:pt x="1429" y="82"/>
                  </a:lnTo>
                  <a:lnTo>
                    <a:pt x="1431" y="84"/>
                  </a:lnTo>
                  <a:lnTo>
                    <a:pt x="1434" y="85"/>
                  </a:lnTo>
                  <a:lnTo>
                    <a:pt x="1439" y="88"/>
                  </a:lnTo>
                  <a:lnTo>
                    <a:pt x="1440" y="90"/>
                  </a:lnTo>
                  <a:lnTo>
                    <a:pt x="1440" y="90"/>
                  </a:lnTo>
                  <a:lnTo>
                    <a:pt x="1442" y="93"/>
                  </a:lnTo>
                  <a:lnTo>
                    <a:pt x="1440" y="96"/>
                  </a:lnTo>
                  <a:lnTo>
                    <a:pt x="1439" y="102"/>
                  </a:lnTo>
                  <a:lnTo>
                    <a:pt x="1437" y="103"/>
                  </a:lnTo>
                  <a:lnTo>
                    <a:pt x="1439" y="103"/>
                  </a:lnTo>
                  <a:lnTo>
                    <a:pt x="1440" y="103"/>
                  </a:lnTo>
                  <a:lnTo>
                    <a:pt x="1442" y="100"/>
                  </a:lnTo>
                  <a:lnTo>
                    <a:pt x="1442" y="97"/>
                  </a:lnTo>
                  <a:lnTo>
                    <a:pt x="1442" y="87"/>
                  </a:lnTo>
                  <a:lnTo>
                    <a:pt x="1440" y="82"/>
                  </a:lnTo>
                  <a:lnTo>
                    <a:pt x="1437" y="79"/>
                  </a:lnTo>
                  <a:lnTo>
                    <a:pt x="1433" y="74"/>
                  </a:lnTo>
                  <a:lnTo>
                    <a:pt x="1431" y="71"/>
                  </a:lnTo>
                  <a:lnTo>
                    <a:pt x="1429" y="68"/>
                  </a:lnTo>
                  <a:lnTo>
                    <a:pt x="1431" y="67"/>
                  </a:lnTo>
                  <a:lnTo>
                    <a:pt x="1439" y="70"/>
                  </a:lnTo>
                  <a:lnTo>
                    <a:pt x="1443" y="68"/>
                  </a:lnTo>
                  <a:lnTo>
                    <a:pt x="1448" y="68"/>
                  </a:lnTo>
                  <a:lnTo>
                    <a:pt x="1454" y="67"/>
                  </a:lnTo>
                  <a:lnTo>
                    <a:pt x="1457" y="68"/>
                  </a:lnTo>
                  <a:lnTo>
                    <a:pt x="1460" y="68"/>
                  </a:lnTo>
                  <a:lnTo>
                    <a:pt x="1464" y="71"/>
                  </a:lnTo>
                  <a:lnTo>
                    <a:pt x="1464" y="68"/>
                  </a:lnTo>
                  <a:lnTo>
                    <a:pt x="1458" y="65"/>
                  </a:lnTo>
                  <a:lnTo>
                    <a:pt x="1457" y="67"/>
                  </a:lnTo>
                  <a:lnTo>
                    <a:pt x="1455" y="65"/>
                  </a:lnTo>
                  <a:lnTo>
                    <a:pt x="1457" y="62"/>
                  </a:lnTo>
                  <a:lnTo>
                    <a:pt x="1458" y="58"/>
                  </a:lnTo>
                  <a:lnTo>
                    <a:pt x="1457" y="53"/>
                  </a:lnTo>
                  <a:lnTo>
                    <a:pt x="1455" y="50"/>
                  </a:lnTo>
                  <a:lnTo>
                    <a:pt x="1455" y="47"/>
                  </a:lnTo>
                  <a:lnTo>
                    <a:pt x="1457" y="41"/>
                  </a:lnTo>
                  <a:lnTo>
                    <a:pt x="1458" y="40"/>
                  </a:lnTo>
                  <a:lnTo>
                    <a:pt x="1460" y="35"/>
                  </a:lnTo>
                  <a:lnTo>
                    <a:pt x="1463" y="30"/>
                  </a:lnTo>
                  <a:lnTo>
                    <a:pt x="1477" y="12"/>
                  </a:lnTo>
                  <a:lnTo>
                    <a:pt x="1483" y="6"/>
                  </a:lnTo>
                  <a:lnTo>
                    <a:pt x="1486" y="5"/>
                  </a:lnTo>
                  <a:lnTo>
                    <a:pt x="1487" y="6"/>
                  </a:lnTo>
                  <a:lnTo>
                    <a:pt x="1493"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7" name="Freeform 22720"/>
            <p:cNvSpPr>
              <a:spLocks noChangeAspect="1"/>
            </p:cNvSpPr>
            <p:nvPr/>
          </p:nvSpPr>
          <p:spPr bwMode="auto">
            <a:xfrm>
              <a:off x="2900713" y="1036424"/>
              <a:ext cx="645806" cy="947296"/>
            </a:xfrm>
            <a:custGeom>
              <a:avLst/>
              <a:gdLst>
                <a:gd name="T0" fmla="*/ 601 w 754"/>
                <a:gd name="T1" fmla="*/ 74 h 1106"/>
                <a:gd name="T2" fmla="*/ 610 w 754"/>
                <a:gd name="T3" fmla="*/ 155 h 1106"/>
                <a:gd name="T4" fmla="*/ 658 w 754"/>
                <a:gd name="T5" fmla="*/ 188 h 1106"/>
                <a:gd name="T6" fmla="*/ 733 w 754"/>
                <a:gd name="T7" fmla="*/ 232 h 1106"/>
                <a:gd name="T8" fmla="*/ 655 w 754"/>
                <a:gd name="T9" fmla="*/ 296 h 1106"/>
                <a:gd name="T10" fmla="*/ 651 w 754"/>
                <a:gd name="T11" fmla="*/ 381 h 1106"/>
                <a:gd name="T12" fmla="*/ 657 w 754"/>
                <a:gd name="T13" fmla="*/ 468 h 1106"/>
                <a:gd name="T14" fmla="*/ 643 w 754"/>
                <a:gd name="T15" fmla="*/ 505 h 1106"/>
                <a:gd name="T16" fmla="*/ 654 w 754"/>
                <a:gd name="T17" fmla="*/ 565 h 1106"/>
                <a:gd name="T18" fmla="*/ 637 w 754"/>
                <a:gd name="T19" fmla="*/ 599 h 1106"/>
                <a:gd name="T20" fmla="*/ 630 w 754"/>
                <a:gd name="T21" fmla="*/ 639 h 1106"/>
                <a:gd name="T22" fmla="*/ 622 w 754"/>
                <a:gd name="T23" fmla="*/ 678 h 1106"/>
                <a:gd name="T24" fmla="*/ 560 w 754"/>
                <a:gd name="T25" fmla="*/ 671 h 1106"/>
                <a:gd name="T26" fmla="*/ 613 w 754"/>
                <a:gd name="T27" fmla="*/ 686 h 1106"/>
                <a:gd name="T28" fmla="*/ 579 w 754"/>
                <a:gd name="T29" fmla="*/ 698 h 1106"/>
                <a:gd name="T30" fmla="*/ 617 w 754"/>
                <a:gd name="T31" fmla="*/ 750 h 1106"/>
                <a:gd name="T32" fmla="*/ 616 w 754"/>
                <a:gd name="T33" fmla="*/ 791 h 1106"/>
                <a:gd name="T34" fmla="*/ 575 w 754"/>
                <a:gd name="T35" fmla="*/ 767 h 1106"/>
                <a:gd name="T36" fmla="*/ 567 w 754"/>
                <a:gd name="T37" fmla="*/ 794 h 1106"/>
                <a:gd name="T38" fmla="*/ 611 w 754"/>
                <a:gd name="T39" fmla="*/ 814 h 1106"/>
                <a:gd name="T40" fmla="*/ 573 w 754"/>
                <a:gd name="T41" fmla="*/ 849 h 1106"/>
                <a:gd name="T42" fmla="*/ 497 w 754"/>
                <a:gd name="T43" fmla="*/ 861 h 1106"/>
                <a:gd name="T44" fmla="*/ 473 w 754"/>
                <a:gd name="T45" fmla="*/ 919 h 1106"/>
                <a:gd name="T46" fmla="*/ 443 w 754"/>
                <a:gd name="T47" fmla="*/ 945 h 1106"/>
                <a:gd name="T48" fmla="*/ 421 w 754"/>
                <a:gd name="T49" fmla="*/ 937 h 1106"/>
                <a:gd name="T50" fmla="*/ 400 w 754"/>
                <a:gd name="T51" fmla="*/ 984 h 1106"/>
                <a:gd name="T52" fmla="*/ 379 w 754"/>
                <a:gd name="T53" fmla="*/ 1019 h 1106"/>
                <a:gd name="T54" fmla="*/ 376 w 754"/>
                <a:gd name="T55" fmla="*/ 1056 h 1106"/>
                <a:gd name="T56" fmla="*/ 355 w 754"/>
                <a:gd name="T57" fmla="*/ 1100 h 1106"/>
                <a:gd name="T58" fmla="*/ 344 w 754"/>
                <a:gd name="T59" fmla="*/ 1088 h 1106"/>
                <a:gd name="T60" fmla="*/ 312 w 754"/>
                <a:gd name="T61" fmla="*/ 1080 h 1106"/>
                <a:gd name="T62" fmla="*/ 291 w 754"/>
                <a:gd name="T63" fmla="*/ 1059 h 1106"/>
                <a:gd name="T64" fmla="*/ 277 w 754"/>
                <a:gd name="T65" fmla="*/ 1031 h 1106"/>
                <a:gd name="T66" fmla="*/ 274 w 754"/>
                <a:gd name="T67" fmla="*/ 987 h 1106"/>
                <a:gd name="T68" fmla="*/ 273 w 754"/>
                <a:gd name="T69" fmla="*/ 970 h 1106"/>
                <a:gd name="T70" fmla="*/ 253 w 754"/>
                <a:gd name="T71" fmla="*/ 963 h 1106"/>
                <a:gd name="T72" fmla="*/ 239 w 754"/>
                <a:gd name="T73" fmla="*/ 937 h 1106"/>
                <a:gd name="T74" fmla="*/ 238 w 754"/>
                <a:gd name="T75" fmla="*/ 920 h 1106"/>
                <a:gd name="T76" fmla="*/ 266 w 754"/>
                <a:gd name="T77" fmla="*/ 887 h 1106"/>
                <a:gd name="T78" fmla="*/ 250 w 754"/>
                <a:gd name="T79" fmla="*/ 870 h 1106"/>
                <a:gd name="T80" fmla="*/ 248 w 754"/>
                <a:gd name="T81" fmla="*/ 852 h 1106"/>
                <a:gd name="T82" fmla="*/ 274 w 754"/>
                <a:gd name="T83" fmla="*/ 815 h 1106"/>
                <a:gd name="T84" fmla="*/ 230 w 754"/>
                <a:gd name="T85" fmla="*/ 776 h 1106"/>
                <a:gd name="T86" fmla="*/ 266 w 754"/>
                <a:gd name="T87" fmla="*/ 771 h 1106"/>
                <a:gd name="T88" fmla="*/ 238 w 754"/>
                <a:gd name="T89" fmla="*/ 747 h 1106"/>
                <a:gd name="T90" fmla="*/ 235 w 754"/>
                <a:gd name="T91" fmla="*/ 742 h 1106"/>
                <a:gd name="T92" fmla="*/ 212 w 754"/>
                <a:gd name="T93" fmla="*/ 720 h 1106"/>
                <a:gd name="T94" fmla="*/ 213 w 754"/>
                <a:gd name="T95" fmla="*/ 683 h 1106"/>
                <a:gd name="T96" fmla="*/ 195 w 754"/>
                <a:gd name="T97" fmla="*/ 641 h 1106"/>
                <a:gd name="T98" fmla="*/ 177 w 754"/>
                <a:gd name="T99" fmla="*/ 572 h 1106"/>
                <a:gd name="T100" fmla="*/ 91 w 754"/>
                <a:gd name="T101" fmla="*/ 546 h 1106"/>
                <a:gd name="T102" fmla="*/ 56 w 754"/>
                <a:gd name="T103" fmla="*/ 521 h 1106"/>
                <a:gd name="T104" fmla="*/ 50 w 754"/>
                <a:gd name="T105" fmla="*/ 483 h 1106"/>
                <a:gd name="T106" fmla="*/ 35 w 754"/>
                <a:gd name="T107" fmla="*/ 470 h 1106"/>
                <a:gd name="T108" fmla="*/ 13 w 754"/>
                <a:gd name="T109" fmla="*/ 406 h 1106"/>
                <a:gd name="T110" fmla="*/ 97 w 754"/>
                <a:gd name="T111" fmla="*/ 316 h 1106"/>
                <a:gd name="T112" fmla="*/ 88 w 754"/>
                <a:gd name="T113" fmla="*/ 264 h 1106"/>
                <a:gd name="T114" fmla="*/ 147 w 754"/>
                <a:gd name="T115" fmla="*/ 169 h 1106"/>
                <a:gd name="T116" fmla="*/ 222 w 754"/>
                <a:gd name="T117" fmla="*/ 124 h 1106"/>
                <a:gd name="T118" fmla="*/ 268 w 754"/>
                <a:gd name="T119" fmla="*/ 115 h 1106"/>
                <a:gd name="T120" fmla="*/ 385 w 754"/>
                <a:gd name="T121" fmla="*/ 85 h 1106"/>
                <a:gd name="T122" fmla="*/ 426 w 754"/>
                <a:gd name="T123" fmla="*/ 62 h 1106"/>
                <a:gd name="T124" fmla="*/ 484 w 754"/>
                <a:gd name="T125" fmla="*/ 1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4" h="1106">
                  <a:moveTo>
                    <a:pt x="490" y="0"/>
                  </a:moveTo>
                  <a:lnTo>
                    <a:pt x="517" y="0"/>
                  </a:lnTo>
                  <a:lnTo>
                    <a:pt x="526" y="3"/>
                  </a:lnTo>
                  <a:lnTo>
                    <a:pt x="538" y="9"/>
                  </a:lnTo>
                  <a:lnTo>
                    <a:pt x="545" y="16"/>
                  </a:lnTo>
                  <a:lnTo>
                    <a:pt x="546" y="16"/>
                  </a:lnTo>
                  <a:lnTo>
                    <a:pt x="554" y="20"/>
                  </a:lnTo>
                  <a:lnTo>
                    <a:pt x="563" y="24"/>
                  </a:lnTo>
                  <a:lnTo>
                    <a:pt x="575" y="33"/>
                  </a:lnTo>
                  <a:lnTo>
                    <a:pt x="578" y="36"/>
                  </a:lnTo>
                  <a:lnTo>
                    <a:pt x="576" y="38"/>
                  </a:lnTo>
                  <a:lnTo>
                    <a:pt x="573" y="39"/>
                  </a:lnTo>
                  <a:lnTo>
                    <a:pt x="555" y="42"/>
                  </a:lnTo>
                  <a:lnTo>
                    <a:pt x="525" y="47"/>
                  </a:lnTo>
                  <a:lnTo>
                    <a:pt x="507" y="53"/>
                  </a:lnTo>
                  <a:lnTo>
                    <a:pt x="502" y="55"/>
                  </a:lnTo>
                  <a:lnTo>
                    <a:pt x="500" y="64"/>
                  </a:lnTo>
                  <a:lnTo>
                    <a:pt x="504" y="65"/>
                  </a:lnTo>
                  <a:lnTo>
                    <a:pt x="507" y="64"/>
                  </a:lnTo>
                  <a:lnTo>
                    <a:pt x="522" y="53"/>
                  </a:lnTo>
                  <a:lnTo>
                    <a:pt x="526" y="51"/>
                  </a:lnTo>
                  <a:lnTo>
                    <a:pt x="535" y="51"/>
                  </a:lnTo>
                  <a:lnTo>
                    <a:pt x="549" y="56"/>
                  </a:lnTo>
                  <a:lnTo>
                    <a:pt x="554" y="55"/>
                  </a:lnTo>
                  <a:lnTo>
                    <a:pt x="563" y="56"/>
                  </a:lnTo>
                  <a:lnTo>
                    <a:pt x="573" y="53"/>
                  </a:lnTo>
                  <a:lnTo>
                    <a:pt x="586" y="45"/>
                  </a:lnTo>
                  <a:lnTo>
                    <a:pt x="589" y="61"/>
                  </a:lnTo>
                  <a:lnTo>
                    <a:pt x="593" y="74"/>
                  </a:lnTo>
                  <a:lnTo>
                    <a:pt x="598" y="73"/>
                  </a:lnTo>
                  <a:lnTo>
                    <a:pt x="601" y="74"/>
                  </a:lnTo>
                  <a:lnTo>
                    <a:pt x="602" y="79"/>
                  </a:lnTo>
                  <a:lnTo>
                    <a:pt x="604" y="80"/>
                  </a:lnTo>
                  <a:lnTo>
                    <a:pt x="607" y="79"/>
                  </a:lnTo>
                  <a:lnTo>
                    <a:pt x="617" y="83"/>
                  </a:lnTo>
                  <a:lnTo>
                    <a:pt x="625" y="91"/>
                  </a:lnTo>
                  <a:lnTo>
                    <a:pt x="628" y="94"/>
                  </a:lnTo>
                  <a:lnTo>
                    <a:pt x="630" y="99"/>
                  </a:lnTo>
                  <a:lnTo>
                    <a:pt x="630" y="102"/>
                  </a:lnTo>
                  <a:lnTo>
                    <a:pt x="628" y="106"/>
                  </a:lnTo>
                  <a:lnTo>
                    <a:pt x="624" y="115"/>
                  </a:lnTo>
                  <a:lnTo>
                    <a:pt x="617" y="121"/>
                  </a:lnTo>
                  <a:lnTo>
                    <a:pt x="610" y="127"/>
                  </a:lnTo>
                  <a:lnTo>
                    <a:pt x="601" y="131"/>
                  </a:lnTo>
                  <a:lnTo>
                    <a:pt x="531" y="143"/>
                  </a:lnTo>
                  <a:lnTo>
                    <a:pt x="529" y="144"/>
                  </a:lnTo>
                  <a:lnTo>
                    <a:pt x="528" y="152"/>
                  </a:lnTo>
                  <a:lnTo>
                    <a:pt x="528" y="161"/>
                  </a:lnTo>
                  <a:lnTo>
                    <a:pt x="531" y="162"/>
                  </a:lnTo>
                  <a:lnTo>
                    <a:pt x="538" y="156"/>
                  </a:lnTo>
                  <a:lnTo>
                    <a:pt x="552" y="152"/>
                  </a:lnTo>
                  <a:lnTo>
                    <a:pt x="563" y="152"/>
                  </a:lnTo>
                  <a:lnTo>
                    <a:pt x="586" y="156"/>
                  </a:lnTo>
                  <a:lnTo>
                    <a:pt x="592" y="167"/>
                  </a:lnTo>
                  <a:lnTo>
                    <a:pt x="596" y="182"/>
                  </a:lnTo>
                  <a:lnTo>
                    <a:pt x="604" y="179"/>
                  </a:lnTo>
                  <a:lnTo>
                    <a:pt x="605" y="176"/>
                  </a:lnTo>
                  <a:lnTo>
                    <a:pt x="607" y="172"/>
                  </a:lnTo>
                  <a:lnTo>
                    <a:pt x="608" y="167"/>
                  </a:lnTo>
                  <a:lnTo>
                    <a:pt x="608" y="161"/>
                  </a:lnTo>
                  <a:lnTo>
                    <a:pt x="610" y="158"/>
                  </a:lnTo>
                  <a:lnTo>
                    <a:pt x="610" y="155"/>
                  </a:lnTo>
                  <a:lnTo>
                    <a:pt x="613" y="153"/>
                  </a:lnTo>
                  <a:lnTo>
                    <a:pt x="617" y="152"/>
                  </a:lnTo>
                  <a:lnTo>
                    <a:pt x="630" y="150"/>
                  </a:lnTo>
                  <a:lnTo>
                    <a:pt x="633" y="150"/>
                  </a:lnTo>
                  <a:lnTo>
                    <a:pt x="634" y="158"/>
                  </a:lnTo>
                  <a:lnTo>
                    <a:pt x="634" y="162"/>
                  </a:lnTo>
                  <a:lnTo>
                    <a:pt x="634" y="169"/>
                  </a:lnTo>
                  <a:lnTo>
                    <a:pt x="634" y="175"/>
                  </a:lnTo>
                  <a:lnTo>
                    <a:pt x="634" y="184"/>
                  </a:lnTo>
                  <a:lnTo>
                    <a:pt x="634" y="191"/>
                  </a:lnTo>
                  <a:lnTo>
                    <a:pt x="630" y="205"/>
                  </a:lnTo>
                  <a:lnTo>
                    <a:pt x="628" y="213"/>
                  </a:lnTo>
                  <a:lnTo>
                    <a:pt x="625" y="217"/>
                  </a:lnTo>
                  <a:lnTo>
                    <a:pt x="619" y="229"/>
                  </a:lnTo>
                  <a:lnTo>
                    <a:pt x="617" y="232"/>
                  </a:lnTo>
                  <a:lnTo>
                    <a:pt x="611" y="246"/>
                  </a:lnTo>
                  <a:lnTo>
                    <a:pt x="610" y="252"/>
                  </a:lnTo>
                  <a:lnTo>
                    <a:pt x="610" y="257"/>
                  </a:lnTo>
                  <a:lnTo>
                    <a:pt x="610" y="257"/>
                  </a:lnTo>
                  <a:lnTo>
                    <a:pt x="611" y="252"/>
                  </a:lnTo>
                  <a:lnTo>
                    <a:pt x="613" y="249"/>
                  </a:lnTo>
                  <a:lnTo>
                    <a:pt x="614" y="246"/>
                  </a:lnTo>
                  <a:lnTo>
                    <a:pt x="624" y="238"/>
                  </a:lnTo>
                  <a:lnTo>
                    <a:pt x="625" y="235"/>
                  </a:lnTo>
                  <a:lnTo>
                    <a:pt x="631" y="226"/>
                  </a:lnTo>
                  <a:lnTo>
                    <a:pt x="634" y="222"/>
                  </a:lnTo>
                  <a:lnTo>
                    <a:pt x="637" y="217"/>
                  </a:lnTo>
                  <a:lnTo>
                    <a:pt x="639" y="214"/>
                  </a:lnTo>
                  <a:lnTo>
                    <a:pt x="648" y="194"/>
                  </a:lnTo>
                  <a:lnTo>
                    <a:pt x="652" y="188"/>
                  </a:lnTo>
                  <a:lnTo>
                    <a:pt x="658" y="188"/>
                  </a:lnTo>
                  <a:lnTo>
                    <a:pt x="658" y="199"/>
                  </a:lnTo>
                  <a:lnTo>
                    <a:pt x="665" y="200"/>
                  </a:lnTo>
                  <a:lnTo>
                    <a:pt x="668" y="199"/>
                  </a:lnTo>
                  <a:lnTo>
                    <a:pt x="672" y="202"/>
                  </a:lnTo>
                  <a:lnTo>
                    <a:pt x="674" y="205"/>
                  </a:lnTo>
                  <a:lnTo>
                    <a:pt x="677" y="205"/>
                  </a:lnTo>
                  <a:lnTo>
                    <a:pt x="680" y="208"/>
                  </a:lnTo>
                  <a:lnTo>
                    <a:pt x="683" y="205"/>
                  </a:lnTo>
                  <a:lnTo>
                    <a:pt x="683" y="204"/>
                  </a:lnTo>
                  <a:lnTo>
                    <a:pt x="686" y="196"/>
                  </a:lnTo>
                  <a:lnTo>
                    <a:pt x="690" y="188"/>
                  </a:lnTo>
                  <a:lnTo>
                    <a:pt x="693" y="181"/>
                  </a:lnTo>
                  <a:lnTo>
                    <a:pt x="695" y="178"/>
                  </a:lnTo>
                  <a:lnTo>
                    <a:pt x="696" y="176"/>
                  </a:lnTo>
                  <a:lnTo>
                    <a:pt x="698" y="175"/>
                  </a:lnTo>
                  <a:lnTo>
                    <a:pt x="703" y="172"/>
                  </a:lnTo>
                  <a:lnTo>
                    <a:pt x="704" y="172"/>
                  </a:lnTo>
                  <a:lnTo>
                    <a:pt x="707" y="172"/>
                  </a:lnTo>
                  <a:lnTo>
                    <a:pt x="719" y="173"/>
                  </a:lnTo>
                  <a:lnTo>
                    <a:pt x="725" y="175"/>
                  </a:lnTo>
                  <a:lnTo>
                    <a:pt x="734" y="181"/>
                  </a:lnTo>
                  <a:lnTo>
                    <a:pt x="742" y="184"/>
                  </a:lnTo>
                  <a:lnTo>
                    <a:pt x="745" y="187"/>
                  </a:lnTo>
                  <a:lnTo>
                    <a:pt x="748" y="193"/>
                  </a:lnTo>
                  <a:lnTo>
                    <a:pt x="753" y="199"/>
                  </a:lnTo>
                  <a:lnTo>
                    <a:pt x="754" y="200"/>
                  </a:lnTo>
                  <a:lnTo>
                    <a:pt x="754" y="204"/>
                  </a:lnTo>
                  <a:lnTo>
                    <a:pt x="753" y="205"/>
                  </a:lnTo>
                  <a:lnTo>
                    <a:pt x="744" y="216"/>
                  </a:lnTo>
                  <a:lnTo>
                    <a:pt x="741" y="222"/>
                  </a:lnTo>
                  <a:lnTo>
                    <a:pt x="733" y="232"/>
                  </a:lnTo>
                  <a:lnTo>
                    <a:pt x="728" y="237"/>
                  </a:lnTo>
                  <a:lnTo>
                    <a:pt x="725" y="238"/>
                  </a:lnTo>
                  <a:lnTo>
                    <a:pt x="719" y="238"/>
                  </a:lnTo>
                  <a:lnTo>
                    <a:pt x="716" y="240"/>
                  </a:lnTo>
                  <a:lnTo>
                    <a:pt x="716" y="242"/>
                  </a:lnTo>
                  <a:lnTo>
                    <a:pt x="718" y="246"/>
                  </a:lnTo>
                  <a:lnTo>
                    <a:pt x="719" y="251"/>
                  </a:lnTo>
                  <a:lnTo>
                    <a:pt x="719" y="252"/>
                  </a:lnTo>
                  <a:lnTo>
                    <a:pt x="716" y="257"/>
                  </a:lnTo>
                  <a:lnTo>
                    <a:pt x="716" y="258"/>
                  </a:lnTo>
                  <a:lnTo>
                    <a:pt x="707" y="261"/>
                  </a:lnTo>
                  <a:lnTo>
                    <a:pt x="703" y="267"/>
                  </a:lnTo>
                  <a:lnTo>
                    <a:pt x="698" y="267"/>
                  </a:lnTo>
                  <a:lnTo>
                    <a:pt x="693" y="267"/>
                  </a:lnTo>
                  <a:lnTo>
                    <a:pt x="689" y="272"/>
                  </a:lnTo>
                  <a:lnTo>
                    <a:pt x="690" y="277"/>
                  </a:lnTo>
                  <a:lnTo>
                    <a:pt x="692" y="280"/>
                  </a:lnTo>
                  <a:lnTo>
                    <a:pt x="698" y="284"/>
                  </a:lnTo>
                  <a:lnTo>
                    <a:pt x="698" y="286"/>
                  </a:lnTo>
                  <a:lnTo>
                    <a:pt x="695" y="290"/>
                  </a:lnTo>
                  <a:lnTo>
                    <a:pt x="692" y="296"/>
                  </a:lnTo>
                  <a:lnTo>
                    <a:pt x="687" y="301"/>
                  </a:lnTo>
                  <a:lnTo>
                    <a:pt x="686" y="301"/>
                  </a:lnTo>
                  <a:lnTo>
                    <a:pt x="683" y="299"/>
                  </a:lnTo>
                  <a:lnTo>
                    <a:pt x="681" y="299"/>
                  </a:lnTo>
                  <a:lnTo>
                    <a:pt x="677" y="302"/>
                  </a:lnTo>
                  <a:lnTo>
                    <a:pt x="672" y="302"/>
                  </a:lnTo>
                  <a:lnTo>
                    <a:pt x="665" y="299"/>
                  </a:lnTo>
                  <a:lnTo>
                    <a:pt x="660" y="296"/>
                  </a:lnTo>
                  <a:lnTo>
                    <a:pt x="658" y="296"/>
                  </a:lnTo>
                  <a:lnTo>
                    <a:pt x="655" y="296"/>
                  </a:lnTo>
                  <a:lnTo>
                    <a:pt x="654" y="296"/>
                  </a:lnTo>
                  <a:lnTo>
                    <a:pt x="651" y="304"/>
                  </a:lnTo>
                  <a:lnTo>
                    <a:pt x="648" y="308"/>
                  </a:lnTo>
                  <a:lnTo>
                    <a:pt x="646" y="313"/>
                  </a:lnTo>
                  <a:lnTo>
                    <a:pt x="646" y="319"/>
                  </a:lnTo>
                  <a:lnTo>
                    <a:pt x="646" y="324"/>
                  </a:lnTo>
                  <a:lnTo>
                    <a:pt x="646" y="328"/>
                  </a:lnTo>
                  <a:lnTo>
                    <a:pt x="648" y="330"/>
                  </a:lnTo>
                  <a:lnTo>
                    <a:pt x="649" y="331"/>
                  </a:lnTo>
                  <a:lnTo>
                    <a:pt x="651" y="331"/>
                  </a:lnTo>
                  <a:lnTo>
                    <a:pt x="654" y="331"/>
                  </a:lnTo>
                  <a:lnTo>
                    <a:pt x="655" y="331"/>
                  </a:lnTo>
                  <a:lnTo>
                    <a:pt x="657" y="333"/>
                  </a:lnTo>
                  <a:lnTo>
                    <a:pt x="657" y="336"/>
                  </a:lnTo>
                  <a:lnTo>
                    <a:pt x="657" y="340"/>
                  </a:lnTo>
                  <a:lnTo>
                    <a:pt x="657" y="345"/>
                  </a:lnTo>
                  <a:lnTo>
                    <a:pt x="655" y="349"/>
                  </a:lnTo>
                  <a:lnTo>
                    <a:pt x="655" y="356"/>
                  </a:lnTo>
                  <a:lnTo>
                    <a:pt x="655" y="359"/>
                  </a:lnTo>
                  <a:lnTo>
                    <a:pt x="657" y="360"/>
                  </a:lnTo>
                  <a:lnTo>
                    <a:pt x="658" y="360"/>
                  </a:lnTo>
                  <a:lnTo>
                    <a:pt x="658" y="360"/>
                  </a:lnTo>
                  <a:lnTo>
                    <a:pt x="660" y="363"/>
                  </a:lnTo>
                  <a:lnTo>
                    <a:pt x="660" y="365"/>
                  </a:lnTo>
                  <a:lnTo>
                    <a:pt x="662" y="368"/>
                  </a:lnTo>
                  <a:lnTo>
                    <a:pt x="662" y="371"/>
                  </a:lnTo>
                  <a:lnTo>
                    <a:pt x="660" y="372"/>
                  </a:lnTo>
                  <a:lnTo>
                    <a:pt x="657" y="374"/>
                  </a:lnTo>
                  <a:lnTo>
                    <a:pt x="652" y="377"/>
                  </a:lnTo>
                  <a:lnTo>
                    <a:pt x="651" y="378"/>
                  </a:lnTo>
                  <a:lnTo>
                    <a:pt x="651" y="381"/>
                  </a:lnTo>
                  <a:lnTo>
                    <a:pt x="651" y="384"/>
                  </a:lnTo>
                  <a:lnTo>
                    <a:pt x="649" y="388"/>
                  </a:lnTo>
                  <a:lnTo>
                    <a:pt x="649" y="391"/>
                  </a:lnTo>
                  <a:lnTo>
                    <a:pt x="648" y="392"/>
                  </a:lnTo>
                  <a:lnTo>
                    <a:pt x="646" y="392"/>
                  </a:lnTo>
                  <a:lnTo>
                    <a:pt x="643" y="392"/>
                  </a:lnTo>
                  <a:lnTo>
                    <a:pt x="640" y="394"/>
                  </a:lnTo>
                  <a:lnTo>
                    <a:pt x="634" y="403"/>
                  </a:lnTo>
                  <a:lnTo>
                    <a:pt x="634" y="404"/>
                  </a:lnTo>
                  <a:lnTo>
                    <a:pt x="637" y="407"/>
                  </a:lnTo>
                  <a:lnTo>
                    <a:pt x="637" y="410"/>
                  </a:lnTo>
                  <a:lnTo>
                    <a:pt x="634" y="421"/>
                  </a:lnTo>
                  <a:lnTo>
                    <a:pt x="633" y="426"/>
                  </a:lnTo>
                  <a:lnTo>
                    <a:pt x="633" y="433"/>
                  </a:lnTo>
                  <a:lnTo>
                    <a:pt x="631" y="439"/>
                  </a:lnTo>
                  <a:lnTo>
                    <a:pt x="630" y="444"/>
                  </a:lnTo>
                  <a:lnTo>
                    <a:pt x="628" y="450"/>
                  </a:lnTo>
                  <a:lnTo>
                    <a:pt x="627" y="456"/>
                  </a:lnTo>
                  <a:lnTo>
                    <a:pt x="627" y="460"/>
                  </a:lnTo>
                  <a:lnTo>
                    <a:pt x="630" y="464"/>
                  </a:lnTo>
                  <a:lnTo>
                    <a:pt x="631" y="460"/>
                  </a:lnTo>
                  <a:lnTo>
                    <a:pt x="634" y="453"/>
                  </a:lnTo>
                  <a:lnTo>
                    <a:pt x="637" y="448"/>
                  </a:lnTo>
                  <a:lnTo>
                    <a:pt x="642" y="450"/>
                  </a:lnTo>
                  <a:lnTo>
                    <a:pt x="645" y="451"/>
                  </a:lnTo>
                  <a:lnTo>
                    <a:pt x="649" y="454"/>
                  </a:lnTo>
                  <a:lnTo>
                    <a:pt x="652" y="457"/>
                  </a:lnTo>
                  <a:lnTo>
                    <a:pt x="655" y="460"/>
                  </a:lnTo>
                  <a:lnTo>
                    <a:pt x="655" y="462"/>
                  </a:lnTo>
                  <a:lnTo>
                    <a:pt x="657" y="465"/>
                  </a:lnTo>
                  <a:lnTo>
                    <a:pt x="657" y="468"/>
                  </a:lnTo>
                  <a:lnTo>
                    <a:pt x="655" y="468"/>
                  </a:lnTo>
                  <a:lnTo>
                    <a:pt x="654" y="468"/>
                  </a:lnTo>
                  <a:lnTo>
                    <a:pt x="649" y="464"/>
                  </a:lnTo>
                  <a:lnTo>
                    <a:pt x="646" y="462"/>
                  </a:lnTo>
                  <a:lnTo>
                    <a:pt x="643" y="464"/>
                  </a:lnTo>
                  <a:lnTo>
                    <a:pt x="640" y="465"/>
                  </a:lnTo>
                  <a:lnTo>
                    <a:pt x="643" y="476"/>
                  </a:lnTo>
                  <a:lnTo>
                    <a:pt x="646" y="480"/>
                  </a:lnTo>
                  <a:lnTo>
                    <a:pt x="651" y="482"/>
                  </a:lnTo>
                  <a:lnTo>
                    <a:pt x="654" y="483"/>
                  </a:lnTo>
                  <a:lnTo>
                    <a:pt x="655" y="486"/>
                  </a:lnTo>
                  <a:lnTo>
                    <a:pt x="657" y="488"/>
                  </a:lnTo>
                  <a:lnTo>
                    <a:pt x="658" y="488"/>
                  </a:lnTo>
                  <a:lnTo>
                    <a:pt x="662" y="485"/>
                  </a:lnTo>
                  <a:lnTo>
                    <a:pt x="666" y="485"/>
                  </a:lnTo>
                  <a:lnTo>
                    <a:pt x="668" y="486"/>
                  </a:lnTo>
                  <a:lnTo>
                    <a:pt x="669" y="488"/>
                  </a:lnTo>
                  <a:lnTo>
                    <a:pt x="669" y="492"/>
                  </a:lnTo>
                  <a:lnTo>
                    <a:pt x="669" y="500"/>
                  </a:lnTo>
                  <a:lnTo>
                    <a:pt x="669" y="505"/>
                  </a:lnTo>
                  <a:lnTo>
                    <a:pt x="668" y="508"/>
                  </a:lnTo>
                  <a:lnTo>
                    <a:pt x="666" y="512"/>
                  </a:lnTo>
                  <a:lnTo>
                    <a:pt x="666" y="514"/>
                  </a:lnTo>
                  <a:lnTo>
                    <a:pt x="665" y="512"/>
                  </a:lnTo>
                  <a:lnTo>
                    <a:pt x="663" y="512"/>
                  </a:lnTo>
                  <a:lnTo>
                    <a:pt x="662" y="511"/>
                  </a:lnTo>
                  <a:lnTo>
                    <a:pt x="658" y="509"/>
                  </a:lnTo>
                  <a:lnTo>
                    <a:pt x="654" y="508"/>
                  </a:lnTo>
                  <a:lnTo>
                    <a:pt x="651" y="505"/>
                  </a:lnTo>
                  <a:lnTo>
                    <a:pt x="648" y="505"/>
                  </a:lnTo>
                  <a:lnTo>
                    <a:pt x="643" y="505"/>
                  </a:lnTo>
                  <a:lnTo>
                    <a:pt x="637" y="506"/>
                  </a:lnTo>
                  <a:lnTo>
                    <a:pt x="637" y="509"/>
                  </a:lnTo>
                  <a:lnTo>
                    <a:pt x="628" y="517"/>
                  </a:lnTo>
                  <a:lnTo>
                    <a:pt x="627" y="517"/>
                  </a:lnTo>
                  <a:lnTo>
                    <a:pt x="625" y="514"/>
                  </a:lnTo>
                  <a:lnTo>
                    <a:pt x="622" y="511"/>
                  </a:lnTo>
                  <a:lnTo>
                    <a:pt x="621" y="511"/>
                  </a:lnTo>
                  <a:lnTo>
                    <a:pt x="617" y="515"/>
                  </a:lnTo>
                  <a:lnTo>
                    <a:pt x="616" y="517"/>
                  </a:lnTo>
                  <a:lnTo>
                    <a:pt x="616" y="517"/>
                  </a:lnTo>
                  <a:lnTo>
                    <a:pt x="619" y="520"/>
                  </a:lnTo>
                  <a:lnTo>
                    <a:pt x="619" y="521"/>
                  </a:lnTo>
                  <a:lnTo>
                    <a:pt x="621" y="521"/>
                  </a:lnTo>
                  <a:lnTo>
                    <a:pt x="624" y="523"/>
                  </a:lnTo>
                  <a:lnTo>
                    <a:pt x="625" y="523"/>
                  </a:lnTo>
                  <a:lnTo>
                    <a:pt x="627" y="532"/>
                  </a:lnTo>
                  <a:lnTo>
                    <a:pt x="630" y="538"/>
                  </a:lnTo>
                  <a:lnTo>
                    <a:pt x="630" y="540"/>
                  </a:lnTo>
                  <a:lnTo>
                    <a:pt x="631" y="540"/>
                  </a:lnTo>
                  <a:lnTo>
                    <a:pt x="634" y="540"/>
                  </a:lnTo>
                  <a:lnTo>
                    <a:pt x="637" y="537"/>
                  </a:lnTo>
                  <a:lnTo>
                    <a:pt x="639" y="538"/>
                  </a:lnTo>
                  <a:lnTo>
                    <a:pt x="642" y="541"/>
                  </a:lnTo>
                  <a:lnTo>
                    <a:pt x="643" y="541"/>
                  </a:lnTo>
                  <a:lnTo>
                    <a:pt x="645" y="541"/>
                  </a:lnTo>
                  <a:lnTo>
                    <a:pt x="648" y="541"/>
                  </a:lnTo>
                  <a:lnTo>
                    <a:pt x="651" y="547"/>
                  </a:lnTo>
                  <a:lnTo>
                    <a:pt x="649" y="553"/>
                  </a:lnTo>
                  <a:lnTo>
                    <a:pt x="651" y="558"/>
                  </a:lnTo>
                  <a:lnTo>
                    <a:pt x="654" y="562"/>
                  </a:lnTo>
                  <a:lnTo>
                    <a:pt x="654" y="565"/>
                  </a:lnTo>
                  <a:lnTo>
                    <a:pt x="655" y="568"/>
                  </a:lnTo>
                  <a:lnTo>
                    <a:pt x="655" y="570"/>
                  </a:lnTo>
                  <a:lnTo>
                    <a:pt x="655" y="573"/>
                  </a:lnTo>
                  <a:lnTo>
                    <a:pt x="655" y="575"/>
                  </a:lnTo>
                  <a:lnTo>
                    <a:pt x="655" y="578"/>
                  </a:lnTo>
                  <a:lnTo>
                    <a:pt x="657" y="584"/>
                  </a:lnTo>
                  <a:lnTo>
                    <a:pt x="657" y="588"/>
                  </a:lnTo>
                  <a:lnTo>
                    <a:pt x="655" y="591"/>
                  </a:lnTo>
                  <a:lnTo>
                    <a:pt x="654" y="593"/>
                  </a:lnTo>
                  <a:lnTo>
                    <a:pt x="652" y="594"/>
                  </a:lnTo>
                  <a:lnTo>
                    <a:pt x="651" y="594"/>
                  </a:lnTo>
                  <a:lnTo>
                    <a:pt x="649" y="593"/>
                  </a:lnTo>
                  <a:lnTo>
                    <a:pt x="648" y="590"/>
                  </a:lnTo>
                  <a:lnTo>
                    <a:pt x="646" y="587"/>
                  </a:lnTo>
                  <a:lnTo>
                    <a:pt x="643" y="587"/>
                  </a:lnTo>
                  <a:lnTo>
                    <a:pt x="637" y="594"/>
                  </a:lnTo>
                  <a:lnTo>
                    <a:pt x="636" y="594"/>
                  </a:lnTo>
                  <a:lnTo>
                    <a:pt x="633" y="596"/>
                  </a:lnTo>
                  <a:lnTo>
                    <a:pt x="631" y="599"/>
                  </a:lnTo>
                  <a:lnTo>
                    <a:pt x="628" y="599"/>
                  </a:lnTo>
                  <a:lnTo>
                    <a:pt x="625" y="599"/>
                  </a:lnTo>
                  <a:lnTo>
                    <a:pt x="621" y="596"/>
                  </a:lnTo>
                  <a:lnTo>
                    <a:pt x="624" y="599"/>
                  </a:lnTo>
                  <a:lnTo>
                    <a:pt x="625" y="602"/>
                  </a:lnTo>
                  <a:lnTo>
                    <a:pt x="627" y="602"/>
                  </a:lnTo>
                  <a:lnTo>
                    <a:pt x="628" y="602"/>
                  </a:lnTo>
                  <a:lnTo>
                    <a:pt x="630" y="602"/>
                  </a:lnTo>
                  <a:lnTo>
                    <a:pt x="631" y="602"/>
                  </a:lnTo>
                  <a:lnTo>
                    <a:pt x="634" y="599"/>
                  </a:lnTo>
                  <a:lnTo>
                    <a:pt x="636" y="597"/>
                  </a:lnTo>
                  <a:lnTo>
                    <a:pt x="637" y="599"/>
                  </a:lnTo>
                  <a:lnTo>
                    <a:pt x="637" y="599"/>
                  </a:lnTo>
                  <a:lnTo>
                    <a:pt x="639" y="602"/>
                  </a:lnTo>
                  <a:lnTo>
                    <a:pt x="639" y="605"/>
                  </a:lnTo>
                  <a:lnTo>
                    <a:pt x="639" y="611"/>
                  </a:lnTo>
                  <a:lnTo>
                    <a:pt x="637" y="614"/>
                  </a:lnTo>
                  <a:lnTo>
                    <a:pt x="637" y="617"/>
                  </a:lnTo>
                  <a:lnTo>
                    <a:pt x="636" y="617"/>
                  </a:lnTo>
                  <a:lnTo>
                    <a:pt x="636" y="619"/>
                  </a:lnTo>
                  <a:lnTo>
                    <a:pt x="639" y="619"/>
                  </a:lnTo>
                  <a:lnTo>
                    <a:pt x="642" y="614"/>
                  </a:lnTo>
                  <a:lnTo>
                    <a:pt x="642" y="610"/>
                  </a:lnTo>
                  <a:lnTo>
                    <a:pt x="643" y="602"/>
                  </a:lnTo>
                  <a:lnTo>
                    <a:pt x="646" y="599"/>
                  </a:lnTo>
                  <a:lnTo>
                    <a:pt x="649" y="602"/>
                  </a:lnTo>
                  <a:lnTo>
                    <a:pt x="651" y="610"/>
                  </a:lnTo>
                  <a:lnTo>
                    <a:pt x="654" y="620"/>
                  </a:lnTo>
                  <a:lnTo>
                    <a:pt x="655" y="620"/>
                  </a:lnTo>
                  <a:lnTo>
                    <a:pt x="657" y="623"/>
                  </a:lnTo>
                  <a:lnTo>
                    <a:pt x="658" y="626"/>
                  </a:lnTo>
                  <a:lnTo>
                    <a:pt x="658" y="629"/>
                  </a:lnTo>
                  <a:lnTo>
                    <a:pt x="657" y="632"/>
                  </a:lnTo>
                  <a:lnTo>
                    <a:pt x="657" y="633"/>
                  </a:lnTo>
                  <a:lnTo>
                    <a:pt x="657" y="635"/>
                  </a:lnTo>
                  <a:lnTo>
                    <a:pt x="655" y="635"/>
                  </a:lnTo>
                  <a:lnTo>
                    <a:pt x="652" y="636"/>
                  </a:lnTo>
                  <a:lnTo>
                    <a:pt x="648" y="635"/>
                  </a:lnTo>
                  <a:lnTo>
                    <a:pt x="645" y="635"/>
                  </a:lnTo>
                  <a:lnTo>
                    <a:pt x="646" y="638"/>
                  </a:lnTo>
                  <a:lnTo>
                    <a:pt x="640" y="641"/>
                  </a:lnTo>
                  <a:lnTo>
                    <a:pt x="634" y="642"/>
                  </a:lnTo>
                  <a:lnTo>
                    <a:pt x="630" y="639"/>
                  </a:lnTo>
                  <a:lnTo>
                    <a:pt x="625" y="636"/>
                  </a:lnTo>
                  <a:lnTo>
                    <a:pt x="627" y="632"/>
                  </a:lnTo>
                  <a:lnTo>
                    <a:pt x="627" y="626"/>
                  </a:lnTo>
                  <a:lnTo>
                    <a:pt x="625" y="622"/>
                  </a:lnTo>
                  <a:lnTo>
                    <a:pt x="624" y="622"/>
                  </a:lnTo>
                  <a:lnTo>
                    <a:pt x="625" y="627"/>
                  </a:lnTo>
                  <a:lnTo>
                    <a:pt x="625" y="630"/>
                  </a:lnTo>
                  <a:lnTo>
                    <a:pt x="622" y="632"/>
                  </a:lnTo>
                  <a:lnTo>
                    <a:pt x="621" y="633"/>
                  </a:lnTo>
                  <a:lnTo>
                    <a:pt x="621" y="635"/>
                  </a:lnTo>
                  <a:lnTo>
                    <a:pt x="621" y="635"/>
                  </a:lnTo>
                  <a:lnTo>
                    <a:pt x="622" y="636"/>
                  </a:lnTo>
                  <a:lnTo>
                    <a:pt x="622" y="638"/>
                  </a:lnTo>
                  <a:lnTo>
                    <a:pt x="622" y="639"/>
                  </a:lnTo>
                  <a:lnTo>
                    <a:pt x="621" y="642"/>
                  </a:lnTo>
                  <a:lnTo>
                    <a:pt x="621" y="644"/>
                  </a:lnTo>
                  <a:lnTo>
                    <a:pt x="621" y="644"/>
                  </a:lnTo>
                  <a:lnTo>
                    <a:pt x="621" y="645"/>
                  </a:lnTo>
                  <a:lnTo>
                    <a:pt x="622" y="647"/>
                  </a:lnTo>
                  <a:lnTo>
                    <a:pt x="624" y="648"/>
                  </a:lnTo>
                  <a:lnTo>
                    <a:pt x="633" y="648"/>
                  </a:lnTo>
                  <a:lnTo>
                    <a:pt x="636" y="650"/>
                  </a:lnTo>
                  <a:lnTo>
                    <a:pt x="645" y="654"/>
                  </a:lnTo>
                  <a:lnTo>
                    <a:pt x="645" y="654"/>
                  </a:lnTo>
                  <a:lnTo>
                    <a:pt x="643" y="662"/>
                  </a:lnTo>
                  <a:lnTo>
                    <a:pt x="642" y="669"/>
                  </a:lnTo>
                  <a:lnTo>
                    <a:pt x="640" y="671"/>
                  </a:lnTo>
                  <a:lnTo>
                    <a:pt x="633" y="671"/>
                  </a:lnTo>
                  <a:lnTo>
                    <a:pt x="630" y="672"/>
                  </a:lnTo>
                  <a:lnTo>
                    <a:pt x="625" y="675"/>
                  </a:lnTo>
                  <a:lnTo>
                    <a:pt x="622" y="678"/>
                  </a:lnTo>
                  <a:lnTo>
                    <a:pt x="621" y="678"/>
                  </a:lnTo>
                  <a:lnTo>
                    <a:pt x="611" y="675"/>
                  </a:lnTo>
                  <a:lnTo>
                    <a:pt x="608" y="674"/>
                  </a:lnTo>
                  <a:lnTo>
                    <a:pt x="602" y="666"/>
                  </a:lnTo>
                  <a:lnTo>
                    <a:pt x="598" y="657"/>
                  </a:lnTo>
                  <a:lnTo>
                    <a:pt x="595" y="662"/>
                  </a:lnTo>
                  <a:lnTo>
                    <a:pt x="595" y="663"/>
                  </a:lnTo>
                  <a:lnTo>
                    <a:pt x="593" y="665"/>
                  </a:lnTo>
                  <a:lnTo>
                    <a:pt x="592" y="665"/>
                  </a:lnTo>
                  <a:lnTo>
                    <a:pt x="590" y="663"/>
                  </a:lnTo>
                  <a:lnTo>
                    <a:pt x="589" y="662"/>
                  </a:lnTo>
                  <a:lnTo>
                    <a:pt x="586" y="659"/>
                  </a:lnTo>
                  <a:lnTo>
                    <a:pt x="583" y="656"/>
                  </a:lnTo>
                  <a:lnTo>
                    <a:pt x="581" y="654"/>
                  </a:lnTo>
                  <a:lnTo>
                    <a:pt x="581" y="654"/>
                  </a:lnTo>
                  <a:lnTo>
                    <a:pt x="583" y="656"/>
                  </a:lnTo>
                  <a:lnTo>
                    <a:pt x="584" y="659"/>
                  </a:lnTo>
                  <a:lnTo>
                    <a:pt x="589" y="665"/>
                  </a:lnTo>
                  <a:lnTo>
                    <a:pt x="590" y="666"/>
                  </a:lnTo>
                  <a:lnTo>
                    <a:pt x="590" y="668"/>
                  </a:lnTo>
                  <a:lnTo>
                    <a:pt x="587" y="669"/>
                  </a:lnTo>
                  <a:lnTo>
                    <a:pt x="584" y="672"/>
                  </a:lnTo>
                  <a:lnTo>
                    <a:pt x="581" y="674"/>
                  </a:lnTo>
                  <a:lnTo>
                    <a:pt x="579" y="677"/>
                  </a:lnTo>
                  <a:lnTo>
                    <a:pt x="578" y="678"/>
                  </a:lnTo>
                  <a:lnTo>
                    <a:pt x="575" y="680"/>
                  </a:lnTo>
                  <a:lnTo>
                    <a:pt x="573" y="678"/>
                  </a:lnTo>
                  <a:lnTo>
                    <a:pt x="570" y="677"/>
                  </a:lnTo>
                  <a:lnTo>
                    <a:pt x="566" y="675"/>
                  </a:lnTo>
                  <a:lnTo>
                    <a:pt x="563" y="674"/>
                  </a:lnTo>
                  <a:lnTo>
                    <a:pt x="560" y="671"/>
                  </a:lnTo>
                  <a:lnTo>
                    <a:pt x="561" y="674"/>
                  </a:lnTo>
                  <a:lnTo>
                    <a:pt x="567" y="678"/>
                  </a:lnTo>
                  <a:lnTo>
                    <a:pt x="569" y="680"/>
                  </a:lnTo>
                  <a:lnTo>
                    <a:pt x="567" y="682"/>
                  </a:lnTo>
                  <a:lnTo>
                    <a:pt x="566" y="683"/>
                  </a:lnTo>
                  <a:lnTo>
                    <a:pt x="564" y="683"/>
                  </a:lnTo>
                  <a:lnTo>
                    <a:pt x="561" y="683"/>
                  </a:lnTo>
                  <a:lnTo>
                    <a:pt x="560" y="683"/>
                  </a:lnTo>
                  <a:lnTo>
                    <a:pt x="557" y="683"/>
                  </a:lnTo>
                  <a:lnTo>
                    <a:pt x="555" y="685"/>
                  </a:lnTo>
                  <a:lnTo>
                    <a:pt x="557" y="686"/>
                  </a:lnTo>
                  <a:lnTo>
                    <a:pt x="557" y="686"/>
                  </a:lnTo>
                  <a:lnTo>
                    <a:pt x="558" y="688"/>
                  </a:lnTo>
                  <a:lnTo>
                    <a:pt x="558" y="688"/>
                  </a:lnTo>
                  <a:lnTo>
                    <a:pt x="560" y="685"/>
                  </a:lnTo>
                  <a:lnTo>
                    <a:pt x="561" y="685"/>
                  </a:lnTo>
                  <a:lnTo>
                    <a:pt x="566" y="685"/>
                  </a:lnTo>
                  <a:lnTo>
                    <a:pt x="570" y="683"/>
                  </a:lnTo>
                  <a:lnTo>
                    <a:pt x="572" y="682"/>
                  </a:lnTo>
                  <a:lnTo>
                    <a:pt x="575" y="682"/>
                  </a:lnTo>
                  <a:lnTo>
                    <a:pt x="583" y="678"/>
                  </a:lnTo>
                  <a:lnTo>
                    <a:pt x="584" y="675"/>
                  </a:lnTo>
                  <a:lnTo>
                    <a:pt x="587" y="674"/>
                  </a:lnTo>
                  <a:lnTo>
                    <a:pt x="592" y="672"/>
                  </a:lnTo>
                  <a:lnTo>
                    <a:pt x="598" y="672"/>
                  </a:lnTo>
                  <a:lnTo>
                    <a:pt x="601" y="674"/>
                  </a:lnTo>
                  <a:lnTo>
                    <a:pt x="602" y="677"/>
                  </a:lnTo>
                  <a:lnTo>
                    <a:pt x="607" y="678"/>
                  </a:lnTo>
                  <a:lnTo>
                    <a:pt x="608" y="682"/>
                  </a:lnTo>
                  <a:lnTo>
                    <a:pt x="611" y="683"/>
                  </a:lnTo>
                  <a:lnTo>
                    <a:pt x="613" y="686"/>
                  </a:lnTo>
                  <a:lnTo>
                    <a:pt x="619" y="691"/>
                  </a:lnTo>
                  <a:lnTo>
                    <a:pt x="622" y="692"/>
                  </a:lnTo>
                  <a:lnTo>
                    <a:pt x="624" y="694"/>
                  </a:lnTo>
                  <a:lnTo>
                    <a:pt x="624" y="701"/>
                  </a:lnTo>
                  <a:lnTo>
                    <a:pt x="624" y="706"/>
                  </a:lnTo>
                  <a:lnTo>
                    <a:pt x="624" y="715"/>
                  </a:lnTo>
                  <a:lnTo>
                    <a:pt x="621" y="716"/>
                  </a:lnTo>
                  <a:lnTo>
                    <a:pt x="621" y="723"/>
                  </a:lnTo>
                  <a:lnTo>
                    <a:pt x="621" y="726"/>
                  </a:lnTo>
                  <a:lnTo>
                    <a:pt x="617" y="724"/>
                  </a:lnTo>
                  <a:lnTo>
                    <a:pt x="616" y="723"/>
                  </a:lnTo>
                  <a:lnTo>
                    <a:pt x="610" y="718"/>
                  </a:lnTo>
                  <a:lnTo>
                    <a:pt x="604" y="715"/>
                  </a:lnTo>
                  <a:lnTo>
                    <a:pt x="601" y="713"/>
                  </a:lnTo>
                  <a:lnTo>
                    <a:pt x="599" y="710"/>
                  </a:lnTo>
                  <a:lnTo>
                    <a:pt x="595" y="703"/>
                  </a:lnTo>
                  <a:lnTo>
                    <a:pt x="593" y="694"/>
                  </a:lnTo>
                  <a:lnTo>
                    <a:pt x="592" y="689"/>
                  </a:lnTo>
                  <a:lnTo>
                    <a:pt x="590" y="688"/>
                  </a:lnTo>
                  <a:lnTo>
                    <a:pt x="587" y="689"/>
                  </a:lnTo>
                  <a:lnTo>
                    <a:pt x="586" y="691"/>
                  </a:lnTo>
                  <a:lnTo>
                    <a:pt x="584" y="694"/>
                  </a:lnTo>
                  <a:lnTo>
                    <a:pt x="576" y="697"/>
                  </a:lnTo>
                  <a:lnTo>
                    <a:pt x="573" y="698"/>
                  </a:lnTo>
                  <a:lnTo>
                    <a:pt x="572" y="698"/>
                  </a:lnTo>
                  <a:lnTo>
                    <a:pt x="567" y="701"/>
                  </a:lnTo>
                  <a:lnTo>
                    <a:pt x="569" y="703"/>
                  </a:lnTo>
                  <a:lnTo>
                    <a:pt x="570" y="704"/>
                  </a:lnTo>
                  <a:lnTo>
                    <a:pt x="572" y="703"/>
                  </a:lnTo>
                  <a:lnTo>
                    <a:pt x="573" y="701"/>
                  </a:lnTo>
                  <a:lnTo>
                    <a:pt x="579" y="698"/>
                  </a:lnTo>
                  <a:lnTo>
                    <a:pt x="583" y="698"/>
                  </a:lnTo>
                  <a:lnTo>
                    <a:pt x="584" y="697"/>
                  </a:lnTo>
                  <a:lnTo>
                    <a:pt x="587" y="695"/>
                  </a:lnTo>
                  <a:lnTo>
                    <a:pt x="590" y="694"/>
                  </a:lnTo>
                  <a:lnTo>
                    <a:pt x="590" y="695"/>
                  </a:lnTo>
                  <a:lnTo>
                    <a:pt x="590" y="695"/>
                  </a:lnTo>
                  <a:lnTo>
                    <a:pt x="592" y="707"/>
                  </a:lnTo>
                  <a:lnTo>
                    <a:pt x="592" y="710"/>
                  </a:lnTo>
                  <a:lnTo>
                    <a:pt x="589" y="712"/>
                  </a:lnTo>
                  <a:lnTo>
                    <a:pt x="586" y="713"/>
                  </a:lnTo>
                  <a:lnTo>
                    <a:pt x="584" y="715"/>
                  </a:lnTo>
                  <a:lnTo>
                    <a:pt x="586" y="716"/>
                  </a:lnTo>
                  <a:lnTo>
                    <a:pt x="589" y="715"/>
                  </a:lnTo>
                  <a:lnTo>
                    <a:pt x="592" y="713"/>
                  </a:lnTo>
                  <a:lnTo>
                    <a:pt x="593" y="713"/>
                  </a:lnTo>
                  <a:lnTo>
                    <a:pt x="595" y="716"/>
                  </a:lnTo>
                  <a:lnTo>
                    <a:pt x="596" y="718"/>
                  </a:lnTo>
                  <a:lnTo>
                    <a:pt x="602" y="723"/>
                  </a:lnTo>
                  <a:lnTo>
                    <a:pt x="604" y="726"/>
                  </a:lnTo>
                  <a:lnTo>
                    <a:pt x="608" y="727"/>
                  </a:lnTo>
                  <a:lnTo>
                    <a:pt x="613" y="732"/>
                  </a:lnTo>
                  <a:lnTo>
                    <a:pt x="613" y="732"/>
                  </a:lnTo>
                  <a:lnTo>
                    <a:pt x="617" y="733"/>
                  </a:lnTo>
                  <a:lnTo>
                    <a:pt x="617" y="735"/>
                  </a:lnTo>
                  <a:lnTo>
                    <a:pt x="619" y="739"/>
                  </a:lnTo>
                  <a:lnTo>
                    <a:pt x="621" y="741"/>
                  </a:lnTo>
                  <a:lnTo>
                    <a:pt x="625" y="741"/>
                  </a:lnTo>
                  <a:lnTo>
                    <a:pt x="624" y="744"/>
                  </a:lnTo>
                  <a:lnTo>
                    <a:pt x="621" y="748"/>
                  </a:lnTo>
                  <a:lnTo>
                    <a:pt x="619" y="750"/>
                  </a:lnTo>
                  <a:lnTo>
                    <a:pt x="617" y="750"/>
                  </a:lnTo>
                  <a:lnTo>
                    <a:pt x="617" y="753"/>
                  </a:lnTo>
                  <a:lnTo>
                    <a:pt x="617" y="754"/>
                  </a:lnTo>
                  <a:lnTo>
                    <a:pt x="619" y="761"/>
                  </a:lnTo>
                  <a:lnTo>
                    <a:pt x="619" y="756"/>
                  </a:lnTo>
                  <a:lnTo>
                    <a:pt x="621" y="753"/>
                  </a:lnTo>
                  <a:lnTo>
                    <a:pt x="621" y="753"/>
                  </a:lnTo>
                  <a:lnTo>
                    <a:pt x="622" y="753"/>
                  </a:lnTo>
                  <a:lnTo>
                    <a:pt x="625" y="750"/>
                  </a:lnTo>
                  <a:lnTo>
                    <a:pt x="627" y="751"/>
                  </a:lnTo>
                  <a:lnTo>
                    <a:pt x="628" y="758"/>
                  </a:lnTo>
                  <a:lnTo>
                    <a:pt x="628" y="762"/>
                  </a:lnTo>
                  <a:lnTo>
                    <a:pt x="628" y="767"/>
                  </a:lnTo>
                  <a:lnTo>
                    <a:pt x="628" y="773"/>
                  </a:lnTo>
                  <a:lnTo>
                    <a:pt x="628" y="776"/>
                  </a:lnTo>
                  <a:lnTo>
                    <a:pt x="628" y="777"/>
                  </a:lnTo>
                  <a:lnTo>
                    <a:pt x="630" y="785"/>
                  </a:lnTo>
                  <a:lnTo>
                    <a:pt x="630" y="788"/>
                  </a:lnTo>
                  <a:lnTo>
                    <a:pt x="628" y="789"/>
                  </a:lnTo>
                  <a:lnTo>
                    <a:pt x="625" y="791"/>
                  </a:lnTo>
                  <a:lnTo>
                    <a:pt x="624" y="789"/>
                  </a:lnTo>
                  <a:lnTo>
                    <a:pt x="619" y="789"/>
                  </a:lnTo>
                  <a:lnTo>
                    <a:pt x="619" y="788"/>
                  </a:lnTo>
                  <a:lnTo>
                    <a:pt x="619" y="785"/>
                  </a:lnTo>
                  <a:lnTo>
                    <a:pt x="619" y="785"/>
                  </a:lnTo>
                  <a:lnTo>
                    <a:pt x="619" y="783"/>
                  </a:lnTo>
                  <a:lnTo>
                    <a:pt x="619" y="774"/>
                  </a:lnTo>
                  <a:lnTo>
                    <a:pt x="617" y="777"/>
                  </a:lnTo>
                  <a:lnTo>
                    <a:pt x="617" y="779"/>
                  </a:lnTo>
                  <a:lnTo>
                    <a:pt x="617" y="780"/>
                  </a:lnTo>
                  <a:lnTo>
                    <a:pt x="616" y="788"/>
                  </a:lnTo>
                  <a:lnTo>
                    <a:pt x="616" y="791"/>
                  </a:lnTo>
                  <a:lnTo>
                    <a:pt x="613" y="789"/>
                  </a:lnTo>
                  <a:lnTo>
                    <a:pt x="610" y="791"/>
                  </a:lnTo>
                  <a:lnTo>
                    <a:pt x="608" y="789"/>
                  </a:lnTo>
                  <a:lnTo>
                    <a:pt x="602" y="786"/>
                  </a:lnTo>
                  <a:lnTo>
                    <a:pt x="599" y="783"/>
                  </a:lnTo>
                  <a:lnTo>
                    <a:pt x="598" y="777"/>
                  </a:lnTo>
                  <a:lnTo>
                    <a:pt x="596" y="773"/>
                  </a:lnTo>
                  <a:lnTo>
                    <a:pt x="596" y="768"/>
                  </a:lnTo>
                  <a:lnTo>
                    <a:pt x="595" y="764"/>
                  </a:lnTo>
                  <a:lnTo>
                    <a:pt x="593" y="761"/>
                  </a:lnTo>
                  <a:lnTo>
                    <a:pt x="590" y="759"/>
                  </a:lnTo>
                  <a:lnTo>
                    <a:pt x="587" y="758"/>
                  </a:lnTo>
                  <a:lnTo>
                    <a:pt x="584" y="754"/>
                  </a:lnTo>
                  <a:lnTo>
                    <a:pt x="581" y="751"/>
                  </a:lnTo>
                  <a:lnTo>
                    <a:pt x="579" y="750"/>
                  </a:lnTo>
                  <a:lnTo>
                    <a:pt x="576" y="748"/>
                  </a:lnTo>
                  <a:lnTo>
                    <a:pt x="572" y="747"/>
                  </a:lnTo>
                  <a:lnTo>
                    <a:pt x="566" y="747"/>
                  </a:lnTo>
                  <a:lnTo>
                    <a:pt x="563" y="745"/>
                  </a:lnTo>
                  <a:lnTo>
                    <a:pt x="561" y="745"/>
                  </a:lnTo>
                  <a:lnTo>
                    <a:pt x="561" y="747"/>
                  </a:lnTo>
                  <a:lnTo>
                    <a:pt x="561" y="750"/>
                  </a:lnTo>
                  <a:lnTo>
                    <a:pt x="566" y="750"/>
                  </a:lnTo>
                  <a:lnTo>
                    <a:pt x="569" y="751"/>
                  </a:lnTo>
                  <a:lnTo>
                    <a:pt x="573" y="750"/>
                  </a:lnTo>
                  <a:lnTo>
                    <a:pt x="576" y="751"/>
                  </a:lnTo>
                  <a:lnTo>
                    <a:pt x="578" y="753"/>
                  </a:lnTo>
                  <a:lnTo>
                    <a:pt x="578" y="756"/>
                  </a:lnTo>
                  <a:lnTo>
                    <a:pt x="579" y="759"/>
                  </a:lnTo>
                  <a:lnTo>
                    <a:pt x="578" y="762"/>
                  </a:lnTo>
                  <a:lnTo>
                    <a:pt x="575" y="767"/>
                  </a:lnTo>
                  <a:lnTo>
                    <a:pt x="573" y="768"/>
                  </a:lnTo>
                  <a:lnTo>
                    <a:pt x="567" y="771"/>
                  </a:lnTo>
                  <a:lnTo>
                    <a:pt x="566" y="771"/>
                  </a:lnTo>
                  <a:lnTo>
                    <a:pt x="561" y="771"/>
                  </a:lnTo>
                  <a:lnTo>
                    <a:pt x="558" y="771"/>
                  </a:lnTo>
                  <a:lnTo>
                    <a:pt x="554" y="770"/>
                  </a:lnTo>
                  <a:lnTo>
                    <a:pt x="552" y="770"/>
                  </a:lnTo>
                  <a:lnTo>
                    <a:pt x="546" y="770"/>
                  </a:lnTo>
                  <a:lnTo>
                    <a:pt x="546" y="770"/>
                  </a:lnTo>
                  <a:lnTo>
                    <a:pt x="548" y="771"/>
                  </a:lnTo>
                  <a:lnTo>
                    <a:pt x="549" y="773"/>
                  </a:lnTo>
                  <a:lnTo>
                    <a:pt x="551" y="774"/>
                  </a:lnTo>
                  <a:lnTo>
                    <a:pt x="551" y="776"/>
                  </a:lnTo>
                  <a:lnTo>
                    <a:pt x="551" y="779"/>
                  </a:lnTo>
                  <a:lnTo>
                    <a:pt x="549" y="780"/>
                  </a:lnTo>
                  <a:lnTo>
                    <a:pt x="549" y="782"/>
                  </a:lnTo>
                  <a:lnTo>
                    <a:pt x="545" y="785"/>
                  </a:lnTo>
                  <a:lnTo>
                    <a:pt x="545" y="786"/>
                  </a:lnTo>
                  <a:lnTo>
                    <a:pt x="537" y="789"/>
                  </a:lnTo>
                  <a:lnTo>
                    <a:pt x="537" y="791"/>
                  </a:lnTo>
                  <a:lnTo>
                    <a:pt x="538" y="789"/>
                  </a:lnTo>
                  <a:lnTo>
                    <a:pt x="543" y="789"/>
                  </a:lnTo>
                  <a:lnTo>
                    <a:pt x="543" y="789"/>
                  </a:lnTo>
                  <a:lnTo>
                    <a:pt x="551" y="793"/>
                  </a:lnTo>
                  <a:lnTo>
                    <a:pt x="555" y="791"/>
                  </a:lnTo>
                  <a:lnTo>
                    <a:pt x="566" y="789"/>
                  </a:lnTo>
                  <a:lnTo>
                    <a:pt x="567" y="789"/>
                  </a:lnTo>
                  <a:lnTo>
                    <a:pt x="567" y="789"/>
                  </a:lnTo>
                  <a:lnTo>
                    <a:pt x="567" y="791"/>
                  </a:lnTo>
                  <a:lnTo>
                    <a:pt x="569" y="793"/>
                  </a:lnTo>
                  <a:lnTo>
                    <a:pt x="567" y="794"/>
                  </a:lnTo>
                  <a:lnTo>
                    <a:pt x="566" y="796"/>
                  </a:lnTo>
                  <a:lnTo>
                    <a:pt x="561" y="796"/>
                  </a:lnTo>
                  <a:lnTo>
                    <a:pt x="560" y="797"/>
                  </a:lnTo>
                  <a:lnTo>
                    <a:pt x="558" y="799"/>
                  </a:lnTo>
                  <a:lnTo>
                    <a:pt x="555" y="802"/>
                  </a:lnTo>
                  <a:lnTo>
                    <a:pt x="555" y="806"/>
                  </a:lnTo>
                  <a:lnTo>
                    <a:pt x="558" y="806"/>
                  </a:lnTo>
                  <a:lnTo>
                    <a:pt x="560" y="805"/>
                  </a:lnTo>
                  <a:lnTo>
                    <a:pt x="561" y="802"/>
                  </a:lnTo>
                  <a:lnTo>
                    <a:pt x="563" y="799"/>
                  </a:lnTo>
                  <a:lnTo>
                    <a:pt x="566" y="797"/>
                  </a:lnTo>
                  <a:lnTo>
                    <a:pt x="570" y="799"/>
                  </a:lnTo>
                  <a:lnTo>
                    <a:pt x="573" y="797"/>
                  </a:lnTo>
                  <a:lnTo>
                    <a:pt x="579" y="794"/>
                  </a:lnTo>
                  <a:lnTo>
                    <a:pt x="581" y="794"/>
                  </a:lnTo>
                  <a:lnTo>
                    <a:pt x="590" y="796"/>
                  </a:lnTo>
                  <a:lnTo>
                    <a:pt x="599" y="800"/>
                  </a:lnTo>
                  <a:lnTo>
                    <a:pt x="604" y="802"/>
                  </a:lnTo>
                  <a:lnTo>
                    <a:pt x="610" y="802"/>
                  </a:lnTo>
                  <a:lnTo>
                    <a:pt x="621" y="802"/>
                  </a:lnTo>
                  <a:lnTo>
                    <a:pt x="622" y="803"/>
                  </a:lnTo>
                  <a:lnTo>
                    <a:pt x="621" y="805"/>
                  </a:lnTo>
                  <a:lnTo>
                    <a:pt x="621" y="805"/>
                  </a:lnTo>
                  <a:lnTo>
                    <a:pt x="619" y="808"/>
                  </a:lnTo>
                  <a:lnTo>
                    <a:pt x="616" y="808"/>
                  </a:lnTo>
                  <a:lnTo>
                    <a:pt x="614" y="808"/>
                  </a:lnTo>
                  <a:lnTo>
                    <a:pt x="614" y="809"/>
                  </a:lnTo>
                  <a:lnTo>
                    <a:pt x="611" y="811"/>
                  </a:lnTo>
                  <a:lnTo>
                    <a:pt x="611" y="811"/>
                  </a:lnTo>
                  <a:lnTo>
                    <a:pt x="611" y="814"/>
                  </a:lnTo>
                  <a:lnTo>
                    <a:pt x="611" y="814"/>
                  </a:lnTo>
                  <a:lnTo>
                    <a:pt x="608" y="814"/>
                  </a:lnTo>
                  <a:lnTo>
                    <a:pt x="605" y="815"/>
                  </a:lnTo>
                  <a:lnTo>
                    <a:pt x="602" y="815"/>
                  </a:lnTo>
                  <a:lnTo>
                    <a:pt x="601" y="815"/>
                  </a:lnTo>
                  <a:lnTo>
                    <a:pt x="602" y="817"/>
                  </a:lnTo>
                  <a:lnTo>
                    <a:pt x="602" y="818"/>
                  </a:lnTo>
                  <a:lnTo>
                    <a:pt x="604" y="820"/>
                  </a:lnTo>
                  <a:lnTo>
                    <a:pt x="602" y="821"/>
                  </a:lnTo>
                  <a:lnTo>
                    <a:pt x="601" y="821"/>
                  </a:lnTo>
                  <a:lnTo>
                    <a:pt x="601" y="821"/>
                  </a:lnTo>
                  <a:lnTo>
                    <a:pt x="596" y="821"/>
                  </a:lnTo>
                  <a:lnTo>
                    <a:pt x="596" y="821"/>
                  </a:lnTo>
                  <a:lnTo>
                    <a:pt x="596" y="821"/>
                  </a:lnTo>
                  <a:lnTo>
                    <a:pt x="596" y="823"/>
                  </a:lnTo>
                  <a:lnTo>
                    <a:pt x="596" y="824"/>
                  </a:lnTo>
                  <a:lnTo>
                    <a:pt x="596" y="826"/>
                  </a:lnTo>
                  <a:lnTo>
                    <a:pt x="595" y="827"/>
                  </a:lnTo>
                  <a:lnTo>
                    <a:pt x="590" y="831"/>
                  </a:lnTo>
                  <a:lnTo>
                    <a:pt x="589" y="832"/>
                  </a:lnTo>
                  <a:lnTo>
                    <a:pt x="586" y="832"/>
                  </a:lnTo>
                  <a:lnTo>
                    <a:pt x="586" y="832"/>
                  </a:lnTo>
                  <a:lnTo>
                    <a:pt x="586" y="835"/>
                  </a:lnTo>
                  <a:lnTo>
                    <a:pt x="586" y="835"/>
                  </a:lnTo>
                  <a:lnTo>
                    <a:pt x="584" y="838"/>
                  </a:lnTo>
                  <a:lnTo>
                    <a:pt x="581" y="840"/>
                  </a:lnTo>
                  <a:lnTo>
                    <a:pt x="579" y="841"/>
                  </a:lnTo>
                  <a:lnTo>
                    <a:pt x="579" y="843"/>
                  </a:lnTo>
                  <a:lnTo>
                    <a:pt x="579" y="844"/>
                  </a:lnTo>
                  <a:lnTo>
                    <a:pt x="578" y="846"/>
                  </a:lnTo>
                  <a:lnTo>
                    <a:pt x="575" y="847"/>
                  </a:lnTo>
                  <a:lnTo>
                    <a:pt x="573" y="849"/>
                  </a:lnTo>
                  <a:lnTo>
                    <a:pt x="572" y="850"/>
                  </a:lnTo>
                  <a:lnTo>
                    <a:pt x="570" y="852"/>
                  </a:lnTo>
                  <a:lnTo>
                    <a:pt x="569" y="852"/>
                  </a:lnTo>
                  <a:lnTo>
                    <a:pt x="567" y="853"/>
                  </a:lnTo>
                  <a:lnTo>
                    <a:pt x="564" y="853"/>
                  </a:lnTo>
                  <a:lnTo>
                    <a:pt x="561" y="855"/>
                  </a:lnTo>
                  <a:lnTo>
                    <a:pt x="560" y="856"/>
                  </a:lnTo>
                  <a:lnTo>
                    <a:pt x="552" y="859"/>
                  </a:lnTo>
                  <a:lnTo>
                    <a:pt x="549" y="859"/>
                  </a:lnTo>
                  <a:lnTo>
                    <a:pt x="546" y="861"/>
                  </a:lnTo>
                  <a:lnTo>
                    <a:pt x="540" y="862"/>
                  </a:lnTo>
                  <a:lnTo>
                    <a:pt x="537" y="864"/>
                  </a:lnTo>
                  <a:lnTo>
                    <a:pt x="535" y="865"/>
                  </a:lnTo>
                  <a:lnTo>
                    <a:pt x="532" y="865"/>
                  </a:lnTo>
                  <a:lnTo>
                    <a:pt x="529" y="865"/>
                  </a:lnTo>
                  <a:lnTo>
                    <a:pt x="528" y="865"/>
                  </a:lnTo>
                  <a:lnTo>
                    <a:pt x="526" y="865"/>
                  </a:lnTo>
                  <a:lnTo>
                    <a:pt x="525" y="865"/>
                  </a:lnTo>
                  <a:lnTo>
                    <a:pt x="523" y="869"/>
                  </a:lnTo>
                  <a:lnTo>
                    <a:pt x="522" y="869"/>
                  </a:lnTo>
                  <a:lnTo>
                    <a:pt x="517" y="867"/>
                  </a:lnTo>
                  <a:lnTo>
                    <a:pt x="517" y="867"/>
                  </a:lnTo>
                  <a:lnTo>
                    <a:pt x="519" y="870"/>
                  </a:lnTo>
                  <a:lnTo>
                    <a:pt x="519" y="872"/>
                  </a:lnTo>
                  <a:lnTo>
                    <a:pt x="516" y="873"/>
                  </a:lnTo>
                  <a:lnTo>
                    <a:pt x="514" y="873"/>
                  </a:lnTo>
                  <a:lnTo>
                    <a:pt x="511" y="873"/>
                  </a:lnTo>
                  <a:lnTo>
                    <a:pt x="508" y="872"/>
                  </a:lnTo>
                  <a:lnTo>
                    <a:pt x="505" y="867"/>
                  </a:lnTo>
                  <a:lnTo>
                    <a:pt x="499" y="862"/>
                  </a:lnTo>
                  <a:lnTo>
                    <a:pt x="497" y="861"/>
                  </a:lnTo>
                  <a:lnTo>
                    <a:pt x="497" y="862"/>
                  </a:lnTo>
                  <a:lnTo>
                    <a:pt x="497" y="864"/>
                  </a:lnTo>
                  <a:lnTo>
                    <a:pt x="499" y="865"/>
                  </a:lnTo>
                  <a:lnTo>
                    <a:pt x="499" y="867"/>
                  </a:lnTo>
                  <a:lnTo>
                    <a:pt x="499" y="867"/>
                  </a:lnTo>
                  <a:lnTo>
                    <a:pt x="497" y="867"/>
                  </a:lnTo>
                  <a:lnTo>
                    <a:pt x="497" y="867"/>
                  </a:lnTo>
                  <a:lnTo>
                    <a:pt x="497" y="869"/>
                  </a:lnTo>
                  <a:lnTo>
                    <a:pt x="499" y="870"/>
                  </a:lnTo>
                  <a:lnTo>
                    <a:pt x="499" y="873"/>
                  </a:lnTo>
                  <a:lnTo>
                    <a:pt x="499" y="875"/>
                  </a:lnTo>
                  <a:lnTo>
                    <a:pt x="497" y="878"/>
                  </a:lnTo>
                  <a:lnTo>
                    <a:pt x="497" y="879"/>
                  </a:lnTo>
                  <a:lnTo>
                    <a:pt x="496" y="879"/>
                  </a:lnTo>
                  <a:lnTo>
                    <a:pt x="490" y="885"/>
                  </a:lnTo>
                  <a:lnTo>
                    <a:pt x="488" y="885"/>
                  </a:lnTo>
                  <a:lnTo>
                    <a:pt x="488" y="887"/>
                  </a:lnTo>
                  <a:lnTo>
                    <a:pt x="487" y="887"/>
                  </a:lnTo>
                  <a:lnTo>
                    <a:pt x="485" y="891"/>
                  </a:lnTo>
                  <a:lnTo>
                    <a:pt x="485" y="893"/>
                  </a:lnTo>
                  <a:lnTo>
                    <a:pt x="484" y="894"/>
                  </a:lnTo>
                  <a:lnTo>
                    <a:pt x="482" y="896"/>
                  </a:lnTo>
                  <a:lnTo>
                    <a:pt x="482" y="896"/>
                  </a:lnTo>
                  <a:lnTo>
                    <a:pt x="482" y="897"/>
                  </a:lnTo>
                  <a:lnTo>
                    <a:pt x="482" y="899"/>
                  </a:lnTo>
                  <a:lnTo>
                    <a:pt x="482" y="902"/>
                  </a:lnTo>
                  <a:lnTo>
                    <a:pt x="478" y="910"/>
                  </a:lnTo>
                  <a:lnTo>
                    <a:pt x="476" y="916"/>
                  </a:lnTo>
                  <a:lnTo>
                    <a:pt x="475" y="917"/>
                  </a:lnTo>
                  <a:lnTo>
                    <a:pt x="473" y="919"/>
                  </a:lnTo>
                  <a:lnTo>
                    <a:pt x="473" y="919"/>
                  </a:lnTo>
                  <a:lnTo>
                    <a:pt x="472" y="919"/>
                  </a:lnTo>
                  <a:lnTo>
                    <a:pt x="472" y="920"/>
                  </a:lnTo>
                  <a:lnTo>
                    <a:pt x="470" y="922"/>
                  </a:lnTo>
                  <a:lnTo>
                    <a:pt x="470" y="923"/>
                  </a:lnTo>
                  <a:lnTo>
                    <a:pt x="469" y="925"/>
                  </a:lnTo>
                  <a:lnTo>
                    <a:pt x="464" y="929"/>
                  </a:lnTo>
                  <a:lnTo>
                    <a:pt x="462" y="931"/>
                  </a:lnTo>
                  <a:lnTo>
                    <a:pt x="461" y="929"/>
                  </a:lnTo>
                  <a:lnTo>
                    <a:pt x="459" y="929"/>
                  </a:lnTo>
                  <a:lnTo>
                    <a:pt x="456" y="928"/>
                  </a:lnTo>
                  <a:lnTo>
                    <a:pt x="456" y="926"/>
                  </a:lnTo>
                  <a:lnTo>
                    <a:pt x="453" y="925"/>
                  </a:lnTo>
                  <a:lnTo>
                    <a:pt x="453" y="926"/>
                  </a:lnTo>
                  <a:lnTo>
                    <a:pt x="455" y="926"/>
                  </a:lnTo>
                  <a:lnTo>
                    <a:pt x="455" y="926"/>
                  </a:lnTo>
                  <a:lnTo>
                    <a:pt x="455" y="928"/>
                  </a:lnTo>
                  <a:lnTo>
                    <a:pt x="456" y="934"/>
                  </a:lnTo>
                  <a:lnTo>
                    <a:pt x="455" y="935"/>
                  </a:lnTo>
                  <a:lnTo>
                    <a:pt x="455" y="935"/>
                  </a:lnTo>
                  <a:lnTo>
                    <a:pt x="452" y="938"/>
                  </a:lnTo>
                  <a:lnTo>
                    <a:pt x="449" y="942"/>
                  </a:lnTo>
                  <a:lnTo>
                    <a:pt x="447" y="943"/>
                  </a:lnTo>
                  <a:lnTo>
                    <a:pt x="447" y="940"/>
                  </a:lnTo>
                  <a:lnTo>
                    <a:pt x="447" y="938"/>
                  </a:lnTo>
                  <a:lnTo>
                    <a:pt x="446" y="937"/>
                  </a:lnTo>
                  <a:lnTo>
                    <a:pt x="446" y="938"/>
                  </a:lnTo>
                  <a:lnTo>
                    <a:pt x="446" y="940"/>
                  </a:lnTo>
                  <a:lnTo>
                    <a:pt x="444" y="943"/>
                  </a:lnTo>
                  <a:lnTo>
                    <a:pt x="444" y="945"/>
                  </a:lnTo>
                  <a:lnTo>
                    <a:pt x="443" y="945"/>
                  </a:lnTo>
                  <a:lnTo>
                    <a:pt x="443" y="945"/>
                  </a:lnTo>
                  <a:lnTo>
                    <a:pt x="441" y="945"/>
                  </a:lnTo>
                  <a:lnTo>
                    <a:pt x="440" y="943"/>
                  </a:lnTo>
                  <a:lnTo>
                    <a:pt x="440" y="942"/>
                  </a:lnTo>
                  <a:lnTo>
                    <a:pt x="437" y="945"/>
                  </a:lnTo>
                  <a:lnTo>
                    <a:pt x="437" y="945"/>
                  </a:lnTo>
                  <a:lnTo>
                    <a:pt x="435" y="946"/>
                  </a:lnTo>
                  <a:lnTo>
                    <a:pt x="435" y="948"/>
                  </a:lnTo>
                  <a:lnTo>
                    <a:pt x="434" y="949"/>
                  </a:lnTo>
                  <a:lnTo>
                    <a:pt x="432" y="949"/>
                  </a:lnTo>
                  <a:lnTo>
                    <a:pt x="431" y="951"/>
                  </a:lnTo>
                  <a:lnTo>
                    <a:pt x="428" y="949"/>
                  </a:lnTo>
                  <a:lnTo>
                    <a:pt x="428" y="946"/>
                  </a:lnTo>
                  <a:lnTo>
                    <a:pt x="429" y="943"/>
                  </a:lnTo>
                  <a:lnTo>
                    <a:pt x="431" y="942"/>
                  </a:lnTo>
                  <a:lnTo>
                    <a:pt x="429" y="940"/>
                  </a:lnTo>
                  <a:lnTo>
                    <a:pt x="431" y="938"/>
                  </a:lnTo>
                  <a:lnTo>
                    <a:pt x="434" y="932"/>
                  </a:lnTo>
                  <a:lnTo>
                    <a:pt x="437" y="929"/>
                  </a:lnTo>
                  <a:lnTo>
                    <a:pt x="437" y="928"/>
                  </a:lnTo>
                  <a:lnTo>
                    <a:pt x="434" y="928"/>
                  </a:lnTo>
                  <a:lnTo>
                    <a:pt x="431" y="926"/>
                  </a:lnTo>
                  <a:lnTo>
                    <a:pt x="428" y="926"/>
                  </a:lnTo>
                  <a:lnTo>
                    <a:pt x="426" y="926"/>
                  </a:lnTo>
                  <a:lnTo>
                    <a:pt x="428" y="928"/>
                  </a:lnTo>
                  <a:lnTo>
                    <a:pt x="431" y="929"/>
                  </a:lnTo>
                  <a:lnTo>
                    <a:pt x="429" y="932"/>
                  </a:lnTo>
                  <a:lnTo>
                    <a:pt x="428" y="934"/>
                  </a:lnTo>
                  <a:lnTo>
                    <a:pt x="426" y="938"/>
                  </a:lnTo>
                  <a:lnTo>
                    <a:pt x="426" y="942"/>
                  </a:lnTo>
                  <a:lnTo>
                    <a:pt x="423" y="938"/>
                  </a:lnTo>
                  <a:lnTo>
                    <a:pt x="421" y="937"/>
                  </a:lnTo>
                  <a:lnTo>
                    <a:pt x="423" y="940"/>
                  </a:lnTo>
                  <a:lnTo>
                    <a:pt x="425" y="943"/>
                  </a:lnTo>
                  <a:lnTo>
                    <a:pt x="425" y="943"/>
                  </a:lnTo>
                  <a:lnTo>
                    <a:pt x="425" y="946"/>
                  </a:lnTo>
                  <a:lnTo>
                    <a:pt x="420" y="949"/>
                  </a:lnTo>
                  <a:lnTo>
                    <a:pt x="414" y="949"/>
                  </a:lnTo>
                  <a:lnTo>
                    <a:pt x="411" y="951"/>
                  </a:lnTo>
                  <a:lnTo>
                    <a:pt x="403" y="951"/>
                  </a:lnTo>
                  <a:lnTo>
                    <a:pt x="402" y="951"/>
                  </a:lnTo>
                  <a:lnTo>
                    <a:pt x="400" y="952"/>
                  </a:lnTo>
                  <a:lnTo>
                    <a:pt x="408" y="957"/>
                  </a:lnTo>
                  <a:lnTo>
                    <a:pt x="408" y="958"/>
                  </a:lnTo>
                  <a:lnTo>
                    <a:pt x="408" y="960"/>
                  </a:lnTo>
                  <a:lnTo>
                    <a:pt x="406" y="960"/>
                  </a:lnTo>
                  <a:lnTo>
                    <a:pt x="403" y="963"/>
                  </a:lnTo>
                  <a:lnTo>
                    <a:pt x="403" y="964"/>
                  </a:lnTo>
                  <a:lnTo>
                    <a:pt x="400" y="966"/>
                  </a:lnTo>
                  <a:lnTo>
                    <a:pt x="396" y="964"/>
                  </a:lnTo>
                  <a:lnTo>
                    <a:pt x="393" y="966"/>
                  </a:lnTo>
                  <a:lnTo>
                    <a:pt x="390" y="964"/>
                  </a:lnTo>
                  <a:lnTo>
                    <a:pt x="390" y="966"/>
                  </a:lnTo>
                  <a:lnTo>
                    <a:pt x="391" y="967"/>
                  </a:lnTo>
                  <a:lnTo>
                    <a:pt x="391" y="972"/>
                  </a:lnTo>
                  <a:lnTo>
                    <a:pt x="393" y="970"/>
                  </a:lnTo>
                  <a:lnTo>
                    <a:pt x="396" y="970"/>
                  </a:lnTo>
                  <a:lnTo>
                    <a:pt x="397" y="972"/>
                  </a:lnTo>
                  <a:lnTo>
                    <a:pt x="397" y="976"/>
                  </a:lnTo>
                  <a:lnTo>
                    <a:pt x="400" y="980"/>
                  </a:lnTo>
                  <a:lnTo>
                    <a:pt x="400" y="981"/>
                  </a:lnTo>
                  <a:lnTo>
                    <a:pt x="400" y="983"/>
                  </a:lnTo>
                  <a:lnTo>
                    <a:pt x="400" y="984"/>
                  </a:lnTo>
                  <a:lnTo>
                    <a:pt x="397" y="987"/>
                  </a:lnTo>
                  <a:lnTo>
                    <a:pt x="394" y="987"/>
                  </a:lnTo>
                  <a:lnTo>
                    <a:pt x="394" y="989"/>
                  </a:lnTo>
                  <a:lnTo>
                    <a:pt x="394" y="990"/>
                  </a:lnTo>
                  <a:lnTo>
                    <a:pt x="391" y="990"/>
                  </a:lnTo>
                  <a:lnTo>
                    <a:pt x="390" y="989"/>
                  </a:lnTo>
                  <a:lnTo>
                    <a:pt x="388" y="989"/>
                  </a:lnTo>
                  <a:lnTo>
                    <a:pt x="383" y="987"/>
                  </a:lnTo>
                  <a:lnTo>
                    <a:pt x="388" y="992"/>
                  </a:lnTo>
                  <a:lnTo>
                    <a:pt x="391" y="993"/>
                  </a:lnTo>
                  <a:lnTo>
                    <a:pt x="391" y="992"/>
                  </a:lnTo>
                  <a:lnTo>
                    <a:pt x="393" y="992"/>
                  </a:lnTo>
                  <a:lnTo>
                    <a:pt x="396" y="992"/>
                  </a:lnTo>
                  <a:lnTo>
                    <a:pt x="396" y="998"/>
                  </a:lnTo>
                  <a:lnTo>
                    <a:pt x="396" y="1002"/>
                  </a:lnTo>
                  <a:lnTo>
                    <a:pt x="396" y="1004"/>
                  </a:lnTo>
                  <a:lnTo>
                    <a:pt x="394" y="1007"/>
                  </a:lnTo>
                  <a:lnTo>
                    <a:pt x="394" y="1008"/>
                  </a:lnTo>
                  <a:lnTo>
                    <a:pt x="393" y="1010"/>
                  </a:lnTo>
                  <a:lnTo>
                    <a:pt x="390" y="1010"/>
                  </a:lnTo>
                  <a:lnTo>
                    <a:pt x="390" y="1013"/>
                  </a:lnTo>
                  <a:lnTo>
                    <a:pt x="390" y="1015"/>
                  </a:lnTo>
                  <a:lnTo>
                    <a:pt x="390" y="1015"/>
                  </a:lnTo>
                  <a:lnTo>
                    <a:pt x="390" y="1016"/>
                  </a:lnTo>
                  <a:lnTo>
                    <a:pt x="388" y="1018"/>
                  </a:lnTo>
                  <a:lnTo>
                    <a:pt x="388" y="1021"/>
                  </a:lnTo>
                  <a:lnTo>
                    <a:pt x="387" y="1022"/>
                  </a:lnTo>
                  <a:lnTo>
                    <a:pt x="385" y="1022"/>
                  </a:lnTo>
                  <a:lnTo>
                    <a:pt x="383" y="1022"/>
                  </a:lnTo>
                  <a:lnTo>
                    <a:pt x="380" y="1022"/>
                  </a:lnTo>
                  <a:lnTo>
                    <a:pt x="379" y="1019"/>
                  </a:lnTo>
                  <a:lnTo>
                    <a:pt x="377" y="1019"/>
                  </a:lnTo>
                  <a:lnTo>
                    <a:pt x="376" y="1018"/>
                  </a:lnTo>
                  <a:lnTo>
                    <a:pt x="377" y="1019"/>
                  </a:lnTo>
                  <a:lnTo>
                    <a:pt x="377" y="1021"/>
                  </a:lnTo>
                  <a:lnTo>
                    <a:pt x="379" y="1022"/>
                  </a:lnTo>
                  <a:lnTo>
                    <a:pt x="383" y="1024"/>
                  </a:lnTo>
                  <a:lnTo>
                    <a:pt x="383" y="1025"/>
                  </a:lnTo>
                  <a:lnTo>
                    <a:pt x="382" y="1027"/>
                  </a:lnTo>
                  <a:lnTo>
                    <a:pt x="380" y="1031"/>
                  </a:lnTo>
                  <a:lnTo>
                    <a:pt x="379" y="1031"/>
                  </a:lnTo>
                  <a:lnTo>
                    <a:pt x="377" y="1031"/>
                  </a:lnTo>
                  <a:lnTo>
                    <a:pt x="374" y="1031"/>
                  </a:lnTo>
                  <a:lnTo>
                    <a:pt x="373" y="1031"/>
                  </a:lnTo>
                  <a:lnTo>
                    <a:pt x="370" y="1031"/>
                  </a:lnTo>
                  <a:lnTo>
                    <a:pt x="368" y="1031"/>
                  </a:lnTo>
                  <a:lnTo>
                    <a:pt x="367" y="1031"/>
                  </a:lnTo>
                  <a:lnTo>
                    <a:pt x="368" y="1033"/>
                  </a:lnTo>
                  <a:lnTo>
                    <a:pt x="370" y="1033"/>
                  </a:lnTo>
                  <a:lnTo>
                    <a:pt x="373" y="1034"/>
                  </a:lnTo>
                  <a:lnTo>
                    <a:pt x="377" y="1036"/>
                  </a:lnTo>
                  <a:lnTo>
                    <a:pt x="376" y="1037"/>
                  </a:lnTo>
                  <a:lnTo>
                    <a:pt x="376" y="1037"/>
                  </a:lnTo>
                  <a:lnTo>
                    <a:pt x="376" y="1040"/>
                  </a:lnTo>
                  <a:lnTo>
                    <a:pt x="376" y="1040"/>
                  </a:lnTo>
                  <a:lnTo>
                    <a:pt x="376" y="1042"/>
                  </a:lnTo>
                  <a:lnTo>
                    <a:pt x="374" y="1046"/>
                  </a:lnTo>
                  <a:lnTo>
                    <a:pt x="376" y="1048"/>
                  </a:lnTo>
                  <a:lnTo>
                    <a:pt x="377" y="1049"/>
                  </a:lnTo>
                  <a:lnTo>
                    <a:pt x="377" y="1051"/>
                  </a:lnTo>
                  <a:lnTo>
                    <a:pt x="377" y="1054"/>
                  </a:lnTo>
                  <a:lnTo>
                    <a:pt x="376" y="1056"/>
                  </a:lnTo>
                  <a:lnTo>
                    <a:pt x="374" y="1056"/>
                  </a:lnTo>
                  <a:lnTo>
                    <a:pt x="371" y="1057"/>
                  </a:lnTo>
                  <a:lnTo>
                    <a:pt x="371" y="1057"/>
                  </a:lnTo>
                  <a:lnTo>
                    <a:pt x="374" y="1059"/>
                  </a:lnTo>
                  <a:lnTo>
                    <a:pt x="374" y="1060"/>
                  </a:lnTo>
                  <a:lnTo>
                    <a:pt x="373" y="1062"/>
                  </a:lnTo>
                  <a:lnTo>
                    <a:pt x="373" y="1066"/>
                  </a:lnTo>
                  <a:lnTo>
                    <a:pt x="371" y="1074"/>
                  </a:lnTo>
                  <a:lnTo>
                    <a:pt x="370" y="1081"/>
                  </a:lnTo>
                  <a:lnTo>
                    <a:pt x="365" y="1088"/>
                  </a:lnTo>
                  <a:lnTo>
                    <a:pt x="364" y="1088"/>
                  </a:lnTo>
                  <a:lnTo>
                    <a:pt x="364" y="1089"/>
                  </a:lnTo>
                  <a:lnTo>
                    <a:pt x="362" y="1088"/>
                  </a:lnTo>
                  <a:lnTo>
                    <a:pt x="359" y="1086"/>
                  </a:lnTo>
                  <a:lnTo>
                    <a:pt x="356" y="1086"/>
                  </a:lnTo>
                  <a:lnTo>
                    <a:pt x="355" y="1086"/>
                  </a:lnTo>
                  <a:lnTo>
                    <a:pt x="355" y="1088"/>
                  </a:lnTo>
                  <a:lnTo>
                    <a:pt x="356" y="1088"/>
                  </a:lnTo>
                  <a:lnTo>
                    <a:pt x="358" y="1089"/>
                  </a:lnTo>
                  <a:lnTo>
                    <a:pt x="359" y="1089"/>
                  </a:lnTo>
                  <a:lnTo>
                    <a:pt x="362" y="1091"/>
                  </a:lnTo>
                  <a:lnTo>
                    <a:pt x="364" y="1091"/>
                  </a:lnTo>
                  <a:lnTo>
                    <a:pt x="364" y="1092"/>
                  </a:lnTo>
                  <a:lnTo>
                    <a:pt x="364" y="1094"/>
                  </a:lnTo>
                  <a:lnTo>
                    <a:pt x="364" y="1095"/>
                  </a:lnTo>
                  <a:lnTo>
                    <a:pt x="365" y="1100"/>
                  </a:lnTo>
                  <a:lnTo>
                    <a:pt x="364" y="1101"/>
                  </a:lnTo>
                  <a:lnTo>
                    <a:pt x="362" y="1103"/>
                  </a:lnTo>
                  <a:lnTo>
                    <a:pt x="359" y="1103"/>
                  </a:lnTo>
                  <a:lnTo>
                    <a:pt x="358" y="1101"/>
                  </a:lnTo>
                  <a:lnTo>
                    <a:pt x="355" y="1100"/>
                  </a:lnTo>
                  <a:lnTo>
                    <a:pt x="355" y="1101"/>
                  </a:lnTo>
                  <a:lnTo>
                    <a:pt x="358" y="1103"/>
                  </a:lnTo>
                  <a:lnTo>
                    <a:pt x="358" y="1104"/>
                  </a:lnTo>
                  <a:lnTo>
                    <a:pt x="358" y="1104"/>
                  </a:lnTo>
                  <a:lnTo>
                    <a:pt x="356" y="1104"/>
                  </a:lnTo>
                  <a:lnTo>
                    <a:pt x="355" y="1106"/>
                  </a:lnTo>
                  <a:lnTo>
                    <a:pt x="353" y="1106"/>
                  </a:lnTo>
                  <a:lnTo>
                    <a:pt x="353" y="1104"/>
                  </a:lnTo>
                  <a:lnTo>
                    <a:pt x="353" y="1103"/>
                  </a:lnTo>
                  <a:lnTo>
                    <a:pt x="352" y="1103"/>
                  </a:lnTo>
                  <a:lnTo>
                    <a:pt x="350" y="1104"/>
                  </a:lnTo>
                  <a:lnTo>
                    <a:pt x="350" y="1103"/>
                  </a:lnTo>
                  <a:lnTo>
                    <a:pt x="350" y="1103"/>
                  </a:lnTo>
                  <a:lnTo>
                    <a:pt x="349" y="1103"/>
                  </a:lnTo>
                  <a:lnTo>
                    <a:pt x="349" y="1101"/>
                  </a:lnTo>
                  <a:lnTo>
                    <a:pt x="349" y="1100"/>
                  </a:lnTo>
                  <a:lnTo>
                    <a:pt x="352" y="1097"/>
                  </a:lnTo>
                  <a:lnTo>
                    <a:pt x="352" y="1095"/>
                  </a:lnTo>
                  <a:lnTo>
                    <a:pt x="352" y="1094"/>
                  </a:lnTo>
                  <a:lnTo>
                    <a:pt x="350" y="1095"/>
                  </a:lnTo>
                  <a:lnTo>
                    <a:pt x="349" y="1098"/>
                  </a:lnTo>
                  <a:lnTo>
                    <a:pt x="347" y="1100"/>
                  </a:lnTo>
                  <a:lnTo>
                    <a:pt x="347" y="1101"/>
                  </a:lnTo>
                  <a:lnTo>
                    <a:pt x="344" y="1100"/>
                  </a:lnTo>
                  <a:lnTo>
                    <a:pt x="336" y="1097"/>
                  </a:lnTo>
                  <a:lnTo>
                    <a:pt x="338" y="1094"/>
                  </a:lnTo>
                  <a:lnTo>
                    <a:pt x="338" y="1092"/>
                  </a:lnTo>
                  <a:lnTo>
                    <a:pt x="339" y="1092"/>
                  </a:lnTo>
                  <a:lnTo>
                    <a:pt x="341" y="1091"/>
                  </a:lnTo>
                  <a:lnTo>
                    <a:pt x="342" y="1089"/>
                  </a:lnTo>
                  <a:lnTo>
                    <a:pt x="344" y="1088"/>
                  </a:lnTo>
                  <a:lnTo>
                    <a:pt x="345" y="1084"/>
                  </a:lnTo>
                  <a:lnTo>
                    <a:pt x="345" y="1084"/>
                  </a:lnTo>
                  <a:lnTo>
                    <a:pt x="341" y="1089"/>
                  </a:lnTo>
                  <a:lnTo>
                    <a:pt x="338" y="1089"/>
                  </a:lnTo>
                  <a:lnTo>
                    <a:pt x="336" y="1091"/>
                  </a:lnTo>
                  <a:lnTo>
                    <a:pt x="336" y="1089"/>
                  </a:lnTo>
                  <a:lnTo>
                    <a:pt x="335" y="1088"/>
                  </a:lnTo>
                  <a:lnTo>
                    <a:pt x="333" y="1088"/>
                  </a:lnTo>
                  <a:lnTo>
                    <a:pt x="330" y="1086"/>
                  </a:lnTo>
                  <a:lnTo>
                    <a:pt x="330" y="1086"/>
                  </a:lnTo>
                  <a:lnTo>
                    <a:pt x="329" y="1086"/>
                  </a:lnTo>
                  <a:lnTo>
                    <a:pt x="327" y="1081"/>
                  </a:lnTo>
                  <a:lnTo>
                    <a:pt x="329" y="1077"/>
                  </a:lnTo>
                  <a:lnTo>
                    <a:pt x="330" y="1075"/>
                  </a:lnTo>
                  <a:lnTo>
                    <a:pt x="330" y="1074"/>
                  </a:lnTo>
                  <a:lnTo>
                    <a:pt x="332" y="1071"/>
                  </a:lnTo>
                  <a:lnTo>
                    <a:pt x="332" y="1071"/>
                  </a:lnTo>
                  <a:lnTo>
                    <a:pt x="330" y="1071"/>
                  </a:lnTo>
                  <a:lnTo>
                    <a:pt x="330" y="1071"/>
                  </a:lnTo>
                  <a:lnTo>
                    <a:pt x="330" y="1072"/>
                  </a:lnTo>
                  <a:lnTo>
                    <a:pt x="329" y="1074"/>
                  </a:lnTo>
                  <a:lnTo>
                    <a:pt x="326" y="1075"/>
                  </a:lnTo>
                  <a:lnTo>
                    <a:pt x="323" y="1077"/>
                  </a:lnTo>
                  <a:lnTo>
                    <a:pt x="321" y="1078"/>
                  </a:lnTo>
                  <a:lnTo>
                    <a:pt x="320" y="1080"/>
                  </a:lnTo>
                  <a:lnTo>
                    <a:pt x="318" y="1080"/>
                  </a:lnTo>
                  <a:lnTo>
                    <a:pt x="318" y="1080"/>
                  </a:lnTo>
                  <a:lnTo>
                    <a:pt x="315" y="1081"/>
                  </a:lnTo>
                  <a:lnTo>
                    <a:pt x="315" y="1081"/>
                  </a:lnTo>
                  <a:lnTo>
                    <a:pt x="312" y="1081"/>
                  </a:lnTo>
                  <a:lnTo>
                    <a:pt x="312" y="1080"/>
                  </a:lnTo>
                  <a:lnTo>
                    <a:pt x="311" y="1080"/>
                  </a:lnTo>
                  <a:lnTo>
                    <a:pt x="309" y="1080"/>
                  </a:lnTo>
                  <a:lnTo>
                    <a:pt x="308" y="1080"/>
                  </a:lnTo>
                  <a:lnTo>
                    <a:pt x="308" y="1081"/>
                  </a:lnTo>
                  <a:lnTo>
                    <a:pt x="309" y="1083"/>
                  </a:lnTo>
                  <a:lnTo>
                    <a:pt x="308" y="1083"/>
                  </a:lnTo>
                  <a:lnTo>
                    <a:pt x="304" y="1083"/>
                  </a:lnTo>
                  <a:lnTo>
                    <a:pt x="303" y="1083"/>
                  </a:lnTo>
                  <a:lnTo>
                    <a:pt x="303" y="1081"/>
                  </a:lnTo>
                  <a:lnTo>
                    <a:pt x="301" y="1081"/>
                  </a:lnTo>
                  <a:lnTo>
                    <a:pt x="303" y="1080"/>
                  </a:lnTo>
                  <a:lnTo>
                    <a:pt x="306" y="1077"/>
                  </a:lnTo>
                  <a:lnTo>
                    <a:pt x="308" y="1075"/>
                  </a:lnTo>
                  <a:lnTo>
                    <a:pt x="306" y="1075"/>
                  </a:lnTo>
                  <a:lnTo>
                    <a:pt x="303" y="1075"/>
                  </a:lnTo>
                  <a:lnTo>
                    <a:pt x="303" y="1075"/>
                  </a:lnTo>
                  <a:lnTo>
                    <a:pt x="300" y="1075"/>
                  </a:lnTo>
                  <a:lnTo>
                    <a:pt x="300" y="1072"/>
                  </a:lnTo>
                  <a:lnTo>
                    <a:pt x="300" y="1072"/>
                  </a:lnTo>
                  <a:lnTo>
                    <a:pt x="300" y="1071"/>
                  </a:lnTo>
                  <a:lnTo>
                    <a:pt x="298" y="1071"/>
                  </a:lnTo>
                  <a:lnTo>
                    <a:pt x="298" y="1071"/>
                  </a:lnTo>
                  <a:lnTo>
                    <a:pt x="297" y="1069"/>
                  </a:lnTo>
                  <a:lnTo>
                    <a:pt x="294" y="1069"/>
                  </a:lnTo>
                  <a:lnTo>
                    <a:pt x="294" y="1068"/>
                  </a:lnTo>
                  <a:lnTo>
                    <a:pt x="292" y="1065"/>
                  </a:lnTo>
                  <a:lnTo>
                    <a:pt x="292" y="1063"/>
                  </a:lnTo>
                  <a:lnTo>
                    <a:pt x="291" y="1062"/>
                  </a:lnTo>
                  <a:lnTo>
                    <a:pt x="289" y="1060"/>
                  </a:lnTo>
                  <a:lnTo>
                    <a:pt x="289" y="1060"/>
                  </a:lnTo>
                  <a:lnTo>
                    <a:pt x="291" y="1059"/>
                  </a:lnTo>
                  <a:lnTo>
                    <a:pt x="289" y="1057"/>
                  </a:lnTo>
                  <a:lnTo>
                    <a:pt x="289" y="1057"/>
                  </a:lnTo>
                  <a:lnTo>
                    <a:pt x="289" y="1056"/>
                  </a:lnTo>
                  <a:lnTo>
                    <a:pt x="288" y="1054"/>
                  </a:lnTo>
                  <a:lnTo>
                    <a:pt x="288" y="1053"/>
                  </a:lnTo>
                  <a:lnTo>
                    <a:pt x="289" y="1053"/>
                  </a:lnTo>
                  <a:lnTo>
                    <a:pt x="291" y="1051"/>
                  </a:lnTo>
                  <a:lnTo>
                    <a:pt x="292" y="1049"/>
                  </a:lnTo>
                  <a:lnTo>
                    <a:pt x="292" y="1049"/>
                  </a:lnTo>
                  <a:lnTo>
                    <a:pt x="295" y="1048"/>
                  </a:lnTo>
                  <a:lnTo>
                    <a:pt x="292" y="1048"/>
                  </a:lnTo>
                  <a:lnTo>
                    <a:pt x="291" y="1048"/>
                  </a:lnTo>
                  <a:lnTo>
                    <a:pt x="291" y="1048"/>
                  </a:lnTo>
                  <a:lnTo>
                    <a:pt x="289" y="1049"/>
                  </a:lnTo>
                  <a:lnTo>
                    <a:pt x="288" y="1049"/>
                  </a:lnTo>
                  <a:lnTo>
                    <a:pt x="285" y="1051"/>
                  </a:lnTo>
                  <a:lnTo>
                    <a:pt x="285" y="1049"/>
                  </a:lnTo>
                  <a:lnTo>
                    <a:pt x="285" y="1048"/>
                  </a:lnTo>
                  <a:lnTo>
                    <a:pt x="285" y="1046"/>
                  </a:lnTo>
                  <a:lnTo>
                    <a:pt x="286" y="1043"/>
                  </a:lnTo>
                  <a:lnTo>
                    <a:pt x="285" y="1043"/>
                  </a:lnTo>
                  <a:lnTo>
                    <a:pt x="283" y="1043"/>
                  </a:lnTo>
                  <a:lnTo>
                    <a:pt x="282" y="1042"/>
                  </a:lnTo>
                  <a:lnTo>
                    <a:pt x="280" y="1040"/>
                  </a:lnTo>
                  <a:lnTo>
                    <a:pt x="279" y="1039"/>
                  </a:lnTo>
                  <a:lnTo>
                    <a:pt x="277" y="1037"/>
                  </a:lnTo>
                  <a:lnTo>
                    <a:pt x="277" y="1037"/>
                  </a:lnTo>
                  <a:lnTo>
                    <a:pt x="277" y="1036"/>
                  </a:lnTo>
                  <a:lnTo>
                    <a:pt x="277" y="1034"/>
                  </a:lnTo>
                  <a:lnTo>
                    <a:pt x="277" y="1033"/>
                  </a:lnTo>
                  <a:lnTo>
                    <a:pt x="277" y="1031"/>
                  </a:lnTo>
                  <a:lnTo>
                    <a:pt x="279" y="1028"/>
                  </a:lnTo>
                  <a:lnTo>
                    <a:pt x="280" y="1027"/>
                  </a:lnTo>
                  <a:lnTo>
                    <a:pt x="283" y="1022"/>
                  </a:lnTo>
                  <a:lnTo>
                    <a:pt x="279" y="1024"/>
                  </a:lnTo>
                  <a:lnTo>
                    <a:pt x="276" y="1028"/>
                  </a:lnTo>
                  <a:lnTo>
                    <a:pt x="276" y="1028"/>
                  </a:lnTo>
                  <a:lnTo>
                    <a:pt x="276" y="1028"/>
                  </a:lnTo>
                  <a:lnTo>
                    <a:pt x="274" y="1025"/>
                  </a:lnTo>
                  <a:lnTo>
                    <a:pt x="274" y="1025"/>
                  </a:lnTo>
                  <a:lnTo>
                    <a:pt x="273" y="1024"/>
                  </a:lnTo>
                  <a:lnTo>
                    <a:pt x="271" y="1022"/>
                  </a:lnTo>
                  <a:lnTo>
                    <a:pt x="271" y="1021"/>
                  </a:lnTo>
                  <a:lnTo>
                    <a:pt x="270" y="1019"/>
                  </a:lnTo>
                  <a:lnTo>
                    <a:pt x="268" y="1016"/>
                  </a:lnTo>
                  <a:lnTo>
                    <a:pt x="266" y="1011"/>
                  </a:lnTo>
                  <a:lnTo>
                    <a:pt x="262" y="1005"/>
                  </a:lnTo>
                  <a:lnTo>
                    <a:pt x="262" y="1002"/>
                  </a:lnTo>
                  <a:lnTo>
                    <a:pt x="262" y="999"/>
                  </a:lnTo>
                  <a:lnTo>
                    <a:pt x="262" y="996"/>
                  </a:lnTo>
                  <a:lnTo>
                    <a:pt x="265" y="995"/>
                  </a:lnTo>
                  <a:lnTo>
                    <a:pt x="270" y="993"/>
                  </a:lnTo>
                  <a:lnTo>
                    <a:pt x="273" y="992"/>
                  </a:lnTo>
                  <a:lnTo>
                    <a:pt x="273" y="992"/>
                  </a:lnTo>
                  <a:lnTo>
                    <a:pt x="276" y="992"/>
                  </a:lnTo>
                  <a:lnTo>
                    <a:pt x="277" y="990"/>
                  </a:lnTo>
                  <a:lnTo>
                    <a:pt x="276" y="990"/>
                  </a:lnTo>
                  <a:lnTo>
                    <a:pt x="274" y="990"/>
                  </a:lnTo>
                  <a:lnTo>
                    <a:pt x="274" y="990"/>
                  </a:lnTo>
                  <a:lnTo>
                    <a:pt x="274" y="989"/>
                  </a:lnTo>
                  <a:lnTo>
                    <a:pt x="276" y="987"/>
                  </a:lnTo>
                  <a:lnTo>
                    <a:pt x="274" y="987"/>
                  </a:lnTo>
                  <a:lnTo>
                    <a:pt x="271" y="990"/>
                  </a:lnTo>
                  <a:lnTo>
                    <a:pt x="266" y="992"/>
                  </a:lnTo>
                  <a:lnTo>
                    <a:pt x="263" y="993"/>
                  </a:lnTo>
                  <a:lnTo>
                    <a:pt x="263" y="993"/>
                  </a:lnTo>
                  <a:lnTo>
                    <a:pt x="262" y="993"/>
                  </a:lnTo>
                  <a:lnTo>
                    <a:pt x="262" y="993"/>
                  </a:lnTo>
                  <a:lnTo>
                    <a:pt x="260" y="993"/>
                  </a:lnTo>
                  <a:lnTo>
                    <a:pt x="260" y="992"/>
                  </a:lnTo>
                  <a:lnTo>
                    <a:pt x="259" y="990"/>
                  </a:lnTo>
                  <a:lnTo>
                    <a:pt x="262" y="987"/>
                  </a:lnTo>
                  <a:lnTo>
                    <a:pt x="263" y="983"/>
                  </a:lnTo>
                  <a:lnTo>
                    <a:pt x="265" y="980"/>
                  </a:lnTo>
                  <a:lnTo>
                    <a:pt x="266" y="980"/>
                  </a:lnTo>
                  <a:lnTo>
                    <a:pt x="270" y="980"/>
                  </a:lnTo>
                  <a:lnTo>
                    <a:pt x="270" y="980"/>
                  </a:lnTo>
                  <a:lnTo>
                    <a:pt x="270" y="978"/>
                  </a:lnTo>
                  <a:lnTo>
                    <a:pt x="270" y="978"/>
                  </a:lnTo>
                  <a:lnTo>
                    <a:pt x="273" y="976"/>
                  </a:lnTo>
                  <a:lnTo>
                    <a:pt x="274" y="976"/>
                  </a:lnTo>
                  <a:lnTo>
                    <a:pt x="276" y="976"/>
                  </a:lnTo>
                  <a:lnTo>
                    <a:pt x="277" y="978"/>
                  </a:lnTo>
                  <a:lnTo>
                    <a:pt x="279" y="983"/>
                  </a:lnTo>
                  <a:lnTo>
                    <a:pt x="280" y="984"/>
                  </a:lnTo>
                  <a:lnTo>
                    <a:pt x="280" y="981"/>
                  </a:lnTo>
                  <a:lnTo>
                    <a:pt x="279" y="980"/>
                  </a:lnTo>
                  <a:lnTo>
                    <a:pt x="279" y="976"/>
                  </a:lnTo>
                  <a:lnTo>
                    <a:pt x="277" y="975"/>
                  </a:lnTo>
                  <a:lnTo>
                    <a:pt x="277" y="973"/>
                  </a:lnTo>
                  <a:lnTo>
                    <a:pt x="274" y="975"/>
                  </a:lnTo>
                  <a:lnTo>
                    <a:pt x="273" y="972"/>
                  </a:lnTo>
                  <a:lnTo>
                    <a:pt x="273" y="970"/>
                  </a:lnTo>
                  <a:lnTo>
                    <a:pt x="273" y="970"/>
                  </a:lnTo>
                  <a:lnTo>
                    <a:pt x="271" y="966"/>
                  </a:lnTo>
                  <a:lnTo>
                    <a:pt x="270" y="964"/>
                  </a:lnTo>
                  <a:lnTo>
                    <a:pt x="270" y="961"/>
                  </a:lnTo>
                  <a:lnTo>
                    <a:pt x="268" y="961"/>
                  </a:lnTo>
                  <a:lnTo>
                    <a:pt x="270" y="964"/>
                  </a:lnTo>
                  <a:lnTo>
                    <a:pt x="270" y="967"/>
                  </a:lnTo>
                  <a:lnTo>
                    <a:pt x="271" y="972"/>
                  </a:lnTo>
                  <a:lnTo>
                    <a:pt x="271" y="973"/>
                  </a:lnTo>
                  <a:lnTo>
                    <a:pt x="271" y="975"/>
                  </a:lnTo>
                  <a:lnTo>
                    <a:pt x="270" y="976"/>
                  </a:lnTo>
                  <a:lnTo>
                    <a:pt x="268" y="976"/>
                  </a:lnTo>
                  <a:lnTo>
                    <a:pt x="265" y="978"/>
                  </a:lnTo>
                  <a:lnTo>
                    <a:pt x="266" y="976"/>
                  </a:lnTo>
                  <a:lnTo>
                    <a:pt x="266" y="973"/>
                  </a:lnTo>
                  <a:lnTo>
                    <a:pt x="265" y="975"/>
                  </a:lnTo>
                  <a:lnTo>
                    <a:pt x="263" y="976"/>
                  </a:lnTo>
                  <a:lnTo>
                    <a:pt x="263" y="978"/>
                  </a:lnTo>
                  <a:lnTo>
                    <a:pt x="262" y="981"/>
                  </a:lnTo>
                  <a:lnTo>
                    <a:pt x="260" y="986"/>
                  </a:lnTo>
                  <a:lnTo>
                    <a:pt x="259" y="989"/>
                  </a:lnTo>
                  <a:lnTo>
                    <a:pt x="257" y="990"/>
                  </a:lnTo>
                  <a:lnTo>
                    <a:pt x="257" y="990"/>
                  </a:lnTo>
                  <a:lnTo>
                    <a:pt x="256" y="989"/>
                  </a:lnTo>
                  <a:lnTo>
                    <a:pt x="254" y="986"/>
                  </a:lnTo>
                  <a:lnTo>
                    <a:pt x="254" y="984"/>
                  </a:lnTo>
                  <a:lnTo>
                    <a:pt x="254" y="980"/>
                  </a:lnTo>
                  <a:lnTo>
                    <a:pt x="254" y="976"/>
                  </a:lnTo>
                  <a:lnTo>
                    <a:pt x="254" y="973"/>
                  </a:lnTo>
                  <a:lnTo>
                    <a:pt x="253" y="966"/>
                  </a:lnTo>
                  <a:lnTo>
                    <a:pt x="253" y="963"/>
                  </a:lnTo>
                  <a:lnTo>
                    <a:pt x="250" y="961"/>
                  </a:lnTo>
                  <a:lnTo>
                    <a:pt x="250" y="961"/>
                  </a:lnTo>
                  <a:lnTo>
                    <a:pt x="250" y="960"/>
                  </a:lnTo>
                  <a:lnTo>
                    <a:pt x="250" y="958"/>
                  </a:lnTo>
                  <a:lnTo>
                    <a:pt x="250" y="957"/>
                  </a:lnTo>
                  <a:lnTo>
                    <a:pt x="250" y="957"/>
                  </a:lnTo>
                  <a:lnTo>
                    <a:pt x="254" y="955"/>
                  </a:lnTo>
                  <a:lnTo>
                    <a:pt x="256" y="952"/>
                  </a:lnTo>
                  <a:lnTo>
                    <a:pt x="259" y="948"/>
                  </a:lnTo>
                  <a:lnTo>
                    <a:pt x="260" y="946"/>
                  </a:lnTo>
                  <a:lnTo>
                    <a:pt x="265" y="946"/>
                  </a:lnTo>
                  <a:lnTo>
                    <a:pt x="266" y="946"/>
                  </a:lnTo>
                  <a:lnTo>
                    <a:pt x="266" y="945"/>
                  </a:lnTo>
                  <a:lnTo>
                    <a:pt x="266" y="945"/>
                  </a:lnTo>
                  <a:lnTo>
                    <a:pt x="263" y="945"/>
                  </a:lnTo>
                  <a:lnTo>
                    <a:pt x="259" y="946"/>
                  </a:lnTo>
                  <a:lnTo>
                    <a:pt x="259" y="948"/>
                  </a:lnTo>
                  <a:lnTo>
                    <a:pt x="257" y="949"/>
                  </a:lnTo>
                  <a:lnTo>
                    <a:pt x="256" y="951"/>
                  </a:lnTo>
                  <a:lnTo>
                    <a:pt x="251" y="954"/>
                  </a:lnTo>
                  <a:lnTo>
                    <a:pt x="250" y="954"/>
                  </a:lnTo>
                  <a:lnTo>
                    <a:pt x="247" y="951"/>
                  </a:lnTo>
                  <a:lnTo>
                    <a:pt x="244" y="951"/>
                  </a:lnTo>
                  <a:lnTo>
                    <a:pt x="242" y="951"/>
                  </a:lnTo>
                  <a:lnTo>
                    <a:pt x="241" y="951"/>
                  </a:lnTo>
                  <a:lnTo>
                    <a:pt x="241" y="945"/>
                  </a:lnTo>
                  <a:lnTo>
                    <a:pt x="242" y="938"/>
                  </a:lnTo>
                  <a:lnTo>
                    <a:pt x="241" y="938"/>
                  </a:lnTo>
                  <a:lnTo>
                    <a:pt x="241" y="938"/>
                  </a:lnTo>
                  <a:lnTo>
                    <a:pt x="239" y="937"/>
                  </a:lnTo>
                  <a:lnTo>
                    <a:pt x="239" y="937"/>
                  </a:lnTo>
                  <a:lnTo>
                    <a:pt x="239" y="935"/>
                  </a:lnTo>
                  <a:lnTo>
                    <a:pt x="244" y="932"/>
                  </a:lnTo>
                  <a:lnTo>
                    <a:pt x="250" y="926"/>
                  </a:lnTo>
                  <a:lnTo>
                    <a:pt x="253" y="925"/>
                  </a:lnTo>
                  <a:lnTo>
                    <a:pt x="254" y="923"/>
                  </a:lnTo>
                  <a:lnTo>
                    <a:pt x="256" y="922"/>
                  </a:lnTo>
                  <a:lnTo>
                    <a:pt x="257" y="920"/>
                  </a:lnTo>
                  <a:lnTo>
                    <a:pt x="257" y="919"/>
                  </a:lnTo>
                  <a:lnTo>
                    <a:pt x="257" y="919"/>
                  </a:lnTo>
                  <a:lnTo>
                    <a:pt x="260" y="917"/>
                  </a:lnTo>
                  <a:lnTo>
                    <a:pt x="262" y="916"/>
                  </a:lnTo>
                  <a:lnTo>
                    <a:pt x="265" y="913"/>
                  </a:lnTo>
                  <a:lnTo>
                    <a:pt x="265" y="911"/>
                  </a:lnTo>
                  <a:lnTo>
                    <a:pt x="265" y="911"/>
                  </a:lnTo>
                  <a:lnTo>
                    <a:pt x="263" y="911"/>
                  </a:lnTo>
                  <a:lnTo>
                    <a:pt x="260" y="914"/>
                  </a:lnTo>
                  <a:lnTo>
                    <a:pt x="257" y="917"/>
                  </a:lnTo>
                  <a:lnTo>
                    <a:pt x="251" y="925"/>
                  </a:lnTo>
                  <a:lnTo>
                    <a:pt x="248" y="928"/>
                  </a:lnTo>
                  <a:lnTo>
                    <a:pt x="245" y="929"/>
                  </a:lnTo>
                  <a:lnTo>
                    <a:pt x="245" y="931"/>
                  </a:lnTo>
                  <a:lnTo>
                    <a:pt x="244" y="932"/>
                  </a:lnTo>
                  <a:lnTo>
                    <a:pt x="242" y="932"/>
                  </a:lnTo>
                  <a:lnTo>
                    <a:pt x="239" y="932"/>
                  </a:lnTo>
                  <a:lnTo>
                    <a:pt x="238" y="934"/>
                  </a:lnTo>
                  <a:lnTo>
                    <a:pt x="236" y="934"/>
                  </a:lnTo>
                  <a:lnTo>
                    <a:pt x="236" y="929"/>
                  </a:lnTo>
                  <a:lnTo>
                    <a:pt x="236" y="928"/>
                  </a:lnTo>
                  <a:lnTo>
                    <a:pt x="236" y="925"/>
                  </a:lnTo>
                  <a:lnTo>
                    <a:pt x="236" y="922"/>
                  </a:lnTo>
                  <a:lnTo>
                    <a:pt x="238" y="920"/>
                  </a:lnTo>
                  <a:lnTo>
                    <a:pt x="238" y="919"/>
                  </a:lnTo>
                  <a:lnTo>
                    <a:pt x="239" y="919"/>
                  </a:lnTo>
                  <a:lnTo>
                    <a:pt x="241" y="916"/>
                  </a:lnTo>
                  <a:lnTo>
                    <a:pt x="242" y="914"/>
                  </a:lnTo>
                  <a:lnTo>
                    <a:pt x="244" y="913"/>
                  </a:lnTo>
                  <a:lnTo>
                    <a:pt x="248" y="911"/>
                  </a:lnTo>
                  <a:lnTo>
                    <a:pt x="250" y="911"/>
                  </a:lnTo>
                  <a:lnTo>
                    <a:pt x="251" y="911"/>
                  </a:lnTo>
                  <a:lnTo>
                    <a:pt x="251" y="911"/>
                  </a:lnTo>
                  <a:lnTo>
                    <a:pt x="251" y="911"/>
                  </a:lnTo>
                  <a:lnTo>
                    <a:pt x="248" y="910"/>
                  </a:lnTo>
                  <a:lnTo>
                    <a:pt x="245" y="910"/>
                  </a:lnTo>
                  <a:lnTo>
                    <a:pt x="241" y="910"/>
                  </a:lnTo>
                  <a:lnTo>
                    <a:pt x="239" y="910"/>
                  </a:lnTo>
                  <a:lnTo>
                    <a:pt x="238" y="910"/>
                  </a:lnTo>
                  <a:lnTo>
                    <a:pt x="236" y="910"/>
                  </a:lnTo>
                  <a:lnTo>
                    <a:pt x="235" y="908"/>
                  </a:lnTo>
                  <a:lnTo>
                    <a:pt x="233" y="904"/>
                  </a:lnTo>
                  <a:lnTo>
                    <a:pt x="233" y="897"/>
                  </a:lnTo>
                  <a:lnTo>
                    <a:pt x="233" y="894"/>
                  </a:lnTo>
                  <a:lnTo>
                    <a:pt x="236" y="891"/>
                  </a:lnTo>
                  <a:lnTo>
                    <a:pt x="239" y="890"/>
                  </a:lnTo>
                  <a:lnTo>
                    <a:pt x="241" y="888"/>
                  </a:lnTo>
                  <a:lnTo>
                    <a:pt x="244" y="885"/>
                  </a:lnTo>
                  <a:lnTo>
                    <a:pt x="248" y="884"/>
                  </a:lnTo>
                  <a:lnTo>
                    <a:pt x="250" y="882"/>
                  </a:lnTo>
                  <a:lnTo>
                    <a:pt x="251" y="884"/>
                  </a:lnTo>
                  <a:lnTo>
                    <a:pt x="257" y="885"/>
                  </a:lnTo>
                  <a:lnTo>
                    <a:pt x="260" y="887"/>
                  </a:lnTo>
                  <a:lnTo>
                    <a:pt x="262" y="885"/>
                  </a:lnTo>
                  <a:lnTo>
                    <a:pt x="266" y="887"/>
                  </a:lnTo>
                  <a:lnTo>
                    <a:pt x="271" y="891"/>
                  </a:lnTo>
                  <a:lnTo>
                    <a:pt x="273" y="890"/>
                  </a:lnTo>
                  <a:lnTo>
                    <a:pt x="273" y="890"/>
                  </a:lnTo>
                  <a:lnTo>
                    <a:pt x="266" y="885"/>
                  </a:lnTo>
                  <a:lnTo>
                    <a:pt x="266" y="884"/>
                  </a:lnTo>
                  <a:lnTo>
                    <a:pt x="268" y="884"/>
                  </a:lnTo>
                  <a:lnTo>
                    <a:pt x="270" y="882"/>
                  </a:lnTo>
                  <a:lnTo>
                    <a:pt x="268" y="881"/>
                  </a:lnTo>
                  <a:lnTo>
                    <a:pt x="263" y="882"/>
                  </a:lnTo>
                  <a:lnTo>
                    <a:pt x="263" y="884"/>
                  </a:lnTo>
                  <a:lnTo>
                    <a:pt x="259" y="884"/>
                  </a:lnTo>
                  <a:lnTo>
                    <a:pt x="256" y="882"/>
                  </a:lnTo>
                  <a:lnTo>
                    <a:pt x="254" y="882"/>
                  </a:lnTo>
                  <a:lnTo>
                    <a:pt x="251" y="881"/>
                  </a:lnTo>
                  <a:lnTo>
                    <a:pt x="250" y="881"/>
                  </a:lnTo>
                  <a:lnTo>
                    <a:pt x="248" y="882"/>
                  </a:lnTo>
                  <a:lnTo>
                    <a:pt x="245" y="882"/>
                  </a:lnTo>
                  <a:lnTo>
                    <a:pt x="244" y="882"/>
                  </a:lnTo>
                  <a:lnTo>
                    <a:pt x="239" y="888"/>
                  </a:lnTo>
                  <a:lnTo>
                    <a:pt x="236" y="890"/>
                  </a:lnTo>
                  <a:lnTo>
                    <a:pt x="235" y="890"/>
                  </a:lnTo>
                  <a:lnTo>
                    <a:pt x="236" y="885"/>
                  </a:lnTo>
                  <a:lnTo>
                    <a:pt x="236" y="884"/>
                  </a:lnTo>
                  <a:lnTo>
                    <a:pt x="236" y="882"/>
                  </a:lnTo>
                  <a:lnTo>
                    <a:pt x="236" y="881"/>
                  </a:lnTo>
                  <a:lnTo>
                    <a:pt x="239" y="876"/>
                  </a:lnTo>
                  <a:lnTo>
                    <a:pt x="241" y="872"/>
                  </a:lnTo>
                  <a:lnTo>
                    <a:pt x="242" y="869"/>
                  </a:lnTo>
                  <a:lnTo>
                    <a:pt x="244" y="869"/>
                  </a:lnTo>
                  <a:lnTo>
                    <a:pt x="245" y="869"/>
                  </a:lnTo>
                  <a:lnTo>
                    <a:pt x="250" y="870"/>
                  </a:lnTo>
                  <a:lnTo>
                    <a:pt x="256" y="873"/>
                  </a:lnTo>
                  <a:lnTo>
                    <a:pt x="259" y="873"/>
                  </a:lnTo>
                  <a:lnTo>
                    <a:pt x="260" y="873"/>
                  </a:lnTo>
                  <a:lnTo>
                    <a:pt x="262" y="873"/>
                  </a:lnTo>
                  <a:lnTo>
                    <a:pt x="262" y="872"/>
                  </a:lnTo>
                  <a:lnTo>
                    <a:pt x="263" y="870"/>
                  </a:lnTo>
                  <a:lnTo>
                    <a:pt x="263" y="869"/>
                  </a:lnTo>
                  <a:lnTo>
                    <a:pt x="263" y="869"/>
                  </a:lnTo>
                  <a:lnTo>
                    <a:pt x="263" y="867"/>
                  </a:lnTo>
                  <a:lnTo>
                    <a:pt x="265" y="864"/>
                  </a:lnTo>
                  <a:lnTo>
                    <a:pt x="266" y="862"/>
                  </a:lnTo>
                  <a:lnTo>
                    <a:pt x="265" y="861"/>
                  </a:lnTo>
                  <a:lnTo>
                    <a:pt x="265" y="861"/>
                  </a:lnTo>
                  <a:lnTo>
                    <a:pt x="262" y="862"/>
                  </a:lnTo>
                  <a:lnTo>
                    <a:pt x="262" y="862"/>
                  </a:lnTo>
                  <a:lnTo>
                    <a:pt x="262" y="862"/>
                  </a:lnTo>
                  <a:lnTo>
                    <a:pt x="260" y="865"/>
                  </a:lnTo>
                  <a:lnTo>
                    <a:pt x="259" y="867"/>
                  </a:lnTo>
                  <a:lnTo>
                    <a:pt x="253" y="867"/>
                  </a:lnTo>
                  <a:lnTo>
                    <a:pt x="251" y="869"/>
                  </a:lnTo>
                  <a:lnTo>
                    <a:pt x="247" y="867"/>
                  </a:lnTo>
                  <a:lnTo>
                    <a:pt x="247" y="865"/>
                  </a:lnTo>
                  <a:lnTo>
                    <a:pt x="247" y="865"/>
                  </a:lnTo>
                  <a:lnTo>
                    <a:pt x="242" y="865"/>
                  </a:lnTo>
                  <a:lnTo>
                    <a:pt x="241" y="865"/>
                  </a:lnTo>
                  <a:lnTo>
                    <a:pt x="239" y="865"/>
                  </a:lnTo>
                  <a:lnTo>
                    <a:pt x="239" y="864"/>
                  </a:lnTo>
                  <a:lnTo>
                    <a:pt x="241" y="861"/>
                  </a:lnTo>
                  <a:lnTo>
                    <a:pt x="244" y="855"/>
                  </a:lnTo>
                  <a:lnTo>
                    <a:pt x="245" y="853"/>
                  </a:lnTo>
                  <a:lnTo>
                    <a:pt x="248" y="852"/>
                  </a:lnTo>
                  <a:lnTo>
                    <a:pt x="253" y="852"/>
                  </a:lnTo>
                  <a:lnTo>
                    <a:pt x="259" y="856"/>
                  </a:lnTo>
                  <a:lnTo>
                    <a:pt x="260" y="858"/>
                  </a:lnTo>
                  <a:lnTo>
                    <a:pt x="262" y="856"/>
                  </a:lnTo>
                  <a:lnTo>
                    <a:pt x="266" y="855"/>
                  </a:lnTo>
                  <a:lnTo>
                    <a:pt x="268" y="855"/>
                  </a:lnTo>
                  <a:lnTo>
                    <a:pt x="270" y="852"/>
                  </a:lnTo>
                  <a:lnTo>
                    <a:pt x="271" y="849"/>
                  </a:lnTo>
                  <a:lnTo>
                    <a:pt x="271" y="847"/>
                  </a:lnTo>
                  <a:lnTo>
                    <a:pt x="268" y="850"/>
                  </a:lnTo>
                  <a:lnTo>
                    <a:pt x="266" y="850"/>
                  </a:lnTo>
                  <a:lnTo>
                    <a:pt x="265" y="850"/>
                  </a:lnTo>
                  <a:lnTo>
                    <a:pt x="266" y="844"/>
                  </a:lnTo>
                  <a:lnTo>
                    <a:pt x="266" y="838"/>
                  </a:lnTo>
                  <a:lnTo>
                    <a:pt x="266" y="837"/>
                  </a:lnTo>
                  <a:lnTo>
                    <a:pt x="271" y="838"/>
                  </a:lnTo>
                  <a:lnTo>
                    <a:pt x="276" y="837"/>
                  </a:lnTo>
                  <a:lnTo>
                    <a:pt x="277" y="835"/>
                  </a:lnTo>
                  <a:lnTo>
                    <a:pt x="277" y="835"/>
                  </a:lnTo>
                  <a:lnTo>
                    <a:pt x="274" y="835"/>
                  </a:lnTo>
                  <a:lnTo>
                    <a:pt x="274" y="834"/>
                  </a:lnTo>
                  <a:lnTo>
                    <a:pt x="273" y="834"/>
                  </a:lnTo>
                  <a:lnTo>
                    <a:pt x="270" y="835"/>
                  </a:lnTo>
                  <a:lnTo>
                    <a:pt x="266" y="834"/>
                  </a:lnTo>
                  <a:lnTo>
                    <a:pt x="268" y="832"/>
                  </a:lnTo>
                  <a:lnTo>
                    <a:pt x="270" y="827"/>
                  </a:lnTo>
                  <a:lnTo>
                    <a:pt x="270" y="824"/>
                  </a:lnTo>
                  <a:lnTo>
                    <a:pt x="271" y="821"/>
                  </a:lnTo>
                  <a:lnTo>
                    <a:pt x="271" y="818"/>
                  </a:lnTo>
                  <a:lnTo>
                    <a:pt x="271" y="817"/>
                  </a:lnTo>
                  <a:lnTo>
                    <a:pt x="274" y="815"/>
                  </a:lnTo>
                  <a:lnTo>
                    <a:pt x="276" y="814"/>
                  </a:lnTo>
                  <a:lnTo>
                    <a:pt x="276" y="812"/>
                  </a:lnTo>
                  <a:lnTo>
                    <a:pt x="274" y="809"/>
                  </a:lnTo>
                  <a:lnTo>
                    <a:pt x="274" y="808"/>
                  </a:lnTo>
                  <a:lnTo>
                    <a:pt x="276" y="806"/>
                  </a:lnTo>
                  <a:lnTo>
                    <a:pt x="277" y="806"/>
                  </a:lnTo>
                  <a:lnTo>
                    <a:pt x="277" y="806"/>
                  </a:lnTo>
                  <a:lnTo>
                    <a:pt x="276" y="805"/>
                  </a:lnTo>
                  <a:lnTo>
                    <a:pt x="273" y="806"/>
                  </a:lnTo>
                  <a:lnTo>
                    <a:pt x="271" y="806"/>
                  </a:lnTo>
                  <a:lnTo>
                    <a:pt x="268" y="805"/>
                  </a:lnTo>
                  <a:lnTo>
                    <a:pt x="266" y="805"/>
                  </a:lnTo>
                  <a:lnTo>
                    <a:pt x="266" y="805"/>
                  </a:lnTo>
                  <a:lnTo>
                    <a:pt x="263" y="806"/>
                  </a:lnTo>
                  <a:lnTo>
                    <a:pt x="262" y="806"/>
                  </a:lnTo>
                  <a:lnTo>
                    <a:pt x="260" y="806"/>
                  </a:lnTo>
                  <a:lnTo>
                    <a:pt x="253" y="805"/>
                  </a:lnTo>
                  <a:lnTo>
                    <a:pt x="251" y="803"/>
                  </a:lnTo>
                  <a:lnTo>
                    <a:pt x="248" y="800"/>
                  </a:lnTo>
                  <a:lnTo>
                    <a:pt x="247" y="799"/>
                  </a:lnTo>
                  <a:lnTo>
                    <a:pt x="244" y="796"/>
                  </a:lnTo>
                  <a:lnTo>
                    <a:pt x="239" y="794"/>
                  </a:lnTo>
                  <a:lnTo>
                    <a:pt x="235" y="793"/>
                  </a:lnTo>
                  <a:lnTo>
                    <a:pt x="232" y="791"/>
                  </a:lnTo>
                  <a:lnTo>
                    <a:pt x="230" y="789"/>
                  </a:lnTo>
                  <a:lnTo>
                    <a:pt x="227" y="785"/>
                  </a:lnTo>
                  <a:lnTo>
                    <a:pt x="225" y="782"/>
                  </a:lnTo>
                  <a:lnTo>
                    <a:pt x="225" y="780"/>
                  </a:lnTo>
                  <a:lnTo>
                    <a:pt x="225" y="779"/>
                  </a:lnTo>
                  <a:lnTo>
                    <a:pt x="227" y="777"/>
                  </a:lnTo>
                  <a:lnTo>
                    <a:pt x="230" y="776"/>
                  </a:lnTo>
                  <a:lnTo>
                    <a:pt x="233" y="777"/>
                  </a:lnTo>
                  <a:lnTo>
                    <a:pt x="235" y="777"/>
                  </a:lnTo>
                  <a:lnTo>
                    <a:pt x="238" y="779"/>
                  </a:lnTo>
                  <a:lnTo>
                    <a:pt x="239" y="779"/>
                  </a:lnTo>
                  <a:lnTo>
                    <a:pt x="242" y="779"/>
                  </a:lnTo>
                  <a:lnTo>
                    <a:pt x="247" y="779"/>
                  </a:lnTo>
                  <a:lnTo>
                    <a:pt x="248" y="780"/>
                  </a:lnTo>
                  <a:lnTo>
                    <a:pt x="251" y="782"/>
                  </a:lnTo>
                  <a:lnTo>
                    <a:pt x="259" y="788"/>
                  </a:lnTo>
                  <a:lnTo>
                    <a:pt x="262" y="791"/>
                  </a:lnTo>
                  <a:lnTo>
                    <a:pt x="263" y="791"/>
                  </a:lnTo>
                  <a:lnTo>
                    <a:pt x="270" y="794"/>
                  </a:lnTo>
                  <a:lnTo>
                    <a:pt x="270" y="793"/>
                  </a:lnTo>
                  <a:lnTo>
                    <a:pt x="273" y="793"/>
                  </a:lnTo>
                  <a:lnTo>
                    <a:pt x="273" y="791"/>
                  </a:lnTo>
                  <a:lnTo>
                    <a:pt x="271" y="791"/>
                  </a:lnTo>
                  <a:lnTo>
                    <a:pt x="270" y="789"/>
                  </a:lnTo>
                  <a:lnTo>
                    <a:pt x="266" y="788"/>
                  </a:lnTo>
                  <a:lnTo>
                    <a:pt x="263" y="785"/>
                  </a:lnTo>
                  <a:lnTo>
                    <a:pt x="263" y="782"/>
                  </a:lnTo>
                  <a:lnTo>
                    <a:pt x="265" y="779"/>
                  </a:lnTo>
                  <a:lnTo>
                    <a:pt x="265" y="779"/>
                  </a:lnTo>
                  <a:lnTo>
                    <a:pt x="265" y="776"/>
                  </a:lnTo>
                  <a:lnTo>
                    <a:pt x="263" y="773"/>
                  </a:lnTo>
                  <a:lnTo>
                    <a:pt x="262" y="773"/>
                  </a:lnTo>
                  <a:lnTo>
                    <a:pt x="259" y="770"/>
                  </a:lnTo>
                  <a:lnTo>
                    <a:pt x="259" y="770"/>
                  </a:lnTo>
                  <a:lnTo>
                    <a:pt x="260" y="768"/>
                  </a:lnTo>
                  <a:lnTo>
                    <a:pt x="262" y="770"/>
                  </a:lnTo>
                  <a:lnTo>
                    <a:pt x="265" y="771"/>
                  </a:lnTo>
                  <a:lnTo>
                    <a:pt x="266" y="771"/>
                  </a:lnTo>
                  <a:lnTo>
                    <a:pt x="268" y="770"/>
                  </a:lnTo>
                  <a:lnTo>
                    <a:pt x="268" y="770"/>
                  </a:lnTo>
                  <a:lnTo>
                    <a:pt x="266" y="768"/>
                  </a:lnTo>
                  <a:lnTo>
                    <a:pt x="263" y="765"/>
                  </a:lnTo>
                  <a:lnTo>
                    <a:pt x="259" y="765"/>
                  </a:lnTo>
                  <a:lnTo>
                    <a:pt x="256" y="765"/>
                  </a:lnTo>
                  <a:lnTo>
                    <a:pt x="253" y="764"/>
                  </a:lnTo>
                  <a:lnTo>
                    <a:pt x="251" y="762"/>
                  </a:lnTo>
                  <a:lnTo>
                    <a:pt x="250" y="762"/>
                  </a:lnTo>
                  <a:lnTo>
                    <a:pt x="247" y="764"/>
                  </a:lnTo>
                  <a:lnTo>
                    <a:pt x="245" y="764"/>
                  </a:lnTo>
                  <a:lnTo>
                    <a:pt x="244" y="762"/>
                  </a:lnTo>
                  <a:lnTo>
                    <a:pt x="242" y="758"/>
                  </a:lnTo>
                  <a:lnTo>
                    <a:pt x="242" y="756"/>
                  </a:lnTo>
                  <a:lnTo>
                    <a:pt x="244" y="756"/>
                  </a:lnTo>
                  <a:lnTo>
                    <a:pt x="244" y="754"/>
                  </a:lnTo>
                  <a:lnTo>
                    <a:pt x="245" y="751"/>
                  </a:lnTo>
                  <a:lnTo>
                    <a:pt x="247" y="750"/>
                  </a:lnTo>
                  <a:lnTo>
                    <a:pt x="256" y="747"/>
                  </a:lnTo>
                  <a:lnTo>
                    <a:pt x="259" y="744"/>
                  </a:lnTo>
                  <a:lnTo>
                    <a:pt x="259" y="744"/>
                  </a:lnTo>
                  <a:lnTo>
                    <a:pt x="257" y="744"/>
                  </a:lnTo>
                  <a:lnTo>
                    <a:pt x="254" y="745"/>
                  </a:lnTo>
                  <a:lnTo>
                    <a:pt x="253" y="745"/>
                  </a:lnTo>
                  <a:lnTo>
                    <a:pt x="248" y="744"/>
                  </a:lnTo>
                  <a:lnTo>
                    <a:pt x="247" y="744"/>
                  </a:lnTo>
                  <a:lnTo>
                    <a:pt x="245" y="747"/>
                  </a:lnTo>
                  <a:lnTo>
                    <a:pt x="242" y="748"/>
                  </a:lnTo>
                  <a:lnTo>
                    <a:pt x="241" y="748"/>
                  </a:lnTo>
                  <a:lnTo>
                    <a:pt x="238" y="747"/>
                  </a:lnTo>
                  <a:lnTo>
                    <a:pt x="238" y="747"/>
                  </a:lnTo>
                  <a:lnTo>
                    <a:pt x="238" y="745"/>
                  </a:lnTo>
                  <a:lnTo>
                    <a:pt x="239" y="744"/>
                  </a:lnTo>
                  <a:lnTo>
                    <a:pt x="241" y="742"/>
                  </a:lnTo>
                  <a:lnTo>
                    <a:pt x="242" y="739"/>
                  </a:lnTo>
                  <a:lnTo>
                    <a:pt x="242" y="739"/>
                  </a:lnTo>
                  <a:lnTo>
                    <a:pt x="239" y="739"/>
                  </a:lnTo>
                  <a:lnTo>
                    <a:pt x="239" y="738"/>
                  </a:lnTo>
                  <a:lnTo>
                    <a:pt x="239" y="736"/>
                  </a:lnTo>
                  <a:lnTo>
                    <a:pt x="239" y="733"/>
                  </a:lnTo>
                  <a:lnTo>
                    <a:pt x="239" y="732"/>
                  </a:lnTo>
                  <a:lnTo>
                    <a:pt x="236" y="727"/>
                  </a:lnTo>
                  <a:lnTo>
                    <a:pt x="236" y="726"/>
                  </a:lnTo>
                  <a:lnTo>
                    <a:pt x="235" y="724"/>
                  </a:lnTo>
                  <a:lnTo>
                    <a:pt x="233" y="720"/>
                  </a:lnTo>
                  <a:lnTo>
                    <a:pt x="235" y="718"/>
                  </a:lnTo>
                  <a:lnTo>
                    <a:pt x="236" y="716"/>
                  </a:lnTo>
                  <a:lnTo>
                    <a:pt x="236" y="716"/>
                  </a:lnTo>
                  <a:lnTo>
                    <a:pt x="233" y="716"/>
                  </a:lnTo>
                  <a:lnTo>
                    <a:pt x="232" y="718"/>
                  </a:lnTo>
                  <a:lnTo>
                    <a:pt x="233" y="720"/>
                  </a:lnTo>
                  <a:lnTo>
                    <a:pt x="233" y="721"/>
                  </a:lnTo>
                  <a:lnTo>
                    <a:pt x="233" y="724"/>
                  </a:lnTo>
                  <a:lnTo>
                    <a:pt x="235" y="726"/>
                  </a:lnTo>
                  <a:lnTo>
                    <a:pt x="235" y="727"/>
                  </a:lnTo>
                  <a:lnTo>
                    <a:pt x="236" y="729"/>
                  </a:lnTo>
                  <a:lnTo>
                    <a:pt x="238" y="732"/>
                  </a:lnTo>
                  <a:lnTo>
                    <a:pt x="238" y="735"/>
                  </a:lnTo>
                  <a:lnTo>
                    <a:pt x="238" y="736"/>
                  </a:lnTo>
                  <a:lnTo>
                    <a:pt x="236" y="739"/>
                  </a:lnTo>
                  <a:lnTo>
                    <a:pt x="235" y="741"/>
                  </a:lnTo>
                  <a:lnTo>
                    <a:pt x="235" y="742"/>
                  </a:lnTo>
                  <a:lnTo>
                    <a:pt x="235" y="744"/>
                  </a:lnTo>
                  <a:lnTo>
                    <a:pt x="233" y="745"/>
                  </a:lnTo>
                  <a:lnTo>
                    <a:pt x="232" y="744"/>
                  </a:lnTo>
                  <a:lnTo>
                    <a:pt x="232" y="744"/>
                  </a:lnTo>
                  <a:lnTo>
                    <a:pt x="232" y="747"/>
                  </a:lnTo>
                  <a:lnTo>
                    <a:pt x="233" y="750"/>
                  </a:lnTo>
                  <a:lnTo>
                    <a:pt x="232" y="751"/>
                  </a:lnTo>
                  <a:lnTo>
                    <a:pt x="230" y="753"/>
                  </a:lnTo>
                  <a:lnTo>
                    <a:pt x="229" y="754"/>
                  </a:lnTo>
                  <a:lnTo>
                    <a:pt x="227" y="754"/>
                  </a:lnTo>
                  <a:lnTo>
                    <a:pt x="222" y="756"/>
                  </a:lnTo>
                  <a:lnTo>
                    <a:pt x="221" y="756"/>
                  </a:lnTo>
                  <a:lnTo>
                    <a:pt x="218" y="754"/>
                  </a:lnTo>
                  <a:lnTo>
                    <a:pt x="215" y="753"/>
                  </a:lnTo>
                  <a:lnTo>
                    <a:pt x="213" y="751"/>
                  </a:lnTo>
                  <a:lnTo>
                    <a:pt x="212" y="748"/>
                  </a:lnTo>
                  <a:lnTo>
                    <a:pt x="210" y="745"/>
                  </a:lnTo>
                  <a:lnTo>
                    <a:pt x="210" y="744"/>
                  </a:lnTo>
                  <a:lnTo>
                    <a:pt x="212" y="741"/>
                  </a:lnTo>
                  <a:lnTo>
                    <a:pt x="212" y="741"/>
                  </a:lnTo>
                  <a:lnTo>
                    <a:pt x="213" y="733"/>
                  </a:lnTo>
                  <a:lnTo>
                    <a:pt x="215" y="727"/>
                  </a:lnTo>
                  <a:lnTo>
                    <a:pt x="219" y="720"/>
                  </a:lnTo>
                  <a:lnTo>
                    <a:pt x="221" y="718"/>
                  </a:lnTo>
                  <a:lnTo>
                    <a:pt x="221" y="716"/>
                  </a:lnTo>
                  <a:lnTo>
                    <a:pt x="221" y="715"/>
                  </a:lnTo>
                  <a:lnTo>
                    <a:pt x="221" y="715"/>
                  </a:lnTo>
                  <a:lnTo>
                    <a:pt x="215" y="723"/>
                  </a:lnTo>
                  <a:lnTo>
                    <a:pt x="212" y="724"/>
                  </a:lnTo>
                  <a:lnTo>
                    <a:pt x="210" y="723"/>
                  </a:lnTo>
                  <a:lnTo>
                    <a:pt x="212" y="720"/>
                  </a:lnTo>
                  <a:lnTo>
                    <a:pt x="212" y="718"/>
                  </a:lnTo>
                  <a:lnTo>
                    <a:pt x="215" y="718"/>
                  </a:lnTo>
                  <a:lnTo>
                    <a:pt x="215" y="716"/>
                  </a:lnTo>
                  <a:lnTo>
                    <a:pt x="213" y="713"/>
                  </a:lnTo>
                  <a:lnTo>
                    <a:pt x="212" y="713"/>
                  </a:lnTo>
                  <a:lnTo>
                    <a:pt x="212" y="713"/>
                  </a:lnTo>
                  <a:lnTo>
                    <a:pt x="213" y="710"/>
                  </a:lnTo>
                  <a:lnTo>
                    <a:pt x="218" y="710"/>
                  </a:lnTo>
                  <a:lnTo>
                    <a:pt x="218" y="709"/>
                  </a:lnTo>
                  <a:lnTo>
                    <a:pt x="219" y="707"/>
                  </a:lnTo>
                  <a:lnTo>
                    <a:pt x="221" y="704"/>
                  </a:lnTo>
                  <a:lnTo>
                    <a:pt x="222" y="703"/>
                  </a:lnTo>
                  <a:lnTo>
                    <a:pt x="222" y="700"/>
                  </a:lnTo>
                  <a:lnTo>
                    <a:pt x="222" y="698"/>
                  </a:lnTo>
                  <a:lnTo>
                    <a:pt x="222" y="697"/>
                  </a:lnTo>
                  <a:lnTo>
                    <a:pt x="222" y="695"/>
                  </a:lnTo>
                  <a:lnTo>
                    <a:pt x="222" y="694"/>
                  </a:lnTo>
                  <a:lnTo>
                    <a:pt x="221" y="692"/>
                  </a:lnTo>
                  <a:lnTo>
                    <a:pt x="218" y="689"/>
                  </a:lnTo>
                  <a:lnTo>
                    <a:pt x="218" y="692"/>
                  </a:lnTo>
                  <a:lnTo>
                    <a:pt x="216" y="692"/>
                  </a:lnTo>
                  <a:lnTo>
                    <a:pt x="215" y="692"/>
                  </a:lnTo>
                  <a:lnTo>
                    <a:pt x="215" y="692"/>
                  </a:lnTo>
                  <a:lnTo>
                    <a:pt x="213" y="692"/>
                  </a:lnTo>
                  <a:lnTo>
                    <a:pt x="212" y="691"/>
                  </a:lnTo>
                  <a:lnTo>
                    <a:pt x="212" y="691"/>
                  </a:lnTo>
                  <a:lnTo>
                    <a:pt x="210" y="689"/>
                  </a:lnTo>
                  <a:lnTo>
                    <a:pt x="210" y="688"/>
                  </a:lnTo>
                  <a:lnTo>
                    <a:pt x="210" y="686"/>
                  </a:lnTo>
                  <a:lnTo>
                    <a:pt x="212" y="685"/>
                  </a:lnTo>
                  <a:lnTo>
                    <a:pt x="213" y="683"/>
                  </a:lnTo>
                  <a:lnTo>
                    <a:pt x="215" y="682"/>
                  </a:lnTo>
                  <a:lnTo>
                    <a:pt x="215" y="678"/>
                  </a:lnTo>
                  <a:lnTo>
                    <a:pt x="215" y="677"/>
                  </a:lnTo>
                  <a:lnTo>
                    <a:pt x="215" y="674"/>
                  </a:lnTo>
                  <a:lnTo>
                    <a:pt x="213" y="671"/>
                  </a:lnTo>
                  <a:lnTo>
                    <a:pt x="210" y="672"/>
                  </a:lnTo>
                  <a:lnTo>
                    <a:pt x="210" y="674"/>
                  </a:lnTo>
                  <a:lnTo>
                    <a:pt x="210" y="672"/>
                  </a:lnTo>
                  <a:lnTo>
                    <a:pt x="209" y="671"/>
                  </a:lnTo>
                  <a:lnTo>
                    <a:pt x="209" y="668"/>
                  </a:lnTo>
                  <a:lnTo>
                    <a:pt x="207" y="668"/>
                  </a:lnTo>
                  <a:lnTo>
                    <a:pt x="206" y="666"/>
                  </a:lnTo>
                  <a:lnTo>
                    <a:pt x="206" y="665"/>
                  </a:lnTo>
                  <a:lnTo>
                    <a:pt x="206" y="663"/>
                  </a:lnTo>
                  <a:lnTo>
                    <a:pt x="206" y="662"/>
                  </a:lnTo>
                  <a:lnTo>
                    <a:pt x="207" y="657"/>
                  </a:lnTo>
                  <a:lnTo>
                    <a:pt x="209" y="657"/>
                  </a:lnTo>
                  <a:lnTo>
                    <a:pt x="209" y="657"/>
                  </a:lnTo>
                  <a:lnTo>
                    <a:pt x="209" y="654"/>
                  </a:lnTo>
                  <a:lnTo>
                    <a:pt x="207" y="651"/>
                  </a:lnTo>
                  <a:lnTo>
                    <a:pt x="207" y="650"/>
                  </a:lnTo>
                  <a:lnTo>
                    <a:pt x="207" y="650"/>
                  </a:lnTo>
                  <a:lnTo>
                    <a:pt x="207" y="648"/>
                  </a:lnTo>
                  <a:lnTo>
                    <a:pt x="206" y="647"/>
                  </a:lnTo>
                  <a:lnTo>
                    <a:pt x="206" y="645"/>
                  </a:lnTo>
                  <a:lnTo>
                    <a:pt x="204" y="641"/>
                  </a:lnTo>
                  <a:lnTo>
                    <a:pt x="203" y="639"/>
                  </a:lnTo>
                  <a:lnTo>
                    <a:pt x="203" y="639"/>
                  </a:lnTo>
                  <a:lnTo>
                    <a:pt x="201" y="639"/>
                  </a:lnTo>
                  <a:lnTo>
                    <a:pt x="198" y="641"/>
                  </a:lnTo>
                  <a:lnTo>
                    <a:pt x="195" y="641"/>
                  </a:lnTo>
                  <a:lnTo>
                    <a:pt x="192" y="642"/>
                  </a:lnTo>
                  <a:lnTo>
                    <a:pt x="192" y="642"/>
                  </a:lnTo>
                  <a:lnTo>
                    <a:pt x="194" y="641"/>
                  </a:lnTo>
                  <a:lnTo>
                    <a:pt x="195" y="638"/>
                  </a:lnTo>
                  <a:lnTo>
                    <a:pt x="198" y="638"/>
                  </a:lnTo>
                  <a:lnTo>
                    <a:pt x="200" y="635"/>
                  </a:lnTo>
                  <a:lnTo>
                    <a:pt x="198" y="632"/>
                  </a:lnTo>
                  <a:lnTo>
                    <a:pt x="198" y="630"/>
                  </a:lnTo>
                  <a:lnTo>
                    <a:pt x="198" y="627"/>
                  </a:lnTo>
                  <a:lnTo>
                    <a:pt x="198" y="627"/>
                  </a:lnTo>
                  <a:lnTo>
                    <a:pt x="201" y="626"/>
                  </a:lnTo>
                  <a:lnTo>
                    <a:pt x="203" y="626"/>
                  </a:lnTo>
                  <a:lnTo>
                    <a:pt x="204" y="625"/>
                  </a:lnTo>
                  <a:lnTo>
                    <a:pt x="200" y="620"/>
                  </a:lnTo>
                  <a:lnTo>
                    <a:pt x="197" y="617"/>
                  </a:lnTo>
                  <a:lnTo>
                    <a:pt x="197" y="616"/>
                  </a:lnTo>
                  <a:lnTo>
                    <a:pt x="195" y="614"/>
                  </a:lnTo>
                  <a:lnTo>
                    <a:pt x="195" y="613"/>
                  </a:lnTo>
                  <a:lnTo>
                    <a:pt x="194" y="610"/>
                  </a:lnTo>
                  <a:lnTo>
                    <a:pt x="192" y="605"/>
                  </a:lnTo>
                  <a:lnTo>
                    <a:pt x="191" y="605"/>
                  </a:lnTo>
                  <a:lnTo>
                    <a:pt x="183" y="599"/>
                  </a:lnTo>
                  <a:lnTo>
                    <a:pt x="183" y="597"/>
                  </a:lnTo>
                  <a:lnTo>
                    <a:pt x="180" y="593"/>
                  </a:lnTo>
                  <a:lnTo>
                    <a:pt x="180" y="590"/>
                  </a:lnTo>
                  <a:lnTo>
                    <a:pt x="177" y="588"/>
                  </a:lnTo>
                  <a:lnTo>
                    <a:pt x="174" y="585"/>
                  </a:lnTo>
                  <a:lnTo>
                    <a:pt x="174" y="584"/>
                  </a:lnTo>
                  <a:lnTo>
                    <a:pt x="177" y="579"/>
                  </a:lnTo>
                  <a:lnTo>
                    <a:pt x="180" y="578"/>
                  </a:lnTo>
                  <a:lnTo>
                    <a:pt x="177" y="572"/>
                  </a:lnTo>
                  <a:lnTo>
                    <a:pt x="174" y="568"/>
                  </a:lnTo>
                  <a:lnTo>
                    <a:pt x="174" y="567"/>
                  </a:lnTo>
                  <a:lnTo>
                    <a:pt x="171" y="567"/>
                  </a:lnTo>
                  <a:lnTo>
                    <a:pt x="168" y="564"/>
                  </a:lnTo>
                  <a:lnTo>
                    <a:pt x="165" y="562"/>
                  </a:lnTo>
                  <a:lnTo>
                    <a:pt x="165" y="559"/>
                  </a:lnTo>
                  <a:lnTo>
                    <a:pt x="162" y="558"/>
                  </a:lnTo>
                  <a:lnTo>
                    <a:pt x="155" y="553"/>
                  </a:lnTo>
                  <a:lnTo>
                    <a:pt x="145" y="547"/>
                  </a:lnTo>
                  <a:lnTo>
                    <a:pt x="142" y="544"/>
                  </a:lnTo>
                  <a:lnTo>
                    <a:pt x="139" y="544"/>
                  </a:lnTo>
                  <a:lnTo>
                    <a:pt x="136" y="543"/>
                  </a:lnTo>
                  <a:lnTo>
                    <a:pt x="130" y="541"/>
                  </a:lnTo>
                  <a:lnTo>
                    <a:pt x="126" y="540"/>
                  </a:lnTo>
                  <a:lnTo>
                    <a:pt x="123" y="540"/>
                  </a:lnTo>
                  <a:lnTo>
                    <a:pt x="123" y="540"/>
                  </a:lnTo>
                  <a:lnTo>
                    <a:pt x="120" y="537"/>
                  </a:lnTo>
                  <a:lnTo>
                    <a:pt x="117" y="535"/>
                  </a:lnTo>
                  <a:lnTo>
                    <a:pt x="115" y="535"/>
                  </a:lnTo>
                  <a:lnTo>
                    <a:pt x="112" y="538"/>
                  </a:lnTo>
                  <a:lnTo>
                    <a:pt x="109" y="541"/>
                  </a:lnTo>
                  <a:lnTo>
                    <a:pt x="107" y="543"/>
                  </a:lnTo>
                  <a:lnTo>
                    <a:pt x="106" y="540"/>
                  </a:lnTo>
                  <a:lnTo>
                    <a:pt x="104" y="537"/>
                  </a:lnTo>
                  <a:lnTo>
                    <a:pt x="104" y="537"/>
                  </a:lnTo>
                  <a:lnTo>
                    <a:pt x="103" y="537"/>
                  </a:lnTo>
                  <a:lnTo>
                    <a:pt x="101" y="540"/>
                  </a:lnTo>
                  <a:lnTo>
                    <a:pt x="100" y="541"/>
                  </a:lnTo>
                  <a:lnTo>
                    <a:pt x="97" y="544"/>
                  </a:lnTo>
                  <a:lnTo>
                    <a:pt x="94" y="546"/>
                  </a:lnTo>
                  <a:lnTo>
                    <a:pt x="91" y="546"/>
                  </a:lnTo>
                  <a:lnTo>
                    <a:pt x="91" y="546"/>
                  </a:lnTo>
                  <a:lnTo>
                    <a:pt x="89" y="546"/>
                  </a:lnTo>
                  <a:lnTo>
                    <a:pt x="88" y="546"/>
                  </a:lnTo>
                  <a:lnTo>
                    <a:pt x="86" y="544"/>
                  </a:lnTo>
                  <a:lnTo>
                    <a:pt x="86" y="541"/>
                  </a:lnTo>
                  <a:lnTo>
                    <a:pt x="85" y="541"/>
                  </a:lnTo>
                  <a:lnTo>
                    <a:pt x="83" y="541"/>
                  </a:lnTo>
                  <a:lnTo>
                    <a:pt x="82" y="541"/>
                  </a:lnTo>
                  <a:lnTo>
                    <a:pt x="79" y="544"/>
                  </a:lnTo>
                  <a:lnTo>
                    <a:pt x="77" y="546"/>
                  </a:lnTo>
                  <a:lnTo>
                    <a:pt x="76" y="546"/>
                  </a:lnTo>
                  <a:lnTo>
                    <a:pt x="76" y="544"/>
                  </a:lnTo>
                  <a:lnTo>
                    <a:pt x="73" y="541"/>
                  </a:lnTo>
                  <a:lnTo>
                    <a:pt x="71" y="543"/>
                  </a:lnTo>
                  <a:lnTo>
                    <a:pt x="69" y="543"/>
                  </a:lnTo>
                  <a:lnTo>
                    <a:pt x="69" y="546"/>
                  </a:lnTo>
                  <a:lnTo>
                    <a:pt x="73" y="550"/>
                  </a:lnTo>
                  <a:lnTo>
                    <a:pt x="74" y="553"/>
                  </a:lnTo>
                  <a:lnTo>
                    <a:pt x="73" y="555"/>
                  </a:lnTo>
                  <a:lnTo>
                    <a:pt x="57" y="549"/>
                  </a:lnTo>
                  <a:lnTo>
                    <a:pt x="54" y="549"/>
                  </a:lnTo>
                  <a:lnTo>
                    <a:pt x="51" y="546"/>
                  </a:lnTo>
                  <a:lnTo>
                    <a:pt x="50" y="543"/>
                  </a:lnTo>
                  <a:lnTo>
                    <a:pt x="45" y="538"/>
                  </a:lnTo>
                  <a:lnTo>
                    <a:pt x="42" y="535"/>
                  </a:lnTo>
                  <a:lnTo>
                    <a:pt x="41" y="533"/>
                  </a:lnTo>
                  <a:lnTo>
                    <a:pt x="41" y="532"/>
                  </a:lnTo>
                  <a:lnTo>
                    <a:pt x="41" y="530"/>
                  </a:lnTo>
                  <a:lnTo>
                    <a:pt x="48" y="524"/>
                  </a:lnTo>
                  <a:lnTo>
                    <a:pt x="50" y="523"/>
                  </a:lnTo>
                  <a:lnTo>
                    <a:pt x="56" y="521"/>
                  </a:lnTo>
                  <a:lnTo>
                    <a:pt x="57" y="520"/>
                  </a:lnTo>
                  <a:lnTo>
                    <a:pt x="57" y="518"/>
                  </a:lnTo>
                  <a:lnTo>
                    <a:pt x="56" y="518"/>
                  </a:lnTo>
                  <a:lnTo>
                    <a:pt x="50" y="518"/>
                  </a:lnTo>
                  <a:lnTo>
                    <a:pt x="44" y="517"/>
                  </a:lnTo>
                  <a:lnTo>
                    <a:pt x="38" y="514"/>
                  </a:lnTo>
                  <a:lnTo>
                    <a:pt x="38" y="514"/>
                  </a:lnTo>
                  <a:lnTo>
                    <a:pt x="36" y="512"/>
                  </a:lnTo>
                  <a:lnTo>
                    <a:pt x="36" y="509"/>
                  </a:lnTo>
                  <a:lnTo>
                    <a:pt x="36" y="506"/>
                  </a:lnTo>
                  <a:lnTo>
                    <a:pt x="36" y="505"/>
                  </a:lnTo>
                  <a:lnTo>
                    <a:pt x="38" y="502"/>
                  </a:lnTo>
                  <a:lnTo>
                    <a:pt x="38" y="500"/>
                  </a:lnTo>
                  <a:lnTo>
                    <a:pt x="32" y="508"/>
                  </a:lnTo>
                  <a:lnTo>
                    <a:pt x="28" y="511"/>
                  </a:lnTo>
                  <a:lnTo>
                    <a:pt x="27" y="509"/>
                  </a:lnTo>
                  <a:lnTo>
                    <a:pt x="25" y="509"/>
                  </a:lnTo>
                  <a:lnTo>
                    <a:pt x="24" y="508"/>
                  </a:lnTo>
                  <a:lnTo>
                    <a:pt x="24" y="506"/>
                  </a:lnTo>
                  <a:lnTo>
                    <a:pt x="24" y="505"/>
                  </a:lnTo>
                  <a:lnTo>
                    <a:pt x="25" y="505"/>
                  </a:lnTo>
                  <a:lnTo>
                    <a:pt x="21" y="502"/>
                  </a:lnTo>
                  <a:lnTo>
                    <a:pt x="19" y="499"/>
                  </a:lnTo>
                  <a:lnTo>
                    <a:pt x="19" y="495"/>
                  </a:lnTo>
                  <a:lnTo>
                    <a:pt x="21" y="494"/>
                  </a:lnTo>
                  <a:lnTo>
                    <a:pt x="22" y="492"/>
                  </a:lnTo>
                  <a:lnTo>
                    <a:pt x="24" y="491"/>
                  </a:lnTo>
                  <a:lnTo>
                    <a:pt x="27" y="489"/>
                  </a:lnTo>
                  <a:lnTo>
                    <a:pt x="38" y="488"/>
                  </a:lnTo>
                  <a:lnTo>
                    <a:pt x="47" y="489"/>
                  </a:lnTo>
                  <a:lnTo>
                    <a:pt x="50" y="483"/>
                  </a:lnTo>
                  <a:lnTo>
                    <a:pt x="51" y="482"/>
                  </a:lnTo>
                  <a:lnTo>
                    <a:pt x="57" y="479"/>
                  </a:lnTo>
                  <a:lnTo>
                    <a:pt x="65" y="479"/>
                  </a:lnTo>
                  <a:lnTo>
                    <a:pt x="71" y="480"/>
                  </a:lnTo>
                  <a:lnTo>
                    <a:pt x="74" y="482"/>
                  </a:lnTo>
                  <a:lnTo>
                    <a:pt x="79" y="485"/>
                  </a:lnTo>
                  <a:lnTo>
                    <a:pt x="79" y="483"/>
                  </a:lnTo>
                  <a:lnTo>
                    <a:pt x="77" y="480"/>
                  </a:lnTo>
                  <a:lnTo>
                    <a:pt x="77" y="479"/>
                  </a:lnTo>
                  <a:lnTo>
                    <a:pt x="79" y="474"/>
                  </a:lnTo>
                  <a:lnTo>
                    <a:pt x="80" y="471"/>
                  </a:lnTo>
                  <a:lnTo>
                    <a:pt x="79" y="468"/>
                  </a:lnTo>
                  <a:lnTo>
                    <a:pt x="77" y="465"/>
                  </a:lnTo>
                  <a:lnTo>
                    <a:pt x="74" y="462"/>
                  </a:lnTo>
                  <a:lnTo>
                    <a:pt x="73" y="462"/>
                  </a:lnTo>
                  <a:lnTo>
                    <a:pt x="71" y="462"/>
                  </a:lnTo>
                  <a:lnTo>
                    <a:pt x="69" y="465"/>
                  </a:lnTo>
                  <a:lnTo>
                    <a:pt x="65" y="470"/>
                  </a:lnTo>
                  <a:lnTo>
                    <a:pt x="62" y="471"/>
                  </a:lnTo>
                  <a:lnTo>
                    <a:pt x="59" y="471"/>
                  </a:lnTo>
                  <a:lnTo>
                    <a:pt x="57" y="471"/>
                  </a:lnTo>
                  <a:lnTo>
                    <a:pt x="54" y="470"/>
                  </a:lnTo>
                  <a:lnTo>
                    <a:pt x="51" y="467"/>
                  </a:lnTo>
                  <a:lnTo>
                    <a:pt x="51" y="467"/>
                  </a:lnTo>
                  <a:lnTo>
                    <a:pt x="50" y="468"/>
                  </a:lnTo>
                  <a:lnTo>
                    <a:pt x="48" y="471"/>
                  </a:lnTo>
                  <a:lnTo>
                    <a:pt x="47" y="473"/>
                  </a:lnTo>
                  <a:lnTo>
                    <a:pt x="45" y="474"/>
                  </a:lnTo>
                  <a:lnTo>
                    <a:pt x="44" y="474"/>
                  </a:lnTo>
                  <a:lnTo>
                    <a:pt x="42" y="474"/>
                  </a:lnTo>
                  <a:lnTo>
                    <a:pt x="35" y="470"/>
                  </a:lnTo>
                  <a:lnTo>
                    <a:pt x="33" y="468"/>
                  </a:lnTo>
                  <a:lnTo>
                    <a:pt x="33" y="465"/>
                  </a:lnTo>
                  <a:lnTo>
                    <a:pt x="30" y="462"/>
                  </a:lnTo>
                  <a:lnTo>
                    <a:pt x="27" y="460"/>
                  </a:lnTo>
                  <a:lnTo>
                    <a:pt x="27" y="460"/>
                  </a:lnTo>
                  <a:lnTo>
                    <a:pt x="30" y="456"/>
                  </a:lnTo>
                  <a:lnTo>
                    <a:pt x="33" y="453"/>
                  </a:lnTo>
                  <a:lnTo>
                    <a:pt x="33" y="453"/>
                  </a:lnTo>
                  <a:lnTo>
                    <a:pt x="28" y="453"/>
                  </a:lnTo>
                  <a:lnTo>
                    <a:pt x="27" y="454"/>
                  </a:lnTo>
                  <a:lnTo>
                    <a:pt x="25" y="456"/>
                  </a:lnTo>
                  <a:lnTo>
                    <a:pt x="22" y="456"/>
                  </a:lnTo>
                  <a:lnTo>
                    <a:pt x="18" y="454"/>
                  </a:lnTo>
                  <a:lnTo>
                    <a:pt x="16" y="453"/>
                  </a:lnTo>
                  <a:lnTo>
                    <a:pt x="15" y="451"/>
                  </a:lnTo>
                  <a:lnTo>
                    <a:pt x="13" y="450"/>
                  </a:lnTo>
                  <a:lnTo>
                    <a:pt x="9" y="447"/>
                  </a:lnTo>
                  <a:lnTo>
                    <a:pt x="7" y="445"/>
                  </a:lnTo>
                  <a:lnTo>
                    <a:pt x="6" y="444"/>
                  </a:lnTo>
                  <a:lnTo>
                    <a:pt x="3" y="438"/>
                  </a:lnTo>
                  <a:lnTo>
                    <a:pt x="0" y="435"/>
                  </a:lnTo>
                  <a:lnTo>
                    <a:pt x="0" y="432"/>
                  </a:lnTo>
                  <a:lnTo>
                    <a:pt x="3" y="427"/>
                  </a:lnTo>
                  <a:lnTo>
                    <a:pt x="3" y="426"/>
                  </a:lnTo>
                  <a:lnTo>
                    <a:pt x="1" y="424"/>
                  </a:lnTo>
                  <a:lnTo>
                    <a:pt x="1" y="421"/>
                  </a:lnTo>
                  <a:lnTo>
                    <a:pt x="1" y="419"/>
                  </a:lnTo>
                  <a:lnTo>
                    <a:pt x="4" y="415"/>
                  </a:lnTo>
                  <a:lnTo>
                    <a:pt x="4" y="413"/>
                  </a:lnTo>
                  <a:lnTo>
                    <a:pt x="9" y="410"/>
                  </a:lnTo>
                  <a:lnTo>
                    <a:pt x="13" y="406"/>
                  </a:lnTo>
                  <a:lnTo>
                    <a:pt x="15" y="404"/>
                  </a:lnTo>
                  <a:lnTo>
                    <a:pt x="16" y="404"/>
                  </a:lnTo>
                  <a:lnTo>
                    <a:pt x="22" y="404"/>
                  </a:lnTo>
                  <a:lnTo>
                    <a:pt x="25" y="404"/>
                  </a:lnTo>
                  <a:lnTo>
                    <a:pt x="27" y="401"/>
                  </a:lnTo>
                  <a:lnTo>
                    <a:pt x="28" y="400"/>
                  </a:lnTo>
                  <a:lnTo>
                    <a:pt x="35" y="397"/>
                  </a:lnTo>
                  <a:lnTo>
                    <a:pt x="47" y="391"/>
                  </a:lnTo>
                  <a:lnTo>
                    <a:pt x="47" y="391"/>
                  </a:lnTo>
                  <a:lnTo>
                    <a:pt x="47" y="389"/>
                  </a:lnTo>
                  <a:lnTo>
                    <a:pt x="47" y="386"/>
                  </a:lnTo>
                  <a:lnTo>
                    <a:pt x="45" y="386"/>
                  </a:lnTo>
                  <a:lnTo>
                    <a:pt x="48" y="383"/>
                  </a:lnTo>
                  <a:lnTo>
                    <a:pt x="54" y="380"/>
                  </a:lnTo>
                  <a:lnTo>
                    <a:pt x="57" y="377"/>
                  </a:lnTo>
                  <a:lnTo>
                    <a:pt x="60" y="377"/>
                  </a:lnTo>
                  <a:lnTo>
                    <a:pt x="62" y="377"/>
                  </a:lnTo>
                  <a:lnTo>
                    <a:pt x="65" y="374"/>
                  </a:lnTo>
                  <a:lnTo>
                    <a:pt x="66" y="374"/>
                  </a:lnTo>
                  <a:lnTo>
                    <a:pt x="76" y="372"/>
                  </a:lnTo>
                  <a:lnTo>
                    <a:pt x="80" y="374"/>
                  </a:lnTo>
                  <a:lnTo>
                    <a:pt x="82" y="374"/>
                  </a:lnTo>
                  <a:lnTo>
                    <a:pt x="83" y="374"/>
                  </a:lnTo>
                  <a:lnTo>
                    <a:pt x="85" y="371"/>
                  </a:lnTo>
                  <a:lnTo>
                    <a:pt x="88" y="363"/>
                  </a:lnTo>
                  <a:lnTo>
                    <a:pt x="91" y="360"/>
                  </a:lnTo>
                  <a:lnTo>
                    <a:pt x="92" y="353"/>
                  </a:lnTo>
                  <a:lnTo>
                    <a:pt x="94" y="343"/>
                  </a:lnTo>
                  <a:lnTo>
                    <a:pt x="95" y="333"/>
                  </a:lnTo>
                  <a:lnTo>
                    <a:pt x="97" y="322"/>
                  </a:lnTo>
                  <a:lnTo>
                    <a:pt x="97" y="316"/>
                  </a:lnTo>
                  <a:lnTo>
                    <a:pt x="98" y="315"/>
                  </a:lnTo>
                  <a:lnTo>
                    <a:pt x="100" y="311"/>
                  </a:lnTo>
                  <a:lnTo>
                    <a:pt x="101" y="310"/>
                  </a:lnTo>
                  <a:lnTo>
                    <a:pt x="106" y="307"/>
                  </a:lnTo>
                  <a:lnTo>
                    <a:pt x="104" y="307"/>
                  </a:lnTo>
                  <a:lnTo>
                    <a:pt x="103" y="305"/>
                  </a:lnTo>
                  <a:lnTo>
                    <a:pt x="103" y="304"/>
                  </a:lnTo>
                  <a:lnTo>
                    <a:pt x="101" y="304"/>
                  </a:lnTo>
                  <a:lnTo>
                    <a:pt x="98" y="307"/>
                  </a:lnTo>
                  <a:lnTo>
                    <a:pt x="95" y="308"/>
                  </a:lnTo>
                  <a:lnTo>
                    <a:pt x="92" y="308"/>
                  </a:lnTo>
                  <a:lnTo>
                    <a:pt x="91" y="308"/>
                  </a:lnTo>
                  <a:lnTo>
                    <a:pt x="89" y="311"/>
                  </a:lnTo>
                  <a:lnTo>
                    <a:pt x="85" y="313"/>
                  </a:lnTo>
                  <a:lnTo>
                    <a:pt x="83" y="311"/>
                  </a:lnTo>
                  <a:lnTo>
                    <a:pt x="80" y="308"/>
                  </a:lnTo>
                  <a:lnTo>
                    <a:pt x="77" y="308"/>
                  </a:lnTo>
                  <a:lnTo>
                    <a:pt x="73" y="308"/>
                  </a:lnTo>
                  <a:lnTo>
                    <a:pt x="71" y="308"/>
                  </a:lnTo>
                  <a:lnTo>
                    <a:pt x="69" y="305"/>
                  </a:lnTo>
                  <a:lnTo>
                    <a:pt x="69" y="302"/>
                  </a:lnTo>
                  <a:lnTo>
                    <a:pt x="68" y="298"/>
                  </a:lnTo>
                  <a:lnTo>
                    <a:pt x="68" y="295"/>
                  </a:lnTo>
                  <a:lnTo>
                    <a:pt x="69" y="287"/>
                  </a:lnTo>
                  <a:lnTo>
                    <a:pt x="71" y="284"/>
                  </a:lnTo>
                  <a:lnTo>
                    <a:pt x="76" y="277"/>
                  </a:lnTo>
                  <a:lnTo>
                    <a:pt x="79" y="272"/>
                  </a:lnTo>
                  <a:lnTo>
                    <a:pt x="82" y="269"/>
                  </a:lnTo>
                  <a:lnTo>
                    <a:pt x="83" y="267"/>
                  </a:lnTo>
                  <a:lnTo>
                    <a:pt x="86" y="266"/>
                  </a:lnTo>
                  <a:lnTo>
                    <a:pt x="88" y="264"/>
                  </a:lnTo>
                  <a:lnTo>
                    <a:pt x="91" y="258"/>
                  </a:lnTo>
                  <a:lnTo>
                    <a:pt x="95" y="252"/>
                  </a:lnTo>
                  <a:lnTo>
                    <a:pt x="98" y="243"/>
                  </a:lnTo>
                  <a:lnTo>
                    <a:pt x="101" y="240"/>
                  </a:lnTo>
                  <a:lnTo>
                    <a:pt x="109" y="235"/>
                  </a:lnTo>
                  <a:lnTo>
                    <a:pt x="111" y="235"/>
                  </a:lnTo>
                  <a:lnTo>
                    <a:pt x="114" y="237"/>
                  </a:lnTo>
                  <a:lnTo>
                    <a:pt x="115" y="238"/>
                  </a:lnTo>
                  <a:lnTo>
                    <a:pt x="120" y="249"/>
                  </a:lnTo>
                  <a:lnTo>
                    <a:pt x="120" y="249"/>
                  </a:lnTo>
                  <a:lnTo>
                    <a:pt x="118" y="245"/>
                  </a:lnTo>
                  <a:lnTo>
                    <a:pt x="117" y="234"/>
                  </a:lnTo>
                  <a:lnTo>
                    <a:pt x="117" y="228"/>
                  </a:lnTo>
                  <a:lnTo>
                    <a:pt x="120" y="223"/>
                  </a:lnTo>
                  <a:lnTo>
                    <a:pt x="121" y="222"/>
                  </a:lnTo>
                  <a:lnTo>
                    <a:pt x="124" y="223"/>
                  </a:lnTo>
                  <a:lnTo>
                    <a:pt x="129" y="225"/>
                  </a:lnTo>
                  <a:lnTo>
                    <a:pt x="132" y="226"/>
                  </a:lnTo>
                  <a:lnTo>
                    <a:pt x="133" y="229"/>
                  </a:lnTo>
                  <a:lnTo>
                    <a:pt x="136" y="231"/>
                  </a:lnTo>
                  <a:lnTo>
                    <a:pt x="138" y="231"/>
                  </a:lnTo>
                  <a:lnTo>
                    <a:pt x="139" y="229"/>
                  </a:lnTo>
                  <a:lnTo>
                    <a:pt x="141" y="225"/>
                  </a:lnTo>
                  <a:lnTo>
                    <a:pt x="142" y="217"/>
                  </a:lnTo>
                  <a:lnTo>
                    <a:pt x="144" y="208"/>
                  </a:lnTo>
                  <a:lnTo>
                    <a:pt x="142" y="197"/>
                  </a:lnTo>
                  <a:lnTo>
                    <a:pt x="142" y="188"/>
                  </a:lnTo>
                  <a:lnTo>
                    <a:pt x="141" y="184"/>
                  </a:lnTo>
                  <a:lnTo>
                    <a:pt x="142" y="179"/>
                  </a:lnTo>
                  <a:lnTo>
                    <a:pt x="144" y="173"/>
                  </a:lnTo>
                  <a:lnTo>
                    <a:pt x="147" y="169"/>
                  </a:lnTo>
                  <a:lnTo>
                    <a:pt x="152" y="164"/>
                  </a:lnTo>
                  <a:lnTo>
                    <a:pt x="156" y="162"/>
                  </a:lnTo>
                  <a:lnTo>
                    <a:pt x="158" y="162"/>
                  </a:lnTo>
                  <a:lnTo>
                    <a:pt x="162" y="166"/>
                  </a:lnTo>
                  <a:lnTo>
                    <a:pt x="165" y="167"/>
                  </a:lnTo>
                  <a:lnTo>
                    <a:pt x="171" y="172"/>
                  </a:lnTo>
                  <a:lnTo>
                    <a:pt x="177" y="184"/>
                  </a:lnTo>
                  <a:lnTo>
                    <a:pt x="180" y="190"/>
                  </a:lnTo>
                  <a:lnTo>
                    <a:pt x="183" y="191"/>
                  </a:lnTo>
                  <a:lnTo>
                    <a:pt x="189" y="196"/>
                  </a:lnTo>
                  <a:lnTo>
                    <a:pt x="194" y="205"/>
                  </a:lnTo>
                  <a:lnTo>
                    <a:pt x="197" y="210"/>
                  </a:lnTo>
                  <a:lnTo>
                    <a:pt x="198" y="211"/>
                  </a:lnTo>
                  <a:lnTo>
                    <a:pt x="200" y="211"/>
                  </a:lnTo>
                  <a:lnTo>
                    <a:pt x="198" y="208"/>
                  </a:lnTo>
                  <a:lnTo>
                    <a:pt x="197" y="204"/>
                  </a:lnTo>
                  <a:lnTo>
                    <a:pt x="192" y="197"/>
                  </a:lnTo>
                  <a:lnTo>
                    <a:pt x="183" y="185"/>
                  </a:lnTo>
                  <a:lnTo>
                    <a:pt x="180" y="178"/>
                  </a:lnTo>
                  <a:lnTo>
                    <a:pt x="174" y="169"/>
                  </a:lnTo>
                  <a:lnTo>
                    <a:pt x="171" y="164"/>
                  </a:lnTo>
                  <a:lnTo>
                    <a:pt x="165" y="158"/>
                  </a:lnTo>
                  <a:lnTo>
                    <a:pt x="165" y="156"/>
                  </a:lnTo>
                  <a:lnTo>
                    <a:pt x="174" y="149"/>
                  </a:lnTo>
                  <a:lnTo>
                    <a:pt x="186" y="141"/>
                  </a:lnTo>
                  <a:lnTo>
                    <a:pt x="200" y="137"/>
                  </a:lnTo>
                  <a:lnTo>
                    <a:pt x="204" y="137"/>
                  </a:lnTo>
                  <a:lnTo>
                    <a:pt x="212" y="135"/>
                  </a:lnTo>
                  <a:lnTo>
                    <a:pt x="213" y="131"/>
                  </a:lnTo>
                  <a:lnTo>
                    <a:pt x="215" y="129"/>
                  </a:lnTo>
                  <a:lnTo>
                    <a:pt x="222" y="124"/>
                  </a:lnTo>
                  <a:lnTo>
                    <a:pt x="224" y="124"/>
                  </a:lnTo>
                  <a:lnTo>
                    <a:pt x="229" y="127"/>
                  </a:lnTo>
                  <a:lnTo>
                    <a:pt x="232" y="132"/>
                  </a:lnTo>
                  <a:lnTo>
                    <a:pt x="233" y="135"/>
                  </a:lnTo>
                  <a:lnTo>
                    <a:pt x="236" y="143"/>
                  </a:lnTo>
                  <a:lnTo>
                    <a:pt x="236" y="152"/>
                  </a:lnTo>
                  <a:lnTo>
                    <a:pt x="236" y="179"/>
                  </a:lnTo>
                  <a:lnTo>
                    <a:pt x="236" y="185"/>
                  </a:lnTo>
                  <a:lnTo>
                    <a:pt x="236" y="187"/>
                  </a:lnTo>
                  <a:lnTo>
                    <a:pt x="238" y="184"/>
                  </a:lnTo>
                  <a:lnTo>
                    <a:pt x="241" y="178"/>
                  </a:lnTo>
                  <a:lnTo>
                    <a:pt x="242" y="175"/>
                  </a:lnTo>
                  <a:lnTo>
                    <a:pt x="244" y="169"/>
                  </a:lnTo>
                  <a:lnTo>
                    <a:pt x="244" y="159"/>
                  </a:lnTo>
                  <a:lnTo>
                    <a:pt x="245" y="153"/>
                  </a:lnTo>
                  <a:lnTo>
                    <a:pt x="242" y="146"/>
                  </a:lnTo>
                  <a:lnTo>
                    <a:pt x="242" y="134"/>
                  </a:lnTo>
                  <a:lnTo>
                    <a:pt x="244" y="127"/>
                  </a:lnTo>
                  <a:lnTo>
                    <a:pt x="247" y="127"/>
                  </a:lnTo>
                  <a:lnTo>
                    <a:pt x="259" y="150"/>
                  </a:lnTo>
                  <a:lnTo>
                    <a:pt x="263" y="155"/>
                  </a:lnTo>
                  <a:lnTo>
                    <a:pt x="270" y="166"/>
                  </a:lnTo>
                  <a:lnTo>
                    <a:pt x="276" y="164"/>
                  </a:lnTo>
                  <a:lnTo>
                    <a:pt x="282" y="166"/>
                  </a:lnTo>
                  <a:lnTo>
                    <a:pt x="285" y="166"/>
                  </a:lnTo>
                  <a:lnTo>
                    <a:pt x="286" y="164"/>
                  </a:lnTo>
                  <a:lnTo>
                    <a:pt x="285" y="159"/>
                  </a:lnTo>
                  <a:lnTo>
                    <a:pt x="276" y="146"/>
                  </a:lnTo>
                  <a:lnTo>
                    <a:pt x="271" y="135"/>
                  </a:lnTo>
                  <a:lnTo>
                    <a:pt x="270" y="121"/>
                  </a:lnTo>
                  <a:lnTo>
                    <a:pt x="268" y="115"/>
                  </a:lnTo>
                  <a:lnTo>
                    <a:pt x="271" y="114"/>
                  </a:lnTo>
                  <a:lnTo>
                    <a:pt x="280" y="114"/>
                  </a:lnTo>
                  <a:lnTo>
                    <a:pt x="294" y="120"/>
                  </a:lnTo>
                  <a:lnTo>
                    <a:pt x="312" y="141"/>
                  </a:lnTo>
                  <a:lnTo>
                    <a:pt x="321" y="149"/>
                  </a:lnTo>
                  <a:lnTo>
                    <a:pt x="338" y="172"/>
                  </a:lnTo>
                  <a:lnTo>
                    <a:pt x="342" y="175"/>
                  </a:lnTo>
                  <a:lnTo>
                    <a:pt x="345" y="176"/>
                  </a:lnTo>
                  <a:lnTo>
                    <a:pt x="347" y="173"/>
                  </a:lnTo>
                  <a:lnTo>
                    <a:pt x="347" y="170"/>
                  </a:lnTo>
                  <a:lnTo>
                    <a:pt x="347" y="166"/>
                  </a:lnTo>
                  <a:lnTo>
                    <a:pt x="347" y="161"/>
                  </a:lnTo>
                  <a:lnTo>
                    <a:pt x="347" y="155"/>
                  </a:lnTo>
                  <a:lnTo>
                    <a:pt x="345" y="147"/>
                  </a:lnTo>
                  <a:lnTo>
                    <a:pt x="347" y="134"/>
                  </a:lnTo>
                  <a:lnTo>
                    <a:pt x="350" y="129"/>
                  </a:lnTo>
                  <a:lnTo>
                    <a:pt x="352" y="123"/>
                  </a:lnTo>
                  <a:lnTo>
                    <a:pt x="350" y="114"/>
                  </a:lnTo>
                  <a:lnTo>
                    <a:pt x="347" y="108"/>
                  </a:lnTo>
                  <a:lnTo>
                    <a:pt x="335" y="89"/>
                  </a:lnTo>
                  <a:lnTo>
                    <a:pt x="335" y="88"/>
                  </a:lnTo>
                  <a:lnTo>
                    <a:pt x="338" y="85"/>
                  </a:lnTo>
                  <a:lnTo>
                    <a:pt x="341" y="83"/>
                  </a:lnTo>
                  <a:lnTo>
                    <a:pt x="371" y="88"/>
                  </a:lnTo>
                  <a:lnTo>
                    <a:pt x="376" y="89"/>
                  </a:lnTo>
                  <a:lnTo>
                    <a:pt x="377" y="91"/>
                  </a:lnTo>
                  <a:lnTo>
                    <a:pt x="379" y="93"/>
                  </a:lnTo>
                  <a:lnTo>
                    <a:pt x="380" y="94"/>
                  </a:lnTo>
                  <a:lnTo>
                    <a:pt x="387" y="91"/>
                  </a:lnTo>
                  <a:lnTo>
                    <a:pt x="387" y="86"/>
                  </a:lnTo>
                  <a:lnTo>
                    <a:pt x="385" y="85"/>
                  </a:lnTo>
                  <a:lnTo>
                    <a:pt x="352" y="77"/>
                  </a:lnTo>
                  <a:lnTo>
                    <a:pt x="344" y="74"/>
                  </a:lnTo>
                  <a:lnTo>
                    <a:pt x="341" y="74"/>
                  </a:lnTo>
                  <a:lnTo>
                    <a:pt x="338" y="76"/>
                  </a:lnTo>
                  <a:lnTo>
                    <a:pt x="330" y="77"/>
                  </a:lnTo>
                  <a:lnTo>
                    <a:pt x="327" y="76"/>
                  </a:lnTo>
                  <a:lnTo>
                    <a:pt x="324" y="67"/>
                  </a:lnTo>
                  <a:lnTo>
                    <a:pt x="327" y="56"/>
                  </a:lnTo>
                  <a:lnTo>
                    <a:pt x="330" y="56"/>
                  </a:lnTo>
                  <a:lnTo>
                    <a:pt x="336" y="61"/>
                  </a:lnTo>
                  <a:lnTo>
                    <a:pt x="341" y="55"/>
                  </a:lnTo>
                  <a:lnTo>
                    <a:pt x="345" y="50"/>
                  </a:lnTo>
                  <a:lnTo>
                    <a:pt x="352" y="47"/>
                  </a:lnTo>
                  <a:lnTo>
                    <a:pt x="364" y="36"/>
                  </a:lnTo>
                  <a:lnTo>
                    <a:pt x="367" y="35"/>
                  </a:lnTo>
                  <a:lnTo>
                    <a:pt x="370" y="36"/>
                  </a:lnTo>
                  <a:lnTo>
                    <a:pt x="376" y="39"/>
                  </a:lnTo>
                  <a:lnTo>
                    <a:pt x="377" y="41"/>
                  </a:lnTo>
                  <a:lnTo>
                    <a:pt x="380" y="47"/>
                  </a:lnTo>
                  <a:lnTo>
                    <a:pt x="382" y="48"/>
                  </a:lnTo>
                  <a:lnTo>
                    <a:pt x="385" y="50"/>
                  </a:lnTo>
                  <a:lnTo>
                    <a:pt x="387" y="51"/>
                  </a:lnTo>
                  <a:lnTo>
                    <a:pt x="391" y="44"/>
                  </a:lnTo>
                  <a:lnTo>
                    <a:pt x="394" y="35"/>
                  </a:lnTo>
                  <a:lnTo>
                    <a:pt x="399" y="29"/>
                  </a:lnTo>
                  <a:lnTo>
                    <a:pt x="405" y="32"/>
                  </a:lnTo>
                  <a:lnTo>
                    <a:pt x="408" y="36"/>
                  </a:lnTo>
                  <a:lnTo>
                    <a:pt x="411" y="41"/>
                  </a:lnTo>
                  <a:lnTo>
                    <a:pt x="417" y="44"/>
                  </a:lnTo>
                  <a:lnTo>
                    <a:pt x="425" y="62"/>
                  </a:lnTo>
                  <a:lnTo>
                    <a:pt x="426" y="62"/>
                  </a:lnTo>
                  <a:lnTo>
                    <a:pt x="426" y="61"/>
                  </a:lnTo>
                  <a:lnTo>
                    <a:pt x="428" y="58"/>
                  </a:lnTo>
                  <a:lnTo>
                    <a:pt x="428" y="53"/>
                  </a:lnTo>
                  <a:lnTo>
                    <a:pt x="429" y="45"/>
                  </a:lnTo>
                  <a:lnTo>
                    <a:pt x="428" y="44"/>
                  </a:lnTo>
                  <a:lnTo>
                    <a:pt x="421" y="36"/>
                  </a:lnTo>
                  <a:lnTo>
                    <a:pt x="420" y="33"/>
                  </a:lnTo>
                  <a:lnTo>
                    <a:pt x="418" y="29"/>
                  </a:lnTo>
                  <a:lnTo>
                    <a:pt x="418" y="24"/>
                  </a:lnTo>
                  <a:lnTo>
                    <a:pt x="420" y="21"/>
                  </a:lnTo>
                  <a:lnTo>
                    <a:pt x="421" y="20"/>
                  </a:lnTo>
                  <a:lnTo>
                    <a:pt x="426" y="21"/>
                  </a:lnTo>
                  <a:lnTo>
                    <a:pt x="428" y="20"/>
                  </a:lnTo>
                  <a:lnTo>
                    <a:pt x="428" y="16"/>
                  </a:lnTo>
                  <a:lnTo>
                    <a:pt x="429" y="12"/>
                  </a:lnTo>
                  <a:lnTo>
                    <a:pt x="431" y="10"/>
                  </a:lnTo>
                  <a:lnTo>
                    <a:pt x="434" y="10"/>
                  </a:lnTo>
                  <a:lnTo>
                    <a:pt x="438" y="13"/>
                  </a:lnTo>
                  <a:lnTo>
                    <a:pt x="443" y="13"/>
                  </a:lnTo>
                  <a:lnTo>
                    <a:pt x="444" y="12"/>
                  </a:lnTo>
                  <a:lnTo>
                    <a:pt x="444" y="9"/>
                  </a:lnTo>
                  <a:lnTo>
                    <a:pt x="444" y="7"/>
                  </a:lnTo>
                  <a:lnTo>
                    <a:pt x="444" y="6"/>
                  </a:lnTo>
                  <a:lnTo>
                    <a:pt x="459" y="6"/>
                  </a:lnTo>
                  <a:lnTo>
                    <a:pt x="462" y="6"/>
                  </a:lnTo>
                  <a:lnTo>
                    <a:pt x="466" y="3"/>
                  </a:lnTo>
                  <a:lnTo>
                    <a:pt x="469" y="3"/>
                  </a:lnTo>
                  <a:lnTo>
                    <a:pt x="472" y="4"/>
                  </a:lnTo>
                  <a:lnTo>
                    <a:pt x="475" y="7"/>
                  </a:lnTo>
                  <a:lnTo>
                    <a:pt x="479" y="7"/>
                  </a:lnTo>
                  <a:lnTo>
                    <a:pt x="484" y="1"/>
                  </a:lnTo>
                  <a:lnTo>
                    <a:pt x="49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8" name="Freeform 10398"/>
            <p:cNvSpPr>
              <a:spLocks noChangeAspect="1"/>
            </p:cNvSpPr>
            <p:nvPr/>
          </p:nvSpPr>
          <p:spPr bwMode="auto">
            <a:xfrm>
              <a:off x="6179037" y="3511245"/>
              <a:ext cx="748876" cy="559982"/>
            </a:xfrm>
            <a:custGeom>
              <a:avLst/>
              <a:gdLst>
                <a:gd name="T0" fmla="*/ 414 w 559"/>
                <a:gd name="T1" fmla="*/ 22 h 418"/>
                <a:gd name="T2" fmla="*/ 430 w 559"/>
                <a:gd name="T3" fmla="*/ 52 h 418"/>
                <a:gd name="T4" fmla="*/ 448 w 559"/>
                <a:gd name="T5" fmla="*/ 79 h 418"/>
                <a:gd name="T6" fmla="*/ 463 w 559"/>
                <a:gd name="T7" fmla="*/ 119 h 418"/>
                <a:gd name="T8" fmla="*/ 489 w 559"/>
                <a:gd name="T9" fmla="*/ 131 h 418"/>
                <a:gd name="T10" fmla="*/ 505 w 559"/>
                <a:gd name="T11" fmla="*/ 165 h 418"/>
                <a:gd name="T12" fmla="*/ 519 w 559"/>
                <a:gd name="T13" fmla="*/ 165 h 418"/>
                <a:gd name="T14" fmla="*/ 544 w 559"/>
                <a:gd name="T15" fmla="*/ 199 h 418"/>
                <a:gd name="T16" fmla="*/ 559 w 559"/>
                <a:gd name="T17" fmla="*/ 250 h 418"/>
                <a:gd name="T18" fmla="*/ 546 w 559"/>
                <a:gd name="T19" fmla="*/ 311 h 418"/>
                <a:gd name="T20" fmla="*/ 527 w 559"/>
                <a:gd name="T21" fmla="*/ 332 h 418"/>
                <a:gd name="T22" fmla="*/ 519 w 559"/>
                <a:gd name="T23" fmla="*/ 353 h 418"/>
                <a:gd name="T24" fmla="*/ 508 w 559"/>
                <a:gd name="T25" fmla="*/ 389 h 418"/>
                <a:gd name="T26" fmla="*/ 458 w 559"/>
                <a:gd name="T27" fmla="*/ 412 h 418"/>
                <a:gd name="T28" fmla="*/ 450 w 559"/>
                <a:gd name="T29" fmla="*/ 410 h 418"/>
                <a:gd name="T30" fmla="*/ 442 w 559"/>
                <a:gd name="T31" fmla="*/ 402 h 418"/>
                <a:gd name="T32" fmla="*/ 414 w 559"/>
                <a:gd name="T33" fmla="*/ 410 h 418"/>
                <a:gd name="T34" fmla="*/ 367 w 559"/>
                <a:gd name="T35" fmla="*/ 384 h 418"/>
                <a:gd name="T36" fmla="*/ 362 w 559"/>
                <a:gd name="T37" fmla="*/ 358 h 418"/>
                <a:gd name="T38" fmla="*/ 345 w 559"/>
                <a:gd name="T39" fmla="*/ 339 h 418"/>
                <a:gd name="T40" fmla="*/ 337 w 559"/>
                <a:gd name="T41" fmla="*/ 346 h 418"/>
                <a:gd name="T42" fmla="*/ 337 w 559"/>
                <a:gd name="T43" fmla="*/ 323 h 418"/>
                <a:gd name="T44" fmla="*/ 315 w 559"/>
                <a:gd name="T45" fmla="*/ 351 h 418"/>
                <a:gd name="T46" fmla="*/ 307 w 559"/>
                <a:gd name="T47" fmla="*/ 339 h 418"/>
                <a:gd name="T48" fmla="*/ 282 w 559"/>
                <a:gd name="T49" fmla="*/ 309 h 418"/>
                <a:gd name="T50" fmla="*/ 207 w 559"/>
                <a:gd name="T51" fmla="*/ 308 h 418"/>
                <a:gd name="T52" fmla="*/ 142 w 559"/>
                <a:gd name="T53" fmla="*/ 335 h 418"/>
                <a:gd name="T54" fmla="*/ 83 w 559"/>
                <a:gd name="T55" fmla="*/ 344 h 418"/>
                <a:gd name="T56" fmla="*/ 27 w 559"/>
                <a:gd name="T57" fmla="*/ 339 h 418"/>
                <a:gd name="T58" fmla="*/ 28 w 559"/>
                <a:gd name="T59" fmla="*/ 288 h 418"/>
                <a:gd name="T60" fmla="*/ 0 w 559"/>
                <a:gd name="T61" fmla="*/ 220 h 418"/>
                <a:gd name="T62" fmla="*/ 6 w 559"/>
                <a:gd name="T63" fmla="*/ 218 h 418"/>
                <a:gd name="T64" fmla="*/ 15 w 559"/>
                <a:gd name="T65" fmla="*/ 222 h 418"/>
                <a:gd name="T66" fmla="*/ 9 w 559"/>
                <a:gd name="T67" fmla="*/ 173 h 418"/>
                <a:gd name="T68" fmla="*/ 32 w 559"/>
                <a:gd name="T69" fmla="*/ 152 h 418"/>
                <a:gd name="T70" fmla="*/ 86 w 559"/>
                <a:gd name="T71" fmla="*/ 131 h 418"/>
                <a:gd name="T72" fmla="*/ 126 w 559"/>
                <a:gd name="T73" fmla="*/ 101 h 418"/>
                <a:gd name="T74" fmla="*/ 142 w 559"/>
                <a:gd name="T75" fmla="*/ 93 h 418"/>
                <a:gd name="T76" fmla="*/ 145 w 559"/>
                <a:gd name="T77" fmla="*/ 84 h 418"/>
                <a:gd name="T78" fmla="*/ 158 w 559"/>
                <a:gd name="T79" fmla="*/ 79 h 418"/>
                <a:gd name="T80" fmla="*/ 156 w 559"/>
                <a:gd name="T81" fmla="*/ 72 h 418"/>
                <a:gd name="T82" fmla="*/ 163 w 559"/>
                <a:gd name="T83" fmla="*/ 63 h 418"/>
                <a:gd name="T84" fmla="*/ 168 w 559"/>
                <a:gd name="T85" fmla="*/ 54 h 418"/>
                <a:gd name="T86" fmla="*/ 179 w 559"/>
                <a:gd name="T87" fmla="*/ 53 h 418"/>
                <a:gd name="T88" fmla="*/ 189 w 559"/>
                <a:gd name="T89" fmla="*/ 44 h 418"/>
                <a:gd name="T90" fmla="*/ 209 w 559"/>
                <a:gd name="T91" fmla="*/ 63 h 418"/>
                <a:gd name="T92" fmla="*/ 222 w 559"/>
                <a:gd name="T93" fmla="*/ 58 h 418"/>
                <a:gd name="T94" fmla="*/ 228 w 559"/>
                <a:gd name="T95" fmla="*/ 54 h 418"/>
                <a:gd name="T96" fmla="*/ 238 w 559"/>
                <a:gd name="T97" fmla="*/ 30 h 418"/>
                <a:gd name="T98" fmla="*/ 250 w 559"/>
                <a:gd name="T99" fmla="*/ 22 h 418"/>
                <a:gd name="T100" fmla="*/ 269 w 559"/>
                <a:gd name="T101" fmla="*/ 18 h 418"/>
                <a:gd name="T102" fmla="*/ 266 w 559"/>
                <a:gd name="T103" fmla="*/ 7 h 418"/>
                <a:gd name="T104" fmla="*/ 299 w 559"/>
                <a:gd name="T105" fmla="*/ 18 h 418"/>
                <a:gd name="T106" fmla="*/ 313 w 559"/>
                <a:gd name="T107" fmla="*/ 22 h 418"/>
                <a:gd name="T108" fmla="*/ 324 w 559"/>
                <a:gd name="T109" fmla="*/ 29 h 418"/>
                <a:gd name="T110" fmla="*/ 307 w 559"/>
                <a:gd name="T111" fmla="*/ 56 h 418"/>
                <a:gd name="T112" fmla="*/ 329 w 559"/>
                <a:gd name="T113" fmla="*/ 72 h 418"/>
                <a:gd name="T114" fmla="*/ 367 w 559"/>
                <a:gd name="T115" fmla="*/ 96 h 418"/>
                <a:gd name="T116" fmla="*/ 393 w 559"/>
                <a:gd name="T117" fmla="*/ 53 h 418"/>
                <a:gd name="T118" fmla="*/ 395 w 559"/>
                <a:gd name="T119" fmla="*/ 24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59" h="418">
                  <a:moveTo>
                    <a:pt x="405" y="0"/>
                  </a:moveTo>
                  <a:lnTo>
                    <a:pt x="407" y="0"/>
                  </a:lnTo>
                  <a:lnTo>
                    <a:pt x="407" y="0"/>
                  </a:lnTo>
                  <a:lnTo>
                    <a:pt x="407" y="3"/>
                  </a:lnTo>
                  <a:lnTo>
                    <a:pt x="407" y="3"/>
                  </a:lnTo>
                  <a:lnTo>
                    <a:pt x="409" y="5"/>
                  </a:lnTo>
                  <a:lnTo>
                    <a:pt x="411" y="6"/>
                  </a:lnTo>
                  <a:lnTo>
                    <a:pt x="411" y="7"/>
                  </a:lnTo>
                  <a:lnTo>
                    <a:pt x="411" y="9"/>
                  </a:lnTo>
                  <a:lnTo>
                    <a:pt x="411" y="11"/>
                  </a:lnTo>
                  <a:lnTo>
                    <a:pt x="411" y="13"/>
                  </a:lnTo>
                  <a:lnTo>
                    <a:pt x="411" y="16"/>
                  </a:lnTo>
                  <a:lnTo>
                    <a:pt x="412" y="16"/>
                  </a:lnTo>
                  <a:lnTo>
                    <a:pt x="412" y="18"/>
                  </a:lnTo>
                  <a:lnTo>
                    <a:pt x="414" y="18"/>
                  </a:lnTo>
                  <a:lnTo>
                    <a:pt x="416" y="18"/>
                  </a:lnTo>
                  <a:lnTo>
                    <a:pt x="414" y="20"/>
                  </a:lnTo>
                  <a:lnTo>
                    <a:pt x="414" y="22"/>
                  </a:lnTo>
                  <a:lnTo>
                    <a:pt x="414" y="22"/>
                  </a:lnTo>
                  <a:lnTo>
                    <a:pt x="414" y="24"/>
                  </a:lnTo>
                  <a:lnTo>
                    <a:pt x="416" y="24"/>
                  </a:lnTo>
                  <a:lnTo>
                    <a:pt x="416" y="24"/>
                  </a:lnTo>
                  <a:lnTo>
                    <a:pt x="418" y="24"/>
                  </a:lnTo>
                  <a:lnTo>
                    <a:pt x="418" y="27"/>
                  </a:lnTo>
                  <a:lnTo>
                    <a:pt x="418" y="29"/>
                  </a:lnTo>
                  <a:lnTo>
                    <a:pt x="420" y="30"/>
                  </a:lnTo>
                  <a:lnTo>
                    <a:pt x="420" y="34"/>
                  </a:lnTo>
                  <a:lnTo>
                    <a:pt x="420" y="37"/>
                  </a:lnTo>
                  <a:lnTo>
                    <a:pt x="422" y="39"/>
                  </a:lnTo>
                  <a:lnTo>
                    <a:pt x="422" y="42"/>
                  </a:lnTo>
                  <a:lnTo>
                    <a:pt x="422" y="44"/>
                  </a:lnTo>
                  <a:lnTo>
                    <a:pt x="422" y="46"/>
                  </a:lnTo>
                  <a:lnTo>
                    <a:pt x="423" y="47"/>
                  </a:lnTo>
                  <a:lnTo>
                    <a:pt x="423" y="52"/>
                  </a:lnTo>
                  <a:lnTo>
                    <a:pt x="425" y="52"/>
                  </a:lnTo>
                  <a:lnTo>
                    <a:pt x="427" y="53"/>
                  </a:lnTo>
                  <a:lnTo>
                    <a:pt x="428" y="52"/>
                  </a:lnTo>
                  <a:lnTo>
                    <a:pt x="430" y="52"/>
                  </a:lnTo>
                  <a:lnTo>
                    <a:pt x="431" y="50"/>
                  </a:lnTo>
                  <a:lnTo>
                    <a:pt x="433" y="50"/>
                  </a:lnTo>
                  <a:lnTo>
                    <a:pt x="435" y="52"/>
                  </a:lnTo>
                  <a:lnTo>
                    <a:pt x="435" y="53"/>
                  </a:lnTo>
                  <a:lnTo>
                    <a:pt x="439" y="56"/>
                  </a:lnTo>
                  <a:lnTo>
                    <a:pt x="442" y="56"/>
                  </a:lnTo>
                  <a:lnTo>
                    <a:pt x="444" y="58"/>
                  </a:lnTo>
                  <a:lnTo>
                    <a:pt x="444" y="60"/>
                  </a:lnTo>
                  <a:lnTo>
                    <a:pt x="444" y="60"/>
                  </a:lnTo>
                  <a:lnTo>
                    <a:pt x="444" y="62"/>
                  </a:lnTo>
                  <a:lnTo>
                    <a:pt x="444" y="63"/>
                  </a:lnTo>
                  <a:lnTo>
                    <a:pt x="444" y="65"/>
                  </a:lnTo>
                  <a:lnTo>
                    <a:pt x="444" y="66"/>
                  </a:lnTo>
                  <a:lnTo>
                    <a:pt x="446" y="71"/>
                  </a:lnTo>
                  <a:lnTo>
                    <a:pt x="446" y="72"/>
                  </a:lnTo>
                  <a:lnTo>
                    <a:pt x="448" y="76"/>
                  </a:lnTo>
                  <a:lnTo>
                    <a:pt x="448" y="77"/>
                  </a:lnTo>
                  <a:lnTo>
                    <a:pt x="448" y="79"/>
                  </a:lnTo>
                  <a:lnTo>
                    <a:pt x="448" y="79"/>
                  </a:lnTo>
                  <a:lnTo>
                    <a:pt x="448" y="81"/>
                  </a:lnTo>
                  <a:lnTo>
                    <a:pt x="448" y="82"/>
                  </a:lnTo>
                  <a:lnTo>
                    <a:pt x="450" y="84"/>
                  </a:lnTo>
                  <a:lnTo>
                    <a:pt x="451" y="86"/>
                  </a:lnTo>
                  <a:lnTo>
                    <a:pt x="452" y="86"/>
                  </a:lnTo>
                  <a:lnTo>
                    <a:pt x="452" y="88"/>
                  </a:lnTo>
                  <a:lnTo>
                    <a:pt x="452" y="90"/>
                  </a:lnTo>
                  <a:lnTo>
                    <a:pt x="454" y="93"/>
                  </a:lnTo>
                  <a:lnTo>
                    <a:pt x="456" y="96"/>
                  </a:lnTo>
                  <a:lnTo>
                    <a:pt x="456" y="101"/>
                  </a:lnTo>
                  <a:lnTo>
                    <a:pt x="454" y="105"/>
                  </a:lnTo>
                  <a:lnTo>
                    <a:pt x="454" y="107"/>
                  </a:lnTo>
                  <a:lnTo>
                    <a:pt x="458" y="109"/>
                  </a:lnTo>
                  <a:lnTo>
                    <a:pt x="460" y="111"/>
                  </a:lnTo>
                  <a:lnTo>
                    <a:pt x="460" y="112"/>
                  </a:lnTo>
                  <a:lnTo>
                    <a:pt x="458" y="114"/>
                  </a:lnTo>
                  <a:lnTo>
                    <a:pt x="460" y="116"/>
                  </a:lnTo>
                  <a:lnTo>
                    <a:pt x="461" y="118"/>
                  </a:lnTo>
                  <a:lnTo>
                    <a:pt x="463" y="119"/>
                  </a:lnTo>
                  <a:lnTo>
                    <a:pt x="465" y="119"/>
                  </a:lnTo>
                  <a:lnTo>
                    <a:pt x="467" y="119"/>
                  </a:lnTo>
                  <a:lnTo>
                    <a:pt x="469" y="120"/>
                  </a:lnTo>
                  <a:lnTo>
                    <a:pt x="470" y="120"/>
                  </a:lnTo>
                  <a:lnTo>
                    <a:pt x="470" y="123"/>
                  </a:lnTo>
                  <a:lnTo>
                    <a:pt x="472" y="123"/>
                  </a:lnTo>
                  <a:lnTo>
                    <a:pt x="474" y="123"/>
                  </a:lnTo>
                  <a:lnTo>
                    <a:pt x="474" y="120"/>
                  </a:lnTo>
                  <a:lnTo>
                    <a:pt x="476" y="123"/>
                  </a:lnTo>
                  <a:lnTo>
                    <a:pt x="476" y="123"/>
                  </a:lnTo>
                  <a:lnTo>
                    <a:pt x="477" y="124"/>
                  </a:lnTo>
                  <a:lnTo>
                    <a:pt x="479" y="128"/>
                  </a:lnTo>
                  <a:lnTo>
                    <a:pt x="480" y="128"/>
                  </a:lnTo>
                  <a:lnTo>
                    <a:pt x="480" y="128"/>
                  </a:lnTo>
                  <a:lnTo>
                    <a:pt x="482" y="130"/>
                  </a:lnTo>
                  <a:lnTo>
                    <a:pt x="484" y="130"/>
                  </a:lnTo>
                  <a:lnTo>
                    <a:pt x="484" y="130"/>
                  </a:lnTo>
                  <a:lnTo>
                    <a:pt x="488" y="131"/>
                  </a:lnTo>
                  <a:lnTo>
                    <a:pt x="489" y="131"/>
                  </a:lnTo>
                  <a:lnTo>
                    <a:pt x="491" y="133"/>
                  </a:lnTo>
                  <a:lnTo>
                    <a:pt x="493" y="135"/>
                  </a:lnTo>
                  <a:lnTo>
                    <a:pt x="493" y="137"/>
                  </a:lnTo>
                  <a:lnTo>
                    <a:pt x="495" y="137"/>
                  </a:lnTo>
                  <a:lnTo>
                    <a:pt x="493" y="139"/>
                  </a:lnTo>
                  <a:lnTo>
                    <a:pt x="493" y="137"/>
                  </a:lnTo>
                  <a:lnTo>
                    <a:pt x="491" y="139"/>
                  </a:lnTo>
                  <a:lnTo>
                    <a:pt x="493" y="141"/>
                  </a:lnTo>
                  <a:lnTo>
                    <a:pt x="495" y="141"/>
                  </a:lnTo>
                  <a:lnTo>
                    <a:pt x="497" y="143"/>
                  </a:lnTo>
                  <a:lnTo>
                    <a:pt x="499" y="147"/>
                  </a:lnTo>
                  <a:lnTo>
                    <a:pt x="500" y="149"/>
                  </a:lnTo>
                  <a:lnTo>
                    <a:pt x="500" y="149"/>
                  </a:lnTo>
                  <a:lnTo>
                    <a:pt x="500" y="152"/>
                  </a:lnTo>
                  <a:lnTo>
                    <a:pt x="501" y="152"/>
                  </a:lnTo>
                  <a:lnTo>
                    <a:pt x="501" y="156"/>
                  </a:lnTo>
                  <a:lnTo>
                    <a:pt x="503" y="159"/>
                  </a:lnTo>
                  <a:lnTo>
                    <a:pt x="505" y="163"/>
                  </a:lnTo>
                  <a:lnTo>
                    <a:pt x="505" y="165"/>
                  </a:lnTo>
                  <a:lnTo>
                    <a:pt x="505" y="166"/>
                  </a:lnTo>
                  <a:lnTo>
                    <a:pt x="507" y="165"/>
                  </a:lnTo>
                  <a:lnTo>
                    <a:pt x="507" y="165"/>
                  </a:lnTo>
                  <a:lnTo>
                    <a:pt x="508" y="166"/>
                  </a:lnTo>
                  <a:lnTo>
                    <a:pt x="511" y="166"/>
                  </a:lnTo>
                  <a:lnTo>
                    <a:pt x="511" y="166"/>
                  </a:lnTo>
                  <a:lnTo>
                    <a:pt x="508" y="163"/>
                  </a:lnTo>
                  <a:lnTo>
                    <a:pt x="511" y="161"/>
                  </a:lnTo>
                  <a:lnTo>
                    <a:pt x="511" y="161"/>
                  </a:lnTo>
                  <a:lnTo>
                    <a:pt x="511" y="161"/>
                  </a:lnTo>
                  <a:lnTo>
                    <a:pt x="512" y="163"/>
                  </a:lnTo>
                  <a:lnTo>
                    <a:pt x="514" y="165"/>
                  </a:lnTo>
                  <a:lnTo>
                    <a:pt x="516" y="166"/>
                  </a:lnTo>
                  <a:lnTo>
                    <a:pt x="518" y="168"/>
                  </a:lnTo>
                  <a:lnTo>
                    <a:pt x="518" y="168"/>
                  </a:lnTo>
                  <a:lnTo>
                    <a:pt x="518" y="166"/>
                  </a:lnTo>
                  <a:lnTo>
                    <a:pt x="518" y="165"/>
                  </a:lnTo>
                  <a:lnTo>
                    <a:pt x="519" y="165"/>
                  </a:lnTo>
                  <a:lnTo>
                    <a:pt x="519" y="165"/>
                  </a:lnTo>
                  <a:lnTo>
                    <a:pt x="521" y="168"/>
                  </a:lnTo>
                  <a:lnTo>
                    <a:pt x="521" y="171"/>
                  </a:lnTo>
                  <a:lnTo>
                    <a:pt x="521" y="177"/>
                  </a:lnTo>
                  <a:lnTo>
                    <a:pt x="521" y="180"/>
                  </a:lnTo>
                  <a:lnTo>
                    <a:pt x="523" y="182"/>
                  </a:lnTo>
                  <a:lnTo>
                    <a:pt x="524" y="182"/>
                  </a:lnTo>
                  <a:lnTo>
                    <a:pt x="524" y="184"/>
                  </a:lnTo>
                  <a:lnTo>
                    <a:pt x="526" y="186"/>
                  </a:lnTo>
                  <a:lnTo>
                    <a:pt x="527" y="186"/>
                  </a:lnTo>
                  <a:lnTo>
                    <a:pt x="531" y="188"/>
                  </a:lnTo>
                  <a:lnTo>
                    <a:pt x="531" y="188"/>
                  </a:lnTo>
                  <a:lnTo>
                    <a:pt x="533" y="188"/>
                  </a:lnTo>
                  <a:lnTo>
                    <a:pt x="535" y="190"/>
                  </a:lnTo>
                  <a:lnTo>
                    <a:pt x="537" y="190"/>
                  </a:lnTo>
                  <a:lnTo>
                    <a:pt x="538" y="196"/>
                  </a:lnTo>
                  <a:lnTo>
                    <a:pt x="540" y="196"/>
                  </a:lnTo>
                  <a:lnTo>
                    <a:pt x="542" y="197"/>
                  </a:lnTo>
                  <a:lnTo>
                    <a:pt x="542" y="199"/>
                  </a:lnTo>
                  <a:lnTo>
                    <a:pt x="544" y="199"/>
                  </a:lnTo>
                  <a:lnTo>
                    <a:pt x="544" y="201"/>
                  </a:lnTo>
                  <a:lnTo>
                    <a:pt x="546" y="203"/>
                  </a:lnTo>
                  <a:lnTo>
                    <a:pt x="546" y="203"/>
                  </a:lnTo>
                  <a:lnTo>
                    <a:pt x="547" y="207"/>
                  </a:lnTo>
                  <a:lnTo>
                    <a:pt x="548" y="207"/>
                  </a:lnTo>
                  <a:lnTo>
                    <a:pt x="550" y="208"/>
                  </a:lnTo>
                  <a:lnTo>
                    <a:pt x="550" y="213"/>
                  </a:lnTo>
                  <a:lnTo>
                    <a:pt x="550" y="215"/>
                  </a:lnTo>
                  <a:lnTo>
                    <a:pt x="553" y="215"/>
                  </a:lnTo>
                  <a:lnTo>
                    <a:pt x="553" y="216"/>
                  </a:lnTo>
                  <a:lnTo>
                    <a:pt x="554" y="216"/>
                  </a:lnTo>
                  <a:lnTo>
                    <a:pt x="553" y="222"/>
                  </a:lnTo>
                  <a:lnTo>
                    <a:pt x="554" y="231"/>
                  </a:lnTo>
                  <a:lnTo>
                    <a:pt x="553" y="235"/>
                  </a:lnTo>
                  <a:lnTo>
                    <a:pt x="554" y="237"/>
                  </a:lnTo>
                  <a:lnTo>
                    <a:pt x="557" y="243"/>
                  </a:lnTo>
                  <a:lnTo>
                    <a:pt x="557" y="245"/>
                  </a:lnTo>
                  <a:lnTo>
                    <a:pt x="557" y="246"/>
                  </a:lnTo>
                  <a:lnTo>
                    <a:pt x="559" y="250"/>
                  </a:lnTo>
                  <a:lnTo>
                    <a:pt x="559" y="255"/>
                  </a:lnTo>
                  <a:lnTo>
                    <a:pt x="559" y="257"/>
                  </a:lnTo>
                  <a:lnTo>
                    <a:pt x="559" y="259"/>
                  </a:lnTo>
                  <a:lnTo>
                    <a:pt x="557" y="262"/>
                  </a:lnTo>
                  <a:lnTo>
                    <a:pt x="556" y="265"/>
                  </a:lnTo>
                  <a:lnTo>
                    <a:pt x="556" y="269"/>
                  </a:lnTo>
                  <a:lnTo>
                    <a:pt x="556" y="274"/>
                  </a:lnTo>
                  <a:lnTo>
                    <a:pt x="554" y="276"/>
                  </a:lnTo>
                  <a:lnTo>
                    <a:pt x="554" y="280"/>
                  </a:lnTo>
                  <a:lnTo>
                    <a:pt x="553" y="284"/>
                  </a:lnTo>
                  <a:lnTo>
                    <a:pt x="553" y="286"/>
                  </a:lnTo>
                  <a:lnTo>
                    <a:pt x="553" y="290"/>
                  </a:lnTo>
                  <a:lnTo>
                    <a:pt x="553" y="293"/>
                  </a:lnTo>
                  <a:lnTo>
                    <a:pt x="550" y="295"/>
                  </a:lnTo>
                  <a:lnTo>
                    <a:pt x="550" y="299"/>
                  </a:lnTo>
                  <a:lnTo>
                    <a:pt x="548" y="304"/>
                  </a:lnTo>
                  <a:lnTo>
                    <a:pt x="546" y="308"/>
                  </a:lnTo>
                  <a:lnTo>
                    <a:pt x="546" y="311"/>
                  </a:lnTo>
                  <a:lnTo>
                    <a:pt x="546" y="311"/>
                  </a:lnTo>
                  <a:lnTo>
                    <a:pt x="544" y="312"/>
                  </a:lnTo>
                  <a:lnTo>
                    <a:pt x="542" y="314"/>
                  </a:lnTo>
                  <a:lnTo>
                    <a:pt x="542" y="316"/>
                  </a:lnTo>
                  <a:lnTo>
                    <a:pt x="540" y="316"/>
                  </a:lnTo>
                  <a:lnTo>
                    <a:pt x="540" y="316"/>
                  </a:lnTo>
                  <a:lnTo>
                    <a:pt x="540" y="318"/>
                  </a:lnTo>
                  <a:lnTo>
                    <a:pt x="540" y="318"/>
                  </a:lnTo>
                  <a:lnTo>
                    <a:pt x="540" y="318"/>
                  </a:lnTo>
                  <a:lnTo>
                    <a:pt x="537" y="320"/>
                  </a:lnTo>
                  <a:lnTo>
                    <a:pt x="535" y="320"/>
                  </a:lnTo>
                  <a:lnTo>
                    <a:pt x="533" y="323"/>
                  </a:lnTo>
                  <a:lnTo>
                    <a:pt x="531" y="325"/>
                  </a:lnTo>
                  <a:lnTo>
                    <a:pt x="531" y="327"/>
                  </a:lnTo>
                  <a:lnTo>
                    <a:pt x="529" y="327"/>
                  </a:lnTo>
                  <a:lnTo>
                    <a:pt x="529" y="329"/>
                  </a:lnTo>
                  <a:lnTo>
                    <a:pt x="529" y="331"/>
                  </a:lnTo>
                  <a:lnTo>
                    <a:pt x="527" y="331"/>
                  </a:lnTo>
                  <a:lnTo>
                    <a:pt x="527" y="331"/>
                  </a:lnTo>
                  <a:lnTo>
                    <a:pt x="527" y="332"/>
                  </a:lnTo>
                  <a:lnTo>
                    <a:pt x="527" y="333"/>
                  </a:lnTo>
                  <a:lnTo>
                    <a:pt x="527" y="335"/>
                  </a:lnTo>
                  <a:lnTo>
                    <a:pt x="527" y="337"/>
                  </a:lnTo>
                  <a:lnTo>
                    <a:pt x="526" y="337"/>
                  </a:lnTo>
                  <a:lnTo>
                    <a:pt x="526" y="337"/>
                  </a:lnTo>
                  <a:lnTo>
                    <a:pt x="526" y="337"/>
                  </a:lnTo>
                  <a:lnTo>
                    <a:pt x="526" y="337"/>
                  </a:lnTo>
                  <a:lnTo>
                    <a:pt x="526" y="337"/>
                  </a:lnTo>
                  <a:lnTo>
                    <a:pt x="524" y="339"/>
                  </a:lnTo>
                  <a:lnTo>
                    <a:pt x="523" y="342"/>
                  </a:lnTo>
                  <a:lnTo>
                    <a:pt x="523" y="342"/>
                  </a:lnTo>
                  <a:lnTo>
                    <a:pt x="523" y="344"/>
                  </a:lnTo>
                  <a:lnTo>
                    <a:pt x="521" y="350"/>
                  </a:lnTo>
                  <a:lnTo>
                    <a:pt x="521" y="351"/>
                  </a:lnTo>
                  <a:lnTo>
                    <a:pt x="521" y="353"/>
                  </a:lnTo>
                  <a:lnTo>
                    <a:pt x="521" y="353"/>
                  </a:lnTo>
                  <a:lnTo>
                    <a:pt x="521" y="353"/>
                  </a:lnTo>
                  <a:lnTo>
                    <a:pt x="521" y="353"/>
                  </a:lnTo>
                  <a:lnTo>
                    <a:pt x="519" y="353"/>
                  </a:lnTo>
                  <a:lnTo>
                    <a:pt x="519" y="353"/>
                  </a:lnTo>
                  <a:lnTo>
                    <a:pt x="519" y="355"/>
                  </a:lnTo>
                  <a:lnTo>
                    <a:pt x="519" y="355"/>
                  </a:lnTo>
                  <a:lnTo>
                    <a:pt x="519" y="355"/>
                  </a:lnTo>
                  <a:lnTo>
                    <a:pt x="519" y="355"/>
                  </a:lnTo>
                  <a:lnTo>
                    <a:pt x="519" y="355"/>
                  </a:lnTo>
                  <a:lnTo>
                    <a:pt x="518" y="356"/>
                  </a:lnTo>
                  <a:lnTo>
                    <a:pt x="516" y="361"/>
                  </a:lnTo>
                  <a:lnTo>
                    <a:pt x="514" y="363"/>
                  </a:lnTo>
                  <a:lnTo>
                    <a:pt x="512" y="365"/>
                  </a:lnTo>
                  <a:lnTo>
                    <a:pt x="512" y="367"/>
                  </a:lnTo>
                  <a:lnTo>
                    <a:pt x="512" y="370"/>
                  </a:lnTo>
                  <a:lnTo>
                    <a:pt x="511" y="374"/>
                  </a:lnTo>
                  <a:lnTo>
                    <a:pt x="511" y="378"/>
                  </a:lnTo>
                  <a:lnTo>
                    <a:pt x="511" y="380"/>
                  </a:lnTo>
                  <a:lnTo>
                    <a:pt x="508" y="380"/>
                  </a:lnTo>
                  <a:lnTo>
                    <a:pt x="508" y="384"/>
                  </a:lnTo>
                  <a:lnTo>
                    <a:pt x="511" y="388"/>
                  </a:lnTo>
                  <a:lnTo>
                    <a:pt x="508" y="389"/>
                  </a:lnTo>
                  <a:lnTo>
                    <a:pt x="508" y="391"/>
                  </a:lnTo>
                  <a:lnTo>
                    <a:pt x="508" y="391"/>
                  </a:lnTo>
                  <a:lnTo>
                    <a:pt x="507" y="393"/>
                  </a:lnTo>
                  <a:lnTo>
                    <a:pt x="505" y="393"/>
                  </a:lnTo>
                  <a:lnTo>
                    <a:pt x="503" y="395"/>
                  </a:lnTo>
                  <a:lnTo>
                    <a:pt x="503" y="397"/>
                  </a:lnTo>
                  <a:lnTo>
                    <a:pt x="500" y="397"/>
                  </a:lnTo>
                  <a:lnTo>
                    <a:pt x="495" y="397"/>
                  </a:lnTo>
                  <a:lnTo>
                    <a:pt x="486" y="397"/>
                  </a:lnTo>
                  <a:lnTo>
                    <a:pt x="484" y="397"/>
                  </a:lnTo>
                  <a:lnTo>
                    <a:pt x="480" y="399"/>
                  </a:lnTo>
                  <a:lnTo>
                    <a:pt x="477" y="400"/>
                  </a:lnTo>
                  <a:lnTo>
                    <a:pt x="474" y="404"/>
                  </a:lnTo>
                  <a:lnTo>
                    <a:pt x="467" y="410"/>
                  </a:lnTo>
                  <a:lnTo>
                    <a:pt x="461" y="410"/>
                  </a:lnTo>
                  <a:lnTo>
                    <a:pt x="460" y="410"/>
                  </a:lnTo>
                  <a:lnTo>
                    <a:pt x="458" y="410"/>
                  </a:lnTo>
                  <a:lnTo>
                    <a:pt x="458" y="410"/>
                  </a:lnTo>
                  <a:lnTo>
                    <a:pt x="458" y="412"/>
                  </a:lnTo>
                  <a:lnTo>
                    <a:pt x="458" y="412"/>
                  </a:lnTo>
                  <a:lnTo>
                    <a:pt x="460" y="414"/>
                  </a:lnTo>
                  <a:lnTo>
                    <a:pt x="460" y="412"/>
                  </a:lnTo>
                  <a:lnTo>
                    <a:pt x="461" y="412"/>
                  </a:lnTo>
                  <a:lnTo>
                    <a:pt x="461" y="416"/>
                  </a:lnTo>
                  <a:lnTo>
                    <a:pt x="461" y="416"/>
                  </a:lnTo>
                  <a:lnTo>
                    <a:pt x="461" y="418"/>
                  </a:lnTo>
                  <a:lnTo>
                    <a:pt x="460" y="418"/>
                  </a:lnTo>
                  <a:lnTo>
                    <a:pt x="460" y="418"/>
                  </a:lnTo>
                  <a:lnTo>
                    <a:pt x="460" y="418"/>
                  </a:lnTo>
                  <a:lnTo>
                    <a:pt x="458" y="416"/>
                  </a:lnTo>
                  <a:lnTo>
                    <a:pt x="456" y="414"/>
                  </a:lnTo>
                  <a:lnTo>
                    <a:pt x="456" y="412"/>
                  </a:lnTo>
                  <a:lnTo>
                    <a:pt x="454" y="414"/>
                  </a:lnTo>
                  <a:lnTo>
                    <a:pt x="454" y="414"/>
                  </a:lnTo>
                  <a:lnTo>
                    <a:pt x="452" y="412"/>
                  </a:lnTo>
                  <a:lnTo>
                    <a:pt x="451" y="410"/>
                  </a:lnTo>
                  <a:lnTo>
                    <a:pt x="451" y="410"/>
                  </a:lnTo>
                  <a:lnTo>
                    <a:pt x="450" y="410"/>
                  </a:lnTo>
                  <a:lnTo>
                    <a:pt x="448" y="408"/>
                  </a:lnTo>
                  <a:lnTo>
                    <a:pt x="446" y="408"/>
                  </a:lnTo>
                  <a:lnTo>
                    <a:pt x="446" y="407"/>
                  </a:lnTo>
                  <a:lnTo>
                    <a:pt x="448" y="407"/>
                  </a:lnTo>
                  <a:lnTo>
                    <a:pt x="448" y="405"/>
                  </a:lnTo>
                  <a:lnTo>
                    <a:pt x="448" y="405"/>
                  </a:lnTo>
                  <a:lnTo>
                    <a:pt x="448" y="404"/>
                  </a:lnTo>
                  <a:lnTo>
                    <a:pt x="446" y="404"/>
                  </a:lnTo>
                  <a:lnTo>
                    <a:pt x="444" y="404"/>
                  </a:lnTo>
                  <a:lnTo>
                    <a:pt x="444" y="404"/>
                  </a:lnTo>
                  <a:lnTo>
                    <a:pt x="444" y="405"/>
                  </a:lnTo>
                  <a:lnTo>
                    <a:pt x="441" y="407"/>
                  </a:lnTo>
                  <a:lnTo>
                    <a:pt x="439" y="407"/>
                  </a:lnTo>
                  <a:lnTo>
                    <a:pt x="437" y="405"/>
                  </a:lnTo>
                  <a:lnTo>
                    <a:pt x="437" y="405"/>
                  </a:lnTo>
                  <a:lnTo>
                    <a:pt x="439" y="405"/>
                  </a:lnTo>
                  <a:lnTo>
                    <a:pt x="441" y="404"/>
                  </a:lnTo>
                  <a:lnTo>
                    <a:pt x="442" y="404"/>
                  </a:lnTo>
                  <a:lnTo>
                    <a:pt x="442" y="402"/>
                  </a:lnTo>
                  <a:lnTo>
                    <a:pt x="442" y="400"/>
                  </a:lnTo>
                  <a:lnTo>
                    <a:pt x="441" y="399"/>
                  </a:lnTo>
                  <a:lnTo>
                    <a:pt x="439" y="399"/>
                  </a:lnTo>
                  <a:lnTo>
                    <a:pt x="433" y="400"/>
                  </a:lnTo>
                  <a:lnTo>
                    <a:pt x="433" y="402"/>
                  </a:lnTo>
                  <a:lnTo>
                    <a:pt x="431" y="402"/>
                  </a:lnTo>
                  <a:lnTo>
                    <a:pt x="433" y="402"/>
                  </a:lnTo>
                  <a:lnTo>
                    <a:pt x="435" y="402"/>
                  </a:lnTo>
                  <a:lnTo>
                    <a:pt x="435" y="404"/>
                  </a:lnTo>
                  <a:lnTo>
                    <a:pt x="435" y="404"/>
                  </a:lnTo>
                  <a:lnTo>
                    <a:pt x="433" y="405"/>
                  </a:lnTo>
                  <a:lnTo>
                    <a:pt x="431" y="405"/>
                  </a:lnTo>
                  <a:lnTo>
                    <a:pt x="428" y="407"/>
                  </a:lnTo>
                  <a:lnTo>
                    <a:pt x="425" y="410"/>
                  </a:lnTo>
                  <a:lnTo>
                    <a:pt x="423" y="412"/>
                  </a:lnTo>
                  <a:lnTo>
                    <a:pt x="422" y="412"/>
                  </a:lnTo>
                  <a:lnTo>
                    <a:pt x="418" y="412"/>
                  </a:lnTo>
                  <a:lnTo>
                    <a:pt x="416" y="412"/>
                  </a:lnTo>
                  <a:lnTo>
                    <a:pt x="414" y="410"/>
                  </a:lnTo>
                  <a:lnTo>
                    <a:pt x="411" y="408"/>
                  </a:lnTo>
                  <a:lnTo>
                    <a:pt x="407" y="407"/>
                  </a:lnTo>
                  <a:lnTo>
                    <a:pt x="405" y="405"/>
                  </a:lnTo>
                  <a:lnTo>
                    <a:pt x="404" y="405"/>
                  </a:lnTo>
                  <a:lnTo>
                    <a:pt x="403" y="405"/>
                  </a:lnTo>
                  <a:lnTo>
                    <a:pt x="399" y="404"/>
                  </a:lnTo>
                  <a:lnTo>
                    <a:pt x="395" y="404"/>
                  </a:lnTo>
                  <a:lnTo>
                    <a:pt x="393" y="405"/>
                  </a:lnTo>
                  <a:lnTo>
                    <a:pt x="392" y="405"/>
                  </a:lnTo>
                  <a:lnTo>
                    <a:pt x="392" y="405"/>
                  </a:lnTo>
                  <a:lnTo>
                    <a:pt x="388" y="402"/>
                  </a:lnTo>
                  <a:lnTo>
                    <a:pt x="386" y="400"/>
                  </a:lnTo>
                  <a:lnTo>
                    <a:pt x="380" y="400"/>
                  </a:lnTo>
                  <a:lnTo>
                    <a:pt x="378" y="399"/>
                  </a:lnTo>
                  <a:lnTo>
                    <a:pt x="374" y="395"/>
                  </a:lnTo>
                  <a:lnTo>
                    <a:pt x="371" y="389"/>
                  </a:lnTo>
                  <a:lnTo>
                    <a:pt x="369" y="388"/>
                  </a:lnTo>
                  <a:lnTo>
                    <a:pt x="367" y="386"/>
                  </a:lnTo>
                  <a:lnTo>
                    <a:pt x="367" y="384"/>
                  </a:lnTo>
                  <a:lnTo>
                    <a:pt x="369" y="382"/>
                  </a:lnTo>
                  <a:lnTo>
                    <a:pt x="369" y="380"/>
                  </a:lnTo>
                  <a:lnTo>
                    <a:pt x="369" y="380"/>
                  </a:lnTo>
                  <a:lnTo>
                    <a:pt x="367" y="374"/>
                  </a:lnTo>
                  <a:lnTo>
                    <a:pt x="365" y="370"/>
                  </a:lnTo>
                  <a:lnTo>
                    <a:pt x="364" y="369"/>
                  </a:lnTo>
                  <a:lnTo>
                    <a:pt x="362" y="365"/>
                  </a:lnTo>
                  <a:lnTo>
                    <a:pt x="358" y="363"/>
                  </a:lnTo>
                  <a:lnTo>
                    <a:pt x="356" y="361"/>
                  </a:lnTo>
                  <a:lnTo>
                    <a:pt x="356" y="361"/>
                  </a:lnTo>
                  <a:lnTo>
                    <a:pt x="358" y="361"/>
                  </a:lnTo>
                  <a:lnTo>
                    <a:pt x="358" y="361"/>
                  </a:lnTo>
                  <a:lnTo>
                    <a:pt x="360" y="360"/>
                  </a:lnTo>
                  <a:lnTo>
                    <a:pt x="360" y="361"/>
                  </a:lnTo>
                  <a:lnTo>
                    <a:pt x="362" y="361"/>
                  </a:lnTo>
                  <a:lnTo>
                    <a:pt x="362" y="360"/>
                  </a:lnTo>
                  <a:lnTo>
                    <a:pt x="362" y="360"/>
                  </a:lnTo>
                  <a:lnTo>
                    <a:pt x="362" y="358"/>
                  </a:lnTo>
                  <a:lnTo>
                    <a:pt x="362" y="358"/>
                  </a:lnTo>
                  <a:lnTo>
                    <a:pt x="360" y="358"/>
                  </a:lnTo>
                  <a:lnTo>
                    <a:pt x="358" y="358"/>
                  </a:lnTo>
                  <a:lnTo>
                    <a:pt x="358" y="360"/>
                  </a:lnTo>
                  <a:lnTo>
                    <a:pt x="356" y="360"/>
                  </a:lnTo>
                  <a:lnTo>
                    <a:pt x="356" y="361"/>
                  </a:lnTo>
                  <a:lnTo>
                    <a:pt x="355" y="361"/>
                  </a:lnTo>
                  <a:lnTo>
                    <a:pt x="354" y="361"/>
                  </a:lnTo>
                  <a:lnTo>
                    <a:pt x="352" y="363"/>
                  </a:lnTo>
                  <a:lnTo>
                    <a:pt x="350" y="363"/>
                  </a:lnTo>
                  <a:lnTo>
                    <a:pt x="346" y="361"/>
                  </a:lnTo>
                  <a:lnTo>
                    <a:pt x="348" y="360"/>
                  </a:lnTo>
                  <a:lnTo>
                    <a:pt x="348" y="358"/>
                  </a:lnTo>
                  <a:lnTo>
                    <a:pt x="350" y="358"/>
                  </a:lnTo>
                  <a:lnTo>
                    <a:pt x="352" y="353"/>
                  </a:lnTo>
                  <a:lnTo>
                    <a:pt x="352" y="350"/>
                  </a:lnTo>
                  <a:lnTo>
                    <a:pt x="350" y="348"/>
                  </a:lnTo>
                  <a:lnTo>
                    <a:pt x="348" y="344"/>
                  </a:lnTo>
                  <a:lnTo>
                    <a:pt x="346" y="342"/>
                  </a:lnTo>
                  <a:lnTo>
                    <a:pt x="345" y="339"/>
                  </a:lnTo>
                  <a:lnTo>
                    <a:pt x="345" y="341"/>
                  </a:lnTo>
                  <a:lnTo>
                    <a:pt x="345" y="342"/>
                  </a:lnTo>
                  <a:lnTo>
                    <a:pt x="343" y="344"/>
                  </a:lnTo>
                  <a:lnTo>
                    <a:pt x="343" y="348"/>
                  </a:lnTo>
                  <a:lnTo>
                    <a:pt x="339" y="355"/>
                  </a:lnTo>
                  <a:lnTo>
                    <a:pt x="337" y="355"/>
                  </a:lnTo>
                  <a:lnTo>
                    <a:pt x="335" y="355"/>
                  </a:lnTo>
                  <a:lnTo>
                    <a:pt x="334" y="355"/>
                  </a:lnTo>
                  <a:lnTo>
                    <a:pt x="332" y="356"/>
                  </a:lnTo>
                  <a:lnTo>
                    <a:pt x="331" y="356"/>
                  </a:lnTo>
                  <a:lnTo>
                    <a:pt x="329" y="356"/>
                  </a:lnTo>
                  <a:lnTo>
                    <a:pt x="329" y="356"/>
                  </a:lnTo>
                  <a:lnTo>
                    <a:pt x="331" y="351"/>
                  </a:lnTo>
                  <a:lnTo>
                    <a:pt x="332" y="351"/>
                  </a:lnTo>
                  <a:lnTo>
                    <a:pt x="334" y="351"/>
                  </a:lnTo>
                  <a:lnTo>
                    <a:pt x="334" y="351"/>
                  </a:lnTo>
                  <a:lnTo>
                    <a:pt x="335" y="351"/>
                  </a:lnTo>
                  <a:lnTo>
                    <a:pt x="335" y="350"/>
                  </a:lnTo>
                  <a:lnTo>
                    <a:pt x="337" y="346"/>
                  </a:lnTo>
                  <a:lnTo>
                    <a:pt x="335" y="344"/>
                  </a:lnTo>
                  <a:lnTo>
                    <a:pt x="335" y="342"/>
                  </a:lnTo>
                  <a:lnTo>
                    <a:pt x="337" y="341"/>
                  </a:lnTo>
                  <a:lnTo>
                    <a:pt x="337" y="339"/>
                  </a:lnTo>
                  <a:lnTo>
                    <a:pt x="339" y="335"/>
                  </a:lnTo>
                  <a:lnTo>
                    <a:pt x="341" y="332"/>
                  </a:lnTo>
                  <a:lnTo>
                    <a:pt x="343" y="331"/>
                  </a:lnTo>
                  <a:lnTo>
                    <a:pt x="343" y="329"/>
                  </a:lnTo>
                  <a:lnTo>
                    <a:pt x="343" y="327"/>
                  </a:lnTo>
                  <a:lnTo>
                    <a:pt x="343" y="325"/>
                  </a:lnTo>
                  <a:lnTo>
                    <a:pt x="343" y="325"/>
                  </a:lnTo>
                  <a:lnTo>
                    <a:pt x="345" y="323"/>
                  </a:lnTo>
                  <a:lnTo>
                    <a:pt x="343" y="318"/>
                  </a:lnTo>
                  <a:lnTo>
                    <a:pt x="343" y="316"/>
                  </a:lnTo>
                  <a:lnTo>
                    <a:pt x="341" y="314"/>
                  </a:lnTo>
                  <a:lnTo>
                    <a:pt x="341" y="318"/>
                  </a:lnTo>
                  <a:lnTo>
                    <a:pt x="341" y="320"/>
                  </a:lnTo>
                  <a:lnTo>
                    <a:pt x="339" y="322"/>
                  </a:lnTo>
                  <a:lnTo>
                    <a:pt x="337" y="323"/>
                  </a:lnTo>
                  <a:lnTo>
                    <a:pt x="335" y="325"/>
                  </a:lnTo>
                  <a:lnTo>
                    <a:pt x="335" y="329"/>
                  </a:lnTo>
                  <a:lnTo>
                    <a:pt x="334" y="332"/>
                  </a:lnTo>
                  <a:lnTo>
                    <a:pt x="332" y="332"/>
                  </a:lnTo>
                  <a:lnTo>
                    <a:pt x="331" y="332"/>
                  </a:lnTo>
                  <a:lnTo>
                    <a:pt x="329" y="333"/>
                  </a:lnTo>
                  <a:lnTo>
                    <a:pt x="327" y="333"/>
                  </a:lnTo>
                  <a:lnTo>
                    <a:pt x="326" y="335"/>
                  </a:lnTo>
                  <a:lnTo>
                    <a:pt x="324" y="337"/>
                  </a:lnTo>
                  <a:lnTo>
                    <a:pt x="322" y="337"/>
                  </a:lnTo>
                  <a:lnTo>
                    <a:pt x="318" y="344"/>
                  </a:lnTo>
                  <a:lnTo>
                    <a:pt x="316" y="346"/>
                  </a:lnTo>
                  <a:lnTo>
                    <a:pt x="315" y="346"/>
                  </a:lnTo>
                  <a:lnTo>
                    <a:pt x="315" y="348"/>
                  </a:lnTo>
                  <a:lnTo>
                    <a:pt x="315" y="348"/>
                  </a:lnTo>
                  <a:lnTo>
                    <a:pt x="315" y="350"/>
                  </a:lnTo>
                  <a:lnTo>
                    <a:pt x="316" y="351"/>
                  </a:lnTo>
                  <a:lnTo>
                    <a:pt x="316" y="353"/>
                  </a:lnTo>
                  <a:lnTo>
                    <a:pt x="315" y="351"/>
                  </a:lnTo>
                  <a:lnTo>
                    <a:pt x="313" y="351"/>
                  </a:lnTo>
                  <a:lnTo>
                    <a:pt x="313" y="351"/>
                  </a:lnTo>
                  <a:lnTo>
                    <a:pt x="311" y="351"/>
                  </a:lnTo>
                  <a:lnTo>
                    <a:pt x="309" y="350"/>
                  </a:lnTo>
                  <a:lnTo>
                    <a:pt x="307" y="348"/>
                  </a:lnTo>
                  <a:lnTo>
                    <a:pt x="307" y="348"/>
                  </a:lnTo>
                  <a:lnTo>
                    <a:pt x="307" y="346"/>
                  </a:lnTo>
                  <a:lnTo>
                    <a:pt x="305" y="346"/>
                  </a:lnTo>
                  <a:lnTo>
                    <a:pt x="305" y="346"/>
                  </a:lnTo>
                  <a:lnTo>
                    <a:pt x="305" y="346"/>
                  </a:lnTo>
                  <a:lnTo>
                    <a:pt x="305" y="344"/>
                  </a:lnTo>
                  <a:lnTo>
                    <a:pt x="307" y="344"/>
                  </a:lnTo>
                  <a:lnTo>
                    <a:pt x="307" y="346"/>
                  </a:lnTo>
                  <a:lnTo>
                    <a:pt x="307" y="346"/>
                  </a:lnTo>
                  <a:lnTo>
                    <a:pt x="307" y="346"/>
                  </a:lnTo>
                  <a:lnTo>
                    <a:pt x="307" y="346"/>
                  </a:lnTo>
                  <a:lnTo>
                    <a:pt x="307" y="342"/>
                  </a:lnTo>
                  <a:lnTo>
                    <a:pt x="307" y="341"/>
                  </a:lnTo>
                  <a:lnTo>
                    <a:pt x="307" y="339"/>
                  </a:lnTo>
                  <a:lnTo>
                    <a:pt x="307" y="337"/>
                  </a:lnTo>
                  <a:lnTo>
                    <a:pt x="305" y="335"/>
                  </a:lnTo>
                  <a:lnTo>
                    <a:pt x="303" y="333"/>
                  </a:lnTo>
                  <a:lnTo>
                    <a:pt x="301" y="332"/>
                  </a:lnTo>
                  <a:lnTo>
                    <a:pt x="301" y="329"/>
                  </a:lnTo>
                  <a:lnTo>
                    <a:pt x="299" y="327"/>
                  </a:lnTo>
                  <a:lnTo>
                    <a:pt x="299" y="325"/>
                  </a:lnTo>
                  <a:lnTo>
                    <a:pt x="297" y="325"/>
                  </a:lnTo>
                  <a:lnTo>
                    <a:pt x="292" y="325"/>
                  </a:lnTo>
                  <a:lnTo>
                    <a:pt x="290" y="322"/>
                  </a:lnTo>
                  <a:lnTo>
                    <a:pt x="290" y="318"/>
                  </a:lnTo>
                  <a:lnTo>
                    <a:pt x="290" y="318"/>
                  </a:lnTo>
                  <a:lnTo>
                    <a:pt x="292" y="318"/>
                  </a:lnTo>
                  <a:lnTo>
                    <a:pt x="292" y="316"/>
                  </a:lnTo>
                  <a:lnTo>
                    <a:pt x="292" y="314"/>
                  </a:lnTo>
                  <a:lnTo>
                    <a:pt x="287" y="312"/>
                  </a:lnTo>
                  <a:lnTo>
                    <a:pt x="285" y="311"/>
                  </a:lnTo>
                  <a:lnTo>
                    <a:pt x="283" y="309"/>
                  </a:lnTo>
                  <a:lnTo>
                    <a:pt x="282" y="309"/>
                  </a:lnTo>
                  <a:lnTo>
                    <a:pt x="280" y="309"/>
                  </a:lnTo>
                  <a:lnTo>
                    <a:pt x="278" y="309"/>
                  </a:lnTo>
                  <a:lnTo>
                    <a:pt x="271" y="306"/>
                  </a:lnTo>
                  <a:lnTo>
                    <a:pt x="269" y="306"/>
                  </a:lnTo>
                  <a:lnTo>
                    <a:pt x="266" y="308"/>
                  </a:lnTo>
                  <a:lnTo>
                    <a:pt x="264" y="306"/>
                  </a:lnTo>
                  <a:lnTo>
                    <a:pt x="258" y="303"/>
                  </a:lnTo>
                  <a:lnTo>
                    <a:pt x="252" y="301"/>
                  </a:lnTo>
                  <a:lnTo>
                    <a:pt x="250" y="299"/>
                  </a:lnTo>
                  <a:lnTo>
                    <a:pt x="249" y="299"/>
                  </a:lnTo>
                  <a:lnTo>
                    <a:pt x="247" y="299"/>
                  </a:lnTo>
                  <a:lnTo>
                    <a:pt x="247" y="301"/>
                  </a:lnTo>
                  <a:lnTo>
                    <a:pt x="243" y="301"/>
                  </a:lnTo>
                  <a:lnTo>
                    <a:pt x="235" y="301"/>
                  </a:lnTo>
                  <a:lnTo>
                    <a:pt x="228" y="301"/>
                  </a:lnTo>
                  <a:lnTo>
                    <a:pt x="222" y="301"/>
                  </a:lnTo>
                  <a:lnTo>
                    <a:pt x="219" y="303"/>
                  </a:lnTo>
                  <a:lnTo>
                    <a:pt x="213" y="304"/>
                  </a:lnTo>
                  <a:lnTo>
                    <a:pt x="207" y="308"/>
                  </a:lnTo>
                  <a:lnTo>
                    <a:pt x="201" y="309"/>
                  </a:lnTo>
                  <a:lnTo>
                    <a:pt x="196" y="311"/>
                  </a:lnTo>
                  <a:lnTo>
                    <a:pt x="192" y="311"/>
                  </a:lnTo>
                  <a:lnTo>
                    <a:pt x="189" y="311"/>
                  </a:lnTo>
                  <a:lnTo>
                    <a:pt x="181" y="311"/>
                  </a:lnTo>
                  <a:lnTo>
                    <a:pt x="177" y="311"/>
                  </a:lnTo>
                  <a:lnTo>
                    <a:pt x="172" y="314"/>
                  </a:lnTo>
                  <a:lnTo>
                    <a:pt x="170" y="314"/>
                  </a:lnTo>
                  <a:lnTo>
                    <a:pt x="168" y="316"/>
                  </a:lnTo>
                  <a:lnTo>
                    <a:pt x="162" y="320"/>
                  </a:lnTo>
                  <a:lnTo>
                    <a:pt x="158" y="322"/>
                  </a:lnTo>
                  <a:lnTo>
                    <a:pt x="156" y="322"/>
                  </a:lnTo>
                  <a:lnTo>
                    <a:pt x="154" y="322"/>
                  </a:lnTo>
                  <a:lnTo>
                    <a:pt x="153" y="323"/>
                  </a:lnTo>
                  <a:lnTo>
                    <a:pt x="149" y="329"/>
                  </a:lnTo>
                  <a:lnTo>
                    <a:pt x="149" y="331"/>
                  </a:lnTo>
                  <a:lnTo>
                    <a:pt x="145" y="335"/>
                  </a:lnTo>
                  <a:lnTo>
                    <a:pt x="143" y="335"/>
                  </a:lnTo>
                  <a:lnTo>
                    <a:pt x="142" y="335"/>
                  </a:lnTo>
                  <a:lnTo>
                    <a:pt x="139" y="337"/>
                  </a:lnTo>
                  <a:lnTo>
                    <a:pt x="137" y="335"/>
                  </a:lnTo>
                  <a:lnTo>
                    <a:pt x="135" y="335"/>
                  </a:lnTo>
                  <a:lnTo>
                    <a:pt x="134" y="335"/>
                  </a:lnTo>
                  <a:lnTo>
                    <a:pt x="124" y="337"/>
                  </a:lnTo>
                  <a:lnTo>
                    <a:pt x="123" y="335"/>
                  </a:lnTo>
                  <a:lnTo>
                    <a:pt x="121" y="335"/>
                  </a:lnTo>
                  <a:lnTo>
                    <a:pt x="119" y="335"/>
                  </a:lnTo>
                  <a:lnTo>
                    <a:pt x="114" y="333"/>
                  </a:lnTo>
                  <a:lnTo>
                    <a:pt x="107" y="335"/>
                  </a:lnTo>
                  <a:lnTo>
                    <a:pt x="102" y="335"/>
                  </a:lnTo>
                  <a:lnTo>
                    <a:pt x="100" y="337"/>
                  </a:lnTo>
                  <a:lnTo>
                    <a:pt x="98" y="335"/>
                  </a:lnTo>
                  <a:lnTo>
                    <a:pt x="93" y="337"/>
                  </a:lnTo>
                  <a:lnTo>
                    <a:pt x="91" y="337"/>
                  </a:lnTo>
                  <a:lnTo>
                    <a:pt x="90" y="339"/>
                  </a:lnTo>
                  <a:lnTo>
                    <a:pt x="88" y="342"/>
                  </a:lnTo>
                  <a:lnTo>
                    <a:pt x="85" y="344"/>
                  </a:lnTo>
                  <a:lnTo>
                    <a:pt x="83" y="344"/>
                  </a:lnTo>
                  <a:lnTo>
                    <a:pt x="79" y="344"/>
                  </a:lnTo>
                  <a:lnTo>
                    <a:pt x="74" y="348"/>
                  </a:lnTo>
                  <a:lnTo>
                    <a:pt x="68" y="353"/>
                  </a:lnTo>
                  <a:lnTo>
                    <a:pt x="66" y="353"/>
                  </a:lnTo>
                  <a:lnTo>
                    <a:pt x="66" y="353"/>
                  </a:lnTo>
                  <a:lnTo>
                    <a:pt x="64" y="353"/>
                  </a:lnTo>
                  <a:lnTo>
                    <a:pt x="62" y="355"/>
                  </a:lnTo>
                  <a:lnTo>
                    <a:pt x="55" y="353"/>
                  </a:lnTo>
                  <a:lnTo>
                    <a:pt x="51" y="353"/>
                  </a:lnTo>
                  <a:lnTo>
                    <a:pt x="46" y="353"/>
                  </a:lnTo>
                  <a:lnTo>
                    <a:pt x="42" y="351"/>
                  </a:lnTo>
                  <a:lnTo>
                    <a:pt x="39" y="350"/>
                  </a:lnTo>
                  <a:lnTo>
                    <a:pt x="36" y="346"/>
                  </a:lnTo>
                  <a:lnTo>
                    <a:pt x="34" y="344"/>
                  </a:lnTo>
                  <a:lnTo>
                    <a:pt x="30" y="342"/>
                  </a:lnTo>
                  <a:lnTo>
                    <a:pt x="28" y="342"/>
                  </a:lnTo>
                  <a:lnTo>
                    <a:pt x="27" y="342"/>
                  </a:lnTo>
                  <a:lnTo>
                    <a:pt x="27" y="341"/>
                  </a:lnTo>
                  <a:lnTo>
                    <a:pt x="27" y="339"/>
                  </a:lnTo>
                  <a:lnTo>
                    <a:pt x="25" y="337"/>
                  </a:lnTo>
                  <a:lnTo>
                    <a:pt x="25" y="333"/>
                  </a:lnTo>
                  <a:lnTo>
                    <a:pt x="25" y="331"/>
                  </a:lnTo>
                  <a:lnTo>
                    <a:pt x="27" y="331"/>
                  </a:lnTo>
                  <a:lnTo>
                    <a:pt x="28" y="332"/>
                  </a:lnTo>
                  <a:lnTo>
                    <a:pt x="30" y="332"/>
                  </a:lnTo>
                  <a:lnTo>
                    <a:pt x="34" y="331"/>
                  </a:lnTo>
                  <a:lnTo>
                    <a:pt x="34" y="327"/>
                  </a:lnTo>
                  <a:lnTo>
                    <a:pt x="36" y="325"/>
                  </a:lnTo>
                  <a:lnTo>
                    <a:pt x="36" y="322"/>
                  </a:lnTo>
                  <a:lnTo>
                    <a:pt x="34" y="316"/>
                  </a:lnTo>
                  <a:lnTo>
                    <a:pt x="36" y="316"/>
                  </a:lnTo>
                  <a:lnTo>
                    <a:pt x="36" y="314"/>
                  </a:lnTo>
                  <a:lnTo>
                    <a:pt x="36" y="312"/>
                  </a:lnTo>
                  <a:lnTo>
                    <a:pt x="36" y="304"/>
                  </a:lnTo>
                  <a:lnTo>
                    <a:pt x="36" y="303"/>
                  </a:lnTo>
                  <a:lnTo>
                    <a:pt x="32" y="295"/>
                  </a:lnTo>
                  <a:lnTo>
                    <a:pt x="30" y="290"/>
                  </a:lnTo>
                  <a:lnTo>
                    <a:pt x="28" y="288"/>
                  </a:lnTo>
                  <a:lnTo>
                    <a:pt x="27" y="284"/>
                  </a:lnTo>
                  <a:lnTo>
                    <a:pt x="25" y="280"/>
                  </a:lnTo>
                  <a:lnTo>
                    <a:pt x="25" y="278"/>
                  </a:lnTo>
                  <a:lnTo>
                    <a:pt x="25" y="273"/>
                  </a:lnTo>
                  <a:lnTo>
                    <a:pt x="25" y="269"/>
                  </a:lnTo>
                  <a:lnTo>
                    <a:pt x="25" y="267"/>
                  </a:lnTo>
                  <a:lnTo>
                    <a:pt x="23" y="264"/>
                  </a:lnTo>
                  <a:lnTo>
                    <a:pt x="21" y="259"/>
                  </a:lnTo>
                  <a:lnTo>
                    <a:pt x="19" y="259"/>
                  </a:lnTo>
                  <a:lnTo>
                    <a:pt x="19" y="257"/>
                  </a:lnTo>
                  <a:lnTo>
                    <a:pt x="19" y="255"/>
                  </a:lnTo>
                  <a:lnTo>
                    <a:pt x="17" y="252"/>
                  </a:lnTo>
                  <a:lnTo>
                    <a:pt x="15" y="248"/>
                  </a:lnTo>
                  <a:lnTo>
                    <a:pt x="15" y="246"/>
                  </a:lnTo>
                  <a:lnTo>
                    <a:pt x="13" y="239"/>
                  </a:lnTo>
                  <a:lnTo>
                    <a:pt x="13" y="237"/>
                  </a:lnTo>
                  <a:lnTo>
                    <a:pt x="8" y="229"/>
                  </a:lnTo>
                  <a:lnTo>
                    <a:pt x="2" y="224"/>
                  </a:lnTo>
                  <a:lnTo>
                    <a:pt x="0" y="220"/>
                  </a:lnTo>
                  <a:lnTo>
                    <a:pt x="0" y="220"/>
                  </a:lnTo>
                  <a:lnTo>
                    <a:pt x="0" y="220"/>
                  </a:lnTo>
                  <a:lnTo>
                    <a:pt x="2" y="220"/>
                  </a:lnTo>
                  <a:lnTo>
                    <a:pt x="2" y="220"/>
                  </a:lnTo>
                  <a:lnTo>
                    <a:pt x="2" y="220"/>
                  </a:lnTo>
                  <a:lnTo>
                    <a:pt x="2" y="220"/>
                  </a:lnTo>
                  <a:lnTo>
                    <a:pt x="2" y="218"/>
                  </a:lnTo>
                  <a:lnTo>
                    <a:pt x="2" y="218"/>
                  </a:lnTo>
                  <a:lnTo>
                    <a:pt x="4" y="218"/>
                  </a:lnTo>
                  <a:lnTo>
                    <a:pt x="4" y="220"/>
                  </a:lnTo>
                  <a:lnTo>
                    <a:pt x="6" y="224"/>
                  </a:lnTo>
                  <a:lnTo>
                    <a:pt x="6" y="226"/>
                  </a:lnTo>
                  <a:lnTo>
                    <a:pt x="8" y="226"/>
                  </a:lnTo>
                  <a:lnTo>
                    <a:pt x="9" y="226"/>
                  </a:lnTo>
                  <a:lnTo>
                    <a:pt x="9" y="224"/>
                  </a:lnTo>
                  <a:lnTo>
                    <a:pt x="9" y="222"/>
                  </a:lnTo>
                  <a:lnTo>
                    <a:pt x="9" y="220"/>
                  </a:lnTo>
                  <a:lnTo>
                    <a:pt x="8" y="220"/>
                  </a:lnTo>
                  <a:lnTo>
                    <a:pt x="6" y="218"/>
                  </a:lnTo>
                  <a:lnTo>
                    <a:pt x="6" y="215"/>
                  </a:lnTo>
                  <a:lnTo>
                    <a:pt x="4" y="213"/>
                  </a:lnTo>
                  <a:lnTo>
                    <a:pt x="4" y="212"/>
                  </a:lnTo>
                  <a:lnTo>
                    <a:pt x="4" y="212"/>
                  </a:lnTo>
                  <a:lnTo>
                    <a:pt x="6" y="212"/>
                  </a:lnTo>
                  <a:lnTo>
                    <a:pt x="8" y="213"/>
                  </a:lnTo>
                  <a:lnTo>
                    <a:pt x="8" y="215"/>
                  </a:lnTo>
                  <a:lnTo>
                    <a:pt x="8" y="216"/>
                  </a:lnTo>
                  <a:lnTo>
                    <a:pt x="8" y="218"/>
                  </a:lnTo>
                  <a:lnTo>
                    <a:pt x="8" y="218"/>
                  </a:lnTo>
                  <a:lnTo>
                    <a:pt x="8" y="218"/>
                  </a:lnTo>
                  <a:lnTo>
                    <a:pt x="9" y="220"/>
                  </a:lnTo>
                  <a:lnTo>
                    <a:pt x="9" y="218"/>
                  </a:lnTo>
                  <a:lnTo>
                    <a:pt x="9" y="216"/>
                  </a:lnTo>
                  <a:lnTo>
                    <a:pt x="11" y="216"/>
                  </a:lnTo>
                  <a:lnTo>
                    <a:pt x="11" y="220"/>
                  </a:lnTo>
                  <a:lnTo>
                    <a:pt x="11" y="222"/>
                  </a:lnTo>
                  <a:lnTo>
                    <a:pt x="13" y="224"/>
                  </a:lnTo>
                  <a:lnTo>
                    <a:pt x="15" y="222"/>
                  </a:lnTo>
                  <a:lnTo>
                    <a:pt x="15" y="222"/>
                  </a:lnTo>
                  <a:lnTo>
                    <a:pt x="15" y="218"/>
                  </a:lnTo>
                  <a:lnTo>
                    <a:pt x="15" y="216"/>
                  </a:lnTo>
                  <a:lnTo>
                    <a:pt x="15" y="215"/>
                  </a:lnTo>
                  <a:lnTo>
                    <a:pt x="11" y="210"/>
                  </a:lnTo>
                  <a:lnTo>
                    <a:pt x="9" y="205"/>
                  </a:lnTo>
                  <a:lnTo>
                    <a:pt x="8" y="203"/>
                  </a:lnTo>
                  <a:lnTo>
                    <a:pt x="6" y="197"/>
                  </a:lnTo>
                  <a:lnTo>
                    <a:pt x="6" y="196"/>
                  </a:lnTo>
                  <a:lnTo>
                    <a:pt x="4" y="194"/>
                  </a:lnTo>
                  <a:lnTo>
                    <a:pt x="4" y="192"/>
                  </a:lnTo>
                  <a:lnTo>
                    <a:pt x="4" y="190"/>
                  </a:lnTo>
                  <a:lnTo>
                    <a:pt x="4" y="186"/>
                  </a:lnTo>
                  <a:lnTo>
                    <a:pt x="6" y="184"/>
                  </a:lnTo>
                  <a:lnTo>
                    <a:pt x="9" y="180"/>
                  </a:lnTo>
                  <a:lnTo>
                    <a:pt x="9" y="178"/>
                  </a:lnTo>
                  <a:lnTo>
                    <a:pt x="9" y="177"/>
                  </a:lnTo>
                  <a:lnTo>
                    <a:pt x="9" y="173"/>
                  </a:lnTo>
                  <a:lnTo>
                    <a:pt x="9" y="173"/>
                  </a:lnTo>
                  <a:lnTo>
                    <a:pt x="9" y="171"/>
                  </a:lnTo>
                  <a:lnTo>
                    <a:pt x="8" y="168"/>
                  </a:lnTo>
                  <a:lnTo>
                    <a:pt x="9" y="165"/>
                  </a:lnTo>
                  <a:lnTo>
                    <a:pt x="11" y="158"/>
                  </a:lnTo>
                  <a:lnTo>
                    <a:pt x="13" y="158"/>
                  </a:lnTo>
                  <a:lnTo>
                    <a:pt x="15" y="158"/>
                  </a:lnTo>
                  <a:lnTo>
                    <a:pt x="15" y="158"/>
                  </a:lnTo>
                  <a:lnTo>
                    <a:pt x="13" y="161"/>
                  </a:lnTo>
                  <a:lnTo>
                    <a:pt x="15" y="165"/>
                  </a:lnTo>
                  <a:lnTo>
                    <a:pt x="15" y="166"/>
                  </a:lnTo>
                  <a:lnTo>
                    <a:pt x="15" y="166"/>
                  </a:lnTo>
                  <a:lnTo>
                    <a:pt x="17" y="165"/>
                  </a:lnTo>
                  <a:lnTo>
                    <a:pt x="18" y="165"/>
                  </a:lnTo>
                  <a:lnTo>
                    <a:pt x="18" y="163"/>
                  </a:lnTo>
                  <a:lnTo>
                    <a:pt x="19" y="158"/>
                  </a:lnTo>
                  <a:lnTo>
                    <a:pt x="21" y="158"/>
                  </a:lnTo>
                  <a:lnTo>
                    <a:pt x="23" y="156"/>
                  </a:lnTo>
                  <a:lnTo>
                    <a:pt x="28" y="154"/>
                  </a:lnTo>
                  <a:lnTo>
                    <a:pt x="32" y="152"/>
                  </a:lnTo>
                  <a:lnTo>
                    <a:pt x="34" y="150"/>
                  </a:lnTo>
                  <a:lnTo>
                    <a:pt x="38" y="149"/>
                  </a:lnTo>
                  <a:lnTo>
                    <a:pt x="39" y="147"/>
                  </a:lnTo>
                  <a:lnTo>
                    <a:pt x="39" y="146"/>
                  </a:lnTo>
                  <a:lnTo>
                    <a:pt x="47" y="140"/>
                  </a:lnTo>
                  <a:lnTo>
                    <a:pt x="49" y="140"/>
                  </a:lnTo>
                  <a:lnTo>
                    <a:pt x="51" y="140"/>
                  </a:lnTo>
                  <a:lnTo>
                    <a:pt x="53" y="140"/>
                  </a:lnTo>
                  <a:lnTo>
                    <a:pt x="55" y="140"/>
                  </a:lnTo>
                  <a:lnTo>
                    <a:pt x="58" y="140"/>
                  </a:lnTo>
                  <a:lnTo>
                    <a:pt x="60" y="140"/>
                  </a:lnTo>
                  <a:lnTo>
                    <a:pt x="64" y="140"/>
                  </a:lnTo>
                  <a:lnTo>
                    <a:pt x="66" y="139"/>
                  </a:lnTo>
                  <a:lnTo>
                    <a:pt x="68" y="137"/>
                  </a:lnTo>
                  <a:lnTo>
                    <a:pt x="70" y="137"/>
                  </a:lnTo>
                  <a:lnTo>
                    <a:pt x="74" y="135"/>
                  </a:lnTo>
                  <a:lnTo>
                    <a:pt x="77" y="135"/>
                  </a:lnTo>
                  <a:lnTo>
                    <a:pt x="83" y="131"/>
                  </a:lnTo>
                  <a:lnTo>
                    <a:pt x="86" y="131"/>
                  </a:lnTo>
                  <a:lnTo>
                    <a:pt x="90" y="131"/>
                  </a:lnTo>
                  <a:lnTo>
                    <a:pt x="91" y="130"/>
                  </a:lnTo>
                  <a:lnTo>
                    <a:pt x="98" y="130"/>
                  </a:lnTo>
                  <a:lnTo>
                    <a:pt x="102" y="128"/>
                  </a:lnTo>
                  <a:lnTo>
                    <a:pt x="107" y="126"/>
                  </a:lnTo>
                  <a:lnTo>
                    <a:pt x="109" y="124"/>
                  </a:lnTo>
                  <a:lnTo>
                    <a:pt x="111" y="123"/>
                  </a:lnTo>
                  <a:lnTo>
                    <a:pt x="114" y="120"/>
                  </a:lnTo>
                  <a:lnTo>
                    <a:pt x="115" y="118"/>
                  </a:lnTo>
                  <a:lnTo>
                    <a:pt x="117" y="116"/>
                  </a:lnTo>
                  <a:lnTo>
                    <a:pt x="117" y="114"/>
                  </a:lnTo>
                  <a:lnTo>
                    <a:pt x="119" y="112"/>
                  </a:lnTo>
                  <a:lnTo>
                    <a:pt x="119" y="111"/>
                  </a:lnTo>
                  <a:lnTo>
                    <a:pt x="121" y="109"/>
                  </a:lnTo>
                  <a:lnTo>
                    <a:pt x="123" y="107"/>
                  </a:lnTo>
                  <a:lnTo>
                    <a:pt x="126" y="105"/>
                  </a:lnTo>
                  <a:lnTo>
                    <a:pt x="128" y="103"/>
                  </a:lnTo>
                  <a:lnTo>
                    <a:pt x="128" y="103"/>
                  </a:lnTo>
                  <a:lnTo>
                    <a:pt x="126" y="101"/>
                  </a:lnTo>
                  <a:lnTo>
                    <a:pt x="126" y="101"/>
                  </a:lnTo>
                  <a:lnTo>
                    <a:pt x="124" y="99"/>
                  </a:lnTo>
                  <a:lnTo>
                    <a:pt x="124" y="96"/>
                  </a:lnTo>
                  <a:lnTo>
                    <a:pt x="124" y="94"/>
                  </a:lnTo>
                  <a:lnTo>
                    <a:pt x="124" y="93"/>
                  </a:lnTo>
                  <a:lnTo>
                    <a:pt x="126" y="90"/>
                  </a:lnTo>
                  <a:lnTo>
                    <a:pt x="128" y="90"/>
                  </a:lnTo>
                  <a:lnTo>
                    <a:pt x="128" y="88"/>
                  </a:lnTo>
                  <a:lnTo>
                    <a:pt x="130" y="88"/>
                  </a:lnTo>
                  <a:lnTo>
                    <a:pt x="132" y="86"/>
                  </a:lnTo>
                  <a:lnTo>
                    <a:pt x="134" y="86"/>
                  </a:lnTo>
                  <a:lnTo>
                    <a:pt x="134" y="84"/>
                  </a:lnTo>
                  <a:lnTo>
                    <a:pt x="135" y="82"/>
                  </a:lnTo>
                  <a:lnTo>
                    <a:pt x="135" y="81"/>
                  </a:lnTo>
                  <a:lnTo>
                    <a:pt x="137" y="81"/>
                  </a:lnTo>
                  <a:lnTo>
                    <a:pt x="137" y="84"/>
                  </a:lnTo>
                  <a:lnTo>
                    <a:pt x="139" y="86"/>
                  </a:lnTo>
                  <a:lnTo>
                    <a:pt x="140" y="90"/>
                  </a:lnTo>
                  <a:lnTo>
                    <a:pt x="142" y="93"/>
                  </a:lnTo>
                  <a:lnTo>
                    <a:pt x="143" y="94"/>
                  </a:lnTo>
                  <a:lnTo>
                    <a:pt x="143" y="94"/>
                  </a:lnTo>
                  <a:lnTo>
                    <a:pt x="143" y="94"/>
                  </a:lnTo>
                  <a:lnTo>
                    <a:pt x="143" y="94"/>
                  </a:lnTo>
                  <a:lnTo>
                    <a:pt x="143" y="94"/>
                  </a:lnTo>
                  <a:lnTo>
                    <a:pt x="145" y="92"/>
                  </a:lnTo>
                  <a:lnTo>
                    <a:pt x="143" y="90"/>
                  </a:lnTo>
                  <a:lnTo>
                    <a:pt x="145" y="88"/>
                  </a:lnTo>
                  <a:lnTo>
                    <a:pt x="145" y="88"/>
                  </a:lnTo>
                  <a:lnTo>
                    <a:pt x="145" y="88"/>
                  </a:lnTo>
                  <a:lnTo>
                    <a:pt x="147" y="90"/>
                  </a:lnTo>
                  <a:lnTo>
                    <a:pt x="147" y="90"/>
                  </a:lnTo>
                  <a:lnTo>
                    <a:pt x="147" y="90"/>
                  </a:lnTo>
                  <a:lnTo>
                    <a:pt x="147" y="88"/>
                  </a:lnTo>
                  <a:lnTo>
                    <a:pt x="149" y="88"/>
                  </a:lnTo>
                  <a:lnTo>
                    <a:pt x="149" y="86"/>
                  </a:lnTo>
                  <a:lnTo>
                    <a:pt x="147" y="86"/>
                  </a:lnTo>
                  <a:lnTo>
                    <a:pt x="147" y="86"/>
                  </a:lnTo>
                  <a:lnTo>
                    <a:pt x="145" y="84"/>
                  </a:lnTo>
                  <a:lnTo>
                    <a:pt x="145" y="84"/>
                  </a:lnTo>
                  <a:lnTo>
                    <a:pt x="143" y="82"/>
                  </a:lnTo>
                  <a:lnTo>
                    <a:pt x="143" y="81"/>
                  </a:lnTo>
                  <a:lnTo>
                    <a:pt x="143" y="81"/>
                  </a:lnTo>
                  <a:lnTo>
                    <a:pt x="143" y="81"/>
                  </a:lnTo>
                  <a:lnTo>
                    <a:pt x="145" y="81"/>
                  </a:lnTo>
                  <a:lnTo>
                    <a:pt x="145" y="79"/>
                  </a:lnTo>
                  <a:lnTo>
                    <a:pt x="145" y="77"/>
                  </a:lnTo>
                  <a:lnTo>
                    <a:pt x="145" y="77"/>
                  </a:lnTo>
                  <a:lnTo>
                    <a:pt x="147" y="77"/>
                  </a:lnTo>
                  <a:lnTo>
                    <a:pt x="149" y="79"/>
                  </a:lnTo>
                  <a:lnTo>
                    <a:pt x="149" y="79"/>
                  </a:lnTo>
                  <a:lnTo>
                    <a:pt x="149" y="77"/>
                  </a:lnTo>
                  <a:lnTo>
                    <a:pt x="151" y="77"/>
                  </a:lnTo>
                  <a:lnTo>
                    <a:pt x="153" y="77"/>
                  </a:lnTo>
                  <a:lnTo>
                    <a:pt x="153" y="79"/>
                  </a:lnTo>
                  <a:lnTo>
                    <a:pt x="154" y="79"/>
                  </a:lnTo>
                  <a:lnTo>
                    <a:pt x="156" y="79"/>
                  </a:lnTo>
                  <a:lnTo>
                    <a:pt x="158" y="79"/>
                  </a:lnTo>
                  <a:lnTo>
                    <a:pt x="160" y="79"/>
                  </a:lnTo>
                  <a:lnTo>
                    <a:pt x="162" y="79"/>
                  </a:lnTo>
                  <a:lnTo>
                    <a:pt x="162" y="79"/>
                  </a:lnTo>
                  <a:lnTo>
                    <a:pt x="160" y="79"/>
                  </a:lnTo>
                  <a:lnTo>
                    <a:pt x="158" y="79"/>
                  </a:lnTo>
                  <a:lnTo>
                    <a:pt x="156" y="79"/>
                  </a:lnTo>
                  <a:lnTo>
                    <a:pt x="156" y="79"/>
                  </a:lnTo>
                  <a:lnTo>
                    <a:pt x="156" y="77"/>
                  </a:lnTo>
                  <a:lnTo>
                    <a:pt x="156" y="76"/>
                  </a:lnTo>
                  <a:lnTo>
                    <a:pt x="156" y="76"/>
                  </a:lnTo>
                  <a:lnTo>
                    <a:pt x="158" y="76"/>
                  </a:lnTo>
                  <a:lnTo>
                    <a:pt x="158" y="76"/>
                  </a:lnTo>
                  <a:lnTo>
                    <a:pt x="158" y="74"/>
                  </a:lnTo>
                  <a:lnTo>
                    <a:pt x="160" y="74"/>
                  </a:lnTo>
                  <a:lnTo>
                    <a:pt x="160" y="72"/>
                  </a:lnTo>
                  <a:lnTo>
                    <a:pt x="160" y="72"/>
                  </a:lnTo>
                  <a:lnTo>
                    <a:pt x="160" y="72"/>
                  </a:lnTo>
                  <a:lnTo>
                    <a:pt x="158" y="74"/>
                  </a:lnTo>
                  <a:lnTo>
                    <a:pt x="156" y="72"/>
                  </a:lnTo>
                  <a:lnTo>
                    <a:pt x="156" y="71"/>
                  </a:lnTo>
                  <a:lnTo>
                    <a:pt x="156" y="69"/>
                  </a:lnTo>
                  <a:lnTo>
                    <a:pt x="156" y="66"/>
                  </a:lnTo>
                  <a:lnTo>
                    <a:pt x="158" y="66"/>
                  </a:lnTo>
                  <a:lnTo>
                    <a:pt x="158" y="66"/>
                  </a:lnTo>
                  <a:lnTo>
                    <a:pt x="160" y="65"/>
                  </a:lnTo>
                  <a:lnTo>
                    <a:pt x="160" y="65"/>
                  </a:lnTo>
                  <a:lnTo>
                    <a:pt x="160" y="65"/>
                  </a:lnTo>
                  <a:lnTo>
                    <a:pt x="160" y="63"/>
                  </a:lnTo>
                  <a:lnTo>
                    <a:pt x="162" y="63"/>
                  </a:lnTo>
                  <a:lnTo>
                    <a:pt x="163" y="65"/>
                  </a:lnTo>
                  <a:lnTo>
                    <a:pt x="164" y="66"/>
                  </a:lnTo>
                  <a:lnTo>
                    <a:pt x="164" y="66"/>
                  </a:lnTo>
                  <a:lnTo>
                    <a:pt x="164" y="65"/>
                  </a:lnTo>
                  <a:lnTo>
                    <a:pt x="164" y="65"/>
                  </a:lnTo>
                  <a:lnTo>
                    <a:pt x="164" y="65"/>
                  </a:lnTo>
                  <a:lnTo>
                    <a:pt x="163" y="65"/>
                  </a:lnTo>
                  <a:lnTo>
                    <a:pt x="163" y="63"/>
                  </a:lnTo>
                  <a:lnTo>
                    <a:pt x="163" y="63"/>
                  </a:lnTo>
                  <a:lnTo>
                    <a:pt x="162" y="62"/>
                  </a:lnTo>
                  <a:lnTo>
                    <a:pt x="163" y="62"/>
                  </a:lnTo>
                  <a:lnTo>
                    <a:pt x="164" y="62"/>
                  </a:lnTo>
                  <a:lnTo>
                    <a:pt x="164" y="62"/>
                  </a:lnTo>
                  <a:lnTo>
                    <a:pt x="164" y="60"/>
                  </a:lnTo>
                  <a:lnTo>
                    <a:pt x="164" y="60"/>
                  </a:lnTo>
                  <a:lnTo>
                    <a:pt x="164" y="60"/>
                  </a:lnTo>
                  <a:lnTo>
                    <a:pt x="166" y="60"/>
                  </a:lnTo>
                  <a:lnTo>
                    <a:pt x="168" y="62"/>
                  </a:lnTo>
                  <a:lnTo>
                    <a:pt x="168" y="62"/>
                  </a:lnTo>
                  <a:lnTo>
                    <a:pt x="170" y="62"/>
                  </a:lnTo>
                  <a:lnTo>
                    <a:pt x="170" y="60"/>
                  </a:lnTo>
                  <a:lnTo>
                    <a:pt x="168" y="60"/>
                  </a:lnTo>
                  <a:lnTo>
                    <a:pt x="168" y="58"/>
                  </a:lnTo>
                  <a:lnTo>
                    <a:pt x="166" y="56"/>
                  </a:lnTo>
                  <a:lnTo>
                    <a:pt x="166" y="56"/>
                  </a:lnTo>
                  <a:lnTo>
                    <a:pt x="168" y="54"/>
                  </a:lnTo>
                  <a:lnTo>
                    <a:pt x="168" y="54"/>
                  </a:lnTo>
                  <a:lnTo>
                    <a:pt x="168" y="54"/>
                  </a:lnTo>
                  <a:lnTo>
                    <a:pt x="170" y="54"/>
                  </a:lnTo>
                  <a:lnTo>
                    <a:pt x="172" y="53"/>
                  </a:lnTo>
                  <a:lnTo>
                    <a:pt x="172" y="53"/>
                  </a:lnTo>
                  <a:lnTo>
                    <a:pt x="172" y="52"/>
                  </a:lnTo>
                  <a:lnTo>
                    <a:pt x="172" y="50"/>
                  </a:lnTo>
                  <a:lnTo>
                    <a:pt x="173" y="50"/>
                  </a:lnTo>
                  <a:lnTo>
                    <a:pt x="173" y="50"/>
                  </a:lnTo>
                  <a:lnTo>
                    <a:pt x="173" y="52"/>
                  </a:lnTo>
                  <a:lnTo>
                    <a:pt x="173" y="53"/>
                  </a:lnTo>
                  <a:lnTo>
                    <a:pt x="173" y="53"/>
                  </a:lnTo>
                  <a:lnTo>
                    <a:pt x="173" y="53"/>
                  </a:lnTo>
                  <a:lnTo>
                    <a:pt x="173" y="53"/>
                  </a:lnTo>
                  <a:lnTo>
                    <a:pt x="175" y="53"/>
                  </a:lnTo>
                  <a:lnTo>
                    <a:pt x="175" y="53"/>
                  </a:lnTo>
                  <a:lnTo>
                    <a:pt x="175" y="53"/>
                  </a:lnTo>
                  <a:lnTo>
                    <a:pt x="175" y="54"/>
                  </a:lnTo>
                  <a:lnTo>
                    <a:pt x="177" y="54"/>
                  </a:lnTo>
                  <a:lnTo>
                    <a:pt x="177" y="53"/>
                  </a:lnTo>
                  <a:lnTo>
                    <a:pt x="179" y="53"/>
                  </a:lnTo>
                  <a:lnTo>
                    <a:pt x="179" y="52"/>
                  </a:lnTo>
                  <a:lnTo>
                    <a:pt x="179" y="50"/>
                  </a:lnTo>
                  <a:lnTo>
                    <a:pt x="179" y="50"/>
                  </a:lnTo>
                  <a:lnTo>
                    <a:pt x="179" y="50"/>
                  </a:lnTo>
                  <a:lnTo>
                    <a:pt x="179" y="47"/>
                  </a:lnTo>
                  <a:lnTo>
                    <a:pt x="179" y="47"/>
                  </a:lnTo>
                  <a:lnTo>
                    <a:pt x="179" y="46"/>
                  </a:lnTo>
                  <a:lnTo>
                    <a:pt x="181" y="46"/>
                  </a:lnTo>
                  <a:lnTo>
                    <a:pt x="181" y="46"/>
                  </a:lnTo>
                  <a:lnTo>
                    <a:pt x="181" y="47"/>
                  </a:lnTo>
                  <a:lnTo>
                    <a:pt x="182" y="47"/>
                  </a:lnTo>
                  <a:lnTo>
                    <a:pt x="182" y="47"/>
                  </a:lnTo>
                  <a:lnTo>
                    <a:pt x="182" y="47"/>
                  </a:lnTo>
                  <a:lnTo>
                    <a:pt x="184" y="46"/>
                  </a:lnTo>
                  <a:lnTo>
                    <a:pt x="184" y="47"/>
                  </a:lnTo>
                  <a:lnTo>
                    <a:pt x="186" y="47"/>
                  </a:lnTo>
                  <a:lnTo>
                    <a:pt x="187" y="47"/>
                  </a:lnTo>
                  <a:lnTo>
                    <a:pt x="189" y="46"/>
                  </a:lnTo>
                  <a:lnTo>
                    <a:pt x="189" y="44"/>
                  </a:lnTo>
                  <a:lnTo>
                    <a:pt x="189" y="42"/>
                  </a:lnTo>
                  <a:lnTo>
                    <a:pt x="191" y="42"/>
                  </a:lnTo>
                  <a:lnTo>
                    <a:pt x="192" y="42"/>
                  </a:lnTo>
                  <a:lnTo>
                    <a:pt x="192" y="44"/>
                  </a:lnTo>
                  <a:lnTo>
                    <a:pt x="196" y="46"/>
                  </a:lnTo>
                  <a:lnTo>
                    <a:pt x="198" y="46"/>
                  </a:lnTo>
                  <a:lnTo>
                    <a:pt x="200" y="47"/>
                  </a:lnTo>
                  <a:lnTo>
                    <a:pt x="201" y="50"/>
                  </a:lnTo>
                  <a:lnTo>
                    <a:pt x="203" y="52"/>
                  </a:lnTo>
                  <a:lnTo>
                    <a:pt x="205" y="53"/>
                  </a:lnTo>
                  <a:lnTo>
                    <a:pt x="209" y="56"/>
                  </a:lnTo>
                  <a:lnTo>
                    <a:pt x="209" y="56"/>
                  </a:lnTo>
                  <a:lnTo>
                    <a:pt x="209" y="58"/>
                  </a:lnTo>
                  <a:lnTo>
                    <a:pt x="207" y="60"/>
                  </a:lnTo>
                  <a:lnTo>
                    <a:pt x="207" y="62"/>
                  </a:lnTo>
                  <a:lnTo>
                    <a:pt x="207" y="65"/>
                  </a:lnTo>
                  <a:lnTo>
                    <a:pt x="207" y="65"/>
                  </a:lnTo>
                  <a:lnTo>
                    <a:pt x="209" y="63"/>
                  </a:lnTo>
                  <a:lnTo>
                    <a:pt x="209" y="63"/>
                  </a:lnTo>
                  <a:lnTo>
                    <a:pt x="209" y="65"/>
                  </a:lnTo>
                  <a:lnTo>
                    <a:pt x="209" y="63"/>
                  </a:lnTo>
                  <a:lnTo>
                    <a:pt x="209" y="63"/>
                  </a:lnTo>
                  <a:lnTo>
                    <a:pt x="209" y="62"/>
                  </a:lnTo>
                  <a:lnTo>
                    <a:pt x="209" y="60"/>
                  </a:lnTo>
                  <a:lnTo>
                    <a:pt x="209" y="60"/>
                  </a:lnTo>
                  <a:lnTo>
                    <a:pt x="211" y="60"/>
                  </a:lnTo>
                  <a:lnTo>
                    <a:pt x="211" y="58"/>
                  </a:lnTo>
                  <a:lnTo>
                    <a:pt x="211" y="58"/>
                  </a:lnTo>
                  <a:lnTo>
                    <a:pt x="211" y="58"/>
                  </a:lnTo>
                  <a:lnTo>
                    <a:pt x="211" y="56"/>
                  </a:lnTo>
                  <a:lnTo>
                    <a:pt x="213" y="56"/>
                  </a:lnTo>
                  <a:lnTo>
                    <a:pt x="213" y="56"/>
                  </a:lnTo>
                  <a:lnTo>
                    <a:pt x="220" y="58"/>
                  </a:lnTo>
                  <a:lnTo>
                    <a:pt x="222" y="60"/>
                  </a:lnTo>
                  <a:lnTo>
                    <a:pt x="222" y="62"/>
                  </a:lnTo>
                  <a:lnTo>
                    <a:pt x="222" y="62"/>
                  </a:lnTo>
                  <a:lnTo>
                    <a:pt x="222" y="62"/>
                  </a:lnTo>
                  <a:lnTo>
                    <a:pt x="222" y="58"/>
                  </a:lnTo>
                  <a:lnTo>
                    <a:pt x="222" y="58"/>
                  </a:lnTo>
                  <a:lnTo>
                    <a:pt x="224" y="58"/>
                  </a:lnTo>
                  <a:lnTo>
                    <a:pt x="226" y="60"/>
                  </a:lnTo>
                  <a:lnTo>
                    <a:pt x="228" y="62"/>
                  </a:lnTo>
                  <a:lnTo>
                    <a:pt x="228" y="62"/>
                  </a:lnTo>
                  <a:lnTo>
                    <a:pt x="228" y="62"/>
                  </a:lnTo>
                  <a:lnTo>
                    <a:pt x="230" y="62"/>
                  </a:lnTo>
                  <a:lnTo>
                    <a:pt x="228" y="60"/>
                  </a:lnTo>
                  <a:lnTo>
                    <a:pt x="228" y="60"/>
                  </a:lnTo>
                  <a:lnTo>
                    <a:pt x="228" y="58"/>
                  </a:lnTo>
                  <a:lnTo>
                    <a:pt x="230" y="58"/>
                  </a:lnTo>
                  <a:lnTo>
                    <a:pt x="231" y="58"/>
                  </a:lnTo>
                  <a:lnTo>
                    <a:pt x="231" y="58"/>
                  </a:lnTo>
                  <a:lnTo>
                    <a:pt x="230" y="56"/>
                  </a:lnTo>
                  <a:lnTo>
                    <a:pt x="230" y="56"/>
                  </a:lnTo>
                  <a:lnTo>
                    <a:pt x="228" y="54"/>
                  </a:lnTo>
                  <a:lnTo>
                    <a:pt x="230" y="54"/>
                  </a:lnTo>
                  <a:lnTo>
                    <a:pt x="230" y="54"/>
                  </a:lnTo>
                  <a:lnTo>
                    <a:pt x="228" y="54"/>
                  </a:lnTo>
                  <a:lnTo>
                    <a:pt x="226" y="53"/>
                  </a:lnTo>
                  <a:lnTo>
                    <a:pt x="224" y="52"/>
                  </a:lnTo>
                  <a:lnTo>
                    <a:pt x="226" y="50"/>
                  </a:lnTo>
                  <a:lnTo>
                    <a:pt x="228" y="46"/>
                  </a:lnTo>
                  <a:lnTo>
                    <a:pt x="230" y="46"/>
                  </a:lnTo>
                  <a:lnTo>
                    <a:pt x="230" y="44"/>
                  </a:lnTo>
                  <a:lnTo>
                    <a:pt x="230" y="44"/>
                  </a:lnTo>
                  <a:lnTo>
                    <a:pt x="231" y="42"/>
                  </a:lnTo>
                  <a:lnTo>
                    <a:pt x="231" y="41"/>
                  </a:lnTo>
                  <a:lnTo>
                    <a:pt x="231" y="41"/>
                  </a:lnTo>
                  <a:lnTo>
                    <a:pt x="233" y="39"/>
                  </a:lnTo>
                  <a:lnTo>
                    <a:pt x="235" y="39"/>
                  </a:lnTo>
                  <a:lnTo>
                    <a:pt x="235" y="39"/>
                  </a:lnTo>
                  <a:lnTo>
                    <a:pt x="236" y="37"/>
                  </a:lnTo>
                  <a:lnTo>
                    <a:pt x="236" y="37"/>
                  </a:lnTo>
                  <a:lnTo>
                    <a:pt x="235" y="34"/>
                  </a:lnTo>
                  <a:lnTo>
                    <a:pt x="235" y="34"/>
                  </a:lnTo>
                  <a:lnTo>
                    <a:pt x="236" y="32"/>
                  </a:lnTo>
                  <a:lnTo>
                    <a:pt x="238" y="30"/>
                  </a:lnTo>
                  <a:lnTo>
                    <a:pt x="238" y="29"/>
                  </a:lnTo>
                  <a:lnTo>
                    <a:pt x="239" y="27"/>
                  </a:lnTo>
                  <a:lnTo>
                    <a:pt x="241" y="27"/>
                  </a:lnTo>
                  <a:lnTo>
                    <a:pt x="241" y="27"/>
                  </a:lnTo>
                  <a:lnTo>
                    <a:pt x="241" y="24"/>
                  </a:lnTo>
                  <a:lnTo>
                    <a:pt x="241" y="24"/>
                  </a:lnTo>
                  <a:lnTo>
                    <a:pt x="243" y="24"/>
                  </a:lnTo>
                  <a:lnTo>
                    <a:pt x="243" y="24"/>
                  </a:lnTo>
                  <a:lnTo>
                    <a:pt x="243" y="24"/>
                  </a:lnTo>
                  <a:lnTo>
                    <a:pt x="245" y="27"/>
                  </a:lnTo>
                  <a:lnTo>
                    <a:pt x="245" y="24"/>
                  </a:lnTo>
                  <a:lnTo>
                    <a:pt x="245" y="24"/>
                  </a:lnTo>
                  <a:lnTo>
                    <a:pt x="245" y="24"/>
                  </a:lnTo>
                  <a:lnTo>
                    <a:pt x="247" y="24"/>
                  </a:lnTo>
                  <a:lnTo>
                    <a:pt x="247" y="24"/>
                  </a:lnTo>
                  <a:lnTo>
                    <a:pt x="247" y="22"/>
                  </a:lnTo>
                  <a:lnTo>
                    <a:pt x="247" y="22"/>
                  </a:lnTo>
                  <a:lnTo>
                    <a:pt x="249" y="22"/>
                  </a:lnTo>
                  <a:lnTo>
                    <a:pt x="250" y="22"/>
                  </a:lnTo>
                  <a:lnTo>
                    <a:pt x="250" y="20"/>
                  </a:lnTo>
                  <a:lnTo>
                    <a:pt x="252" y="20"/>
                  </a:lnTo>
                  <a:lnTo>
                    <a:pt x="252" y="20"/>
                  </a:lnTo>
                  <a:lnTo>
                    <a:pt x="252" y="22"/>
                  </a:lnTo>
                  <a:lnTo>
                    <a:pt x="254" y="22"/>
                  </a:lnTo>
                  <a:lnTo>
                    <a:pt x="258" y="22"/>
                  </a:lnTo>
                  <a:lnTo>
                    <a:pt x="259" y="22"/>
                  </a:lnTo>
                  <a:lnTo>
                    <a:pt x="260" y="22"/>
                  </a:lnTo>
                  <a:lnTo>
                    <a:pt x="262" y="22"/>
                  </a:lnTo>
                  <a:lnTo>
                    <a:pt x="264" y="22"/>
                  </a:lnTo>
                  <a:lnTo>
                    <a:pt x="264" y="22"/>
                  </a:lnTo>
                  <a:lnTo>
                    <a:pt x="266" y="22"/>
                  </a:lnTo>
                  <a:lnTo>
                    <a:pt x="266" y="24"/>
                  </a:lnTo>
                  <a:lnTo>
                    <a:pt x="268" y="22"/>
                  </a:lnTo>
                  <a:lnTo>
                    <a:pt x="268" y="20"/>
                  </a:lnTo>
                  <a:lnTo>
                    <a:pt x="269" y="20"/>
                  </a:lnTo>
                  <a:lnTo>
                    <a:pt x="269" y="20"/>
                  </a:lnTo>
                  <a:lnTo>
                    <a:pt x="271" y="20"/>
                  </a:lnTo>
                  <a:lnTo>
                    <a:pt x="269" y="18"/>
                  </a:lnTo>
                  <a:lnTo>
                    <a:pt x="269" y="18"/>
                  </a:lnTo>
                  <a:lnTo>
                    <a:pt x="269" y="16"/>
                  </a:lnTo>
                  <a:lnTo>
                    <a:pt x="269" y="15"/>
                  </a:lnTo>
                  <a:lnTo>
                    <a:pt x="269" y="13"/>
                  </a:lnTo>
                  <a:lnTo>
                    <a:pt x="268" y="11"/>
                  </a:lnTo>
                  <a:lnTo>
                    <a:pt x="264" y="11"/>
                  </a:lnTo>
                  <a:lnTo>
                    <a:pt x="262" y="11"/>
                  </a:lnTo>
                  <a:lnTo>
                    <a:pt x="262" y="11"/>
                  </a:lnTo>
                  <a:lnTo>
                    <a:pt x="260" y="9"/>
                  </a:lnTo>
                  <a:lnTo>
                    <a:pt x="259" y="9"/>
                  </a:lnTo>
                  <a:lnTo>
                    <a:pt x="259" y="7"/>
                  </a:lnTo>
                  <a:lnTo>
                    <a:pt x="260" y="7"/>
                  </a:lnTo>
                  <a:lnTo>
                    <a:pt x="260" y="7"/>
                  </a:lnTo>
                  <a:lnTo>
                    <a:pt x="262" y="7"/>
                  </a:lnTo>
                  <a:lnTo>
                    <a:pt x="262" y="9"/>
                  </a:lnTo>
                  <a:lnTo>
                    <a:pt x="264" y="9"/>
                  </a:lnTo>
                  <a:lnTo>
                    <a:pt x="264" y="7"/>
                  </a:lnTo>
                  <a:lnTo>
                    <a:pt x="264" y="7"/>
                  </a:lnTo>
                  <a:lnTo>
                    <a:pt x="266" y="7"/>
                  </a:lnTo>
                  <a:lnTo>
                    <a:pt x="269" y="9"/>
                  </a:lnTo>
                  <a:lnTo>
                    <a:pt x="271" y="11"/>
                  </a:lnTo>
                  <a:lnTo>
                    <a:pt x="271" y="11"/>
                  </a:lnTo>
                  <a:lnTo>
                    <a:pt x="273" y="9"/>
                  </a:lnTo>
                  <a:lnTo>
                    <a:pt x="275" y="9"/>
                  </a:lnTo>
                  <a:lnTo>
                    <a:pt x="275" y="11"/>
                  </a:lnTo>
                  <a:lnTo>
                    <a:pt x="277" y="13"/>
                  </a:lnTo>
                  <a:lnTo>
                    <a:pt x="278" y="15"/>
                  </a:lnTo>
                  <a:lnTo>
                    <a:pt x="280" y="15"/>
                  </a:lnTo>
                  <a:lnTo>
                    <a:pt x="282" y="15"/>
                  </a:lnTo>
                  <a:lnTo>
                    <a:pt x="282" y="16"/>
                  </a:lnTo>
                  <a:lnTo>
                    <a:pt x="283" y="16"/>
                  </a:lnTo>
                  <a:lnTo>
                    <a:pt x="287" y="16"/>
                  </a:lnTo>
                  <a:lnTo>
                    <a:pt x="290" y="18"/>
                  </a:lnTo>
                  <a:lnTo>
                    <a:pt x="292" y="18"/>
                  </a:lnTo>
                  <a:lnTo>
                    <a:pt x="294" y="18"/>
                  </a:lnTo>
                  <a:lnTo>
                    <a:pt x="294" y="20"/>
                  </a:lnTo>
                  <a:lnTo>
                    <a:pt x="296" y="20"/>
                  </a:lnTo>
                  <a:lnTo>
                    <a:pt x="299" y="18"/>
                  </a:lnTo>
                  <a:lnTo>
                    <a:pt x="299" y="20"/>
                  </a:lnTo>
                  <a:lnTo>
                    <a:pt x="301" y="20"/>
                  </a:lnTo>
                  <a:lnTo>
                    <a:pt x="303" y="22"/>
                  </a:lnTo>
                  <a:lnTo>
                    <a:pt x="307" y="22"/>
                  </a:lnTo>
                  <a:lnTo>
                    <a:pt x="307" y="20"/>
                  </a:lnTo>
                  <a:lnTo>
                    <a:pt x="309" y="20"/>
                  </a:lnTo>
                  <a:lnTo>
                    <a:pt x="311" y="18"/>
                  </a:lnTo>
                  <a:lnTo>
                    <a:pt x="313" y="16"/>
                  </a:lnTo>
                  <a:lnTo>
                    <a:pt x="315" y="16"/>
                  </a:lnTo>
                  <a:lnTo>
                    <a:pt x="315" y="16"/>
                  </a:lnTo>
                  <a:lnTo>
                    <a:pt x="315" y="16"/>
                  </a:lnTo>
                  <a:lnTo>
                    <a:pt x="315" y="18"/>
                  </a:lnTo>
                  <a:lnTo>
                    <a:pt x="315" y="18"/>
                  </a:lnTo>
                  <a:lnTo>
                    <a:pt x="315" y="18"/>
                  </a:lnTo>
                  <a:lnTo>
                    <a:pt x="313" y="20"/>
                  </a:lnTo>
                  <a:lnTo>
                    <a:pt x="311" y="20"/>
                  </a:lnTo>
                  <a:lnTo>
                    <a:pt x="311" y="22"/>
                  </a:lnTo>
                  <a:lnTo>
                    <a:pt x="313" y="22"/>
                  </a:lnTo>
                  <a:lnTo>
                    <a:pt x="313" y="22"/>
                  </a:lnTo>
                  <a:lnTo>
                    <a:pt x="315" y="22"/>
                  </a:lnTo>
                  <a:lnTo>
                    <a:pt x="315" y="20"/>
                  </a:lnTo>
                  <a:lnTo>
                    <a:pt x="316" y="22"/>
                  </a:lnTo>
                  <a:lnTo>
                    <a:pt x="316" y="24"/>
                  </a:lnTo>
                  <a:lnTo>
                    <a:pt x="316" y="24"/>
                  </a:lnTo>
                  <a:lnTo>
                    <a:pt x="318" y="24"/>
                  </a:lnTo>
                  <a:lnTo>
                    <a:pt x="320" y="24"/>
                  </a:lnTo>
                  <a:lnTo>
                    <a:pt x="320" y="24"/>
                  </a:lnTo>
                  <a:lnTo>
                    <a:pt x="320" y="22"/>
                  </a:lnTo>
                  <a:lnTo>
                    <a:pt x="320" y="22"/>
                  </a:lnTo>
                  <a:lnTo>
                    <a:pt x="320" y="20"/>
                  </a:lnTo>
                  <a:lnTo>
                    <a:pt x="322" y="18"/>
                  </a:lnTo>
                  <a:lnTo>
                    <a:pt x="324" y="18"/>
                  </a:lnTo>
                  <a:lnTo>
                    <a:pt x="326" y="20"/>
                  </a:lnTo>
                  <a:lnTo>
                    <a:pt x="327" y="22"/>
                  </a:lnTo>
                  <a:lnTo>
                    <a:pt x="327" y="22"/>
                  </a:lnTo>
                  <a:lnTo>
                    <a:pt x="329" y="22"/>
                  </a:lnTo>
                  <a:lnTo>
                    <a:pt x="329" y="24"/>
                  </a:lnTo>
                  <a:lnTo>
                    <a:pt x="324" y="29"/>
                  </a:lnTo>
                  <a:lnTo>
                    <a:pt x="324" y="30"/>
                  </a:lnTo>
                  <a:lnTo>
                    <a:pt x="324" y="30"/>
                  </a:lnTo>
                  <a:lnTo>
                    <a:pt x="326" y="32"/>
                  </a:lnTo>
                  <a:lnTo>
                    <a:pt x="322" y="35"/>
                  </a:lnTo>
                  <a:lnTo>
                    <a:pt x="322" y="35"/>
                  </a:lnTo>
                  <a:lnTo>
                    <a:pt x="322" y="35"/>
                  </a:lnTo>
                  <a:lnTo>
                    <a:pt x="320" y="34"/>
                  </a:lnTo>
                  <a:lnTo>
                    <a:pt x="320" y="34"/>
                  </a:lnTo>
                  <a:lnTo>
                    <a:pt x="318" y="35"/>
                  </a:lnTo>
                  <a:lnTo>
                    <a:pt x="315" y="37"/>
                  </a:lnTo>
                  <a:lnTo>
                    <a:pt x="315" y="41"/>
                  </a:lnTo>
                  <a:lnTo>
                    <a:pt x="316" y="44"/>
                  </a:lnTo>
                  <a:lnTo>
                    <a:pt x="315" y="46"/>
                  </a:lnTo>
                  <a:lnTo>
                    <a:pt x="315" y="47"/>
                  </a:lnTo>
                  <a:lnTo>
                    <a:pt x="313" y="50"/>
                  </a:lnTo>
                  <a:lnTo>
                    <a:pt x="313" y="50"/>
                  </a:lnTo>
                  <a:lnTo>
                    <a:pt x="309" y="54"/>
                  </a:lnTo>
                  <a:lnTo>
                    <a:pt x="309" y="54"/>
                  </a:lnTo>
                  <a:lnTo>
                    <a:pt x="307" y="56"/>
                  </a:lnTo>
                  <a:lnTo>
                    <a:pt x="307" y="58"/>
                  </a:lnTo>
                  <a:lnTo>
                    <a:pt x="307" y="60"/>
                  </a:lnTo>
                  <a:lnTo>
                    <a:pt x="309" y="60"/>
                  </a:lnTo>
                  <a:lnTo>
                    <a:pt x="315" y="62"/>
                  </a:lnTo>
                  <a:lnTo>
                    <a:pt x="316" y="63"/>
                  </a:lnTo>
                  <a:lnTo>
                    <a:pt x="318" y="65"/>
                  </a:lnTo>
                  <a:lnTo>
                    <a:pt x="320" y="66"/>
                  </a:lnTo>
                  <a:lnTo>
                    <a:pt x="320" y="69"/>
                  </a:lnTo>
                  <a:lnTo>
                    <a:pt x="322" y="69"/>
                  </a:lnTo>
                  <a:lnTo>
                    <a:pt x="324" y="71"/>
                  </a:lnTo>
                  <a:lnTo>
                    <a:pt x="326" y="71"/>
                  </a:lnTo>
                  <a:lnTo>
                    <a:pt x="326" y="71"/>
                  </a:lnTo>
                  <a:lnTo>
                    <a:pt x="326" y="71"/>
                  </a:lnTo>
                  <a:lnTo>
                    <a:pt x="326" y="71"/>
                  </a:lnTo>
                  <a:lnTo>
                    <a:pt x="326" y="71"/>
                  </a:lnTo>
                  <a:lnTo>
                    <a:pt x="326" y="71"/>
                  </a:lnTo>
                  <a:lnTo>
                    <a:pt x="326" y="72"/>
                  </a:lnTo>
                  <a:lnTo>
                    <a:pt x="327" y="72"/>
                  </a:lnTo>
                  <a:lnTo>
                    <a:pt x="329" y="72"/>
                  </a:lnTo>
                  <a:lnTo>
                    <a:pt x="331" y="72"/>
                  </a:lnTo>
                  <a:lnTo>
                    <a:pt x="331" y="74"/>
                  </a:lnTo>
                  <a:lnTo>
                    <a:pt x="332" y="74"/>
                  </a:lnTo>
                  <a:lnTo>
                    <a:pt x="334" y="76"/>
                  </a:lnTo>
                  <a:lnTo>
                    <a:pt x="337" y="77"/>
                  </a:lnTo>
                  <a:lnTo>
                    <a:pt x="339" y="77"/>
                  </a:lnTo>
                  <a:lnTo>
                    <a:pt x="343" y="81"/>
                  </a:lnTo>
                  <a:lnTo>
                    <a:pt x="345" y="82"/>
                  </a:lnTo>
                  <a:lnTo>
                    <a:pt x="348" y="84"/>
                  </a:lnTo>
                  <a:lnTo>
                    <a:pt x="352" y="86"/>
                  </a:lnTo>
                  <a:lnTo>
                    <a:pt x="354" y="84"/>
                  </a:lnTo>
                  <a:lnTo>
                    <a:pt x="355" y="86"/>
                  </a:lnTo>
                  <a:lnTo>
                    <a:pt x="358" y="86"/>
                  </a:lnTo>
                  <a:lnTo>
                    <a:pt x="358" y="88"/>
                  </a:lnTo>
                  <a:lnTo>
                    <a:pt x="360" y="90"/>
                  </a:lnTo>
                  <a:lnTo>
                    <a:pt x="360" y="92"/>
                  </a:lnTo>
                  <a:lnTo>
                    <a:pt x="362" y="93"/>
                  </a:lnTo>
                  <a:lnTo>
                    <a:pt x="364" y="93"/>
                  </a:lnTo>
                  <a:lnTo>
                    <a:pt x="367" y="96"/>
                  </a:lnTo>
                  <a:lnTo>
                    <a:pt x="371" y="96"/>
                  </a:lnTo>
                  <a:lnTo>
                    <a:pt x="371" y="99"/>
                  </a:lnTo>
                  <a:lnTo>
                    <a:pt x="373" y="99"/>
                  </a:lnTo>
                  <a:lnTo>
                    <a:pt x="374" y="99"/>
                  </a:lnTo>
                  <a:lnTo>
                    <a:pt x="380" y="96"/>
                  </a:lnTo>
                  <a:lnTo>
                    <a:pt x="381" y="96"/>
                  </a:lnTo>
                  <a:lnTo>
                    <a:pt x="383" y="94"/>
                  </a:lnTo>
                  <a:lnTo>
                    <a:pt x="384" y="92"/>
                  </a:lnTo>
                  <a:lnTo>
                    <a:pt x="384" y="88"/>
                  </a:lnTo>
                  <a:lnTo>
                    <a:pt x="388" y="82"/>
                  </a:lnTo>
                  <a:lnTo>
                    <a:pt x="390" y="81"/>
                  </a:lnTo>
                  <a:lnTo>
                    <a:pt x="390" y="77"/>
                  </a:lnTo>
                  <a:lnTo>
                    <a:pt x="392" y="76"/>
                  </a:lnTo>
                  <a:lnTo>
                    <a:pt x="392" y="72"/>
                  </a:lnTo>
                  <a:lnTo>
                    <a:pt x="392" y="69"/>
                  </a:lnTo>
                  <a:lnTo>
                    <a:pt x="393" y="63"/>
                  </a:lnTo>
                  <a:lnTo>
                    <a:pt x="393" y="62"/>
                  </a:lnTo>
                  <a:lnTo>
                    <a:pt x="393" y="58"/>
                  </a:lnTo>
                  <a:lnTo>
                    <a:pt x="393" y="53"/>
                  </a:lnTo>
                  <a:lnTo>
                    <a:pt x="393" y="52"/>
                  </a:lnTo>
                  <a:lnTo>
                    <a:pt x="393" y="47"/>
                  </a:lnTo>
                  <a:lnTo>
                    <a:pt x="393" y="46"/>
                  </a:lnTo>
                  <a:lnTo>
                    <a:pt x="392" y="46"/>
                  </a:lnTo>
                  <a:lnTo>
                    <a:pt x="392" y="44"/>
                  </a:lnTo>
                  <a:lnTo>
                    <a:pt x="393" y="41"/>
                  </a:lnTo>
                  <a:lnTo>
                    <a:pt x="393" y="39"/>
                  </a:lnTo>
                  <a:lnTo>
                    <a:pt x="395" y="35"/>
                  </a:lnTo>
                  <a:lnTo>
                    <a:pt x="393" y="32"/>
                  </a:lnTo>
                  <a:lnTo>
                    <a:pt x="395" y="30"/>
                  </a:lnTo>
                  <a:lnTo>
                    <a:pt x="397" y="29"/>
                  </a:lnTo>
                  <a:lnTo>
                    <a:pt x="397" y="29"/>
                  </a:lnTo>
                  <a:lnTo>
                    <a:pt x="399" y="30"/>
                  </a:lnTo>
                  <a:lnTo>
                    <a:pt x="399" y="29"/>
                  </a:lnTo>
                  <a:lnTo>
                    <a:pt x="399" y="29"/>
                  </a:lnTo>
                  <a:lnTo>
                    <a:pt x="397" y="27"/>
                  </a:lnTo>
                  <a:lnTo>
                    <a:pt x="397" y="27"/>
                  </a:lnTo>
                  <a:lnTo>
                    <a:pt x="397" y="27"/>
                  </a:lnTo>
                  <a:lnTo>
                    <a:pt x="395" y="24"/>
                  </a:lnTo>
                  <a:lnTo>
                    <a:pt x="395" y="24"/>
                  </a:lnTo>
                  <a:lnTo>
                    <a:pt x="395" y="24"/>
                  </a:lnTo>
                  <a:lnTo>
                    <a:pt x="397" y="20"/>
                  </a:lnTo>
                  <a:lnTo>
                    <a:pt x="397" y="18"/>
                  </a:lnTo>
                  <a:lnTo>
                    <a:pt x="399" y="18"/>
                  </a:lnTo>
                  <a:lnTo>
                    <a:pt x="399" y="20"/>
                  </a:lnTo>
                  <a:lnTo>
                    <a:pt x="399" y="18"/>
                  </a:lnTo>
                  <a:lnTo>
                    <a:pt x="399" y="16"/>
                  </a:lnTo>
                  <a:lnTo>
                    <a:pt x="401" y="13"/>
                  </a:lnTo>
                  <a:lnTo>
                    <a:pt x="401" y="7"/>
                  </a:lnTo>
                  <a:lnTo>
                    <a:pt x="403" y="5"/>
                  </a:lnTo>
                  <a:lnTo>
                    <a:pt x="404" y="3"/>
                  </a:lnTo>
                  <a:lnTo>
                    <a:pt x="405" y="3"/>
                  </a:lnTo>
                  <a:lnTo>
                    <a:pt x="405"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9" name="Freeform 10573"/>
            <p:cNvSpPr/>
            <p:nvPr/>
          </p:nvSpPr>
          <p:spPr bwMode="auto">
            <a:xfrm>
              <a:off x="6518889" y="3333246"/>
              <a:ext cx="326231" cy="167878"/>
            </a:xfrm>
            <a:custGeom>
              <a:avLst/>
              <a:gdLst>
                <a:gd name="T0" fmla="*/ 41 w 274"/>
                <a:gd name="T1" fmla="*/ 6 h 141"/>
                <a:gd name="T2" fmla="*/ 43 w 274"/>
                <a:gd name="T3" fmla="*/ 17 h 141"/>
                <a:gd name="T4" fmla="*/ 49 w 274"/>
                <a:gd name="T5" fmla="*/ 31 h 141"/>
                <a:gd name="T6" fmla="*/ 54 w 274"/>
                <a:gd name="T7" fmla="*/ 38 h 141"/>
                <a:gd name="T8" fmla="*/ 68 w 274"/>
                <a:gd name="T9" fmla="*/ 36 h 141"/>
                <a:gd name="T10" fmla="*/ 82 w 274"/>
                <a:gd name="T11" fmla="*/ 26 h 141"/>
                <a:gd name="T12" fmla="*/ 96 w 274"/>
                <a:gd name="T13" fmla="*/ 15 h 141"/>
                <a:gd name="T14" fmla="*/ 117 w 274"/>
                <a:gd name="T15" fmla="*/ 26 h 141"/>
                <a:gd name="T16" fmla="*/ 134 w 274"/>
                <a:gd name="T17" fmla="*/ 31 h 141"/>
                <a:gd name="T18" fmla="*/ 165 w 274"/>
                <a:gd name="T19" fmla="*/ 42 h 141"/>
                <a:gd name="T20" fmla="*/ 181 w 274"/>
                <a:gd name="T21" fmla="*/ 49 h 141"/>
                <a:gd name="T22" fmla="*/ 194 w 274"/>
                <a:gd name="T23" fmla="*/ 52 h 141"/>
                <a:gd name="T24" fmla="*/ 207 w 274"/>
                <a:gd name="T25" fmla="*/ 71 h 141"/>
                <a:gd name="T26" fmla="*/ 230 w 274"/>
                <a:gd name="T27" fmla="*/ 80 h 141"/>
                <a:gd name="T28" fmla="*/ 223 w 274"/>
                <a:gd name="T29" fmla="*/ 87 h 141"/>
                <a:gd name="T30" fmla="*/ 232 w 274"/>
                <a:gd name="T31" fmla="*/ 102 h 141"/>
                <a:gd name="T32" fmla="*/ 241 w 274"/>
                <a:gd name="T33" fmla="*/ 115 h 141"/>
                <a:gd name="T34" fmla="*/ 253 w 274"/>
                <a:gd name="T35" fmla="*/ 124 h 141"/>
                <a:gd name="T36" fmla="*/ 261 w 274"/>
                <a:gd name="T37" fmla="*/ 128 h 141"/>
                <a:gd name="T38" fmla="*/ 267 w 274"/>
                <a:gd name="T39" fmla="*/ 136 h 141"/>
                <a:gd name="T40" fmla="*/ 272 w 274"/>
                <a:gd name="T41" fmla="*/ 139 h 141"/>
                <a:gd name="T42" fmla="*/ 260 w 274"/>
                <a:gd name="T43" fmla="*/ 138 h 141"/>
                <a:gd name="T44" fmla="*/ 241 w 274"/>
                <a:gd name="T45" fmla="*/ 136 h 141"/>
                <a:gd name="T46" fmla="*/ 229 w 274"/>
                <a:gd name="T47" fmla="*/ 132 h 141"/>
                <a:gd name="T48" fmla="*/ 220 w 274"/>
                <a:gd name="T49" fmla="*/ 120 h 141"/>
                <a:gd name="T50" fmla="*/ 209 w 274"/>
                <a:gd name="T51" fmla="*/ 106 h 141"/>
                <a:gd name="T52" fmla="*/ 194 w 274"/>
                <a:gd name="T53" fmla="*/ 102 h 141"/>
                <a:gd name="T54" fmla="*/ 184 w 274"/>
                <a:gd name="T55" fmla="*/ 100 h 141"/>
                <a:gd name="T56" fmla="*/ 176 w 274"/>
                <a:gd name="T57" fmla="*/ 100 h 141"/>
                <a:gd name="T58" fmla="*/ 175 w 274"/>
                <a:gd name="T59" fmla="*/ 104 h 141"/>
                <a:gd name="T60" fmla="*/ 162 w 274"/>
                <a:gd name="T61" fmla="*/ 109 h 141"/>
                <a:gd name="T62" fmla="*/ 157 w 274"/>
                <a:gd name="T63" fmla="*/ 108 h 141"/>
                <a:gd name="T64" fmla="*/ 171 w 274"/>
                <a:gd name="T65" fmla="*/ 115 h 141"/>
                <a:gd name="T66" fmla="*/ 158 w 274"/>
                <a:gd name="T67" fmla="*/ 122 h 141"/>
                <a:gd name="T68" fmla="*/ 139 w 274"/>
                <a:gd name="T69" fmla="*/ 122 h 141"/>
                <a:gd name="T70" fmla="*/ 126 w 274"/>
                <a:gd name="T71" fmla="*/ 106 h 141"/>
                <a:gd name="T72" fmla="*/ 115 w 274"/>
                <a:gd name="T73" fmla="*/ 106 h 141"/>
                <a:gd name="T74" fmla="*/ 109 w 274"/>
                <a:gd name="T75" fmla="*/ 104 h 141"/>
                <a:gd name="T76" fmla="*/ 108 w 274"/>
                <a:gd name="T77" fmla="*/ 96 h 141"/>
                <a:gd name="T78" fmla="*/ 108 w 274"/>
                <a:gd name="T79" fmla="*/ 94 h 141"/>
                <a:gd name="T80" fmla="*/ 105 w 274"/>
                <a:gd name="T81" fmla="*/ 83 h 141"/>
                <a:gd name="T82" fmla="*/ 101 w 274"/>
                <a:gd name="T83" fmla="*/ 73 h 141"/>
                <a:gd name="T84" fmla="*/ 96 w 274"/>
                <a:gd name="T85" fmla="*/ 70 h 141"/>
                <a:gd name="T86" fmla="*/ 84 w 274"/>
                <a:gd name="T87" fmla="*/ 62 h 141"/>
                <a:gd name="T88" fmla="*/ 60 w 274"/>
                <a:gd name="T89" fmla="*/ 55 h 141"/>
                <a:gd name="T90" fmla="*/ 52 w 274"/>
                <a:gd name="T91" fmla="*/ 49 h 141"/>
                <a:gd name="T92" fmla="*/ 41 w 274"/>
                <a:gd name="T93" fmla="*/ 49 h 141"/>
                <a:gd name="T94" fmla="*/ 38 w 274"/>
                <a:gd name="T95" fmla="*/ 38 h 141"/>
                <a:gd name="T96" fmla="*/ 35 w 274"/>
                <a:gd name="T97" fmla="*/ 45 h 141"/>
                <a:gd name="T98" fmla="*/ 26 w 274"/>
                <a:gd name="T99" fmla="*/ 51 h 141"/>
                <a:gd name="T100" fmla="*/ 15 w 274"/>
                <a:gd name="T101" fmla="*/ 36 h 141"/>
                <a:gd name="T102" fmla="*/ 26 w 274"/>
                <a:gd name="T103" fmla="*/ 31 h 141"/>
                <a:gd name="T104" fmla="*/ 38 w 274"/>
                <a:gd name="T105" fmla="*/ 31 h 141"/>
                <a:gd name="T106" fmla="*/ 40 w 274"/>
                <a:gd name="T107" fmla="*/ 24 h 141"/>
                <a:gd name="T108" fmla="*/ 19 w 274"/>
                <a:gd name="T109" fmla="*/ 26 h 141"/>
                <a:gd name="T110" fmla="*/ 5 w 274"/>
                <a:gd name="T111" fmla="*/ 15 h 141"/>
                <a:gd name="T112" fmla="*/ 3 w 274"/>
                <a:gd name="T113" fmla="*/ 12 h 141"/>
                <a:gd name="T114" fmla="*/ 15 w 274"/>
                <a:gd name="T115" fmla="*/ 4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4" h="141">
                  <a:moveTo>
                    <a:pt x="21" y="0"/>
                  </a:moveTo>
                  <a:lnTo>
                    <a:pt x="22" y="0"/>
                  </a:lnTo>
                  <a:lnTo>
                    <a:pt x="26" y="1"/>
                  </a:lnTo>
                  <a:lnTo>
                    <a:pt x="30" y="4"/>
                  </a:lnTo>
                  <a:lnTo>
                    <a:pt x="31" y="4"/>
                  </a:lnTo>
                  <a:lnTo>
                    <a:pt x="35" y="4"/>
                  </a:lnTo>
                  <a:lnTo>
                    <a:pt x="38" y="4"/>
                  </a:lnTo>
                  <a:lnTo>
                    <a:pt x="40" y="4"/>
                  </a:lnTo>
                  <a:lnTo>
                    <a:pt x="41" y="4"/>
                  </a:lnTo>
                  <a:lnTo>
                    <a:pt x="41" y="6"/>
                  </a:lnTo>
                  <a:lnTo>
                    <a:pt x="43" y="6"/>
                  </a:lnTo>
                  <a:lnTo>
                    <a:pt x="43" y="8"/>
                  </a:lnTo>
                  <a:lnTo>
                    <a:pt x="43" y="8"/>
                  </a:lnTo>
                  <a:lnTo>
                    <a:pt x="43" y="10"/>
                  </a:lnTo>
                  <a:lnTo>
                    <a:pt x="43" y="12"/>
                  </a:lnTo>
                  <a:lnTo>
                    <a:pt x="45" y="13"/>
                  </a:lnTo>
                  <a:lnTo>
                    <a:pt x="45" y="13"/>
                  </a:lnTo>
                  <a:lnTo>
                    <a:pt x="45" y="15"/>
                  </a:lnTo>
                  <a:lnTo>
                    <a:pt x="45" y="17"/>
                  </a:lnTo>
                  <a:lnTo>
                    <a:pt x="43" y="17"/>
                  </a:lnTo>
                  <a:lnTo>
                    <a:pt x="43" y="19"/>
                  </a:lnTo>
                  <a:lnTo>
                    <a:pt x="43" y="21"/>
                  </a:lnTo>
                  <a:lnTo>
                    <a:pt x="43" y="23"/>
                  </a:lnTo>
                  <a:lnTo>
                    <a:pt x="43" y="24"/>
                  </a:lnTo>
                  <a:lnTo>
                    <a:pt x="43" y="26"/>
                  </a:lnTo>
                  <a:lnTo>
                    <a:pt x="45" y="28"/>
                  </a:lnTo>
                  <a:lnTo>
                    <a:pt x="47" y="31"/>
                  </a:lnTo>
                  <a:lnTo>
                    <a:pt x="49" y="34"/>
                  </a:lnTo>
                  <a:lnTo>
                    <a:pt x="49" y="32"/>
                  </a:lnTo>
                  <a:lnTo>
                    <a:pt x="49" y="31"/>
                  </a:lnTo>
                  <a:lnTo>
                    <a:pt x="49" y="29"/>
                  </a:lnTo>
                  <a:lnTo>
                    <a:pt x="49" y="29"/>
                  </a:lnTo>
                  <a:lnTo>
                    <a:pt x="50" y="29"/>
                  </a:lnTo>
                  <a:lnTo>
                    <a:pt x="50" y="31"/>
                  </a:lnTo>
                  <a:lnTo>
                    <a:pt x="50" y="32"/>
                  </a:lnTo>
                  <a:lnTo>
                    <a:pt x="52" y="36"/>
                  </a:lnTo>
                  <a:lnTo>
                    <a:pt x="52" y="36"/>
                  </a:lnTo>
                  <a:lnTo>
                    <a:pt x="54" y="34"/>
                  </a:lnTo>
                  <a:lnTo>
                    <a:pt x="54" y="36"/>
                  </a:lnTo>
                  <a:lnTo>
                    <a:pt x="54" y="38"/>
                  </a:lnTo>
                  <a:lnTo>
                    <a:pt x="54" y="40"/>
                  </a:lnTo>
                  <a:lnTo>
                    <a:pt x="54" y="40"/>
                  </a:lnTo>
                  <a:lnTo>
                    <a:pt x="56" y="42"/>
                  </a:lnTo>
                  <a:lnTo>
                    <a:pt x="58" y="42"/>
                  </a:lnTo>
                  <a:lnTo>
                    <a:pt x="60" y="42"/>
                  </a:lnTo>
                  <a:lnTo>
                    <a:pt x="60" y="42"/>
                  </a:lnTo>
                  <a:lnTo>
                    <a:pt x="62" y="42"/>
                  </a:lnTo>
                  <a:lnTo>
                    <a:pt x="62" y="40"/>
                  </a:lnTo>
                  <a:lnTo>
                    <a:pt x="64" y="40"/>
                  </a:lnTo>
                  <a:lnTo>
                    <a:pt x="68" y="36"/>
                  </a:lnTo>
                  <a:lnTo>
                    <a:pt x="68" y="34"/>
                  </a:lnTo>
                  <a:lnTo>
                    <a:pt x="69" y="32"/>
                  </a:lnTo>
                  <a:lnTo>
                    <a:pt x="69" y="32"/>
                  </a:lnTo>
                  <a:lnTo>
                    <a:pt x="73" y="31"/>
                  </a:lnTo>
                  <a:lnTo>
                    <a:pt x="73" y="29"/>
                  </a:lnTo>
                  <a:lnTo>
                    <a:pt x="73" y="29"/>
                  </a:lnTo>
                  <a:lnTo>
                    <a:pt x="75" y="28"/>
                  </a:lnTo>
                  <a:lnTo>
                    <a:pt x="75" y="26"/>
                  </a:lnTo>
                  <a:lnTo>
                    <a:pt x="79" y="26"/>
                  </a:lnTo>
                  <a:lnTo>
                    <a:pt x="82" y="26"/>
                  </a:lnTo>
                  <a:lnTo>
                    <a:pt x="84" y="24"/>
                  </a:lnTo>
                  <a:lnTo>
                    <a:pt x="85" y="23"/>
                  </a:lnTo>
                  <a:lnTo>
                    <a:pt x="85" y="23"/>
                  </a:lnTo>
                  <a:lnTo>
                    <a:pt x="85" y="21"/>
                  </a:lnTo>
                  <a:lnTo>
                    <a:pt x="85" y="21"/>
                  </a:lnTo>
                  <a:lnTo>
                    <a:pt x="85" y="21"/>
                  </a:lnTo>
                  <a:lnTo>
                    <a:pt x="88" y="19"/>
                  </a:lnTo>
                  <a:lnTo>
                    <a:pt x="92" y="17"/>
                  </a:lnTo>
                  <a:lnTo>
                    <a:pt x="94" y="15"/>
                  </a:lnTo>
                  <a:lnTo>
                    <a:pt x="96" y="15"/>
                  </a:lnTo>
                  <a:lnTo>
                    <a:pt x="98" y="17"/>
                  </a:lnTo>
                  <a:lnTo>
                    <a:pt x="99" y="17"/>
                  </a:lnTo>
                  <a:lnTo>
                    <a:pt x="107" y="21"/>
                  </a:lnTo>
                  <a:lnTo>
                    <a:pt x="108" y="21"/>
                  </a:lnTo>
                  <a:lnTo>
                    <a:pt x="108" y="23"/>
                  </a:lnTo>
                  <a:lnTo>
                    <a:pt x="109" y="23"/>
                  </a:lnTo>
                  <a:lnTo>
                    <a:pt x="111" y="23"/>
                  </a:lnTo>
                  <a:lnTo>
                    <a:pt x="113" y="24"/>
                  </a:lnTo>
                  <a:lnTo>
                    <a:pt x="115" y="24"/>
                  </a:lnTo>
                  <a:lnTo>
                    <a:pt x="117" y="26"/>
                  </a:lnTo>
                  <a:lnTo>
                    <a:pt x="122" y="28"/>
                  </a:lnTo>
                  <a:lnTo>
                    <a:pt x="122" y="28"/>
                  </a:lnTo>
                  <a:lnTo>
                    <a:pt x="127" y="28"/>
                  </a:lnTo>
                  <a:lnTo>
                    <a:pt x="127" y="28"/>
                  </a:lnTo>
                  <a:lnTo>
                    <a:pt x="127" y="29"/>
                  </a:lnTo>
                  <a:lnTo>
                    <a:pt x="129" y="29"/>
                  </a:lnTo>
                  <a:lnTo>
                    <a:pt x="133" y="29"/>
                  </a:lnTo>
                  <a:lnTo>
                    <a:pt x="134" y="29"/>
                  </a:lnTo>
                  <a:lnTo>
                    <a:pt x="134" y="29"/>
                  </a:lnTo>
                  <a:lnTo>
                    <a:pt x="134" y="31"/>
                  </a:lnTo>
                  <a:lnTo>
                    <a:pt x="139" y="31"/>
                  </a:lnTo>
                  <a:lnTo>
                    <a:pt x="141" y="31"/>
                  </a:lnTo>
                  <a:lnTo>
                    <a:pt x="148" y="34"/>
                  </a:lnTo>
                  <a:lnTo>
                    <a:pt x="150" y="36"/>
                  </a:lnTo>
                  <a:lnTo>
                    <a:pt x="150" y="36"/>
                  </a:lnTo>
                  <a:lnTo>
                    <a:pt x="152" y="36"/>
                  </a:lnTo>
                  <a:lnTo>
                    <a:pt x="152" y="36"/>
                  </a:lnTo>
                  <a:lnTo>
                    <a:pt x="156" y="38"/>
                  </a:lnTo>
                  <a:lnTo>
                    <a:pt x="160" y="40"/>
                  </a:lnTo>
                  <a:lnTo>
                    <a:pt x="165" y="42"/>
                  </a:lnTo>
                  <a:lnTo>
                    <a:pt x="165" y="42"/>
                  </a:lnTo>
                  <a:lnTo>
                    <a:pt x="167" y="42"/>
                  </a:lnTo>
                  <a:lnTo>
                    <a:pt x="171" y="42"/>
                  </a:lnTo>
                  <a:lnTo>
                    <a:pt x="173" y="43"/>
                  </a:lnTo>
                  <a:lnTo>
                    <a:pt x="176" y="45"/>
                  </a:lnTo>
                  <a:lnTo>
                    <a:pt x="178" y="45"/>
                  </a:lnTo>
                  <a:lnTo>
                    <a:pt x="178" y="47"/>
                  </a:lnTo>
                  <a:lnTo>
                    <a:pt x="180" y="47"/>
                  </a:lnTo>
                  <a:lnTo>
                    <a:pt x="181" y="47"/>
                  </a:lnTo>
                  <a:lnTo>
                    <a:pt x="181" y="49"/>
                  </a:lnTo>
                  <a:lnTo>
                    <a:pt x="183" y="49"/>
                  </a:lnTo>
                  <a:lnTo>
                    <a:pt x="184" y="47"/>
                  </a:lnTo>
                  <a:lnTo>
                    <a:pt x="186" y="47"/>
                  </a:lnTo>
                  <a:lnTo>
                    <a:pt x="186" y="49"/>
                  </a:lnTo>
                  <a:lnTo>
                    <a:pt x="186" y="49"/>
                  </a:lnTo>
                  <a:lnTo>
                    <a:pt x="188" y="49"/>
                  </a:lnTo>
                  <a:lnTo>
                    <a:pt x="188" y="51"/>
                  </a:lnTo>
                  <a:lnTo>
                    <a:pt x="190" y="51"/>
                  </a:lnTo>
                  <a:lnTo>
                    <a:pt x="192" y="52"/>
                  </a:lnTo>
                  <a:lnTo>
                    <a:pt x="194" y="52"/>
                  </a:lnTo>
                  <a:lnTo>
                    <a:pt x="194" y="53"/>
                  </a:lnTo>
                  <a:lnTo>
                    <a:pt x="195" y="55"/>
                  </a:lnTo>
                  <a:lnTo>
                    <a:pt x="197" y="55"/>
                  </a:lnTo>
                  <a:lnTo>
                    <a:pt x="199" y="55"/>
                  </a:lnTo>
                  <a:lnTo>
                    <a:pt x="204" y="61"/>
                  </a:lnTo>
                  <a:lnTo>
                    <a:pt x="204" y="62"/>
                  </a:lnTo>
                  <a:lnTo>
                    <a:pt x="204" y="66"/>
                  </a:lnTo>
                  <a:lnTo>
                    <a:pt x="204" y="70"/>
                  </a:lnTo>
                  <a:lnTo>
                    <a:pt x="205" y="71"/>
                  </a:lnTo>
                  <a:lnTo>
                    <a:pt x="207" y="71"/>
                  </a:lnTo>
                  <a:lnTo>
                    <a:pt x="211" y="71"/>
                  </a:lnTo>
                  <a:lnTo>
                    <a:pt x="213" y="73"/>
                  </a:lnTo>
                  <a:lnTo>
                    <a:pt x="222" y="76"/>
                  </a:lnTo>
                  <a:lnTo>
                    <a:pt x="223" y="76"/>
                  </a:lnTo>
                  <a:lnTo>
                    <a:pt x="225" y="76"/>
                  </a:lnTo>
                  <a:lnTo>
                    <a:pt x="227" y="76"/>
                  </a:lnTo>
                  <a:lnTo>
                    <a:pt x="227" y="76"/>
                  </a:lnTo>
                  <a:lnTo>
                    <a:pt x="229" y="78"/>
                  </a:lnTo>
                  <a:lnTo>
                    <a:pt x="229" y="78"/>
                  </a:lnTo>
                  <a:lnTo>
                    <a:pt x="230" y="80"/>
                  </a:lnTo>
                  <a:lnTo>
                    <a:pt x="232" y="81"/>
                  </a:lnTo>
                  <a:lnTo>
                    <a:pt x="232" y="81"/>
                  </a:lnTo>
                  <a:lnTo>
                    <a:pt x="232" y="81"/>
                  </a:lnTo>
                  <a:lnTo>
                    <a:pt x="233" y="83"/>
                  </a:lnTo>
                  <a:lnTo>
                    <a:pt x="233" y="85"/>
                  </a:lnTo>
                  <a:lnTo>
                    <a:pt x="233" y="87"/>
                  </a:lnTo>
                  <a:lnTo>
                    <a:pt x="232" y="87"/>
                  </a:lnTo>
                  <a:lnTo>
                    <a:pt x="232" y="87"/>
                  </a:lnTo>
                  <a:lnTo>
                    <a:pt x="227" y="89"/>
                  </a:lnTo>
                  <a:lnTo>
                    <a:pt x="223" y="87"/>
                  </a:lnTo>
                  <a:lnTo>
                    <a:pt x="222" y="89"/>
                  </a:lnTo>
                  <a:lnTo>
                    <a:pt x="222" y="90"/>
                  </a:lnTo>
                  <a:lnTo>
                    <a:pt x="222" y="90"/>
                  </a:lnTo>
                  <a:lnTo>
                    <a:pt x="223" y="94"/>
                  </a:lnTo>
                  <a:lnTo>
                    <a:pt x="223" y="98"/>
                  </a:lnTo>
                  <a:lnTo>
                    <a:pt x="225" y="98"/>
                  </a:lnTo>
                  <a:lnTo>
                    <a:pt x="227" y="100"/>
                  </a:lnTo>
                  <a:lnTo>
                    <a:pt x="229" y="100"/>
                  </a:lnTo>
                  <a:lnTo>
                    <a:pt x="229" y="100"/>
                  </a:lnTo>
                  <a:lnTo>
                    <a:pt x="232" y="102"/>
                  </a:lnTo>
                  <a:lnTo>
                    <a:pt x="232" y="104"/>
                  </a:lnTo>
                  <a:lnTo>
                    <a:pt x="233" y="104"/>
                  </a:lnTo>
                  <a:lnTo>
                    <a:pt x="237" y="106"/>
                  </a:lnTo>
                  <a:lnTo>
                    <a:pt x="237" y="108"/>
                  </a:lnTo>
                  <a:lnTo>
                    <a:pt x="239" y="109"/>
                  </a:lnTo>
                  <a:lnTo>
                    <a:pt x="239" y="111"/>
                  </a:lnTo>
                  <a:lnTo>
                    <a:pt x="239" y="113"/>
                  </a:lnTo>
                  <a:lnTo>
                    <a:pt x="239" y="113"/>
                  </a:lnTo>
                  <a:lnTo>
                    <a:pt x="241" y="115"/>
                  </a:lnTo>
                  <a:lnTo>
                    <a:pt x="241" y="115"/>
                  </a:lnTo>
                  <a:lnTo>
                    <a:pt x="242" y="119"/>
                  </a:lnTo>
                  <a:lnTo>
                    <a:pt x="244" y="120"/>
                  </a:lnTo>
                  <a:lnTo>
                    <a:pt x="244" y="120"/>
                  </a:lnTo>
                  <a:lnTo>
                    <a:pt x="246" y="120"/>
                  </a:lnTo>
                  <a:lnTo>
                    <a:pt x="252" y="120"/>
                  </a:lnTo>
                  <a:lnTo>
                    <a:pt x="252" y="119"/>
                  </a:lnTo>
                  <a:lnTo>
                    <a:pt x="252" y="120"/>
                  </a:lnTo>
                  <a:lnTo>
                    <a:pt x="253" y="120"/>
                  </a:lnTo>
                  <a:lnTo>
                    <a:pt x="253" y="122"/>
                  </a:lnTo>
                  <a:lnTo>
                    <a:pt x="253" y="124"/>
                  </a:lnTo>
                  <a:lnTo>
                    <a:pt x="252" y="125"/>
                  </a:lnTo>
                  <a:lnTo>
                    <a:pt x="253" y="125"/>
                  </a:lnTo>
                  <a:lnTo>
                    <a:pt x="254" y="127"/>
                  </a:lnTo>
                  <a:lnTo>
                    <a:pt x="256" y="127"/>
                  </a:lnTo>
                  <a:lnTo>
                    <a:pt x="260" y="127"/>
                  </a:lnTo>
                  <a:lnTo>
                    <a:pt x="261" y="127"/>
                  </a:lnTo>
                  <a:lnTo>
                    <a:pt x="263" y="128"/>
                  </a:lnTo>
                  <a:lnTo>
                    <a:pt x="263" y="128"/>
                  </a:lnTo>
                  <a:lnTo>
                    <a:pt x="263" y="128"/>
                  </a:lnTo>
                  <a:lnTo>
                    <a:pt x="261" y="128"/>
                  </a:lnTo>
                  <a:lnTo>
                    <a:pt x="261" y="128"/>
                  </a:lnTo>
                  <a:lnTo>
                    <a:pt x="260" y="130"/>
                  </a:lnTo>
                  <a:lnTo>
                    <a:pt x="260" y="130"/>
                  </a:lnTo>
                  <a:lnTo>
                    <a:pt x="260" y="132"/>
                  </a:lnTo>
                  <a:lnTo>
                    <a:pt x="261" y="132"/>
                  </a:lnTo>
                  <a:lnTo>
                    <a:pt x="261" y="134"/>
                  </a:lnTo>
                  <a:lnTo>
                    <a:pt x="261" y="134"/>
                  </a:lnTo>
                  <a:lnTo>
                    <a:pt x="263" y="134"/>
                  </a:lnTo>
                  <a:lnTo>
                    <a:pt x="265" y="134"/>
                  </a:lnTo>
                  <a:lnTo>
                    <a:pt x="267" y="136"/>
                  </a:lnTo>
                  <a:lnTo>
                    <a:pt x="269" y="136"/>
                  </a:lnTo>
                  <a:lnTo>
                    <a:pt x="271" y="136"/>
                  </a:lnTo>
                  <a:lnTo>
                    <a:pt x="272" y="136"/>
                  </a:lnTo>
                  <a:lnTo>
                    <a:pt x="274" y="136"/>
                  </a:lnTo>
                  <a:lnTo>
                    <a:pt x="272" y="138"/>
                  </a:lnTo>
                  <a:lnTo>
                    <a:pt x="272" y="138"/>
                  </a:lnTo>
                  <a:lnTo>
                    <a:pt x="269" y="138"/>
                  </a:lnTo>
                  <a:lnTo>
                    <a:pt x="269" y="138"/>
                  </a:lnTo>
                  <a:lnTo>
                    <a:pt x="271" y="139"/>
                  </a:lnTo>
                  <a:lnTo>
                    <a:pt x="272" y="139"/>
                  </a:lnTo>
                  <a:lnTo>
                    <a:pt x="272" y="139"/>
                  </a:lnTo>
                  <a:lnTo>
                    <a:pt x="272" y="141"/>
                  </a:lnTo>
                  <a:lnTo>
                    <a:pt x="271" y="141"/>
                  </a:lnTo>
                  <a:lnTo>
                    <a:pt x="269" y="141"/>
                  </a:lnTo>
                  <a:lnTo>
                    <a:pt x="267" y="141"/>
                  </a:lnTo>
                  <a:lnTo>
                    <a:pt x="265" y="141"/>
                  </a:lnTo>
                  <a:lnTo>
                    <a:pt x="263" y="141"/>
                  </a:lnTo>
                  <a:lnTo>
                    <a:pt x="263" y="139"/>
                  </a:lnTo>
                  <a:lnTo>
                    <a:pt x="261" y="139"/>
                  </a:lnTo>
                  <a:lnTo>
                    <a:pt x="260" y="138"/>
                  </a:lnTo>
                  <a:lnTo>
                    <a:pt x="260" y="138"/>
                  </a:lnTo>
                  <a:lnTo>
                    <a:pt x="258" y="138"/>
                  </a:lnTo>
                  <a:lnTo>
                    <a:pt x="256" y="138"/>
                  </a:lnTo>
                  <a:lnTo>
                    <a:pt x="254" y="138"/>
                  </a:lnTo>
                  <a:lnTo>
                    <a:pt x="248" y="136"/>
                  </a:lnTo>
                  <a:lnTo>
                    <a:pt x="248" y="136"/>
                  </a:lnTo>
                  <a:lnTo>
                    <a:pt x="246" y="136"/>
                  </a:lnTo>
                  <a:lnTo>
                    <a:pt x="244" y="136"/>
                  </a:lnTo>
                  <a:lnTo>
                    <a:pt x="244" y="136"/>
                  </a:lnTo>
                  <a:lnTo>
                    <a:pt x="241" y="136"/>
                  </a:lnTo>
                  <a:lnTo>
                    <a:pt x="241" y="136"/>
                  </a:lnTo>
                  <a:lnTo>
                    <a:pt x="239" y="134"/>
                  </a:lnTo>
                  <a:lnTo>
                    <a:pt x="237" y="134"/>
                  </a:lnTo>
                  <a:lnTo>
                    <a:pt x="237" y="134"/>
                  </a:lnTo>
                  <a:lnTo>
                    <a:pt x="235" y="134"/>
                  </a:lnTo>
                  <a:lnTo>
                    <a:pt x="233" y="134"/>
                  </a:lnTo>
                  <a:lnTo>
                    <a:pt x="232" y="134"/>
                  </a:lnTo>
                  <a:lnTo>
                    <a:pt x="230" y="132"/>
                  </a:lnTo>
                  <a:lnTo>
                    <a:pt x="230" y="132"/>
                  </a:lnTo>
                  <a:lnTo>
                    <a:pt x="229" y="132"/>
                  </a:lnTo>
                  <a:lnTo>
                    <a:pt x="229" y="130"/>
                  </a:lnTo>
                  <a:lnTo>
                    <a:pt x="227" y="128"/>
                  </a:lnTo>
                  <a:lnTo>
                    <a:pt x="225" y="127"/>
                  </a:lnTo>
                  <a:lnTo>
                    <a:pt x="222" y="125"/>
                  </a:lnTo>
                  <a:lnTo>
                    <a:pt x="222" y="124"/>
                  </a:lnTo>
                  <a:lnTo>
                    <a:pt x="220" y="122"/>
                  </a:lnTo>
                  <a:lnTo>
                    <a:pt x="220" y="122"/>
                  </a:lnTo>
                  <a:lnTo>
                    <a:pt x="222" y="120"/>
                  </a:lnTo>
                  <a:lnTo>
                    <a:pt x="220" y="120"/>
                  </a:lnTo>
                  <a:lnTo>
                    <a:pt x="220" y="120"/>
                  </a:lnTo>
                  <a:lnTo>
                    <a:pt x="218" y="120"/>
                  </a:lnTo>
                  <a:lnTo>
                    <a:pt x="216" y="119"/>
                  </a:lnTo>
                  <a:lnTo>
                    <a:pt x="214" y="115"/>
                  </a:lnTo>
                  <a:lnTo>
                    <a:pt x="214" y="115"/>
                  </a:lnTo>
                  <a:lnTo>
                    <a:pt x="211" y="111"/>
                  </a:lnTo>
                  <a:lnTo>
                    <a:pt x="211" y="109"/>
                  </a:lnTo>
                  <a:lnTo>
                    <a:pt x="211" y="108"/>
                  </a:lnTo>
                  <a:lnTo>
                    <a:pt x="209" y="108"/>
                  </a:lnTo>
                  <a:lnTo>
                    <a:pt x="209" y="108"/>
                  </a:lnTo>
                  <a:lnTo>
                    <a:pt x="209" y="106"/>
                  </a:lnTo>
                  <a:lnTo>
                    <a:pt x="207" y="106"/>
                  </a:lnTo>
                  <a:lnTo>
                    <a:pt x="205" y="104"/>
                  </a:lnTo>
                  <a:lnTo>
                    <a:pt x="204" y="104"/>
                  </a:lnTo>
                  <a:lnTo>
                    <a:pt x="204" y="104"/>
                  </a:lnTo>
                  <a:lnTo>
                    <a:pt x="203" y="104"/>
                  </a:lnTo>
                  <a:lnTo>
                    <a:pt x="201" y="104"/>
                  </a:lnTo>
                  <a:lnTo>
                    <a:pt x="197" y="102"/>
                  </a:lnTo>
                  <a:lnTo>
                    <a:pt x="197" y="102"/>
                  </a:lnTo>
                  <a:lnTo>
                    <a:pt x="195" y="102"/>
                  </a:lnTo>
                  <a:lnTo>
                    <a:pt x="194" y="102"/>
                  </a:lnTo>
                  <a:lnTo>
                    <a:pt x="194" y="102"/>
                  </a:lnTo>
                  <a:lnTo>
                    <a:pt x="192" y="100"/>
                  </a:lnTo>
                  <a:lnTo>
                    <a:pt x="192" y="100"/>
                  </a:lnTo>
                  <a:lnTo>
                    <a:pt x="190" y="100"/>
                  </a:lnTo>
                  <a:lnTo>
                    <a:pt x="190" y="100"/>
                  </a:lnTo>
                  <a:lnTo>
                    <a:pt x="188" y="100"/>
                  </a:lnTo>
                  <a:lnTo>
                    <a:pt x="186" y="100"/>
                  </a:lnTo>
                  <a:lnTo>
                    <a:pt x="186" y="100"/>
                  </a:lnTo>
                  <a:lnTo>
                    <a:pt x="186" y="100"/>
                  </a:lnTo>
                  <a:lnTo>
                    <a:pt x="184" y="100"/>
                  </a:lnTo>
                  <a:lnTo>
                    <a:pt x="184" y="100"/>
                  </a:lnTo>
                  <a:lnTo>
                    <a:pt x="184" y="100"/>
                  </a:lnTo>
                  <a:lnTo>
                    <a:pt x="183" y="100"/>
                  </a:lnTo>
                  <a:lnTo>
                    <a:pt x="183" y="102"/>
                  </a:lnTo>
                  <a:lnTo>
                    <a:pt x="181" y="102"/>
                  </a:lnTo>
                  <a:lnTo>
                    <a:pt x="180" y="100"/>
                  </a:lnTo>
                  <a:lnTo>
                    <a:pt x="178" y="100"/>
                  </a:lnTo>
                  <a:lnTo>
                    <a:pt x="178" y="100"/>
                  </a:lnTo>
                  <a:lnTo>
                    <a:pt x="176" y="100"/>
                  </a:lnTo>
                  <a:lnTo>
                    <a:pt x="176" y="100"/>
                  </a:lnTo>
                  <a:lnTo>
                    <a:pt x="175" y="98"/>
                  </a:lnTo>
                  <a:lnTo>
                    <a:pt x="176" y="100"/>
                  </a:lnTo>
                  <a:lnTo>
                    <a:pt x="180" y="104"/>
                  </a:lnTo>
                  <a:lnTo>
                    <a:pt x="178" y="104"/>
                  </a:lnTo>
                  <a:lnTo>
                    <a:pt x="178" y="104"/>
                  </a:lnTo>
                  <a:lnTo>
                    <a:pt x="178" y="106"/>
                  </a:lnTo>
                  <a:lnTo>
                    <a:pt x="178" y="106"/>
                  </a:lnTo>
                  <a:lnTo>
                    <a:pt x="176" y="106"/>
                  </a:lnTo>
                  <a:lnTo>
                    <a:pt x="176" y="104"/>
                  </a:lnTo>
                  <a:lnTo>
                    <a:pt x="175" y="104"/>
                  </a:lnTo>
                  <a:lnTo>
                    <a:pt x="173" y="104"/>
                  </a:lnTo>
                  <a:lnTo>
                    <a:pt x="175" y="106"/>
                  </a:lnTo>
                  <a:lnTo>
                    <a:pt x="175" y="106"/>
                  </a:lnTo>
                  <a:lnTo>
                    <a:pt x="175" y="108"/>
                  </a:lnTo>
                  <a:lnTo>
                    <a:pt x="173" y="108"/>
                  </a:lnTo>
                  <a:lnTo>
                    <a:pt x="171" y="109"/>
                  </a:lnTo>
                  <a:lnTo>
                    <a:pt x="167" y="109"/>
                  </a:lnTo>
                  <a:lnTo>
                    <a:pt x="165" y="109"/>
                  </a:lnTo>
                  <a:lnTo>
                    <a:pt x="164" y="109"/>
                  </a:lnTo>
                  <a:lnTo>
                    <a:pt x="162" y="109"/>
                  </a:lnTo>
                  <a:lnTo>
                    <a:pt x="160" y="109"/>
                  </a:lnTo>
                  <a:lnTo>
                    <a:pt x="160" y="109"/>
                  </a:lnTo>
                  <a:lnTo>
                    <a:pt x="158" y="109"/>
                  </a:lnTo>
                  <a:lnTo>
                    <a:pt x="158" y="108"/>
                  </a:lnTo>
                  <a:lnTo>
                    <a:pt x="157" y="108"/>
                  </a:lnTo>
                  <a:lnTo>
                    <a:pt x="157" y="108"/>
                  </a:lnTo>
                  <a:lnTo>
                    <a:pt x="157" y="108"/>
                  </a:lnTo>
                  <a:lnTo>
                    <a:pt x="156" y="108"/>
                  </a:lnTo>
                  <a:lnTo>
                    <a:pt x="157" y="108"/>
                  </a:lnTo>
                  <a:lnTo>
                    <a:pt x="157" y="108"/>
                  </a:lnTo>
                  <a:lnTo>
                    <a:pt x="157" y="109"/>
                  </a:lnTo>
                  <a:lnTo>
                    <a:pt x="158" y="109"/>
                  </a:lnTo>
                  <a:lnTo>
                    <a:pt x="160" y="109"/>
                  </a:lnTo>
                  <a:lnTo>
                    <a:pt x="164" y="109"/>
                  </a:lnTo>
                  <a:lnTo>
                    <a:pt x="165" y="111"/>
                  </a:lnTo>
                  <a:lnTo>
                    <a:pt x="167" y="111"/>
                  </a:lnTo>
                  <a:lnTo>
                    <a:pt x="167" y="111"/>
                  </a:lnTo>
                  <a:lnTo>
                    <a:pt x="169" y="113"/>
                  </a:lnTo>
                  <a:lnTo>
                    <a:pt x="171" y="115"/>
                  </a:lnTo>
                  <a:lnTo>
                    <a:pt x="171" y="115"/>
                  </a:lnTo>
                  <a:lnTo>
                    <a:pt x="171" y="117"/>
                  </a:lnTo>
                  <a:lnTo>
                    <a:pt x="171" y="119"/>
                  </a:lnTo>
                  <a:lnTo>
                    <a:pt x="171" y="119"/>
                  </a:lnTo>
                  <a:lnTo>
                    <a:pt x="169" y="120"/>
                  </a:lnTo>
                  <a:lnTo>
                    <a:pt x="167" y="120"/>
                  </a:lnTo>
                  <a:lnTo>
                    <a:pt x="164" y="122"/>
                  </a:lnTo>
                  <a:lnTo>
                    <a:pt x="160" y="124"/>
                  </a:lnTo>
                  <a:lnTo>
                    <a:pt x="160" y="124"/>
                  </a:lnTo>
                  <a:lnTo>
                    <a:pt x="158" y="122"/>
                  </a:lnTo>
                  <a:lnTo>
                    <a:pt x="158" y="122"/>
                  </a:lnTo>
                  <a:lnTo>
                    <a:pt x="157" y="122"/>
                  </a:lnTo>
                  <a:lnTo>
                    <a:pt x="156" y="122"/>
                  </a:lnTo>
                  <a:lnTo>
                    <a:pt x="152" y="122"/>
                  </a:lnTo>
                  <a:lnTo>
                    <a:pt x="148" y="122"/>
                  </a:lnTo>
                  <a:lnTo>
                    <a:pt x="146" y="122"/>
                  </a:lnTo>
                  <a:lnTo>
                    <a:pt x="146" y="122"/>
                  </a:lnTo>
                  <a:lnTo>
                    <a:pt x="145" y="122"/>
                  </a:lnTo>
                  <a:lnTo>
                    <a:pt x="143" y="122"/>
                  </a:lnTo>
                  <a:lnTo>
                    <a:pt x="141" y="122"/>
                  </a:lnTo>
                  <a:lnTo>
                    <a:pt x="139" y="122"/>
                  </a:lnTo>
                  <a:lnTo>
                    <a:pt x="137" y="120"/>
                  </a:lnTo>
                  <a:lnTo>
                    <a:pt x="136" y="119"/>
                  </a:lnTo>
                  <a:lnTo>
                    <a:pt x="134" y="117"/>
                  </a:lnTo>
                  <a:lnTo>
                    <a:pt x="133" y="115"/>
                  </a:lnTo>
                  <a:lnTo>
                    <a:pt x="131" y="113"/>
                  </a:lnTo>
                  <a:lnTo>
                    <a:pt x="126" y="109"/>
                  </a:lnTo>
                  <a:lnTo>
                    <a:pt x="126" y="108"/>
                  </a:lnTo>
                  <a:lnTo>
                    <a:pt x="124" y="108"/>
                  </a:lnTo>
                  <a:lnTo>
                    <a:pt x="124" y="108"/>
                  </a:lnTo>
                  <a:lnTo>
                    <a:pt x="126" y="106"/>
                  </a:lnTo>
                  <a:lnTo>
                    <a:pt x="126" y="104"/>
                  </a:lnTo>
                  <a:lnTo>
                    <a:pt x="126" y="106"/>
                  </a:lnTo>
                  <a:lnTo>
                    <a:pt x="124" y="106"/>
                  </a:lnTo>
                  <a:lnTo>
                    <a:pt x="122" y="106"/>
                  </a:lnTo>
                  <a:lnTo>
                    <a:pt x="120" y="106"/>
                  </a:lnTo>
                  <a:lnTo>
                    <a:pt x="118" y="108"/>
                  </a:lnTo>
                  <a:lnTo>
                    <a:pt x="117" y="108"/>
                  </a:lnTo>
                  <a:lnTo>
                    <a:pt x="115" y="108"/>
                  </a:lnTo>
                  <a:lnTo>
                    <a:pt x="115" y="106"/>
                  </a:lnTo>
                  <a:lnTo>
                    <a:pt x="115" y="106"/>
                  </a:lnTo>
                  <a:lnTo>
                    <a:pt x="115" y="104"/>
                  </a:lnTo>
                  <a:lnTo>
                    <a:pt x="113" y="106"/>
                  </a:lnTo>
                  <a:lnTo>
                    <a:pt x="111" y="108"/>
                  </a:lnTo>
                  <a:lnTo>
                    <a:pt x="109" y="109"/>
                  </a:lnTo>
                  <a:lnTo>
                    <a:pt x="109" y="108"/>
                  </a:lnTo>
                  <a:lnTo>
                    <a:pt x="109" y="108"/>
                  </a:lnTo>
                  <a:lnTo>
                    <a:pt x="108" y="108"/>
                  </a:lnTo>
                  <a:lnTo>
                    <a:pt x="109" y="106"/>
                  </a:lnTo>
                  <a:lnTo>
                    <a:pt x="109" y="106"/>
                  </a:lnTo>
                  <a:lnTo>
                    <a:pt x="109" y="104"/>
                  </a:lnTo>
                  <a:lnTo>
                    <a:pt x="111" y="102"/>
                  </a:lnTo>
                  <a:lnTo>
                    <a:pt x="111" y="100"/>
                  </a:lnTo>
                  <a:lnTo>
                    <a:pt x="111" y="100"/>
                  </a:lnTo>
                  <a:lnTo>
                    <a:pt x="111" y="100"/>
                  </a:lnTo>
                  <a:lnTo>
                    <a:pt x="111" y="100"/>
                  </a:lnTo>
                  <a:lnTo>
                    <a:pt x="109" y="100"/>
                  </a:lnTo>
                  <a:lnTo>
                    <a:pt x="109" y="98"/>
                  </a:lnTo>
                  <a:lnTo>
                    <a:pt x="109" y="98"/>
                  </a:lnTo>
                  <a:lnTo>
                    <a:pt x="108" y="96"/>
                  </a:lnTo>
                  <a:lnTo>
                    <a:pt x="108" y="96"/>
                  </a:lnTo>
                  <a:lnTo>
                    <a:pt x="108" y="96"/>
                  </a:lnTo>
                  <a:lnTo>
                    <a:pt x="108" y="94"/>
                  </a:lnTo>
                  <a:lnTo>
                    <a:pt x="109" y="94"/>
                  </a:lnTo>
                  <a:lnTo>
                    <a:pt x="109" y="94"/>
                  </a:lnTo>
                  <a:lnTo>
                    <a:pt x="111" y="94"/>
                  </a:lnTo>
                  <a:lnTo>
                    <a:pt x="111" y="94"/>
                  </a:lnTo>
                  <a:lnTo>
                    <a:pt x="113" y="94"/>
                  </a:lnTo>
                  <a:lnTo>
                    <a:pt x="111" y="94"/>
                  </a:lnTo>
                  <a:lnTo>
                    <a:pt x="111" y="94"/>
                  </a:lnTo>
                  <a:lnTo>
                    <a:pt x="108" y="94"/>
                  </a:lnTo>
                  <a:lnTo>
                    <a:pt x="107" y="92"/>
                  </a:lnTo>
                  <a:lnTo>
                    <a:pt x="105" y="90"/>
                  </a:lnTo>
                  <a:lnTo>
                    <a:pt x="105" y="90"/>
                  </a:lnTo>
                  <a:lnTo>
                    <a:pt x="107" y="90"/>
                  </a:lnTo>
                  <a:lnTo>
                    <a:pt x="109" y="89"/>
                  </a:lnTo>
                  <a:lnTo>
                    <a:pt x="108" y="89"/>
                  </a:lnTo>
                  <a:lnTo>
                    <a:pt x="107" y="87"/>
                  </a:lnTo>
                  <a:lnTo>
                    <a:pt x="107" y="87"/>
                  </a:lnTo>
                  <a:lnTo>
                    <a:pt x="107" y="85"/>
                  </a:lnTo>
                  <a:lnTo>
                    <a:pt x="105" y="83"/>
                  </a:lnTo>
                  <a:lnTo>
                    <a:pt x="103" y="81"/>
                  </a:lnTo>
                  <a:lnTo>
                    <a:pt x="103" y="80"/>
                  </a:lnTo>
                  <a:lnTo>
                    <a:pt x="101" y="76"/>
                  </a:lnTo>
                  <a:lnTo>
                    <a:pt x="101" y="76"/>
                  </a:lnTo>
                  <a:lnTo>
                    <a:pt x="103" y="75"/>
                  </a:lnTo>
                  <a:lnTo>
                    <a:pt x="101" y="75"/>
                  </a:lnTo>
                  <a:lnTo>
                    <a:pt x="99" y="75"/>
                  </a:lnTo>
                  <a:lnTo>
                    <a:pt x="101" y="75"/>
                  </a:lnTo>
                  <a:lnTo>
                    <a:pt x="101" y="73"/>
                  </a:lnTo>
                  <a:lnTo>
                    <a:pt x="101" y="73"/>
                  </a:lnTo>
                  <a:lnTo>
                    <a:pt x="99" y="73"/>
                  </a:lnTo>
                  <a:lnTo>
                    <a:pt x="99" y="73"/>
                  </a:lnTo>
                  <a:lnTo>
                    <a:pt x="98" y="73"/>
                  </a:lnTo>
                  <a:lnTo>
                    <a:pt x="98" y="73"/>
                  </a:lnTo>
                  <a:lnTo>
                    <a:pt x="98" y="73"/>
                  </a:lnTo>
                  <a:lnTo>
                    <a:pt x="98" y="71"/>
                  </a:lnTo>
                  <a:lnTo>
                    <a:pt x="98" y="71"/>
                  </a:lnTo>
                  <a:lnTo>
                    <a:pt x="98" y="70"/>
                  </a:lnTo>
                  <a:lnTo>
                    <a:pt x="96" y="70"/>
                  </a:lnTo>
                  <a:lnTo>
                    <a:pt x="96" y="70"/>
                  </a:lnTo>
                  <a:lnTo>
                    <a:pt x="94" y="70"/>
                  </a:lnTo>
                  <a:lnTo>
                    <a:pt x="94" y="68"/>
                  </a:lnTo>
                  <a:lnTo>
                    <a:pt x="94" y="68"/>
                  </a:lnTo>
                  <a:lnTo>
                    <a:pt x="87" y="64"/>
                  </a:lnTo>
                  <a:lnTo>
                    <a:pt x="87" y="62"/>
                  </a:lnTo>
                  <a:lnTo>
                    <a:pt x="87" y="64"/>
                  </a:lnTo>
                  <a:lnTo>
                    <a:pt x="85" y="64"/>
                  </a:lnTo>
                  <a:lnTo>
                    <a:pt x="85" y="62"/>
                  </a:lnTo>
                  <a:lnTo>
                    <a:pt x="84" y="62"/>
                  </a:lnTo>
                  <a:lnTo>
                    <a:pt x="84" y="62"/>
                  </a:lnTo>
                  <a:lnTo>
                    <a:pt x="84" y="62"/>
                  </a:lnTo>
                  <a:lnTo>
                    <a:pt x="82" y="62"/>
                  </a:lnTo>
                  <a:lnTo>
                    <a:pt x="82" y="62"/>
                  </a:lnTo>
                  <a:lnTo>
                    <a:pt x="79" y="61"/>
                  </a:lnTo>
                  <a:lnTo>
                    <a:pt x="75" y="59"/>
                  </a:lnTo>
                  <a:lnTo>
                    <a:pt x="73" y="59"/>
                  </a:lnTo>
                  <a:lnTo>
                    <a:pt x="71" y="59"/>
                  </a:lnTo>
                  <a:lnTo>
                    <a:pt x="69" y="57"/>
                  </a:lnTo>
                  <a:lnTo>
                    <a:pt x="66" y="57"/>
                  </a:lnTo>
                  <a:lnTo>
                    <a:pt x="60" y="55"/>
                  </a:lnTo>
                  <a:lnTo>
                    <a:pt x="60" y="55"/>
                  </a:lnTo>
                  <a:lnTo>
                    <a:pt x="60" y="57"/>
                  </a:lnTo>
                  <a:lnTo>
                    <a:pt x="58" y="57"/>
                  </a:lnTo>
                  <a:lnTo>
                    <a:pt x="52" y="53"/>
                  </a:lnTo>
                  <a:lnTo>
                    <a:pt x="50" y="52"/>
                  </a:lnTo>
                  <a:lnTo>
                    <a:pt x="50" y="51"/>
                  </a:lnTo>
                  <a:lnTo>
                    <a:pt x="52" y="51"/>
                  </a:lnTo>
                  <a:lnTo>
                    <a:pt x="54" y="49"/>
                  </a:lnTo>
                  <a:lnTo>
                    <a:pt x="52" y="49"/>
                  </a:lnTo>
                  <a:lnTo>
                    <a:pt x="52" y="49"/>
                  </a:lnTo>
                  <a:lnTo>
                    <a:pt x="50" y="51"/>
                  </a:lnTo>
                  <a:lnTo>
                    <a:pt x="49" y="51"/>
                  </a:lnTo>
                  <a:lnTo>
                    <a:pt x="49" y="51"/>
                  </a:lnTo>
                  <a:lnTo>
                    <a:pt x="47" y="49"/>
                  </a:lnTo>
                  <a:lnTo>
                    <a:pt x="45" y="51"/>
                  </a:lnTo>
                  <a:lnTo>
                    <a:pt x="45" y="49"/>
                  </a:lnTo>
                  <a:lnTo>
                    <a:pt x="43" y="49"/>
                  </a:lnTo>
                  <a:lnTo>
                    <a:pt x="43" y="47"/>
                  </a:lnTo>
                  <a:lnTo>
                    <a:pt x="43" y="47"/>
                  </a:lnTo>
                  <a:lnTo>
                    <a:pt x="41" y="49"/>
                  </a:lnTo>
                  <a:lnTo>
                    <a:pt x="41" y="49"/>
                  </a:lnTo>
                  <a:lnTo>
                    <a:pt x="40" y="47"/>
                  </a:lnTo>
                  <a:lnTo>
                    <a:pt x="40" y="47"/>
                  </a:lnTo>
                  <a:lnTo>
                    <a:pt x="40" y="45"/>
                  </a:lnTo>
                  <a:lnTo>
                    <a:pt x="38" y="45"/>
                  </a:lnTo>
                  <a:lnTo>
                    <a:pt x="38" y="45"/>
                  </a:lnTo>
                  <a:lnTo>
                    <a:pt x="36" y="43"/>
                  </a:lnTo>
                  <a:lnTo>
                    <a:pt x="36" y="42"/>
                  </a:lnTo>
                  <a:lnTo>
                    <a:pt x="38" y="40"/>
                  </a:lnTo>
                  <a:lnTo>
                    <a:pt x="38" y="38"/>
                  </a:lnTo>
                  <a:lnTo>
                    <a:pt x="40" y="38"/>
                  </a:lnTo>
                  <a:lnTo>
                    <a:pt x="38" y="36"/>
                  </a:lnTo>
                  <a:lnTo>
                    <a:pt x="38" y="38"/>
                  </a:lnTo>
                  <a:lnTo>
                    <a:pt x="36" y="38"/>
                  </a:lnTo>
                  <a:lnTo>
                    <a:pt x="36" y="40"/>
                  </a:lnTo>
                  <a:lnTo>
                    <a:pt x="36" y="42"/>
                  </a:lnTo>
                  <a:lnTo>
                    <a:pt x="36" y="42"/>
                  </a:lnTo>
                  <a:lnTo>
                    <a:pt x="35" y="42"/>
                  </a:lnTo>
                  <a:lnTo>
                    <a:pt x="35" y="43"/>
                  </a:lnTo>
                  <a:lnTo>
                    <a:pt x="35" y="45"/>
                  </a:lnTo>
                  <a:lnTo>
                    <a:pt x="33" y="47"/>
                  </a:lnTo>
                  <a:lnTo>
                    <a:pt x="33" y="47"/>
                  </a:lnTo>
                  <a:lnTo>
                    <a:pt x="33" y="49"/>
                  </a:lnTo>
                  <a:lnTo>
                    <a:pt x="33" y="49"/>
                  </a:lnTo>
                  <a:lnTo>
                    <a:pt x="31" y="51"/>
                  </a:lnTo>
                  <a:lnTo>
                    <a:pt x="31" y="52"/>
                  </a:lnTo>
                  <a:lnTo>
                    <a:pt x="30" y="52"/>
                  </a:lnTo>
                  <a:lnTo>
                    <a:pt x="28" y="52"/>
                  </a:lnTo>
                  <a:lnTo>
                    <a:pt x="26" y="51"/>
                  </a:lnTo>
                  <a:lnTo>
                    <a:pt x="26" y="51"/>
                  </a:lnTo>
                  <a:lnTo>
                    <a:pt x="26" y="51"/>
                  </a:lnTo>
                  <a:lnTo>
                    <a:pt x="24" y="49"/>
                  </a:lnTo>
                  <a:lnTo>
                    <a:pt x="24" y="47"/>
                  </a:lnTo>
                  <a:lnTo>
                    <a:pt x="26" y="43"/>
                  </a:lnTo>
                  <a:lnTo>
                    <a:pt x="26" y="42"/>
                  </a:lnTo>
                  <a:lnTo>
                    <a:pt x="24" y="40"/>
                  </a:lnTo>
                  <a:lnTo>
                    <a:pt x="22" y="38"/>
                  </a:lnTo>
                  <a:lnTo>
                    <a:pt x="19" y="36"/>
                  </a:lnTo>
                  <a:lnTo>
                    <a:pt x="17" y="36"/>
                  </a:lnTo>
                  <a:lnTo>
                    <a:pt x="15" y="36"/>
                  </a:lnTo>
                  <a:lnTo>
                    <a:pt x="15" y="34"/>
                  </a:lnTo>
                  <a:lnTo>
                    <a:pt x="13" y="34"/>
                  </a:lnTo>
                  <a:lnTo>
                    <a:pt x="13" y="32"/>
                  </a:lnTo>
                  <a:lnTo>
                    <a:pt x="15" y="32"/>
                  </a:lnTo>
                  <a:lnTo>
                    <a:pt x="17" y="32"/>
                  </a:lnTo>
                  <a:lnTo>
                    <a:pt x="19" y="32"/>
                  </a:lnTo>
                  <a:lnTo>
                    <a:pt x="22" y="32"/>
                  </a:lnTo>
                  <a:lnTo>
                    <a:pt x="22" y="32"/>
                  </a:lnTo>
                  <a:lnTo>
                    <a:pt x="24" y="32"/>
                  </a:lnTo>
                  <a:lnTo>
                    <a:pt x="26" y="31"/>
                  </a:lnTo>
                  <a:lnTo>
                    <a:pt x="28" y="29"/>
                  </a:lnTo>
                  <a:lnTo>
                    <a:pt x="30" y="29"/>
                  </a:lnTo>
                  <a:lnTo>
                    <a:pt x="31" y="29"/>
                  </a:lnTo>
                  <a:lnTo>
                    <a:pt x="31" y="29"/>
                  </a:lnTo>
                  <a:lnTo>
                    <a:pt x="33" y="29"/>
                  </a:lnTo>
                  <a:lnTo>
                    <a:pt x="35" y="31"/>
                  </a:lnTo>
                  <a:lnTo>
                    <a:pt x="36" y="31"/>
                  </a:lnTo>
                  <a:lnTo>
                    <a:pt x="36" y="31"/>
                  </a:lnTo>
                  <a:lnTo>
                    <a:pt x="38" y="31"/>
                  </a:lnTo>
                  <a:lnTo>
                    <a:pt x="38" y="31"/>
                  </a:lnTo>
                  <a:lnTo>
                    <a:pt x="38" y="29"/>
                  </a:lnTo>
                  <a:lnTo>
                    <a:pt x="40" y="29"/>
                  </a:lnTo>
                  <a:lnTo>
                    <a:pt x="40" y="29"/>
                  </a:lnTo>
                  <a:lnTo>
                    <a:pt x="40" y="28"/>
                  </a:lnTo>
                  <a:lnTo>
                    <a:pt x="40" y="28"/>
                  </a:lnTo>
                  <a:lnTo>
                    <a:pt x="38" y="28"/>
                  </a:lnTo>
                  <a:lnTo>
                    <a:pt x="40" y="26"/>
                  </a:lnTo>
                  <a:lnTo>
                    <a:pt x="40" y="26"/>
                  </a:lnTo>
                  <a:lnTo>
                    <a:pt x="40" y="24"/>
                  </a:lnTo>
                  <a:lnTo>
                    <a:pt x="40" y="24"/>
                  </a:lnTo>
                  <a:lnTo>
                    <a:pt x="38" y="26"/>
                  </a:lnTo>
                  <a:lnTo>
                    <a:pt x="35" y="26"/>
                  </a:lnTo>
                  <a:lnTo>
                    <a:pt x="33" y="26"/>
                  </a:lnTo>
                  <a:lnTo>
                    <a:pt x="31" y="26"/>
                  </a:lnTo>
                  <a:lnTo>
                    <a:pt x="28" y="26"/>
                  </a:lnTo>
                  <a:lnTo>
                    <a:pt x="26" y="26"/>
                  </a:lnTo>
                  <a:lnTo>
                    <a:pt x="22" y="26"/>
                  </a:lnTo>
                  <a:lnTo>
                    <a:pt x="21" y="26"/>
                  </a:lnTo>
                  <a:lnTo>
                    <a:pt x="19" y="26"/>
                  </a:lnTo>
                  <a:lnTo>
                    <a:pt x="19" y="26"/>
                  </a:lnTo>
                  <a:lnTo>
                    <a:pt x="17" y="26"/>
                  </a:lnTo>
                  <a:lnTo>
                    <a:pt x="15" y="24"/>
                  </a:lnTo>
                  <a:lnTo>
                    <a:pt x="15" y="24"/>
                  </a:lnTo>
                  <a:lnTo>
                    <a:pt x="13" y="23"/>
                  </a:lnTo>
                  <a:lnTo>
                    <a:pt x="13" y="23"/>
                  </a:lnTo>
                  <a:lnTo>
                    <a:pt x="13" y="19"/>
                  </a:lnTo>
                  <a:lnTo>
                    <a:pt x="13" y="17"/>
                  </a:lnTo>
                  <a:lnTo>
                    <a:pt x="12" y="17"/>
                  </a:lnTo>
                  <a:lnTo>
                    <a:pt x="11" y="17"/>
                  </a:lnTo>
                  <a:lnTo>
                    <a:pt x="5" y="15"/>
                  </a:lnTo>
                  <a:lnTo>
                    <a:pt x="3" y="15"/>
                  </a:lnTo>
                  <a:lnTo>
                    <a:pt x="3" y="15"/>
                  </a:lnTo>
                  <a:lnTo>
                    <a:pt x="2" y="15"/>
                  </a:lnTo>
                  <a:lnTo>
                    <a:pt x="2" y="15"/>
                  </a:lnTo>
                  <a:lnTo>
                    <a:pt x="0" y="15"/>
                  </a:lnTo>
                  <a:lnTo>
                    <a:pt x="0" y="13"/>
                  </a:lnTo>
                  <a:lnTo>
                    <a:pt x="2" y="13"/>
                  </a:lnTo>
                  <a:lnTo>
                    <a:pt x="2" y="12"/>
                  </a:lnTo>
                  <a:lnTo>
                    <a:pt x="2" y="12"/>
                  </a:lnTo>
                  <a:lnTo>
                    <a:pt x="3" y="12"/>
                  </a:lnTo>
                  <a:lnTo>
                    <a:pt x="3" y="8"/>
                  </a:lnTo>
                  <a:lnTo>
                    <a:pt x="3" y="8"/>
                  </a:lnTo>
                  <a:lnTo>
                    <a:pt x="3" y="8"/>
                  </a:lnTo>
                  <a:lnTo>
                    <a:pt x="3" y="6"/>
                  </a:lnTo>
                  <a:lnTo>
                    <a:pt x="5" y="6"/>
                  </a:lnTo>
                  <a:lnTo>
                    <a:pt x="7" y="6"/>
                  </a:lnTo>
                  <a:lnTo>
                    <a:pt x="12" y="4"/>
                  </a:lnTo>
                  <a:lnTo>
                    <a:pt x="12" y="4"/>
                  </a:lnTo>
                  <a:lnTo>
                    <a:pt x="13" y="4"/>
                  </a:lnTo>
                  <a:lnTo>
                    <a:pt x="15" y="4"/>
                  </a:lnTo>
                  <a:lnTo>
                    <a:pt x="15" y="1"/>
                  </a:lnTo>
                  <a:lnTo>
                    <a:pt x="15" y="1"/>
                  </a:lnTo>
                  <a:lnTo>
                    <a:pt x="19" y="0"/>
                  </a:lnTo>
                  <a:lnTo>
                    <a:pt x="21"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0" name="Freeform 10651"/>
            <p:cNvSpPr/>
            <p:nvPr/>
          </p:nvSpPr>
          <p:spPr bwMode="auto">
            <a:xfrm>
              <a:off x="5881189" y="3229066"/>
              <a:ext cx="179784" cy="188119"/>
            </a:xfrm>
            <a:custGeom>
              <a:avLst/>
              <a:gdLst>
                <a:gd name="T0" fmla="*/ 9 w 151"/>
                <a:gd name="T1" fmla="*/ 1 h 158"/>
                <a:gd name="T2" fmla="*/ 19 w 151"/>
                <a:gd name="T3" fmla="*/ 7 h 158"/>
                <a:gd name="T4" fmla="*/ 30 w 151"/>
                <a:gd name="T5" fmla="*/ 5 h 158"/>
                <a:gd name="T6" fmla="*/ 37 w 151"/>
                <a:gd name="T7" fmla="*/ 10 h 158"/>
                <a:gd name="T8" fmla="*/ 42 w 151"/>
                <a:gd name="T9" fmla="*/ 19 h 158"/>
                <a:gd name="T10" fmla="*/ 48 w 151"/>
                <a:gd name="T11" fmla="*/ 25 h 158"/>
                <a:gd name="T12" fmla="*/ 60 w 151"/>
                <a:gd name="T13" fmla="*/ 33 h 158"/>
                <a:gd name="T14" fmla="*/ 68 w 151"/>
                <a:gd name="T15" fmla="*/ 42 h 158"/>
                <a:gd name="T16" fmla="*/ 74 w 151"/>
                <a:gd name="T17" fmla="*/ 48 h 158"/>
                <a:gd name="T18" fmla="*/ 79 w 151"/>
                <a:gd name="T19" fmla="*/ 48 h 158"/>
                <a:gd name="T20" fmla="*/ 79 w 151"/>
                <a:gd name="T21" fmla="*/ 48 h 158"/>
                <a:gd name="T22" fmla="*/ 85 w 151"/>
                <a:gd name="T23" fmla="*/ 54 h 158"/>
                <a:gd name="T24" fmla="*/ 94 w 151"/>
                <a:gd name="T25" fmla="*/ 57 h 158"/>
                <a:gd name="T26" fmla="*/ 97 w 151"/>
                <a:gd name="T27" fmla="*/ 65 h 158"/>
                <a:gd name="T28" fmla="*/ 107 w 151"/>
                <a:gd name="T29" fmla="*/ 67 h 158"/>
                <a:gd name="T30" fmla="*/ 102 w 151"/>
                <a:gd name="T31" fmla="*/ 75 h 158"/>
                <a:gd name="T32" fmla="*/ 112 w 151"/>
                <a:gd name="T33" fmla="*/ 72 h 158"/>
                <a:gd name="T34" fmla="*/ 117 w 151"/>
                <a:gd name="T35" fmla="*/ 73 h 158"/>
                <a:gd name="T36" fmla="*/ 114 w 151"/>
                <a:gd name="T37" fmla="*/ 80 h 158"/>
                <a:gd name="T38" fmla="*/ 114 w 151"/>
                <a:gd name="T39" fmla="*/ 84 h 158"/>
                <a:gd name="T40" fmla="*/ 117 w 151"/>
                <a:gd name="T41" fmla="*/ 90 h 158"/>
                <a:gd name="T42" fmla="*/ 126 w 151"/>
                <a:gd name="T43" fmla="*/ 92 h 158"/>
                <a:gd name="T44" fmla="*/ 128 w 151"/>
                <a:gd name="T45" fmla="*/ 101 h 158"/>
                <a:gd name="T46" fmla="*/ 133 w 151"/>
                <a:gd name="T47" fmla="*/ 106 h 158"/>
                <a:gd name="T48" fmla="*/ 130 w 151"/>
                <a:gd name="T49" fmla="*/ 112 h 158"/>
                <a:gd name="T50" fmla="*/ 133 w 151"/>
                <a:gd name="T51" fmla="*/ 112 h 158"/>
                <a:gd name="T52" fmla="*/ 140 w 151"/>
                <a:gd name="T53" fmla="*/ 110 h 158"/>
                <a:gd name="T54" fmla="*/ 151 w 151"/>
                <a:gd name="T55" fmla="*/ 120 h 158"/>
                <a:gd name="T56" fmla="*/ 147 w 151"/>
                <a:gd name="T57" fmla="*/ 127 h 158"/>
                <a:gd name="T58" fmla="*/ 147 w 151"/>
                <a:gd name="T59" fmla="*/ 134 h 158"/>
                <a:gd name="T60" fmla="*/ 147 w 151"/>
                <a:gd name="T61" fmla="*/ 146 h 158"/>
                <a:gd name="T62" fmla="*/ 144 w 151"/>
                <a:gd name="T63" fmla="*/ 157 h 158"/>
                <a:gd name="T64" fmla="*/ 140 w 151"/>
                <a:gd name="T65" fmla="*/ 153 h 158"/>
                <a:gd name="T66" fmla="*/ 130 w 151"/>
                <a:gd name="T67" fmla="*/ 153 h 158"/>
                <a:gd name="T68" fmla="*/ 130 w 151"/>
                <a:gd name="T69" fmla="*/ 158 h 158"/>
                <a:gd name="T70" fmla="*/ 124 w 151"/>
                <a:gd name="T71" fmla="*/ 153 h 158"/>
                <a:gd name="T72" fmla="*/ 112 w 151"/>
                <a:gd name="T73" fmla="*/ 143 h 158"/>
                <a:gd name="T74" fmla="*/ 98 w 151"/>
                <a:gd name="T75" fmla="*/ 133 h 158"/>
                <a:gd name="T76" fmla="*/ 87 w 151"/>
                <a:gd name="T77" fmla="*/ 120 h 158"/>
                <a:gd name="T78" fmla="*/ 81 w 151"/>
                <a:gd name="T79" fmla="*/ 113 h 158"/>
                <a:gd name="T80" fmla="*/ 73 w 151"/>
                <a:gd name="T81" fmla="*/ 95 h 158"/>
                <a:gd name="T82" fmla="*/ 66 w 151"/>
                <a:gd name="T83" fmla="*/ 84 h 158"/>
                <a:gd name="T84" fmla="*/ 60 w 151"/>
                <a:gd name="T85" fmla="*/ 76 h 158"/>
                <a:gd name="T86" fmla="*/ 53 w 151"/>
                <a:gd name="T87" fmla="*/ 67 h 158"/>
                <a:gd name="T88" fmla="*/ 45 w 151"/>
                <a:gd name="T89" fmla="*/ 52 h 158"/>
                <a:gd name="T90" fmla="*/ 34 w 151"/>
                <a:gd name="T91" fmla="*/ 46 h 158"/>
                <a:gd name="T92" fmla="*/ 30 w 151"/>
                <a:gd name="T93" fmla="*/ 37 h 158"/>
                <a:gd name="T94" fmla="*/ 23 w 151"/>
                <a:gd name="T95" fmla="*/ 28 h 158"/>
                <a:gd name="T96" fmla="*/ 14 w 151"/>
                <a:gd name="T97" fmla="*/ 23 h 158"/>
                <a:gd name="T98" fmla="*/ 2 w 151"/>
                <a:gd name="T99" fmla="*/ 10 h 158"/>
                <a:gd name="T100" fmla="*/ 0 w 151"/>
                <a:gd name="T101" fmla="*/ 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 h="158">
                  <a:moveTo>
                    <a:pt x="2" y="0"/>
                  </a:moveTo>
                  <a:lnTo>
                    <a:pt x="4" y="0"/>
                  </a:lnTo>
                  <a:lnTo>
                    <a:pt x="6" y="1"/>
                  </a:lnTo>
                  <a:lnTo>
                    <a:pt x="7" y="1"/>
                  </a:lnTo>
                  <a:lnTo>
                    <a:pt x="9" y="1"/>
                  </a:lnTo>
                  <a:lnTo>
                    <a:pt x="11" y="5"/>
                  </a:lnTo>
                  <a:lnTo>
                    <a:pt x="12" y="5"/>
                  </a:lnTo>
                  <a:lnTo>
                    <a:pt x="14" y="5"/>
                  </a:lnTo>
                  <a:lnTo>
                    <a:pt x="17" y="7"/>
                  </a:lnTo>
                  <a:lnTo>
                    <a:pt x="19" y="7"/>
                  </a:lnTo>
                  <a:lnTo>
                    <a:pt x="23" y="5"/>
                  </a:lnTo>
                  <a:lnTo>
                    <a:pt x="25" y="5"/>
                  </a:lnTo>
                  <a:lnTo>
                    <a:pt x="26" y="7"/>
                  </a:lnTo>
                  <a:lnTo>
                    <a:pt x="26" y="7"/>
                  </a:lnTo>
                  <a:lnTo>
                    <a:pt x="30" y="5"/>
                  </a:lnTo>
                  <a:lnTo>
                    <a:pt x="32" y="7"/>
                  </a:lnTo>
                  <a:lnTo>
                    <a:pt x="32" y="7"/>
                  </a:lnTo>
                  <a:lnTo>
                    <a:pt x="34" y="7"/>
                  </a:lnTo>
                  <a:lnTo>
                    <a:pt x="34" y="9"/>
                  </a:lnTo>
                  <a:lnTo>
                    <a:pt x="37" y="10"/>
                  </a:lnTo>
                  <a:lnTo>
                    <a:pt x="38" y="12"/>
                  </a:lnTo>
                  <a:lnTo>
                    <a:pt x="38" y="13"/>
                  </a:lnTo>
                  <a:lnTo>
                    <a:pt x="38" y="13"/>
                  </a:lnTo>
                  <a:lnTo>
                    <a:pt x="42" y="18"/>
                  </a:lnTo>
                  <a:lnTo>
                    <a:pt x="42" y="19"/>
                  </a:lnTo>
                  <a:lnTo>
                    <a:pt x="42" y="20"/>
                  </a:lnTo>
                  <a:lnTo>
                    <a:pt x="42" y="20"/>
                  </a:lnTo>
                  <a:lnTo>
                    <a:pt x="45" y="23"/>
                  </a:lnTo>
                  <a:lnTo>
                    <a:pt x="48" y="25"/>
                  </a:lnTo>
                  <a:lnTo>
                    <a:pt x="48" y="25"/>
                  </a:lnTo>
                  <a:lnTo>
                    <a:pt x="48" y="25"/>
                  </a:lnTo>
                  <a:lnTo>
                    <a:pt x="49" y="26"/>
                  </a:lnTo>
                  <a:lnTo>
                    <a:pt x="51" y="26"/>
                  </a:lnTo>
                  <a:lnTo>
                    <a:pt x="55" y="28"/>
                  </a:lnTo>
                  <a:lnTo>
                    <a:pt x="60" y="33"/>
                  </a:lnTo>
                  <a:lnTo>
                    <a:pt x="61" y="35"/>
                  </a:lnTo>
                  <a:lnTo>
                    <a:pt x="64" y="37"/>
                  </a:lnTo>
                  <a:lnTo>
                    <a:pt x="64" y="37"/>
                  </a:lnTo>
                  <a:lnTo>
                    <a:pt x="66" y="40"/>
                  </a:lnTo>
                  <a:lnTo>
                    <a:pt x="68" y="42"/>
                  </a:lnTo>
                  <a:lnTo>
                    <a:pt x="70" y="43"/>
                  </a:lnTo>
                  <a:lnTo>
                    <a:pt x="70" y="46"/>
                  </a:lnTo>
                  <a:lnTo>
                    <a:pt x="73" y="46"/>
                  </a:lnTo>
                  <a:lnTo>
                    <a:pt x="73" y="48"/>
                  </a:lnTo>
                  <a:lnTo>
                    <a:pt x="74" y="48"/>
                  </a:lnTo>
                  <a:lnTo>
                    <a:pt x="74" y="48"/>
                  </a:lnTo>
                  <a:lnTo>
                    <a:pt x="75" y="48"/>
                  </a:lnTo>
                  <a:lnTo>
                    <a:pt x="77" y="50"/>
                  </a:lnTo>
                  <a:lnTo>
                    <a:pt x="79" y="50"/>
                  </a:lnTo>
                  <a:lnTo>
                    <a:pt x="79" y="48"/>
                  </a:lnTo>
                  <a:lnTo>
                    <a:pt x="77" y="48"/>
                  </a:lnTo>
                  <a:lnTo>
                    <a:pt x="77" y="48"/>
                  </a:lnTo>
                  <a:lnTo>
                    <a:pt x="77" y="48"/>
                  </a:lnTo>
                  <a:lnTo>
                    <a:pt x="79" y="48"/>
                  </a:lnTo>
                  <a:lnTo>
                    <a:pt x="79" y="48"/>
                  </a:lnTo>
                  <a:lnTo>
                    <a:pt x="81" y="48"/>
                  </a:lnTo>
                  <a:lnTo>
                    <a:pt x="83" y="48"/>
                  </a:lnTo>
                  <a:lnTo>
                    <a:pt x="84" y="50"/>
                  </a:lnTo>
                  <a:lnTo>
                    <a:pt x="84" y="52"/>
                  </a:lnTo>
                  <a:lnTo>
                    <a:pt x="85" y="54"/>
                  </a:lnTo>
                  <a:lnTo>
                    <a:pt x="85" y="54"/>
                  </a:lnTo>
                  <a:lnTo>
                    <a:pt x="87" y="54"/>
                  </a:lnTo>
                  <a:lnTo>
                    <a:pt x="90" y="56"/>
                  </a:lnTo>
                  <a:lnTo>
                    <a:pt x="91" y="56"/>
                  </a:lnTo>
                  <a:lnTo>
                    <a:pt x="94" y="57"/>
                  </a:lnTo>
                  <a:lnTo>
                    <a:pt x="94" y="59"/>
                  </a:lnTo>
                  <a:lnTo>
                    <a:pt x="97" y="61"/>
                  </a:lnTo>
                  <a:lnTo>
                    <a:pt x="97" y="62"/>
                  </a:lnTo>
                  <a:lnTo>
                    <a:pt x="97" y="65"/>
                  </a:lnTo>
                  <a:lnTo>
                    <a:pt x="97" y="65"/>
                  </a:lnTo>
                  <a:lnTo>
                    <a:pt x="100" y="66"/>
                  </a:lnTo>
                  <a:lnTo>
                    <a:pt x="100" y="66"/>
                  </a:lnTo>
                  <a:lnTo>
                    <a:pt x="102" y="67"/>
                  </a:lnTo>
                  <a:lnTo>
                    <a:pt x="105" y="67"/>
                  </a:lnTo>
                  <a:lnTo>
                    <a:pt x="107" y="67"/>
                  </a:lnTo>
                  <a:lnTo>
                    <a:pt x="109" y="70"/>
                  </a:lnTo>
                  <a:lnTo>
                    <a:pt x="109" y="72"/>
                  </a:lnTo>
                  <a:lnTo>
                    <a:pt x="107" y="72"/>
                  </a:lnTo>
                  <a:lnTo>
                    <a:pt x="105" y="73"/>
                  </a:lnTo>
                  <a:lnTo>
                    <a:pt x="102" y="75"/>
                  </a:lnTo>
                  <a:lnTo>
                    <a:pt x="105" y="75"/>
                  </a:lnTo>
                  <a:lnTo>
                    <a:pt x="107" y="73"/>
                  </a:lnTo>
                  <a:lnTo>
                    <a:pt x="107" y="73"/>
                  </a:lnTo>
                  <a:lnTo>
                    <a:pt x="109" y="72"/>
                  </a:lnTo>
                  <a:lnTo>
                    <a:pt x="112" y="72"/>
                  </a:lnTo>
                  <a:lnTo>
                    <a:pt x="112" y="72"/>
                  </a:lnTo>
                  <a:lnTo>
                    <a:pt x="114" y="72"/>
                  </a:lnTo>
                  <a:lnTo>
                    <a:pt x="114" y="72"/>
                  </a:lnTo>
                  <a:lnTo>
                    <a:pt x="115" y="73"/>
                  </a:lnTo>
                  <a:lnTo>
                    <a:pt x="117" y="73"/>
                  </a:lnTo>
                  <a:lnTo>
                    <a:pt x="117" y="75"/>
                  </a:lnTo>
                  <a:lnTo>
                    <a:pt x="120" y="76"/>
                  </a:lnTo>
                  <a:lnTo>
                    <a:pt x="117" y="78"/>
                  </a:lnTo>
                  <a:lnTo>
                    <a:pt x="115" y="78"/>
                  </a:lnTo>
                  <a:lnTo>
                    <a:pt x="114" y="80"/>
                  </a:lnTo>
                  <a:lnTo>
                    <a:pt x="114" y="80"/>
                  </a:lnTo>
                  <a:lnTo>
                    <a:pt x="114" y="82"/>
                  </a:lnTo>
                  <a:lnTo>
                    <a:pt x="114" y="82"/>
                  </a:lnTo>
                  <a:lnTo>
                    <a:pt x="114" y="84"/>
                  </a:lnTo>
                  <a:lnTo>
                    <a:pt x="114" y="84"/>
                  </a:lnTo>
                  <a:lnTo>
                    <a:pt x="114" y="86"/>
                  </a:lnTo>
                  <a:lnTo>
                    <a:pt x="114" y="86"/>
                  </a:lnTo>
                  <a:lnTo>
                    <a:pt x="115" y="89"/>
                  </a:lnTo>
                  <a:lnTo>
                    <a:pt x="115" y="89"/>
                  </a:lnTo>
                  <a:lnTo>
                    <a:pt x="117" y="90"/>
                  </a:lnTo>
                  <a:lnTo>
                    <a:pt x="121" y="90"/>
                  </a:lnTo>
                  <a:lnTo>
                    <a:pt x="122" y="92"/>
                  </a:lnTo>
                  <a:lnTo>
                    <a:pt x="124" y="92"/>
                  </a:lnTo>
                  <a:lnTo>
                    <a:pt x="124" y="92"/>
                  </a:lnTo>
                  <a:lnTo>
                    <a:pt x="126" y="92"/>
                  </a:lnTo>
                  <a:lnTo>
                    <a:pt x="126" y="92"/>
                  </a:lnTo>
                  <a:lnTo>
                    <a:pt x="128" y="95"/>
                  </a:lnTo>
                  <a:lnTo>
                    <a:pt x="128" y="95"/>
                  </a:lnTo>
                  <a:lnTo>
                    <a:pt x="128" y="99"/>
                  </a:lnTo>
                  <a:lnTo>
                    <a:pt x="128" y="101"/>
                  </a:lnTo>
                  <a:lnTo>
                    <a:pt x="128" y="103"/>
                  </a:lnTo>
                  <a:lnTo>
                    <a:pt x="130" y="105"/>
                  </a:lnTo>
                  <a:lnTo>
                    <a:pt x="132" y="105"/>
                  </a:lnTo>
                  <a:lnTo>
                    <a:pt x="133" y="106"/>
                  </a:lnTo>
                  <a:lnTo>
                    <a:pt x="133" y="106"/>
                  </a:lnTo>
                  <a:lnTo>
                    <a:pt x="133" y="108"/>
                  </a:lnTo>
                  <a:lnTo>
                    <a:pt x="133" y="108"/>
                  </a:lnTo>
                  <a:lnTo>
                    <a:pt x="133" y="110"/>
                  </a:lnTo>
                  <a:lnTo>
                    <a:pt x="132" y="110"/>
                  </a:lnTo>
                  <a:lnTo>
                    <a:pt x="130" y="112"/>
                  </a:lnTo>
                  <a:lnTo>
                    <a:pt x="130" y="113"/>
                  </a:lnTo>
                  <a:lnTo>
                    <a:pt x="130" y="113"/>
                  </a:lnTo>
                  <a:lnTo>
                    <a:pt x="132" y="113"/>
                  </a:lnTo>
                  <a:lnTo>
                    <a:pt x="132" y="113"/>
                  </a:lnTo>
                  <a:lnTo>
                    <a:pt x="133" y="112"/>
                  </a:lnTo>
                  <a:lnTo>
                    <a:pt x="134" y="110"/>
                  </a:lnTo>
                  <a:lnTo>
                    <a:pt x="134" y="110"/>
                  </a:lnTo>
                  <a:lnTo>
                    <a:pt x="134" y="110"/>
                  </a:lnTo>
                  <a:lnTo>
                    <a:pt x="140" y="110"/>
                  </a:lnTo>
                  <a:lnTo>
                    <a:pt x="140" y="110"/>
                  </a:lnTo>
                  <a:lnTo>
                    <a:pt x="141" y="112"/>
                  </a:lnTo>
                  <a:lnTo>
                    <a:pt x="144" y="112"/>
                  </a:lnTo>
                  <a:lnTo>
                    <a:pt x="147" y="116"/>
                  </a:lnTo>
                  <a:lnTo>
                    <a:pt x="151" y="120"/>
                  </a:lnTo>
                  <a:lnTo>
                    <a:pt x="151" y="120"/>
                  </a:lnTo>
                  <a:lnTo>
                    <a:pt x="151" y="122"/>
                  </a:lnTo>
                  <a:lnTo>
                    <a:pt x="149" y="122"/>
                  </a:lnTo>
                  <a:lnTo>
                    <a:pt x="147" y="124"/>
                  </a:lnTo>
                  <a:lnTo>
                    <a:pt x="147" y="125"/>
                  </a:lnTo>
                  <a:lnTo>
                    <a:pt x="147" y="127"/>
                  </a:lnTo>
                  <a:lnTo>
                    <a:pt x="147" y="129"/>
                  </a:lnTo>
                  <a:lnTo>
                    <a:pt x="147" y="129"/>
                  </a:lnTo>
                  <a:lnTo>
                    <a:pt x="149" y="131"/>
                  </a:lnTo>
                  <a:lnTo>
                    <a:pt x="149" y="131"/>
                  </a:lnTo>
                  <a:lnTo>
                    <a:pt x="147" y="134"/>
                  </a:lnTo>
                  <a:lnTo>
                    <a:pt x="147" y="134"/>
                  </a:lnTo>
                  <a:lnTo>
                    <a:pt x="147" y="139"/>
                  </a:lnTo>
                  <a:lnTo>
                    <a:pt x="147" y="142"/>
                  </a:lnTo>
                  <a:lnTo>
                    <a:pt x="147" y="143"/>
                  </a:lnTo>
                  <a:lnTo>
                    <a:pt x="147" y="146"/>
                  </a:lnTo>
                  <a:lnTo>
                    <a:pt x="147" y="155"/>
                  </a:lnTo>
                  <a:lnTo>
                    <a:pt x="147" y="155"/>
                  </a:lnTo>
                  <a:lnTo>
                    <a:pt x="145" y="157"/>
                  </a:lnTo>
                  <a:lnTo>
                    <a:pt x="145" y="157"/>
                  </a:lnTo>
                  <a:lnTo>
                    <a:pt x="144" y="157"/>
                  </a:lnTo>
                  <a:lnTo>
                    <a:pt x="144" y="157"/>
                  </a:lnTo>
                  <a:lnTo>
                    <a:pt x="144" y="155"/>
                  </a:lnTo>
                  <a:lnTo>
                    <a:pt x="141" y="155"/>
                  </a:lnTo>
                  <a:lnTo>
                    <a:pt x="140" y="153"/>
                  </a:lnTo>
                  <a:lnTo>
                    <a:pt x="140" y="153"/>
                  </a:lnTo>
                  <a:lnTo>
                    <a:pt x="136" y="157"/>
                  </a:lnTo>
                  <a:lnTo>
                    <a:pt x="136" y="157"/>
                  </a:lnTo>
                  <a:lnTo>
                    <a:pt x="134" y="157"/>
                  </a:lnTo>
                  <a:lnTo>
                    <a:pt x="134" y="155"/>
                  </a:lnTo>
                  <a:lnTo>
                    <a:pt x="130" y="153"/>
                  </a:lnTo>
                  <a:lnTo>
                    <a:pt x="130" y="153"/>
                  </a:lnTo>
                  <a:lnTo>
                    <a:pt x="130" y="155"/>
                  </a:lnTo>
                  <a:lnTo>
                    <a:pt x="132" y="157"/>
                  </a:lnTo>
                  <a:lnTo>
                    <a:pt x="132" y="158"/>
                  </a:lnTo>
                  <a:lnTo>
                    <a:pt x="130" y="158"/>
                  </a:lnTo>
                  <a:lnTo>
                    <a:pt x="130" y="158"/>
                  </a:lnTo>
                  <a:lnTo>
                    <a:pt x="128" y="157"/>
                  </a:lnTo>
                  <a:lnTo>
                    <a:pt x="126" y="155"/>
                  </a:lnTo>
                  <a:lnTo>
                    <a:pt x="124" y="153"/>
                  </a:lnTo>
                  <a:lnTo>
                    <a:pt x="124" y="153"/>
                  </a:lnTo>
                  <a:lnTo>
                    <a:pt x="122" y="152"/>
                  </a:lnTo>
                  <a:lnTo>
                    <a:pt x="120" y="146"/>
                  </a:lnTo>
                  <a:lnTo>
                    <a:pt x="117" y="146"/>
                  </a:lnTo>
                  <a:lnTo>
                    <a:pt x="114" y="143"/>
                  </a:lnTo>
                  <a:lnTo>
                    <a:pt x="112" y="143"/>
                  </a:lnTo>
                  <a:lnTo>
                    <a:pt x="110" y="142"/>
                  </a:lnTo>
                  <a:lnTo>
                    <a:pt x="109" y="142"/>
                  </a:lnTo>
                  <a:lnTo>
                    <a:pt x="107" y="139"/>
                  </a:lnTo>
                  <a:lnTo>
                    <a:pt x="102" y="134"/>
                  </a:lnTo>
                  <a:lnTo>
                    <a:pt x="98" y="133"/>
                  </a:lnTo>
                  <a:lnTo>
                    <a:pt x="97" y="127"/>
                  </a:lnTo>
                  <a:lnTo>
                    <a:pt x="94" y="127"/>
                  </a:lnTo>
                  <a:lnTo>
                    <a:pt x="91" y="124"/>
                  </a:lnTo>
                  <a:lnTo>
                    <a:pt x="90" y="122"/>
                  </a:lnTo>
                  <a:lnTo>
                    <a:pt x="87" y="120"/>
                  </a:lnTo>
                  <a:lnTo>
                    <a:pt x="85" y="116"/>
                  </a:lnTo>
                  <a:lnTo>
                    <a:pt x="84" y="116"/>
                  </a:lnTo>
                  <a:lnTo>
                    <a:pt x="84" y="114"/>
                  </a:lnTo>
                  <a:lnTo>
                    <a:pt x="83" y="113"/>
                  </a:lnTo>
                  <a:lnTo>
                    <a:pt x="81" y="113"/>
                  </a:lnTo>
                  <a:lnTo>
                    <a:pt x="79" y="110"/>
                  </a:lnTo>
                  <a:lnTo>
                    <a:pt x="79" y="108"/>
                  </a:lnTo>
                  <a:lnTo>
                    <a:pt x="77" y="106"/>
                  </a:lnTo>
                  <a:lnTo>
                    <a:pt x="77" y="105"/>
                  </a:lnTo>
                  <a:lnTo>
                    <a:pt x="73" y="95"/>
                  </a:lnTo>
                  <a:lnTo>
                    <a:pt x="73" y="92"/>
                  </a:lnTo>
                  <a:lnTo>
                    <a:pt x="70" y="89"/>
                  </a:lnTo>
                  <a:lnTo>
                    <a:pt x="70" y="89"/>
                  </a:lnTo>
                  <a:lnTo>
                    <a:pt x="66" y="86"/>
                  </a:lnTo>
                  <a:lnTo>
                    <a:pt x="66" y="84"/>
                  </a:lnTo>
                  <a:lnTo>
                    <a:pt x="64" y="84"/>
                  </a:lnTo>
                  <a:lnTo>
                    <a:pt x="64" y="82"/>
                  </a:lnTo>
                  <a:lnTo>
                    <a:pt x="61" y="78"/>
                  </a:lnTo>
                  <a:lnTo>
                    <a:pt x="61" y="76"/>
                  </a:lnTo>
                  <a:lnTo>
                    <a:pt x="60" y="76"/>
                  </a:lnTo>
                  <a:lnTo>
                    <a:pt x="56" y="75"/>
                  </a:lnTo>
                  <a:lnTo>
                    <a:pt x="56" y="73"/>
                  </a:lnTo>
                  <a:lnTo>
                    <a:pt x="55" y="73"/>
                  </a:lnTo>
                  <a:lnTo>
                    <a:pt x="55" y="72"/>
                  </a:lnTo>
                  <a:lnTo>
                    <a:pt x="53" y="67"/>
                  </a:lnTo>
                  <a:lnTo>
                    <a:pt x="51" y="62"/>
                  </a:lnTo>
                  <a:lnTo>
                    <a:pt x="49" y="57"/>
                  </a:lnTo>
                  <a:lnTo>
                    <a:pt x="48" y="54"/>
                  </a:lnTo>
                  <a:lnTo>
                    <a:pt x="45" y="52"/>
                  </a:lnTo>
                  <a:lnTo>
                    <a:pt x="45" y="52"/>
                  </a:lnTo>
                  <a:lnTo>
                    <a:pt x="38" y="48"/>
                  </a:lnTo>
                  <a:lnTo>
                    <a:pt x="38" y="48"/>
                  </a:lnTo>
                  <a:lnTo>
                    <a:pt x="37" y="48"/>
                  </a:lnTo>
                  <a:lnTo>
                    <a:pt x="36" y="48"/>
                  </a:lnTo>
                  <a:lnTo>
                    <a:pt x="34" y="46"/>
                  </a:lnTo>
                  <a:lnTo>
                    <a:pt x="34" y="43"/>
                  </a:lnTo>
                  <a:lnTo>
                    <a:pt x="34" y="42"/>
                  </a:lnTo>
                  <a:lnTo>
                    <a:pt x="34" y="40"/>
                  </a:lnTo>
                  <a:lnTo>
                    <a:pt x="34" y="37"/>
                  </a:lnTo>
                  <a:lnTo>
                    <a:pt x="30" y="37"/>
                  </a:lnTo>
                  <a:lnTo>
                    <a:pt x="28" y="35"/>
                  </a:lnTo>
                  <a:lnTo>
                    <a:pt x="28" y="35"/>
                  </a:lnTo>
                  <a:lnTo>
                    <a:pt x="26" y="33"/>
                  </a:lnTo>
                  <a:lnTo>
                    <a:pt x="25" y="29"/>
                  </a:lnTo>
                  <a:lnTo>
                    <a:pt x="23" y="28"/>
                  </a:lnTo>
                  <a:lnTo>
                    <a:pt x="21" y="26"/>
                  </a:lnTo>
                  <a:lnTo>
                    <a:pt x="17" y="26"/>
                  </a:lnTo>
                  <a:lnTo>
                    <a:pt x="16" y="26"/>
                  </a:lnTo>
                  <a:lnTo>
                    <a:pt x="14" y="23"/>
                  </a:lnTo>
                  <a:lnTo>
                    <a:pt x="14" y="23"/>
                  </a:lnTo>
                  <a:lnTo>
                    <a:pt x="11" y="19"/>
                  </a:lnTo>
                  <a:lnTo>
                    <a:pt x="6" y="13"/>
                  </a:lnTo>
                  <a:lnTo>
                    <a:pt x="4" y="12"/>
                  </a:lnTo>
                  <a:lnTo>
                    <a:pt x="2" y="10"/>
                  </a:lnTo>
                  <a:lnTo>
                    <a:pt x="2" y="10"/>
                  </a:lnTo>
                  <a:lnTo>
                    <a:pt x="0" y="5"/>
                  </a:lnTo>
                  <a:lnTo>
                    <a:pt x="0" y="5"/>
                  </a:lnTo>
                  <a:lnTo>
                    <a:pt x="0" y="3"/>
                  </a:lnTo>
                  <a:lnTo>
                    <a:pt x="0" y="3"/>
                  </a:lnTo>
                  <a:lnTo>
                    <a:pt x="0" y="1"/>
                  </a:lnTo>
                  <a:lnTo>
                    <a:pt x="0" y="1"/>
                  </a:lnTo>
                  <a:lnTo>
                    <a:pt x="0" y="1"/>
                  </a:lnTo>
                  <a:lnTo>
                    <a:pt x="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1" name="Freeform 10659"/>
            <p:cNvSpPr/>
            <p:nvPr/>
          </p:nvSpPr>
          <p:spPr bwMode="auto">
            <a:xfrm>
              <a:off x="6129791" y="3212992"/>
              <a:ext cx="171450" cy="180975"/>
            </a:xfrm>
            <a:custGeom>
              <a:avLst/>
              <a:gdLst>
                <a:gd name="T0" fmla="*/ 110 w 144"/>
                <a:gd name="T1" fmla="*/ 6 h 152"/>
                <a:gd name="T2" fmla="*/ 115 w 144"/>
                <a:gd name="T3" fmla="*/ 2 h 152"/>
                <a:gd name="T4" fmla="*/ 123 w 144"/>
                <a:gd name="T5" fmla="*/ 8 h 152"/>
                <a:gd name="T6" fmla="*/ 119 w 144"/>
                <a:gd name="T7" fmla="*/ 14 h 152"/>
                <a:gd name="T8" fmla="*/ 125 w 144"/>
                <a:gd name="T9" fmla="*/ 17 h 152"/>
                <a:gd name="T10" fmla="*/ 131 w 144"/>
                <a:gd name="T11" fmla="*/ 17 h 152"/>
                <a:gd name="T12" fmla="*/ 139 w 144"/>
                <a:gd name="T13" fmla="*/ 21 h 152"/>
                <a:gd name="T14" fmla="*/ 144 w 144"/>
                <a:gd name="T15" fmla="*/ 25 h 152"/>
                <a:gd name="T16" fmla="*/ 131 w 144"/>
                <a:gd name="T17" fmla="*/ 27 h 152"/>
                <a:gd name="T18" fmla="*/ 135 w 144"/>
                <a:gd name="T19" fmla="*/ 36 h 152"/>
                <a:gd name="T20" fmla="*/ 123 w 144"/>
                <a:gd name="T21" fmla="*/ 37 h 152"/>
                <a:gd name="T22" fmla="*/ 120 w 144"/>
                <a:gd name="T23" fmla="*/ 41 h 152"/>
                <a:gd name="T24" fmla="*/ 123 w 144"/>
                <a:gd name="T25" fmla="*/ 46 h 152"/>
                <a:gd name="T26" fmla="*/ 115 w 144"/>
                <a:gd name="T27" fmla="*/ 46 h 152"/>
                <a:gd name="T28" fmla="*/ 117 w 144"/>
                <a:gd name="T29" fmla="*/ 53 h 152"/>
                <a:gd name="T30" fmla="*/ 120 w 144"/>
                <a:gd name="T31" fmla="*/ 55 h 152"/>
                <a:gd name="T32" fmla="*/ 125 w 144"/>
                <a:gd name="T33" fmla="*/ 58 h 152"/>
                <a:gd name="T34" fmla="*/ 125 w 144"/>
                <a:gd name="T35" fmla="*/ 66 h 152"/>
                <a:gd name="T36" fmla="*/ 127 w 144"/>
                <a:gd name="T37" fmla="*/ 72 h 152"/>
                <a:gd name="T38" fmla="*/ 138 w 144"/>
                <a:gd name="T39" fmla="*/ 84 h 152"/>
                <a:gd name="T40" fmla="*/ 125 w 144"/>
                <a:gd name="T41" fmla="*/ 80 h 152"/>
                <a:gd name="T42" fmla="*/ 123 w 144"/>
                <a:gd name="T43" fmla="*/ 85 h 152"/>
                <a:gd name="T44" fmla="*/ 120 w 144"/>
                <a:gd name="T45" fmla="*/ 104 h 152"/>
                <a:gd name="T46" fmla="*/ 112 w 144"/>
                <a:gd name="T47" fmla="*/ 113 h 152"/>
                <a:gd name="T48" fmla="*/ 108 w 144"/>
                <a:gd name="T49" fmla="*/ 113 h 152"/>
                <a:gd name="T50" fmla="*/ 106 w 144"/>
                <a:gd name="T51" fmla="*/ 117 h 152"/>
                <a:gd name="T52" fmla="*/ 105 w 144"/>
                <a:gd name="T53" fmla="*/ 121 h 152"/>
                <a:gd name="T54" fmla="*/ 106 w 144"/>
                <a:gd name="T55" fmla="*/ 126 h 152"/>
                <a:gd name="T56" fmla="*/ 103 w 144"/>
                <a:gd name="T57" fmla="*/ 131 h 152"/>
                <a:gd name="T58" fmla="*/ 101 w 144"/>
                <a:gd name="T59" fmla="*/ 137 h 152"/>
                <a:gd name="T60" fmla="*/ 101 w 144"/>
                <a:gd name="T61" fmla="*/ 140 h 152"/>
                <a:gd name="T62" fmla="*/ 80 w 144"/>
                <a:gd name="T63" fmla="*/ 152 h 152"/>
                <a:gd name="T64" fmla="*/ 76 w 144"/>
                <a:gd name="T65" fmla="*/ 143 h 152"/>
                <a:gd name="T66" fmla="*/ 73 w 144"/>
                <a:gd name="T67" fmla="*/ 142 h 152"/>
                <a:gd name="T68" fmla="*/ 66 w 144"/>
                <a:gd name="T69" fmla="*/ 142 h 152"/>
                <a:gd name="T70" fmla="*/ 61 w 144"/>
                <a:gd name="T71" fmla="*/ 140 h 152"/>
                <a:gd name="T72" fmla="*/ 46 w 144"/>
                <a:gd name="T73" fmla="*/ 142 h 152"/>
                <a:gd name="T74" fmla="*/ 40 w 144"/>
                <a:gd name="T75" fmla="*/ 138 h 152"/>
                <a:gd name="T76" fmla="*/ 35 w 144"/>
                <a:gd name="T77" fmla="*/ 137 h 152"/>
                <a:gd name="T78" fmla="*/ 29 w 144"/>
                <a:gd name="T79" fmla="*/ 134 h 152"/>
                <a:gd name="T80" fmla="*/ 21 w 144"/>
                <a:gd name="T81" fmla="*/ 137 h 152"/>
                <a:gd name="T82" fmla="*/ 16 w 144"/>
                <a:gd name="T83" fmla="*/ 123 h 152"/>
                <a:gd name="T84" fmla="*/ 14 w 144"/>
                <a:gd name="T85" fmla="*/ 113 h 152"/>
                <a:gd name="T86" fmla="*/ 5 w 144"/>
                <a:gd name="T87" fmla="*/ 107 h 152"/>
                <a:gd name="T88" fmla="*/ 4 w 144"/>
                <a:gd name="T89" fmla="*/ 102 h 152"/>
                <a:gd name="T90" fmla="*/ 5 w 144"/>
                <a:gd name="T91" fmla="*/ 94 h 152"/>
                <a:gd name="T92" fmla="*/ 0 w 144"/>
                <a:gd name="T93" fmla="*/ 84 h 152"/>
                <a:gd name="T94" fmla="*/ 1 w 144"/>
                <a:gd name="T95" fmla="*/ 79 h 152"/>
                <a:gd name="T96" fmla="*/ 7 w 144"/>
                <a:gd name="T97" fmla="*/ 70 h 152"/>
                <a:gd name="T98" fmla="*/ 19 w 144"/>
                <a:gd name="T99" fmla="*/ 72 h 152"/>
                <a:gd name="T100" fmla="*/ 29 w 144"/>
                <a:gd name="T101" fmla="*/ 75 h 152"/>
                <a:gd name="T102" fmla="*/ 29 w 144"/>
                <a:gd name="T103" fmla="*/ 74 h 152"/>
                <a:gd name="T104" fmla="*/ 31 w 144"/>
                <a:gd name="T105" fmla="*/ 66 h 152"/>
                <a:gd name="T106" fmla="*/ 35 w 144"/>
                <a:gd name="T107" fmla="*/ 64 h 152"/>
                <a:gd name="T108" fmla="*/ 46 w 144"/>
                <a:gd name="T109" fmla="*/ 55 h 152"/>
                <a:gd name="T110" fmla="*/ 63 w 144"/>
                <a:gd name="T111" fmla="*/ 44 h 152"/>
                <a:gd name="T112" fmla="*/ 72 w 144"/>
                <a:gd name="T113" fmla="*/ 34 h 152"/>
                <a:gd name="T114" fmla="*/ 80 w 144"/>
                <a:gd name="T115" fmla="*/ 28 h 152"/>
                <a:gd name="T116" fmla="*/ 89 w 144"/>
                <a:gd name="T117" fmla="*/ 28 h 152"/>
                <a:gd name="T118" fmla="*/ 90 w 144"/>
                <a:gd name="T119" fmla="*/ 21 h 152"/>
                <a:gd name="T120" fmla="*/ 96 w 144"/>
                <a:gd name="T121" fmla="*/ 19 h 152"/>
                <a:gd name="T122" fmla="*/ 108 w 144"/>
                <a:gd name="T123"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4" h="152">
                  <a:moveTo>
                    <a:pt x="110" y="0"/>
                  </a:moveTo>
                  <a:lnTo>
                    <a:pt x="110" y="0"/>
                  </a:lnTo>
                  <a:lnTo>
                    <a:pt x="110" y="2"/>
                  </a:lnTo>
                  <a:lnTo>
                    <a:pt x="110" y="2"/>
                  </a:lnTo>
                  <a:lnTo>
                    <a:pt x="110" y="4"/>
                  </a:lnTo>
                  <a:lnTo>
                    <a:pt x="110" y="6"/>
                  </a:lnTo>
                  <a:lnTo>
                    <a:pt x="110" y="6"/>
                  </a:lnTo>
                  <a:lnTo>
                    <a:pt x="112" y="4"/>
                  </a:lnTo>
                  <a:lnTo>
                    <a:pt x="112" y="2"/>
                  </a:lnTo>
                  <a:lnTo>
                    <a:pt x="114" y="0"/>
                  </a:lnTo>
                  <a:lnTo>
                    <a:pt x="114" y="0"/>
                  </a:lnTo>
                  <a:lnTo>
                    <a:pt x="115" y="0"/>
                  </a:lnTo>
                  <a:lnTo>
                    <a:pt x="115" y="0"/>
                  </a:lnTo>
                  <a:lnTo>
                    <a:pt x="115" y="2"/>
                  </a:lnTo>
                  <a:lnTo>
                    <a:pt x="115" y="2"/>
                  </a:lnTo>
                  <a:lnTo>
                    <a:pt x="117" y="4"/>
                  </a:lnTo>
                  <a:lnTo>
                    <a:pt x="117" y="6"/>
                  </a:lnTo>
                  <a:lnTo>
                    <a:pt x="119" y="6"/>
                  </a:lnTo>
                  <a:lnTo>
                    <a:pt x="120" y="6"/>
                  </a:lnTo>
                  <a:lnTo>
                    <a:pt x="120" y="8"/>
                  </a:lnTo>
                  <a:lnTo>
                    <a:pt x="123" y="8"/>
                  </a:lnTo>
                  <a:lnTo>
                    <a:pt x="123" y="8"/>
                  </a:lnTo>
                  <a:lnTo>
                    <a:pt x="123" y="8"/>
                  </a:lnTo>
                  <a:lnTo>
                    <a:pt x="120" y="11"/>
                  </a:lnTo>
                  <a:lnTo>
                    <a:pt x="120" y="13"/>
                  </a:lnTo>
                  <a:lnTo>
                    <a:pt x="120" y="13"/>
                  </a:lnTo>
                  <a:lnTo>
                    <a:pt x="120" y="14"/>
                  </a:lnTo>
                  <a:lnTo>
                    <a:pt x="119" y="14"/>
                  </a:lnTo>
                  <a:lnTo>
                    <a:pt x="125" y="14"/>
                  </a:lnTo>
                  <a:lnTo>
                    <a:pt x="125" y="14"/>
                  </a:lnTo>
                  <a:lnTo>
                    <a:pt x="125" y="13"/>
                  </a:lnTo>
                  <a:lnTo>
                    <a:pt x="127" y="14"/>
                  </a:lnTo>
                  <a:lnTo>
                    <a:pt x="127" y="17"/>
                  </a:lnTo>
                  <a:lnTo>
                    <a:pt x="127" y="17"/>
                  </a:lnTo>
                  <a:lnTo>
                    <a:pt x="125" y="17"/>
                  </a:lnTo>
                  <a:lnTo>
                    <a:pt x="125" y="17"/>
                  </a:lnTo>
                  <a:lnTo>
                    <a:pt x="125" y="18"/>
                  </a:lnTo>
                  <a:lnTo>
                    <a:pt x="125" y="18"/>
                  </a:lnTo>
                  <a:lnTo>
                    <a:pt x="127" y="17"/>
                  </a:lnTo>
                  <a:lnTo>
                    <a:pt x="129" y="17"/>
                  </a:lnTo>
                  <a:lnTo>
                    <a:pt x="131" y="17"/>
                  </a:lnTo>
                  <a:lnTo>
                    <a:pt x="131" y="17"/>
                  </a:lnTo>
                  <a:lnTo>
                    <a:pt x="133" y="17"/>
                  </a:lnTo>
                  <a:lnTo>
                    <a:pt x="133" y="18"/>
                  </a:lnTo>
                  <a:lnTo>
                    <a:pt x="135" y="18"/>
                  </a:lnTo>
                  <a:lnTo>
                    <a:pt x="135" y="19"/>
                  </a:lnTo>
                  <a:lnTo>
                    <a:pt x="136" y="19"/>
                  </a:lnTo>
                  <a:lnTo>
                    <a:pt x="139" y="21"/>
                  </a:lnTo>
                  <a:lnTo>
                    <a:pt x="139" y="21"/>
                  </a:lnTo>
                  <a:lnTo>
                    <a:pt x="142" y="21"/>
                  </a:lnTo>
                  <a:lnTo>
                    <a:pt x="144" y="21"/>
                  </a:lnTo>
                  <a:lnTo>
                    <a:pt x="144" y="21"/>
                  </a:lnTo>
                  <a:lnTo>
                    <a:pt x="144" y="21"/>
                  </a:lnTo>
                  <a:lnTo>
                    <a:pt x="144" y="23"/>
                  </a:lnTo>
                  <a:lnTo>
                    <a:pt x="144" y="23"/>
                  </a:lnTo>
                  <a:lnTo>
                    <a:pt x="144" y="25"/>
                  </a:lnTo>
                  <a:lnTo>
                    <a:pt x="144" y="25"/>
                  </a:lnTo>
                  <a:lnTo>
                    <a:pt x="142" y="27"/>
                  </a:lnTo>
                  <a:lnTo>
                    <a:pt x="138" y="27"/>
                  </a:lnTo>
                  <a:lnTo>
                    <a:pt x="136" y="28"/>
                  </a:lnTo>
                  <a:lnTo>
                    <a:pt x="135" y="28"/>
                  </a:lnTo>
                  <a:lnTo>
                    <a:pt x="131" y="27"/>
                  </a:lnTo>
                  <a:lnTo>
                    <a:pt x="131" y="27"/>
                  </a:lnTo>
                  <a:lnTo>
                    <a:pt x="129" y="27"/>
                  </a:lnTo>
                  <a:lnTo>
                    <a:pt x="129" y="30"/>
                  </a:lnTo>
                  <a:lnTo>
                    <a:pt x="131" y="31"/>
                  </a:lnTo>
                  <a:lnTo>
                    <a:pt x="135" y="34"/>
                  </a:lnTo>
                  <a:lnTo>
                    <a:pt x="135" y="36"/>
                  </a:lnTo>
                  <a:lnTo>
                    <a:pt x="135" y="36"/>
                  </a:lnTo>
                  <a:lnTo>
                    <a:pt x="135" y="36"/>
                  </a:lnTo>
                  <a:lnTo>
                    <a:pt x="133" y="36"/>
                  </a:lnTo>
                  <a:lnTo>
                    <a:pt x="131" y="37"/>
                  </a:lnTo>
                  <a:lnTo>
                    <a:pt x="129" y="37"/>
                  </a:lnTo>
                  <a:lnTo>
                    <a:pt x="127" y="37"/>
                  </a:lnTo>
                  <a:lnTo>
                    <a:pt x="125" y="37"/>
                  </a:lnTo>
                  <a:lnTo>
                    <a:pt x="125" y="37"/>
                  </a:lnTo>
                  <a:lnTo>
                    <a:pt x="123" y="37"/>
                  </a:lnTo>
                  <a:lnTo>
                    <a:pt x="123" y="36"/>
                  </a:lnTo>
                  <a:lnTo>
                    <a:pt x="120" y="37"/>
                  </a:lnTo>
                  <a:lnTo>
                    <a:pt x="120" y="38"/>
                  </a:lnTo>
                  <a:lnTo>
                    <a:pt x="120" y="38"/>
                  </a:lnTo>
                  <a:lnTo>
                    <a:pt x="119" y="38"/>
                  </a:lnTo>
                  <a:lnTo>
                    <a:pt x="119" y="41"/>
                  </a:lnTo>
                  <a:lnTo>
                    <a:pt x="120" y="41"/>
                  </a:lnTo>
                  <a:lnTo>
                    <a:pt x="120" y="43"/>
                  </a:lnTo>
                  <a:lnTo>
                    <a:pt x="120" y="43"/>
                  </a:lnTo>
                  <a:lnTo>
                    <a:pt x="123" y="44"/>
                  </a:lnTo>
                  <a:lnTo>
                    <a:pt x="123" y="44"/>
                  </a:lnTo>
                  <a:lnTo>
                    <a:pt x="123" y="44"/>
                  </a:lnTo>
                  <a:lnTo>
                    <a:pt x="123" y="46"/>
                  </a:lnTo>
                  <a:lnTo>
                    <a:pt x="123" y="46"/>
                  </a:lnTo>
                  <a:lnTo>
                    <a:pt x="120" y="46"/>
                  </a:lnTo>
                  <a:lnTo>
                    <a:pt x="120" y="46"/>
                  </a:lnTo>
                  <a:lnTo>
                    <a:pt x="119" y="44"/>
                  </a:lnTo>
                  <a:lnTo>
                    <a:pt x="119" y="46"/>
                  </a:lnTo>
                  <a:lnTo>
                    <a:pt x="119" y="46"/>
                  </a:lnTo>
                  <a:lnTo>
                    <a:pt x="117" y="46"/>
                  </a:lnTo>
                  <a:lnTo>
                    <a:pt x="115" y="46"/>
                  </a:lnTo>
                  <a:lnTo>
                    <a:pt x="114" y="46"/>
                  </a:lnTo>
                  <a:lnTo>
                    <a:pt x="114" y="46"/>
                  </a:lnTo>
                  <a:lnTo>
                    <a:pt x="115" y="46"/>
                  </a:lnTo>
                  <a:lnTo>
                    <a:pt x="117" y="49"/>
                  </a:lnTo>
                  <a:lnTo>
                    <a:pt x="117" y="49"/>
                  </a:lnTo>
                  <a:lnTo>
                    <a:pt x="117" y="51"/>
                  </a:lnTo>
                  <a:lnTo>
                    <a:pt x="117" y="53"/>
                  </a:lnTo>
                  <a:lnTo>
                    <a:pt x="119" y="53"/>
                  </a:lnTo>
                  <a:lnTo>
                    <a:pt x="119" y="53"/>
                  </a:lnTo>
                  <a:lnTo>
                    <a:pt x="120" y="53"/>
                  </a:lnTo>
                  <a:lnTo>
                    <a:pt x="120" y="55"/>
                  </a:lnTo>
                  <a:lnTo>
                    <a:pt x="120" y="55"/>
                  </a:lnTo>
                  <a:lnTo>
                    <a:pt x="120" y="55"/>
                  </a:lnTo>
                  <a:lnTo>
                    <a:pt x="120" y="55"/>
                  </a:lnTo>
                  <a:lnTo>
                    <a:pt x="120" y="55"/>
                  </a:lnTo>
                  <a:lnTo>
                    <a:pt x="123" y="55"/>
                  </a:lnTo>
                  <a:lnTo>
                    <a:pt x="123" y="55"/>
                  </a:lnTo>
                  <a:lnTo>
                    <a:pt x="120" y="55"/>
                  </a:lnTo>
                  <a:lnTo>
                    <a:pt x="123" y="58"/>
                  </a:lnTo>
                  <a:lnTo>
                    <a:pt x="123" y="58"/>
                  </a:lnTo>
                  <a:lnTo>
                    <a:pt x="125" y="58"/>
                  </a:lnTo>
                  <a:lnTo>
                    <a:pt x="125" y="60"/>
                  </a:lnTo>
                  <a:lnTo>
                    <a:pt x="125" y="61"/>
                  </a:lnTo>
                  <a:lnTo>
                    <a:pt x="125" y="64"/>
                  </a:lnTo>
                  <a:lnTo>
                    <a:pt x="127" y="64"/>
                  </a:lnTo>
                  <a:lnTo>
                    <a:pt x="127" y="66"/>
                  </a:lnTo>
                  <a:lnTo>
                    <a:pt x="127" y="66"/>
                  </a:lnTo>
                  <a:lnTo>
                    <a:pt x="125" y="66"/>
                  </a:lnTo>
                  <a:lnTo>
                    <a:pt x="125" y="66"/>
                  </a:lnTo>
                  <a:lnTo>
                    <a:pt x="125" y="66"/>
                  </a:lnTo>
                  <a:lnTo>
                    <a:pt x="125" y="68"/>
                  </a:lnTo>
                  <a:lnTo>
                    <a:pt x="125" y="68"/>
                  </a:lnTo>
                  <a:lnTo>
                    <a:pt x="125" y="68"/>
                  </a:lnTo>
                  <a:lnTo>
                    <a:pt x="125" y="70"/>
                  </a:lnTo>
                  <a:lnTo>
                    <a:pt x="127" y="72"/>
                  </a:lnTo>
                  <a:lnTo>
                    <a:pt x="127" y="74"/>
                  </a:lnTo>
                  <a:lnTo>
                    <a:pt x="133" y="75"/>
                  </a:lnTo>
                  <a:lnTo>
                    <a:pt x="135" y="77"/>
                  </a:lnTo>
                  <a:lnTo>
                    <a:pt x="138" y="80"/>
                  </a:lnTo>
                  <a:lnTo>
                    <a:pt x="139" y="80"/>
                  </a:lnTo>
                  <a:lnTo>
                    <a:pt x="139" y="83"/>
                  </a:lnTo>
                  <a:lnTo>
                    <a:pt x="138" y="84"/>
                  </a:lnTo>
                  <a:lnTo>
                    <a:pt x="136" y="84"/>
                  </a:lnTo>
                  <a:lnTo>
                    <a:pt x="133" y="84"/>
                  </a:lnTo>
                  <a:lnTo>
                    <a:pt x="131" y="84"/>
                  </a:lnTo>
                  <a:lnTo>
                    <a:pt x="129" y="84"/>
                  </a:lnTo>
                  <a:lnTo>
                    <a:pt x="127" y="83"/>
                  </a:lnTo>
                  <a:lnTo>
                    <a:pt x="125" y="80"/>
                  </a:lnTo>
                  <a:lnTo>
                    <a:pt x="125" y="80"/>
                  </a:lnTo>
                  <a:lnTo>
                    <a:pt x="125" y="80"/>
                  </a:lnTo>
                  <a:lnTo>
                    <a:pt x="125" y="83"/>
                  </a:lnTo>
                  <a:lnTo>
                    <a:pt x="125" y="84"/>
                  </a:lnTo>
                  <a:lnTo>
                    <a:pt x="125" y="84"/>
                  </a:lnTo>
                  <a:lnTo>
                    <a:pt x="125" y="84"/>
                  </a:lnTo>
                  <a:lnTo>
                    <a:pt x="123" y="85"/>
                  </a:lnTo>
                  <a:lnTo>
                    <a:pt x="123" y="85"/>
                  </a:lnTo>
                  <a:lnTo>
                    <a:pt x="120" y="91"/>
                  </a:lnTo>
                  <a:lnTo>
                    <a:pt x="119" y="93"/>
                  </a:lnTo>
                  <a:lnTo>
                    <a:pt x="119" y="98"/>
                  </a:lnTo>
                  <a:lnTo>
                    <a:pt x="119" y="100"/>
                  </a:lnTo>
                  <a:lnTo>
                    <a:pt x="120" y="104"/>
                  </a:lnTo>
                  <a:lnTo>
                    <a:pt x="120" y="104"/>
                  </a:lnTo>
                  <a:lnTo>
                    <a:pt x="120" y="104"/>
                  </a:lnTo>
                  <a:lnTo>
                    <a:pt x="120" y="107"/>
                  </a:lnTo>
                  <a:lnTo>
                    <a:pt x="119" y="107"/>
                  </a:lnTo>
                  <a:lnTo>
                    <a:pt x="117" y="107"/>
                  </a:lnTo>
                  <a:lnTo>
                    <a:pt x="115" y="108"/>
                  </a:lnTo>
                  <a:lnTo>
                    <a:pt x="114" y="110"/>
                  </a:lnTo>
                  <a:lnTo>
                    <a:pt x="114" y="110"/>
                  </a:lnTo>
                  <a:lnTo>
                    <a:pt x="112" y="113"/>
                  </a:lnTo>
                  <a:lnTo>
                    <a:pt x="112" y="113"/>
                  </a:lnTo>
                  <a:lnTo>
                    <a:pt x="110" y="113"/>
                  </a:lnTo>
                  <a:lnTo>
                    <a:pt x="110" y="113"/>
                  </a:lnTo>
                  <a:lnTo>
                    <a:pt x="108" y="110"/>
                  </a:lnTo>
                  <a:lnTo>
                    <a:pt x="108" y="110"/>
                  </a:lnTo>
                  <a:lnTo>
                    <a:pt x="108" y="110"/>
                  </a:lnTo>
                  <a:lnTo>
                    <a:pt x="108" y="113"/>
                  </a:lnTo>
                  <a:lnTo>
                    <a:pt x="108" y="113"/>
                  </a:lnTo>
                  <a:lnTo>
                    <a:pt x="108" y="113"/>
                  </a:lnTo>
                  <a:lnTo>
                    <a:pt x="108" y="113"/>
                  </a:lnTo>
                  <a:lnTo>
                    <a:pt x="108" y="113"/>
                  </a:lnTo>
                  <a:lnTo>
                    <a:pt x="106" y="115"/>
                  </a:lnTo>
                  <a:lnTo>
                    <a:pt x="106" y="115"/>
                  </a:lnTo>
                  <a:lnTo>
                    <a:pt x="106" y="117"/>
                  </a:lnTo>
                  <a:lnTo>
                    <a:pt x="105" y="117"/>
                  </a:lnTo>
                  <a:lnTo>
                    <a:pt x="105" y="117"/>
                  </a:lnTo>
                  <a:lnTo>
                    <a:pt x="103" y="119"/>
                  </a:lnTo>
                  <a:lnTo>
                    <a:pt x="103" y="119"/>
                  </a:lnTo>
                  <a:lnTo>
                    <a:pt x="103" y="121"/>
                  </a:lnTo>
                  <a:lnTo>
                    <a:pt x="103" y="121"/>
                  </a:lnTo>
                  <a:lnTo>
                    <a:pt x="105" y="121"/>
                  </a:lnTo>
                  <a:lnTo>
                    <a:pt x="105" y="121"/>
                  </a:lnTo>
                  <a:lnTo>
                    <a:pt x="105" y="123"/>
                  </a:lnTo>
                  <a:lnTo>
                    <a:pt x="105" y="124"/>
                  </a:lnTo>
                  <a:lnTo>
                    <a:pt x="103" y="124"/>
                  </a:lnTo>
                  <a:lnTo>
                    <a:pt x="103" y="126"/>
                  </a:lnTo>
                  <a:lnTo>
                    <a:pt x="105" y="126"/>
                  </a:lnTo>
                  <a:lnTo>
                    <a:pt x="106" y="126"/>
                  </a:lnTo>
                  <a:lnTo>
                    <a:pt x="106" y="128"/>
                  </a:lnTo>
                  <a:lnTo>
                    <a:pt x="106" y="130"/>
                  </a:lnTo>
                  <a:lnTo>
                    <a:pt x="106" y="130"/>
                  </a:lnTo>
                  <a:lnTo>
                    <a:pt x="105" y="131"/>
                  </a:lnTo>
                  <a:lnTo>
                    <a:pt x="105" y="130"/>
                  </a:lnTo>
                  <a:lnTo>
                    <a:pt x="103" y="130"/>
                  </a:lnTo>
                  <a:lnTo>
                    <a:pt x="103" y="131"/>
                  </a:lnTo>
                  <a:lnTo>
                    <a:pt x="103" y="131"/>
                  </a:lnTo>
                  <a:lnTo>
                    <a:pt x="103" y="131"/>
                  </a:lnTo>
                  <a:lnTo>
                    <a:pt x="103" y="132"/>
                  </a:lnTo>
                  <a:lnTo>
                    <a:pt x="103" y="134"/>
                  </a:lnTo>
                  <a:lnTo>
                    <a:pt x="103" y="134"/>
                  </a:lnTo>
                  <a:lnTo>
                    <a:pt x="103" y="137"/>
                  </a:lnTo>
                  <a:lnTo>
                    <a:pt x="101" y="137"/>
                  </a:lnTo>
                  <a:lnTo>
                    <a:pt x="101" y="137"/>
                  </a:lnTo>
                  <a:lnTo>
                    <a:pt x="101" y="137"/>
                  </a:lnTo>
                  <a:lnTo>
                    <a:pt x="101" y="137"/>
                  </a:lnTo>
                  <a:lnTo>
                    <a:pt x="101" y="138"/>
                  </a:lnTo>
                  <a:lnTo>
                    <a:pt x="101" y="138"/>
                  </a:lnTo>
                  <a:lnTo>
                    <a:pt x="101" y="140"/>
                  </a:lnTo>
                  <a:lnTo>
                    <a:pt x="101" y="140"/>
                  </a:lnTo>
                  <a:lnTo>
                    <a:pt x="100" y="142"/>
                  </a:lnTo>
                  <a:lnTo>
                    <a:pt x="100" y="143"/>
                  </a:lnTo>
                  <a:lnTo>
                    <a:pt x="97" y="143"/>
                  </a:lnTo>
                  <a:lnTo>
                    <a:pt x="97" y="145"/>
                  </a:lnTo>
                  <a:lnTo>
                    <a:pt x="87" y="149"/>
                  </a:lnTo>
                  <a:lnTo>
                    <a:pt x="80" y="152"/>
                  </a:lnTo>
                  <a:lnTo>
                    <a:pt x="80" y="152"/>
                  </a:lnTo>
                  <a:lnTo>
                    <a:pt x="78" y="152"/>
                  </a:lnTo>
                  <a:lnTo>
                    <a:pt x="78" y="147"/>
                  </a:lnTo>
                  <a:lnTo>
                    <a:pt x="78" y="143"/>
                  </a:lnTo>
                  <a:lnTo>
                    <a:pt x="78" y="142"/>
                  </a:lnTo>
                  <a:lnTo>
                    <a:pt x="77" y="143"/>
                  </a:lnTo>
                  <a:lnTo>
                    <a:pt x="77" y="143"/>
                  </a:lnTo>
                  <a:lnTo>
                    <a:pt x="76" y="143"/>
                  </a:lnTo>
                  <a:lnTo>
                    <a:pt x="76" y="142"/>
                  </a:lnTo>
                  <a:lnTo>
                    <a:pt x="76" y="142"/>
                  </a:lnTo>
                  <a:lnTo>
                    <a:pt x="76" y="140"/>
                  </a:lnTo>
                  <a:lnTo>
                    <a:pt x="76" y="142"/>
                  </a:lnTo>
                  <a:lnTo>
                    <a:pt x="73" y="142"/>
                  </a:lnTo>
                  <a:lnTo>
                    <a:pt x="73" y="142"/>
                  </a:lnTo>
                  <a:lnTo>
                    <a:pt x="73" y="142"/>
                  </a:lnTo>
                  <a:lnTo>
                    <a:pt x="72" y="140"/>
                  </a:lnTo>
                  <a:lnTo>
                    <a:pt x="72" y="140"/>
                  </a:lnTo>
                  <a:lnTo>
                    <a:pt x="70" y="142"/>
                  </a:lnTo>
                  <a:lnTo>
                    <a:pt x="67" y="143"/>
                  </a:lnTo>
                  <a:lnTo>
                    <a:pt x="66" y="143"/>
                  </a:lnTo>
                  <a:lnTo>
                    <a:pt x="66" y="142"/>
                  </a:lnTo>
                  <a:lnTo>
                    <a:pt x="66" y="142"/>
                  </a:lnTo>
                  <a:lnTo>
                    <a:pt x="66" y="140"/>
                  </a:lnTo>
                  <a:lnTo>
                    <a:pt x="65" y="140"/>
                  </a:lnTo>
                  <a:lnTo>
                    <a:pt x="65" y="140"/>
                  </a:lnTo>
                  <a:lnTo>
                    <a:pt x="65" y="140"/>
                  </a:lnTo>
                  <a:lnTo>
                    <a:pt x="63" y="140"/>
                  </a:lnTo>
                  <a:lnTo>
                    <a:pt x="63" y="140"/>
                  </a:lnTo>
                  <a:lnTo>
                    <a:pt x="61" y="140"/>
                  </a:lnTo>
                  <a:lnTo>
                    <a:pt x="58" y="137"/>
                  </a:lnTo>
                  <a:lnTo>
                    <a:pt x="56" y="140"/>
                  </a:lnTo>
                  <a:lnTo>
                    <a:pt x="54" y="142"/>
                  </a:lnTo>
                  <a:lnTo>
                    <a:pt x="51" y="142"/>
                  </a:lnTo>
                  <a:lnTo>
                    <a:pt x="48" y="142"/>
                  </a:lnTo>
                  <a:lnTo>
                    <a:pt x="47" y="142"/>
                  </a:lnTo>
                  <a:lnTo>
                    <a:pt x="46" y="142"/>
                  </a:lnTo>
                  <a:lnTo>
                    <a:pt x="41" y="143"/>
                  </a:lnTo>
                  <a:lnTo>
                    <a:pt x="41" y="143"/>
                  </a:lnTo>
                  <a:lnTo>
                    <a:pt x="41" y="143"/>
                  </a:lnTo>
                  <a:lnTo>
                    <a:pt x="40" y="143"/>
                  </a:lnTo>
                  <a:lnTo>
                    <a:pt x="40" y="142"/>
                  </a:lnTo>
                  <a:lnTo>
                    <a:pt x="40" y="142"/>
                  </a:lnTo>
                  <a:lnTo>
                    <a:pt x="40" y="138"/>
                  </a:lnTo>
                  <a:lnTo>
                    <a:pt x="40" y="137"/>
                  </a:lnTo>
                  <a:lnTo>
                    <a:pt x="40" y="137"/>
                  </a:lnTo>
                  <a:lnTo>
                    <a:pt x="39" y="134"/>
                  </a:lnTo>
                  <a:lnTo>
                    <a:pt x="39" y="137"/>
                  </a:lnTo>
                  <a:lnTo>
                    <a:pt x="39" y="137"/>
                  </a:lnTo>
                  <a:lnTo>
                    <a:pt x="37" y="137"/>
                  </a:lnTo>
                  <a:lnTo>
                    <a:pt x="35" y="137"/>
                  </a:lnTo>
                  <a:lnTo>
                    <a:pt x="33" y="137"/>
                  </a:lnTo>
                  <a:lnTo>
                    <a:pt x="29" y="138"/>
                  </a:lnTo>
                  <a:lnTo>
                    <a:pt x="29" y="138"/>
                  </a:lnTo>
                  <a:lnTo>
                    <a:pt x="29" y="138"/>
                  </a:lnTo>
                  <a:lnTo>
                    <a:pt x="27" y="137"/>
                  </a:lnTo>
                  <a:lnTo>
                    <a:pt x="29" y="137"/>
                  </a:lnTo>
                  <a:lnTo>
                    <a:pt x="29" y="134"/>
                  </a:lnTo>
                  <a:lnTo>
                    <a:pt x="27" y="137"/>
                  </a:lnTo>
                  <a:lnTo>
                    <a:pt x="27" y="137"/>
                  </a:lnTo>
                  <a:lnTo>
                    <a:pt x="24" y="137"/>
                  </a:lnTo>
                  <a:lnTo>
                    <a:pt x="24" y="137"/>
                  </a:lnTo>
                  <a:lnTo>
                    <a:pt x="23" y="134"/>
                  </a:lnTo>
                  <a:lnTo>
                    <a:pt x="21" y="137"/>
                  </a:lnTo>
                  <a:lnTo>
                    <a:pt x="21" y="137"/>
                  </a:lnTo>
                  <a:lnTo>
                    <a:pt x="19" y="137"/>
                  </a:lnTo>
                  <a:lnTo>
                    <a:pt x="19" y="137"/>
                  </a:lnTo>
                  <a:lnTo>
                    <a:pt x="19" y="137"/>
                  </a:lnTo>
                  <a:lnTo>
                    <a:pt x="19" y="132"/>
                  </a:lnTo>
                  <a:lnTo>
                    <a:pt x="17" y="126"/>
                  </a:lnTo>
                  <a:lnTo>
                    <a:pt x="17" y="123"/>
                  </a:lnTo>
                  <a:lnTo>
                    <a:pt x="16" y="123"/>
                  </a:lnTo>
                  <a:lnTo>
                    <a:pt x="16" y="121"/>
                  </a:lnTo>
                  <a:lnTo>
                    <a:pt x="16" y="119"/>
                  </a:lnTo>
                  <a:lnTo>
                    <a:pt x="16" y="117"/>
                  </a:lnTo>
                  <a:lnTo>
                    <a:pt x="16" y="117"/>
                  </a:lnTo>
                  <a:lnTo>
                    <a:pt x="16" y="115"/>
                  </a:lnTo>
                  <a:lnTo>
                    <a:pt x="16" y="113"/>
                  </a:lnTo>
                  <a:lnTo>
                    <a:pt x="14" y="113"/>
                  </a:lnTo>
                  <a:lnTo>
                    <a:pt x="14" y="110"/>
                  </a:lnTo>
                  <a:lnTo>
                    <a:pt x="12" y="110"/>
                  </a:lnTo>
                  <a:lnTo>
                    <a:pt x="10" y="108"/>
                  </a:lnTo>
                  <a:lnTo>
                    <a:pt x="9" y="107"/>
                  </a:lnTo>
                  <a:lnTo>
                    <a:pt x="7" y="107"/>
                  </a:lnTo>
                  <a:lnTo>
                    <a:pt x="5" y="107"/>
                  </a:lnTo>
                  <a:lnTo>
                    <a:pt x="5" y="107"/>
                  </a:lnTo>
                  <a:lnTo>
                    <a:pt x="5" y="104"/>
                  </a:lnTo>
                  <a:lnTo>
                    <a:pt x="5" y="104"/>
                  </a:lnTo>
                  <a:lnTo>
                    <a:pt x="7" y="104"/>
                  </a:lnTo>
                  <a:lnTo>
                    <a:pt x="7" y="104"/>
                  </a:lnTo>
                  <a:lnTo>
                    <a:pt x="5" y="104"/>
                  </a:lnTo>
                  <a:lnTo>
                    <a:pt x="4" y="102"/>
                  </a:lnTo>
                  <a:lnTo>
                    <a:pt x="4" y="102"/>
                  </a:lnTo>
                  <a:lnTo>
                    <a:pt x="4" y="102"/>
                  </a:lnTo>
                  <a:lnTo>
                    <a:pt x="4" y="100"/>
                  </a:lnTo>
                  <a:lnTo>
                    <a:pt x="4" y="98"/>
                  </a:lnTo>
                  <a:lnTo>
                    <a:pt x="4" y="98"/>
                  </a:lnTo>
                  <a:lnTo>
                    <a:pt x="4" y="96"/>
                  </a:lnTo>
                  <a:lnTo>
                    <a:pt x="5" y="94"/>
                  </a:lnTo>
                  <a:lnTo>
                    <a:pt x="5" y="94"/>
                  </a:lnTo>
                  <a:lnTo>
                    <a:pt x="5" y="94"/>
                  </a:lnTo>
                  <a:lnTo>
                    <a:pt x="4" y="94"/>
                  </a:lnTo>
                  <a:lnTo>
                    <a:pt x="4" y="93"/>
                  </a:lnTo>
                  <a:lnTo>
                    <a:pt x="4" y="93"/>
                  </a:lnTo>
                  <a:lnTo>
                    <a:pt x="0" y="91"/>
                  </a:lnTo>
                  <a:lnTo>
                    <a:pt x="0" y="88"/>
                  </a:lnTo>
                  <a:lnTo>
                    <a:pt x="0" y="84"/>
                  </a:lnTo>
                  <a:lnTo>
                    <a:pt x="0" y="83"/>
                  </a:lnTo>
                  <a:lnTo>
                    <a:pt x="1" y="80"/>
                  </a:lnTo>
                  <a:lnTo>
                    <a:pt x="1" y="79"/>
                  </a:lnTo>
                  <a:lnTo>
                    <a:pt x="4" y="79"/>
                  </a:lnTo>
                  <a:lnTo>
                    <a:pt x="4" y="79"/>
                  </a:lnTo>
                  <a:lnTo>
                    <a:pt x="4" y="79"/>
                  </a:lnTo>
                  <a:lnTo>
                    <a:pt x="1" y="79"/>
                  </a:lnTo>
                  <a:lnTo>
                    <a:pt x="1" y="79"/>
                  </a:lnTo>
                  <a:lnTo>
                    <a:pt x="1" y="75"/>
                  </a:lnTo>
                  <a:lnTo>
                    <a:pt x="4" y="75"/>
                  </a:lnTo>
                  <a:lnTo>
                    <a:pt x="4" y="74"/>
                  </a:lnTo>
                  <a:lnTo>
                    <a:pt x="5" y="72"/>
                  </a:lnTo>
                  <a:lnTo>
                    <a:pt x="5" y="70"/>
                  </a:lnTo>
                  <a:lnTo>
                    <a:pt x="7" y="70"/>
                  </a:lnTo>
                  <a:lnTo>
                    <a:pt x="10" y="68"/>
                  </a:lnTo>
                  <a:lnTo>
                    <a:pt x="10" y="70"/>
                  </a:lnTo>
                  <a:lnTo>
                    <a:pt x="12" y="70"/>
                  </a:lnTo>
                  <a:lnTo>
                    <a:pt x="14" y="72"/>
                  </a:lnTo>
                  <a:lnTo>
                    <a:pt x="16" y="72"/>
                  </a:lnTo>
                  <a:lnTo>
                    <a:pt x="17" y="72"/>
                  </a:lnTo>
                  <a:lnTo>
                    <a:pt x="19" y="72"/>
                  </a:lnTo>
                  <a:lnTo>
                    <a:pt x="19" y="72"/>
                  </a:lnTo>
                  <a:lnTo>
                    <a:pt x="21" y="72"/>
                  </a:lnTo>
                  <a:lnTo>
                    <a:pt x="21" y="72"/>
                  </a:lnTo>
                  <a:lnTo>
                    <a:pt x="24" y="74"/>
                  </a:lnTo>
                  <a:lnTo>
                    <a:pt x="27" y="75"/>
                  </a:lnTo>
                  <a:lnTo>
                    <a:pt x="29" y="75"/>
                  </a:lnTo>
                  <a:lnTo>
                    <a:pt x="29" y="75"/>
                  </a:lnTo>
                  <a:lnTo>
                    <a:pt x="31" y="77"/>
                  </a:lnTo>
                  <a:lnTo>
                    <a:pt x="31" y="77"/>
                  </a:lnTo>
                  <a:lnTo>
                    <a:pt x="33" y="77"/>
                  </a:lnTo>
                  <a:lnTo>
                    <a:pt x="31" y="75"/>
                  </a:lnTo>
                  <a:lnTo>
                    <a:pt x="29" y="75"/>
                  </a:lnTo>
                  <a:lnTo>
                    <a:pt x="29" y="74"/>
                  </a:lnTo>
                  <a:lnTo>
                    <a:pt x="29" y="74"/>
                  </a:lnTo>
                  <a:lnTo>
                    <a:pt x="31" y="72"/>
                  </a:lnTo>
                  <a:lnTo>
                    <a:pt x="31" y="72"/>
                  </a:lnTo>
                  <a:lnTo>
                    <a:pt x="31" y="70"/>
                  </a:lnTo>
                  <a:lnTo>
                    <a:pt x="31" y="68"/>
                  </a:lnTo>
                  <a:lnTo>
                    <a:pt x="33" y="66"/>
                  </a:lnTo>
                  <a:lnTo>
                    <a:pt x="33" y="66"/>
                  </a:lnTo>
                  <a:lnTo>
                    <a:pt x="31" y="66"/>
                  </a:lnTo>
                  <a:lnTo>
                    <a:pt x="31" y="66"/>
                  </a:lnTo>
                  <a:lnTo>
                    <a:pt x="31" y="64"/>
                  </a:lnTo>
                  <a:lnTo>
                    <a:pt x="33" y="61"/>
                  </a:lnTo>
                  <a:lnTo>
                    <a:pt x="33" y="64"/>
                  </a:lnTo>
                  <a:lnTo>
                    <a:pt x="35" y="64"/>
                  </a:lnTo>
                  <a:lnTo>
                    <a:pt x="35" y="64"/>
                  </a:lnTo>
                  <a:lnTo>
                    <a:pt x="35" y="64"/>
                  </a:lnTo>
                  <a:lnTo>
                    <a:pt x="35" y="64"/>
                  </a:lnTo>
                  <a:lnTo>
                    <a:pt x="35" y="61"/>
                  </a:lnTo>
                  <a:lnTo>
                    <a:pt x="35" y="60"/>
                  </a:lnTo>
                  <a:lnTo>
                    <a:pt x="37" y="58"/>
                  </a:lnTo>
                  <a:lnTo>
                    <a:pt x="39" y="55"/>
                  </a:lnTo>
                  <a:lnTo>
                    <a:pt x="40" y="55"/>
                  </a:lnTo>
                  <a:lnTo>
                    <a:pt x="46" y="55"/>
                  </a:lnTo>
                  <a:lnTo>
                    <a:pt x="54" y="53"/>
                  </a:lnTo>
                  <a:lnTo>
                    <a:pt x="56" y="53"/>
                  </a:lnTo>
                  <a:lnTo>
                    <a:pt x="58" y="53"/>
                  </a:lnTo>
                  <a:lnTo>
                    <a:pt x="58" y="51"/>
                  </a:lnTo>
                  <a:lnTo>
                    <a:pt x="59" y="49"/>
                  </a:lnTo>
                  <a:lnTo>
                    <a:pt x="61" y="47"/>
                  </a:lnTo>
                  <a:lnTo>
                    <a:pt x="63" y="44"/>
                  </a:lnTo>
                  <a:lnTo>
                    <a:pt x="66" y="41"/>
                  </a:lnTo>
                  <a:lnTo>
                    <a:pt x="70" y="37"/>
                  </a:lnTo>
                  <a:lnTo>
                    <a:pt x="70" y="37"/>
                  </a:lnTo>
                  <a:lnTo>
                    <a:pt x="70" y="36"/>
                  </a:lnTo>
                  <a:lnTo>
                    <a:pt x="70" y="34"/>
                  </a:lnTo>
                  <a:lnTo>
                    <a:pt x="70" y="34"/>
                  </a:lnTo>
                  <a:lnTo>
                    <a:pt x="72" y="34"/>
                  </a:lnTo>
                  <a:lnTo>
                    <a:pt x="72" y="34"/>
                  </a:lnTo>
                  <a:lnTo>
                    <a:pt x="73" y="34"/>
                  </a:lnTo>
                  <a:lnTo>
                    <a:pt x="76" y="31"/>
                  </a:lnTo>
                  <a:lnTo>
                    <a:pt x="77" y="31"/>
                  </a:lnTo>
                  <a:lnTo>
                    <a:pt x="78" y="30"/>
                  </a:lnTo>
                  <a:lnTo>
                    <a:pt x="80" y="30"/>
                  </a:lnTo>
                  <a:lnTo>
                    <a:pt x="80" y="28"/>
                  </a:lnTo>
                  <a:lnTo>
                    <a:pt x="82" y="28"/>
                  </a:lnTo>
                  <a:lnTo>
                    <a:pt x="84" y="27"/>
                  </a:lnTo>
                  <a:lnTo>
                    <a:pt x="86" y="27"/>
                  </a:lnTo>
                  <a:lnTo>
                    <a:pt x="86" y="28"/>
                  </a:lnTo>
                  <a:lnTo>
                    <a:pt x="86" y="28"/>
                  </a:lnTo>
                  <a:lnTo>
                    <a:pt x="87" y="28"/>
                  </a:lnTo>
                  <a:lnTo>
                    <a:pt x="89" y="28"/>
                  </a:lnTo>
                  <a:lnTo>
                    <a:pt x="90" y="28"/>
                  </a:lnTo>
                  <a:lnTo>
                    <a:pt x="93" y="27"/>
                  </a:lnTo>
                  <a:lnTo>
                    <a:pt x="93" y="27"/>
                  </a:lnTo>
                  <a:lnTo>
                    <a:pt x="93" y="25"/>
                  </a:lnTo>
                  <a:lnTo>
                    <a:pt x="90" y="23"/>
                  </a:lnTo>
                  <a:lnTo>
                    <a:pt x="90" y="23"/>
                  </a:lnTo>
                  <a:lnTo>
                    <a:pt x="90" y="21"/>
                  </a:lnTo>
                  <a:lnTo>
                    <a:pt x="93" y="19"/>
                  </a:lnTo>
                  <a:lnTo>
                    <a:pt x="93" y="19"/>
                  </a:lnTo>
                  <a:lnTo>
                    <a:pt x="93" y="19"/>
                  </a:lnTo>
                  <a:lnTo>
                    <a:pt x="95" y="19"/>
                  </a:lnTo>
                  <a:lnTo>
                    <a:pt x="95" y="19"/>
                  </a:lnTo>
                  <a:lnTo>
                    <a:pt x="96" y="19"/>
                  </a:lnTo>
                  <a:lnTo>
                    <a:pt x="96" y="19"/>
                  </a:lnTo>
                  <a:lnTo>
                    <a:pt x="97" y="18"/>
                  </a:lnTo>
                  <a:lnTo>
                    <a:pt x="100" y="14"/>
                  </a:lnTo>
                  <a:lnTo>
                    <a:pt x="100" y="13"/>
                  </a:lnTo>
                  <a:lnTo>
                    <a:pt x="100" y="11"/>
                  </a:lnTo>
                  <a:lnTo>
                    <a:pt x="105" y="6"/>
                  </a:lnTo>
                  <a:lnTo>
                    <a:pt x="106" y="6"/>
                  </a:lnTo>
                  <a:lnTo>
                    <a:pt x="108" y="0"/>
                  </a:lnTo>
                  <a:lnTo>
                    <a:pt x="11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2" name="Freeform 11265"/>
            <p:cNvSpPr>
              <a:spLocks noChangeAspect="1"/>
            </p:cNvSpPr>
            <p:nvPr/>
          </p:nvSpPr>
          <p:spPr bwMode="auto">
            <a:xfrm>
              <a:off x="3703878" y="2043232"/>
              <a:ext cx="92072" cy="98842"/>
            </a:xfrm>
            <a:custGeom>
              <a:avLst/>
              <a:gdLst>
                <a:gd name="T0" fmla="*/ 47 w 68"/>
                <a:gd name="T1" fmla="*/ 3 h 73"/>
                <a:gd name="T2" fmla="*/ 46 w 68"/>
                <a:gd name="T3" fmla="*/ 7 h 73"/>
                <a:gd name="T4" fmla="*/ 51 w 68"/>
                <a:gd name="T5" fmla="*/ 3 h 73"/>
                <a:gd name="T6" fmla="*/ 62 w 68"/>
                <a:gd name="T7" fmla="*/ 5 h 73"/>
                <a:gd name="T8" fmla="*/ 65 w 68"/>
                <a:gd name="T9" fmla="*/ 11 h 73"/>
                <a:gd name="T10" fmla="*/ 66 w 68"/>
                <a:gd name="T11" fmla="*/ 14 h 73"/>
                <a:gd name="T12" fmla="*/ 68 w 68"/>
                <a:gd name="T13" fmla="*/ 17 h 73"/>
                <a:gd name="T14" fmla="*/ 66 w 68"/>
                <a:gd name="T15" fmla="*/ 20 h 73"/>
                <a:gd name="T16" fmla="*/ 64 w 68"/>
                <a:gd name="T17" fmla="*/ 20 h 73"/>
                <a:gd name="T18" fmla="*/ 60 w 68"/>
                <a:gd name="T19" fmla="*/ 24 h 73"/>
                <a:gd name="T20" fmla="*/ 57 w 68"/>
                <a:gd name="T21" fmla="*/ 26 h 73"/>
                <a:gd name="T22" fmla="*/ 58 w 68"/>
                <a:gd name="T23" fmla="*/ 31 h 73"/>
                <a:gd name="T24" fmla="*/ 60 w 68"/>
                <a:gd name="T25" fmla="*/ 37 h 73"/>
                <a:gd name="T26" fmla="*/ 62 w 68"/>
                <a:gd name="T27" fmla="*/ 45 h 73"/>
                <a:gd name="T28" fmla="*/ 58 w 68"/>
                <a:gd name="T29" fmla="*/ 52 h 73"/>
                <a:gd name="T30" fmla="*/ 55 w 68"/>
                <a:gd name="T31" fmla="*/ 59 h 73"/>
                <a:gd name="T32" fmla="*/ 49 w 68"/>
                <a:gd name="T33" fmla="*/ 60 h 73"/>
                <a:gd name="T34" fmla="*/ 44 w 68"/>
                <a:gd name="T35" fmla="*/ 60 h 73"/>
                <a:gd name="T36" fmla="*/ 39 w 68"/>
                <a:gd name="T37" fmla="*/ 62 h 73"/>
                <a:gd name="T38" fmla="*/ 34 w 68"/>
                <a:gd name="T39" fmla="*/ 66 h 73"/>
                <a:gd name="T40" fmla="*/ 28 w 68"/>
                <a:gd name="T41" fmla="*/ 64 h 73"/>
                <a:gd name="T42" fmla="*/ 28 w 68"/>
                <a:gd name="T43" fmla="*/ 68 h 73"/>
                <a:gd name="T44" fmla="*/ 16 w 68"/>
                <a:gd name="T45" fmla="*/ 71 h 73"/>
                <a:gd name="T46" fmla="*/ 9 w 68"/>
                <a:gd name="T47" fmla="*/ 73 h 73"/>
                <a:gd name="T48" fmla="*/ 11 w 68"/>
                <a:gd name="T49" fmla="*/ 68 h 73"/>
                <a:gd name="T50" fmla="*/ 8 w 68"/>
                <a:gd name="T51" fmla="*/ 68 h 73"/>
                <a:gd name="T52" fmla="*/ 4 w 68"/>
                <a:gd name="T53" fmla="*/ 68 h 73"/>
                <a:gd name="T54" fmla="*/ 2 w 68"/>
                <a:gd name="T55" fmla="*/ 62 h 73"/>
                <a:gd name="T56" fmla="*/ 8 w 68"/>
                <a:gd name="T57" fmla="*/ 60 h 73"/>
                <a:gd name="T58" fmla="*/ 2 w 68"/>
                <a:gd name="T59" fmla="*/ 58 h 73"/>
                <a:gd name="T60" fmla="*/ 9 w 68"/>
                <a:gd name="T61" fmla="*/ 59 h 73"/>
                <a:gd name="T62" fmla="*/ 9 w 68"/>
                <a:gd name="T63" fmla="*/ 54 h 73"/>
                <a:gd name="T64" fmla="*/ 23 w 68"/>
                <a:gd name="T65" fmla="*/ 50 h 73"/>
                <a:gd name="T66" fmla="*/ 15 w 68"/>
                <a:gd name="T67" fmla="*/ 52 h 73"/>
                <a:gd name="T68" fmla="*/ 9 w 68"/>
                <a:gd name="T69" fmla="*/ 52 h 73"/>
                <a:gd name="T70" fmla="*/ 15 w 68"/>
                <a:gd name="T71" fmla="*/ 47 h 73"/>
                <a:gd name="T72" fmla="*/ 18 w 68"/>
                <a:gd name="T73" fmla="*/ 41 h 73"/>
                <a:gd name="T74" fmla="*/ 19 w 68"/>
                <a:gd name="T75" fmla="*/ 39 h 73"/>
                <a:gd name="T76" fmla="*/ 11 w 68"/>
                <a:gd name="T77" fmla="*/ 39 h 73"/>
                <a:gd name="T78" fmla="*/ 9 w 68"/>
                <a:gd name="T79" fmla="*/ 38 h 73"/>
                <a:gd name="T80" fmla="*/ 4 w 68"/>
                <a:gd name="T81" fmla="*/ 37 h 73"/>
                <a:gd name="T82" fmla="*/ 6 w 68"/>
                <a:gd name="T83" fmla="*/ 35 h 73"/>
                <a:gd name="T84" fmla="*/ 8 w 68"/>
                <a:gd name="T85" fmla="*/ 33 h 73"/>
                <a:gd name="T86" fmla="*/ 11 w 68"/>
                <a:gd name="T87" fmla="*/ 30 h 73"/>
                <a:gd name="T88" fmla="*/ 8 w 68"/>
                <a:gd name="T89" fmla="*/ 26 h 73"/>
                <a:gd name="T90" fmla="*/ 6 w 68"/>
                <a:gd name="T91" fmla="*/ 22 h 73"/>
                <a:gd name="T92" fmla="*/ 8 w 68"/>
                <a:gd name="T93" fmla="*/ 20 h 73"/>
                <a:gd name="T94" fmla="*/ 18 w 68"/>
                <a:gd name="T95" fmla="*/ 22 h 73"/>
                <a:gd name="T96" fmla="*/ 25 w 68"/>
                <a:gd name="T97" fmla="*/ 20 h 73"/>
                <a:gd name="T98" fmla="*/ 27 w 68"/>
                <a:gd name="T99" fmla="*/ 17 h 73"/>
                <a:gd name="T100" fmla="*/ 32 w 68"/>
                <a:gd name="T101" fmla="*/ 14 h 73"/>
                <a:gd name="T102" fmla="*/ 27 w 68"/>
                <a:gd name="T103" fmla="*/ 11 h 73"/>
                <a:gd name="T104" fmla="*/ 28 w 68"/>
                <a:gd name="T105" fmla="*/ 7 h 73"/>
                <a:gd name="T106" fmla="*/ 34 w 68"/>
                <a:gd name="T107" fmla="*/ 3 h 73"/>
                <a:gd name="T108" fmla="*/ 39 w 68"/>
                <a:gd name="T109" fmla="*/ 1 h 73"/>
                <a:gd name="T110" fmla="*/ 39 w 68"/>
                <a:gd name="T111" fmla="*/ 5 h 73"/>
                <a:gd name="T112" fmla="*/ 40 w 68"/>
                <a:gd name="T113" fmla="*/ 7 h 73"/>
                <a:gd name="T114" fmla="*/ 40 w 68"/>
                <a:gd name="T115" fmla="*/ 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 h="73">
                  <a:moveTo>
                    <a:pt x="42" y="0"/>
                  </a:moveTo>
                  <a:lnTo>
                    <a:pt x="44" y="0"/>
                  </a:lnTo>
                  <a:lnTo>
                    <a:pt x="46" y="1"/>
                  </a:lnTo>
                  <a:lnTo>
                    <a:pt x="46" y="1"/>
                  </a:lnTo>
                  <a:lnTo>
                    <a:pt x="47" y="3"/>
                  </a:lnTo>
                  <a:lnTo>
                    <a:pt x="46" y="3"/>
                  </a:lnTo>
                  <a:lnTo>
                    <a:pt x="46" y="5"/>
                  </a:lnTo>
                  <a:lnTo>
                    <a:pt x="44" y="5"/>
                  </a:lnTo>
                  <a:lnTo>
                    <a:pt x="46" y="5"/>
                  </a:lnTo>
                  <a:lnTo>
                    <a:pt x="46" y="7"/>
                  </a:lnTo>
                  <a:lnTo>
                    <a:pt x="47" y="5"/>
                  </a:lnTo>
                  <a:lnTo>
                    <a:pt x="47" y="3"/>
                  </a:lnTo>
                  <a:lnTo>
                    <a:pt x="49" y="3"/>
                  </a:lnTo>
                  <a:lnTo>
                    <a:pt x="49" y="3"/>
                  </a:lnTo>
                  <a:lnTo>
                    <a:pt x="51" y="3"/>
                  </a:lnTo>
                  <a:lnTo>
                    <a:pt x="55" y="1"/>
                  </a:lnTo>
                  <a:lnTo>
                    <a:pt x="57" y="1"/>
                  </a:lnTo>
                  <a:lnTo>
                    <a:pt x="58" y="3"/>
                  </a:lnTo>
                  <a:lnTo>
                    <a:pt x="60" y="3"/>
                  </a:lnTo>
                  <a:lnTo>
                    <a:pt x="62" y="5"/>
                  </a:lnTo>
                  <a:lnTo>
                    <a:pt x="62" y="7"/>
                  </a:lnTo>
                  <a:lnTo>
                    <a:pt x="64" y="9"/>
                  </a:lnTo>
                  <a:lnTo>
                    <a:pt x="65" y="11"/>
                  </a:lnTo>
                  <a:lnTo>
                    <a:pt x="65" y="11"/>
                  </a:lnTo>
                  <a:lnTo>
                    <a:pt x="65" y="11"/>
                  </a:lnTo>
                  <a:lnTo>
                    <a:pt x="64" y="14"/>
                  </a:lnTo>
                  <a:lnTo>
                    <a:pt x="64" y="14"/>
                  </a:lnTo>
                  <a:lnTo>
                    <a:pt x="64" y="14"/>
                  </a:lnTo>
                  <a:lnTo>
                    <a:pt x="65" y="14"/>
                  </a:lnTo>
                  <a:lnTo>
                    <a:pt x="66" y="14"/>
                  </a:lnTo>
                  <a:lnTo>
                    <a:pt x="68" y="14"/>
                  </a:lnTo>
                  <a:lnTo>
                    <a:pt x="68" y="15"/>
                  </a:lnTo>
                  <a:lnTo>
                    <a:pt x="68" y="17"/>
                  </a:lnTo>
                  <a:lnTo>
                    <a:pt x="68" y="17"/>
                  </a:lnTo>
                  <a:lnTo>
                    <a:pt x="68" y="17"/>
                  </a:lnTo>
                  <a:lnTo>
                    <a:pt x="66" y="15"/>
                  </a:lnTo>
                  <a:lnTo>
                    <a:pt x="66" y="15"/>
                  </a:lnTo>
                  <a:lnTo>
                    <a:pt x="65" y="15"/>
                  </a:lnTo>
                  <a:lnTo>
                    <a:pt x="66" y="17"/>
                  </a:lnTo>
                  <a:lnTo>
                    <a:pt x="66" y="20"/>
                  </a:lnTo>
                  <a:lnTo>
                    <a:pt x="66" y="20"/>
                  </a:lnTo>
                  <a:lnTo>
                    <a:pt x="66" y="20"/>
                  </a:lnTo>
                  <a:lnTo>
                    <a:pt x="66" y="20"/>
                  </a:lnTo>
                  <a:lnTo>
                    <a:pt x="65" y="20"/>
                  </a:lnTo>
                  <a:lnTo>
                    <a:pt x="64" y="20"/>
                  </a:lnTo>
                  <a:lnTo>
                    <a:pt x="64" y="22"/>
                  </a:lnTo>
                  <a:lnTo>
                    <a:pt x="64" y="22"/>
                  </a:lnTo>
                  <a:lnTo>
                    <a:pt x="62" y="24"/>
                  </a:lnTo>
                  <a:lnTo>
                    <a:pt x="62" y="24"/>
                  </a:lnTo>
                  <a:lnTo>
                    <a:pt x="60" y="24"/>
                  </a:lnTo>
                  <a:lnTo>
                    <a:pt x="58" y="24"/>
                  </a:lnTo>
                  <a:lnTo>
                    <a:pt x="58" y="24"/>
                  </a:lnTo>
                  <a:lnTo>
                    <a:pt x="60" y="26"/>
                  </a:lnTo>
                  <a:lnTo>
                    <a:pt x="58" y="26"/>
                  </a:lnTo>
                  <a:lnTo>
                    <a:pt x="57" y="26"/>
                  </a:lnTo>
                  <a:lnTo>
                    <a:pt x="57" y="26"/>
                  </a:lnTo>
                  <a:lnTo>
                    <a:pt x="57" y="28"/>
                  </a:lnTo>
                  <a:lnTo>
                    <a:pt x="57" y="28"/>
                  </a:lnTo>
                  <a:lnTo>
                    <a:pt x="58" y="30"/>
                  </a:lnTo>
                  <a:lnTo>
                    <a:pt x="58" y="31"/>
                  </a:lnTo>
                  <a:lnTo>
                    <a:pt x="58" y="33"/>
                  </a:lnTo>
                  <a:lnTo>
                    <a:pt x="60" y="33"/>
                  </a:lnTo>
                  <a:lnTo>
                    <a:pt x="60" y="35"/>
                  </a:lnTo>
                  <a:lnTo>
                    <a:pt x="60" y="37"/>
                  </a:lnTo>
                  <a:lnTo>
                    <a:pt x="60" y="37"/>
                  </a:lnTo>
                  <a:lnTo>
                    <a:pt x="60" y="38"/>
                  </a:lnTo>
                  <a:lnTo>
                    <a:pt x="60" y="38"/>
                  </a:lnTo>
                  <a:lnTo>
                    <a:pt x="60" y="41"/>
                  </a:lnTo>
                  <a:lnTo>
                    <a:pt x="60" y="44"/>
                  </a:lnTo>
                  <a:lnTo>
                    <a:pt x="62" y="45"/>
                  </a:lnTo>
                  <a:lnTo>
                    <a:pt x="60" y="47"/>
                  </a:lnTo>
                  <a:lnTo>
                    <a:pt x="60" y="49"/>
                  </a:lnTo>
                  <a:lnTo>
                    <a:pt x="58" y="49"/>
                  </a:lnTo>
                  <a:lnTo>
                    <a:pt x="58" y="50"/>
                  </a:lnTo>
                  <a:lnTo>
                    <a:pt x="58" y="52"/>
                  </a:lnTo>
                  <a:lnTo>
                    <a:pt x="57" y="56"/>
                  </a:lnTo>
                  <a:lnTo>
                    <a:pt x="57" y="56"/>
                  </a:lnTo>
                  <a:lnTo>
                    <a:pt x="55" y="58"/>
                  </a:lnTo>
                  <a:lnTo>
                    <a:pt x="57" y="59"/>
                  </a:lnTo>
                  <a:lnTo>
                    <a:pt x="55" y="59"/>
                  </a:lnTo>
                  <a:lnTo>
                    <a:pt x="53" y="59"/>
                  </a:lnTo>
                  <a:lnTo>
                    <a:pt x="51" y="59"/>
                  </a:lnTo>
                  <a:lnTo>
                    <a:pt x="51" y="59"/>
                  </a:lnTo>
                  <a:lnTo>
                    <a:pt x="49" y="59"/>
                  </a:lnTo>
                  <a:lnTo>
                    <a:pt x="49" y="60"/>
                  </a:lnTo>
                  <a:lnTo>
                    <a:pt x="49" y="59"/>
                  </a:lnTo>
                  <a:lnTo>
                    <a:pt x="47" y="59"/>
                  </a:lnTo>
                  <a:lnTo>
                    <a:pt x="47" y="59"/>
                  </a:lnTo>
                  <a:lnTo>
                    <a:pt x="46" y="60"/>
                  </a:lnTo>
                  <a:lnTo>
                    <a:pt x="44" y="60"/>
                  </a:lnTo>
                  <a:lnTo>
                    <a:pt x="40" y="60"/>
                  </a:lnTo>
                  <a:lnTo>
                    <a:pt x="40" y="60"/>
                  </a:lnTo>
                  <a:lnTo>
                    <a:pt x="39" y="62"/>
                  </a:lnTo>
                  <a:lnTo>
                    <a:pt x="39" y="62"/>
                  </a:lnTo>
                  <a:lnTo>
                    <a:pt x="39" y="62"/>
                  </a:lnTo>
                  <a:lnTo>
                    <a:pt x="39" y="62"/>
                  </a:lnTo>
                  <a:lnTo>
                    <a:pt x="36" y="64"/>
                  </a:lnTo>
                  <a:lnTo>
                    <a:pt x="36" y="64"/>
                  </a:lnTo>
                  <a:lnTo>
                    <a:pt x="34" y="66"/>
                  </a:lnTo>
                  <a:lnTo>
                    <a:pt x="34" y="66"/>
                  </a:lnTo>
                  <a:lnTo>
                    <a:pt x="32" y="66"/>
                  </a:lnTo>
                  <a:lnTo>
                    <a:pt x="30" y="66"/>
                  </a:lnTo>
                  <a:lnTo>
                    <a:pt x="30" y="64"/>
                  </a:lnTo>
                  <a:lnTo>
                    <a:pt x="30" y="64"/>
                  </a:lnTo>
                  <a:lnTo>
                    <a:pt x="28" y="64"/>
                  </a:lnTo>
                  <a:lnTo>
                    <a:pt x="28" y="64"/>
                  </a:lnTo>
                  <a:lnTo>
                    <a:pt x="28" y="66"/>
                  </a:lnTo>
                  <a:lnTo>
                    <a:pt x="28" y="66"/>
                  </a:lnTo>
                  <a:lnTo>
                    <a:pt x="28" y="68"/>
                  </a:lnTo>
                  <a:lnTo>
                    <a:pt x="28" y="68"/>
                  </a:lnTo>
                  <a:lnTo>
                    <a:pt x="27" y="68"/>
                  </a:lnTo>
                  <a:lnTo>
                    <a:pt x="25" y="69"/>
                  </a:lnTo>
                  <a:lnTo>
                    <a:pt x="23" y="69"/>
                  </a:lnTo>
                  <a:lnTo>
                    <a:pt x="23" y="71"/>
                  </a:lnTo>
                  <a:lnTo>
                    <a:pt x="16" y="71"/>
                  </a:lnTo>
                  <a:lnTo>
                    <a:pt x="16" y="71"/>
                  </a:lnTo>
                  <a:lnTo>
                    <a:pt x="15" y="71"/>
                  </a:lnTo>
                  <a:lnTo>
                    <a:pt x="13" y="71"/>
                  </a:lnTo>
                  <a:lnTo>
                    <a:pt x="13" y="71"/>
                  </a:lnTo>
                  <a:lnTo>
                    <a:pt x="9" y="73"/>
                  </a:lnTo>
                  <a:lnTo>
                    <a:pt x="8" y="73"/>
                  </a:lnTo>
                  <a:lnTo>
                    <a:pt x="9" y="69"/>
                  </a:lnTo>
                  <a:lnTo>
                    <a:pt x="13" y="69"/>
                  </a:lnTo>
                  <a:lnTo>
                    <a:pt x="13" y="69"/>
                  </a:lnTo>
                  <a:lnTo>
                    <a:pt x="11" y="68"/>
                  </a:lnTo>
                  <a:lnTo>
                    <a:pt x="8" y="69"/>
                  </a:lnTo>
                  <a:lnTo>
                    <a:pt x="6" y="69"/>
                  </a:lnTo>
                  <a:lnTo>
                    <a:pt x="4" y="69"/>
                  </a:lnTo>
                  <a:lnTo>
                    <a:pt x="6" y="69"/>
                  </a:lnTo>
                  <a:lnTo>
                    <a:pt x="8" y="68"/>
                  </a:lnTo>
                  <a:lnTo>
                    <a:pt x="8" y="68"/>
                  </a:lnTo>
                  <a:lnTo>
                    <a:pt x="9" y="66"/>
                  </a:lnTo>
                  <a:lnTo>
                    <a:pt x="9" y="66"/>
                  </a:lnTo>
                  <a:lnTo>
                    <a:pt x="11" y="66"/>
                  </a:lnTo>
                  <a:lnTo>
                    <a:pt x="4" y="68"/>
                  </a:lnTo>
                  <a:lnTo>
                    <a:pt x="2" y="66"/>
                  </a:lnTo>
                  <a:lnTo>
                    <a:pt x="2" y="66"/>
                  </a:lnTo>
                  <a:lnTo>
                    <a:pt x="0" y="66"/>
                  </a:lnTo>
                  <a:lnTo>
                    <a:pt x="0" y="66"/>
                  </a:lnTo>
                  <a:lnTo>
                    <a:pt x="2" y="62"/>
                  </a:lnTo>
                  <a:lnTo>
                    <a:pt x="4" y="62"/>
                  </a:lnTo>
                  <a:lnTo>
                    <a:pt x="6" y="62"/>
                  </a:lnTo>
                  <a:lnTo>
                    <a:pt x="8" y="60"/>
                  </a:lnTo>
                  <a:lnTo>
                    <a:pt x="8" y="60"/>
                  </a:lnTo>
                  <a:lnTo>
                    <a:pt x="8" y="60"/>
                  </a:lnTo>
                  <a:lnTo>
                    <a:pt x="2" y="60"/>
                  </a:lnTo>
                  <a:lnTo>
                    <a:pt x="0" y="60"/>
                  </a:lnTo>
                  <a:lnTo>
                    <a:pt x="0" y="59"/>
                  </a:lnTo>
                  <a:lnTo>
                    <a:pt x="0" y="59"/>
                  </a:lnTo>
                  <a:lnTo>
                    <a:pt x="2" y="58"/>
                  </a:lnTo>
                  <a:lnTo>
                    <a:pt x="4" y="58"/>
                  </a:lnTo>
                  <a:lnTo>
                    <a:pt x="6" y="58"/>
                  </a:lnTo>
                  <a:lnTo>
                    <a:pt x="6" y="58"/>
                  </a:lnTo>
                  <a:lnTo>
                    <a:pt x="8" y="59"/>
                  </a:lnTo>
                  <a:lnTo>
                    <a:pt x="9" y="59"/>
                  </a:lnTo>
                  <a:lnTo>
                    <a:pt x="8" y="58"/>
                  </a:lnTo>
                  <a:lnTo>
                    <a:pt x="8" y="56"/>
                  </a:lnTo>
                  <a:lnTo>
                    <a:pt x="8" y="56"/>
                  </a:lnTo>
                  <a:lnTo>
                    <a:pt x="8" y="56"/>
                  </a:lnTo>
                  <a:lnTo>
                    <a:pt x="9" y="54"/>
                  </a:lnTo>
                  <a:lnTo>
                    <a:pt x="11" y="52"/>
                  </a:lnTo>
                  <a:lnTo>
                    <a:pt x="11" y="52"/>
                  </a:lnTo>
                  <a:lnTo>
                    <a:pt x="15" y="52"/>
                  </a:lnTo>
                  <a:lnTo>
                    <a:pt x="19" y="52"/>
                  </a:lnTo>
                  <a:lnTo>
                    <a:pt x="23" y="50"/>
                  </a:lnTo>
                  <a:lnTo>
                    <a:pt x="21" y="50"/>
                  </a:lnTo>
                  <a:lnTo>
                    <a:pt x="19" y="49"/>
                  </a:lnTo>
                  <a:lnTo>
                    <a:pt x="18" y="50"/>
                  </a:lnTo>
                  <a:lnTo>
                    <a:pt x="18" y="52"/>
                  </a:lnTo>
                  <a:lnTo>
                    <a:pt x="15" y="52"/>
                  </a:lnTo>
                  <a:lnTo>
                    <a:pt x="13" y="52"/>
                  </a:lnTo>
                  <a:lnTo>
                    <a:pt x="13" y="50"/>
                  </a:lnTo>
                  <a:lnTo>
                    <a:pt x="11" y="50"/>
                  </a:lnTo>
                  <a:lnTo>
                    <a:pt x="11" y="52"/>
                  </a:lnTo>
                  <a:lnTo>
                    <a:pt x="9" y="52"/>
                  </a:lnTo>
                  <a:lnTo>
                    <a:pt x="8" y="52"/>
                  </a:lnTo>
                  <a:lnTo>
                    <a:pt x="9" y="50"/>
                  </a:lnTo>
                  <a:lnTo>
                    <a:pt x="13" y="49"/>
                  </a:lnTo>
                  <a:lnTo>
                    <a:pt x="13" y="49"/>
                  </a:lnTo>
                  <a:lnTo>
                    <a:pt x="15" y="47"/>
                  </a:lnTo>
                  <a:lnTo>
                    <a:pt x="15" y="45"/>
                  </a:lnTo>
                  <a:lnTo>
                    <a:pt x="13" y="45"/>
                  </a:lnTo>
                  <a:lnTo>
                    <a:pt x="16" y="44"/>
                  </a:lnTo>
                  <a:lnTo>
                    <a:pt x="16" y="41"/>
                  </a:lnTo>
                  <a:lnTo>
                    <a:pt x="18" y="41"/>
                  </a:lnTo>
                  <a:lnTo>
                    <a:pt x="19" y="41"/>
                  </a:lnTo>
                  <a:lnTo>
                    <a:pt x="19" y="41"/>
                  </a:lnTo>
                  <a:lnTo>
                    <a:pt x="19" y="41"/>
                  </a:lnTo>
                  <a:lnTo>
                    <a:pt x="21" y="39"/>
                  </a:lnTo>
                  <a:lnTo>
                    <a:pt x="19" y="39"/>
                  </a:lnTo>
                  <a:lnTo>
                    <a:pt x="18" y="39"/>
                  </a:lnTo>
                  <a:lnTo>
                    <a:pt x="13" y="39"/>
                  </a:lnTo>
                  <a:lnTo>
                    <a:pt x="13" y="39"/>
                  </a:lnTo>
                  <a:lnTo>
                    <a:pt x="13" y="39"/>
                  </a:lnTo>
                  <a:lnTo>
                    <a:pt x="11" y="39"/>
                  </a:lnTo>
                  <a:lnTo>
                    <a:pt x="11" y="38"/>
                  </a:lnTo>
                  <a:lnTo>
                    <a:pt x="11" y="38"/>
                  </a:lnTo>
                  <a:lnTo>
                    <a:pt x="11" y="38"/>
                  </a:lnTo>
                  <a:lnTo>
                    <a:pt x="9" y="38"/>
                  </a:lnTo>
                  <a:lnTo>
                    <a:pt x="9" y="38"/>
                  </a:lnTo>
                  <a:lnTo>
                    <a:pt x="8" y="38"/>
                  </a:lnTo>
                  <a:lnTo>
                    <a:pt x="9" y="37"/>
                  </a:lnTo>
                  <a:lnTo>
                    <a:pt x="8" y="37"/>
                  </a:lnTo>
                  <a:lnTo>
                    <a:pt x="6" y="37"/>
                  </a:lnTo>
                  <a:lnTo>
                    <a:pt x="4" y="37"/>
                  </a:lnTo>
                  <a:lnTo>
                    <a:pt x="4" y="37"/>
                  </a:lnTo>
                  <a:lnTo>
                    <a:pt x="6" y="37"/>
                  </a:lnTo>
                  <a:lnTo>
                    <a:pt x="4" y="35"/>
                  </a:lnTo>
                  <a:lnTo>
                    <a:pt x="4" y="35"/>
                  </a:lnTo>
                  <a:lnTo>
                    <a:pt x="6" y="35"/>
                  </a:lnTo>
                  <a:lnTo>
                    <a:pt x="6" y="35"/>
                  </a:lnTo>
                  <a:lnTo>
                    <a:pt x="8" y="33"/>
                  </a:lnTo>
                  <a:lnTo>
                    <a:pt x="9" y="33"/>
                  </a:lnTo>
                  <a:lnTo>
                    <a:pt x="8" y="33"/>
                  </a:lnTo>
                  <a:lnTo>
                    <a:pt x="8" y="33"/>
                  </a:lnTo>
                  <a:lnTo>
                    <a:pt x="8" y="31"/>
                  </a:lnTo>
                  <a:lnTo>
                    <a:pt x="8" y="31"/>
                  </a:lnTo>
                  <a:lnTo>
                    <a:pt x="9" y="30"/>
                  </a:lnTo>
                  <a:lnTo>
                    <a:pt x="11" y="30"/>
                  </a:lnTo>
                  <a:lnTo>
                    <a:pt x="11" y="30"/>
                  </a:lnTo>
                  <a:lnTo>
                    <a:pt x="11" y="28"/>
                  </a:lnTo>
                  <a:lnTo>
                    <a:pt x="9" y="28"/>
                  </a:lnTo>
                  <a:lnTo>
                    <a:pt x="8" y="28"/>
                  </a:lnTo>
                  <a:lnTo>
                    <a:pt x="8" y="28"/>
                  </a:lnTo>
                  <a:lnTo>
                    <a:pt x="8" y="26"/>
                  </a:lnTo>
                  <a:lnTo>
                    <a:pt x="8" y="24"/>
                  </a:lnTo>
                  <a:lnTo>
                    <a:pt x="8" y="24"/>
                  </a:lnTo>
                  <a:lnTo>
                    <a:pt x="8" y="24"/>
                  </a:lnTo>
                  <a:lnTo>
                    <a:pt x="8" y="22"/>
                  </a:lnTo>
                  <a:lnTo>
                    <a:pt x="6" y="22"/>
                  </a:lnTo>
                  <a:lnTo>
                    <a:pt x="4" y="22"/>
                  </a:lnTo>
                  <a:lnTo>
                    <a:pt x="4" y="22"/>
                  </a:lnTo>
                  <a:lnTo>
                    <a:pt x="6" y="20"/>
                  </a:lnTo>
                  <a:lnTo>
                    <a:pt x="6" y="20"/>
                  </a:lnTo>
                  <a:lnTo>
                    <a:pt x="8" y="20"/>
                  </a:lnTo>
                  <a:lnTo>
                    <a:pt x="9" y="20"/>
                  </a:lnTo>
                  <a:lnTo>
                    <a:pt x="9" y="20"/>
                  </a:lnTo>
                  <a:lnTo>
                    <a:pt x="13" y="20"/>
                  </a:lnTo>
                  <a:lnTo>
                    <a:pt x="16" y="20"/>
                  </a:lnTo>
                  <a:lnTo>
                    <a:pt x="18" y="22"/>
                  </a:lnTo>
                  <a:lnTo>
                    <a:pt x="18" y="22"/>
                  </a:lnTo>
                  <a:lnTo>
                    <a:pt x="19" y="20"/>
                  </a:lnTo>
                  <a:lnTo>
                    <a:pt x="19" y="20"/>
                  </a:lnTo>
                  <a:lnTo>
                    <a:pt x="23" y="20"/>
                  </a:lnTo>
                  <a:lnTo>
                    <a:pt x="25" y="20"/>
                  </a:lnTo>
                  <a:lnTo>
                    <a:pt x="27" y="20"/>
                  </a:lnTo>
                  <a:lnTo>
                    <a:pt x="25" y="20"/>
                  </a:lnTo>
                  <a:lnTo>
                    <a:pt x="25" y="20"/>
                  </a:lnTo>
                  <a:lnTo>
                    <a:pt x="27" y="20"/>
                  </a:lnTo>
                  <a:lnTo>
                    <a:pt x="27" y="17"/>
                  </a:lnTo>
                  <a:lnTo>
                    <a:pt x="28" y="17"/>
                  </a:lnTo>
                  <a:lnTo>
                    <a:pt x="30" y="17"/>
                  </a:lnTo>
                  <a:lnTo>
                    <a:pt x="30" y="15"/>
                  </a:lnTo>
                  <a:lnTo>
                    <a:pt x="30" y="15"/>
                  </a:lnTo>
                  <a:lnTo>
                    <a:pt x="32" y="14"/>
                  </a:lnTo>
                  <a:lnTo>
                    <a:pt x="27" y="14"/>
                  </a:lnTo>
                  <a:lnTo>
                    <a:pt x="23" y="14"/>
                  </a:lnTo>
                  <a:lnTo>
                    <a:pt x="23" y="11"/>
                  </a:lnTo>
                  <a:lnTo>
                    <a:pt x="25" y="11"/>
                  </a:lnTo>
                  <a:lnTo>
                    <a:pt x="27" y="11"/>
                  </a:lnTo>
                  <a:lnTo>
                    <a:pt x="27" y="11"/>
                  </a:lnTo>
                  <a:lnTo>
                    <a:pt x="27" y="11"/>
                  </a:lnTo>
                  <a:lnTo>
                    <a:pt x="28" y="9"/>
                  </a:lnTo>
                  <a:lnTo>
                    <a:pt x="28" y="7"/>
                  </a:lnTo>
                  <a:lnTo>
                    <a:pt x="28" y="7"/>
                  </a:lnTo>
                  <a:lnTo>
                    <a:pt x="28" y="5"/>
                  </a:lnTo>
                  <a:lnTo>
                    <a:pt x="30" y="5"/>
                  </a:lnTo>
                  <a:lnTo>
                    <a:pt x="30" y="5"/>
                  </a:lnTo>
                  <a:lnTo>
                    <a:pt x="32" y="3"/>
                  </a:lnTo>
                  <a:lnTo>
                    <a:pt x="34" y="3"/>
                  </a:lnTo>
                  <a:lnTo>
                    <a:pt x="34" y="3"/>
                  </a:lnTo>
                  <a:lnTo>
                    <a:pt x="38" y="3"/>
                  </a:lnTo>
                  <a:lnTo>
                    <a:pt x="38" y="3"/>
                  </a:lnTo>
                  <a:lnTo>
                    <a:pt x="38" y="1"/>
                  </a:lnTo>
                  <a:lnTo>
                    <a:pt x="39" y="1"/>
                  </a:lnTo>
                  <a:lnTo>
                    <a:pt x="39" y="1"/>
                  </a:lnTo>
                  <a:lnTo>
                    <a:pt x="39" y="3"/>
                  </a:lnTo>
                  <a:lnTo>
                    <a:pt x="39" y="3"/>
                  </a:lnTo>
                  <a:lnTo>
                    <a:pt x="40" y="5"/>
                  </a:lnTo>
                  <a:lnTo>
                    <a:pt x="39" y="5"/>
                  </a:lnTo>
                  <a:lnTo>
                    <a:pt x="39" y="7"/>
                  </a:lnTo>
                  <a:lnTo>
                    <a:pt x="39" y="7"/>
                  </a:lnTo>
                  <a:lnTo>
                    <a:pt x="39" y="7"/>
                  </a:lnTo>
                  <a:lnTo>
                    <a:pt x="39" y="7"/>
                  </a:lnTo>
                  <a:lnTo>
                    <a:pt x="40" y="7"/>
                  </a:lnTo>
                  <a:lnTo>
                    <a:pt x="40" y="5"/>
                  </a:lnTo>
                  <a:lnTo>
                    <a:pt x="40" y="5"/>
                  </a:lnTo>
                  <a:lnTo>
                    <a:pt x="40" y="3"/>
                  </a:lnTo>
                  <a:lnTo>
                    <a:pt x="40" y="1"/>
                  </a:lnTo>
                  <a:lnTo>
                    <a:pt x="40" y="1"/>
                  </a:lnTo>
                  <a:lnTo>
                    <a:pt x="44" y="1"/>
                  </a:lnTo>
                  <a:lnTo>
                    <a:pt x="42" y="0"/>
                  </a:lnTo>
                  <a:lnTo>
                    <a:pt x="4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3" name="Freeform 11318"/>
            <p:cNvSpPr>
              <a:spLocks noChangeAspect="1"/>
            </p:cNvSpPr>
            <p:nvPr/>
          </p:nvSpPr>
          <p:spPr bwMode="auto">
            <a:xfrm>
              <a:off x="3782458" y="1952330"/>
              <a:ext cx="146231" cy="220700"/>
            </a:xfrm>
            <a:custGeom>
              <a:avLst/>
              <a:gdLst>
                <a:gd name="T0" fmla="*/ 42 w 108"/>
                <a:gd name="T1" fmla="*/ 5 h 163"/>
                <a:gd name="T2" fmla="*/ 31 w 108"/>
                <a:gd name="T3" fmla="*/ 18 h 163"/>
                <a:gd name="T4" fmla="*/ 38 w 108"/>
                <a:gd name="T5" fmla="*/ 19 h 163"/>
                <a:gd name="T6" fmla="*/ 59 w 108"/>
                <a:gd name="T7" fmla="*/ 21 h 163"/>
                <a:gd name="T8" fmla="*/ 55 w 108"/>
                <a:gd name="T9" fmla="*/ 31 h 163"/>
                <a:gd name="T10" fmla="*/ 42 w 108"/>
                <a:gd name="T11" fmla="*/ 43 h 163"/>
                <a:gd name="T12" fmla="*/ 45 w 108"/>
                <a:gd name="T13" fmla="*/ 49 h 163"/>
                <a:gd name="T14" fmla="*/ 33 w 108"/>
                <a:gd name="T15" fmla="*/ 52 h 163"/>
                <a:gd name="T16" fmla="*/ 59 w 108"/>
                <a:gd name="T17" fmla="*/ 59 h 163"/>
                <a:gd name="T18" fmla="*/ 68 w 108"/>
                <a:gd name="T19" fmla="*/ 78 h 163"/>
                <a:gd name="T20" fmla="*/ 82 w 108"/>
                <a:gd name="T21" fmla="*/ 90 h 163"/>
                <a:gd name="T22" fmla="*/ 83 w 108"/>
                <a:gd name="T23" fmla="*/ 97 h 163"/>
                <a:gd name="T24" fmla="*/ 85 w 108"/>
                <a:gd name="T25" fmla="*/ 101 h 163"/>
                <a:gd name="T26" fmla="*/ 89 w 108"/>
                <a:gd name="T27" fmla="*/ 113 h 163"/>
                <a:gd name="T28" fmla="*/ 100 w 108"/>
                <a:gd name="T29" fmla="*/ 110 h 163"/>
                <a:gd name="T30" fmla="*/ 106 w 108"/>
                <a:gd name="T31" fmla="*/ 122 h 163"/>
                <a:gd name="T32" fmla="*/ 101 w 108"/>
                <a:gd name="T33" fmla="*/ 128 h 163"/>
                <a:gd name="T34" fmla="*/ 98 w 108"/>
                <a:gd name="T35" fmla="*/ 133 h 163"/>
                <a:gd name="T36" fmla="*/ 93 w 108"/>
                <a:gd name="T37" fmla="*/ 137 h 163"/>
                <a:gd name="T38" fmla="*/ 104 w 108"/>
                <a:gd name="T39" fmla="*/ 139 h 163"/>
                <a:gd name="T40" fmla="*/ 93 w 108"/>
                <a:gd name="T41" fmla="*/ 147 h 163"/>
                <a:gd name="T42" fmla="*/ 70 w 108"/>
                <a:gd name="T43" fmla="*/ 149 h 163"/>
                <a:gd name="T44" fmla="*/ 59 w 108"/>
                <a:gd name="T45" fmla="*/ 151 h 163"/>
                <a:gd name="T46" fmla="*/ 51 w 108"/>
                <a:gd name="T47" fmla="*/ 152 h 163"/>
                <a:gd name="T48" fmla="*/ 35 w 108"/>
                <a:gd name="T49" fmla="*/ 156 h 163"/>
                <a:gd name="T50" fmla="*/ 26 w 108"/>
                <a:gd name="T51" fmla="*/ 156 h 163"/>
                <a:gd name="T52" fmla="*/ 14 w 108"/>
                <a:gd name="T53" fmla="*/ 163 h 163"/>
                <a:gd name="T54" fmla="*/ 6 w 108"/>
                <a:gd name="T55" fmla="*/ 160 h 163"/>
                <a:gd name="T56" fmla="*/ 21 w 108"/>
                <a:gd name="T57" fmla="*/ 149 h 163"/>
                <a:gd name="T58" fmla="*/ 35 w 108"/>
                <a:gd name="T59" fmla="*/ 141 h 163"/>
                <a:gd name="T60" fmla="*/ 49 w 108"/>
                <a:gd name="T61" fmla="*/ 133 h 163"/>
                <a:gd name="T62" fmla="*/ 38 w 108"/>
                <a:gd name="T63" fmla="*/ 139 h 163"/>
                <a:gd name="T64" fmla="*/ 26 w 108"/>
                <a:gd name="T65" fmla="*/ 133 h 163"/>
                <a:gd name="T66" fmla="*/ 17 w 108"/>
                <a:gd name="T67" fmla="*/ 133 h 163"/>
                <a:gd name="T68" fmla="*/ 17 w 108"/>
                <a:gd name="T69" fmla="*/ 126 h 163"/>
                <a:gd name="T70" fmla="*/ 28 w 108"/>
                <a:gd name="T71" fmla="*/ 116 h 163"/>
                <a:gd name="T72" fmla="*/ 26 w 108"/>
                <a:gd name="T73" fmla="*/ 112 h 163"/>
                <a:gd name="T74" fmla="*/ 23 w 108"/>
                <a:gd name="T75" fmla="*/ 108 h 163"/>
                <a:gd name="T76" fmla="*/ 35 w 108"/>
                <a:gd name="T77" fmla="*/ 103 h 163"/>
                <a:gd name="T78" fmla="*/ 47 w 108"/>
                <a:gd name="T79" fmla="*/ 103 h 163"/>
                <a:gd name="T80" fmla="*/ 44 w 108"/>
                <a:gd name="T81" fmla="*/ 95 h 163"/>
                <a:gd name="T82" fmla="*/ 45 w 108"/>
                <a:gd name="T83" fmla="*/ 87 h 163"/>
                <a:gd name="T84" fmla="*/ 35 w 108"/>
                <a:gd name="T85" fmla="*/ 80 h 163"/>
                <a:gd name="T86" fmla="*/ 33 w 108"/>
                <a:gd name="T87" fmla="*/ 73 h 163"/>
                <a:gd name="T88" fmla="*/ 26 w 108"/>
                <a:gd name="T89" fmla="*/ 75 h 163"/>
                <a:gd name="T90" fmla="*/ 17 w 108"/>
                <a:gd name="T91" fmla="*/ 76 h 163"/>
                <a:gd name="T92" fmla="*/ 16 w 108"/>
                <a:gd name="T93" fmla="*/ 67 h 163"/>
                <a:gd name="T94" fmla="*/ 17 w 108"/>
                <a:gd name="T95" fmla="*/ 56 h 163"/>
                <a:gd name="T96" fmla="*/ 17 w 108"/>
                <a:gd name="T97" fmla="*/ 49 h 163"/>
                <a:gd name="T98" fmla="*/ 12 w 108"/>
                <a:gd name="T99" fmla="*/ 54 h 163"/>
                <a:gd name="T100" fmla="*/ 12 w 108"/>
                <a:gd name="T101" fmla="*/ 50 h 163"/>
                <a:gd name="T102" fmla="*/ 6 w 108"/>
                <a:gd name="T103" fmla="*/ 64 h 163"/>
                <a:gd name="T104" fmla="*/ 6 w 108"/>
                <a:gd name="T105" fmla="*/ 59 h 163"/>
                <a:gd name="T106" fmla="*/ 6 w 108"/>
                <a:gd name="T107" fmla="*/ 50 h 163"/>
                <a:gd name="T108" fmla="*/ 12 w 108"/>
                <a:gd name="T109" fmla="*/ 38 h 163"/>
                <a:gd name="T110" fmla="*/ 0 w 108"/>
                <a:gd name="T111" fmla="*/ 38 h 163"/>
                <a:gd name="T112" fmla="*/ 5 w 108"/>
                <a:gd name="T113" fmla="*/ 33 h 163"/>
                <a:gd name="T114" fmla="*/ 5 w 108"/>
                <a:gd name="T115" fmla="*/ 23 h 163"/>
                <a:gd name="T116" fmla="*/ 5 w 108"/>
                <a:gd name="T117" fmla="*/ 18 h 163"/>
                <a:gd name="T118" fmla="*/ 8 w 108"/>
                <a:gd name="T119" fmla="*/ 12 h 163"/>
                <a:gd name="T120" fmla="*/ 16 w 108"/>
                <a:gd name="T121" fmla="*/ 7 h 163"/>
                <a:gd name="T122" fmla="*/ 16 w 108"/>
                <a:gd name="T123" fmla="*/ 2 h 163"/>
                <a:gd name="T124" fmla="*/ 26 w 108"/>
                <a:gd name="T125" fmla="*/ 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8" h="163">
                  <a:moveTo>
                    <a:pt x="40" y="0"/>
                  </a:moveTo>
                  <a:lnTo>
                    <a:pt x="42" y="0"/>
                  </a:lnTo>
                  <a:lnTo>
                    <a:pt x="42" y="2"/>
                  </a:lnTo>
                  <a:lnTo>
                    <a:pt x="42" y="2"/>
                  </a:lnTo>
                  <a:lnTo>
                    <a:pt x="42" y="3"/>
                  </a:lnTo>
                  <a:lnTo>
                    <a:pt x="42" y="5"/>
                  </a:lnTo>
                  <a:lnTo>
                    <a:pt x="42" y="5"/>
                  </a:lnTo>
                  <a:lnTo>
                    <a:pt x="42" y="5"/>
                  </a:lnTo>
                  <a:lnTo>
                    <a:pt x="40" y="7"/>
                  </a:lnTo>
                  <a:lnTo>
                    <a:pt x="36" y="8"/>
                  </a:lnTo>
                  <a:lnTo>
                    <a:pt x="31" y="12"/>
                  </a:lnTo>
                  <a:lnTo>
                    <a:pt x="29" y="14"/>
                  </a:lnTo>
                  <a:lnTo>
                    <a:pt x="29" y="16"/>
                  </a:lnTo>
                  <a:lnTo>
                    <a:pt x="28" y="16"/>
                  </a:lnTo>
                  <a:lnTo>
                    <a:pt x="29" y="18"/>
                  </a:lnTo>
                  <a:lnTo>
                    <a:pt x="31" y="18"/>
                  </a:lnTo>
                  <a:lnTo>
                    <a:pt x="31" y="18"/>
                  </a:lnTo>
                  <a:lnTo>
                    <a:pt x="28" y="19"/>
                  </a:lnTo>
                  <a:lnTo>
                    <a:pt x="28" y="21"/>
                  </a:lnTo>
                  <a:lnTo>
                    <a:pt x="29" y="21"/>
                  </a:lnTo>
                  <a:lnTo>
                    <a:pt x="31" y="21"/>
                  </a:lnTo>
                  <a:lnTo>
                    <a:pt x="35" y="21"/>
                  </a:lnTo>
                  <a:lnTo>
                    <a:pt x="36" y="19"/>
                  </a:lnTo>
                  <a:lnTo>
                    <a:pt x="38" y="19"/>
                  </a:lnTo>
                  <a:lnTo>
                    <a:pt x="42" y="19"/>
                  </a:lnTo>
                  <a:lnTo>
                    <a:pt x="42" y="19"/>
                  </a:lnTo>
                  <a:lnTo>
                    <a:pt x="44" y="19"/>
                  </a:lnTo>
                  <a:lnTo>
                    <a:pt x="45" y="19"/>
                  </a:lnTo>
                  <a:lnTo>
                    <a:pt x="54" y="19"/>
                  </a:lnTo>
                  <a:lnTo>
                    <a:pt x="55" y="19"/>
                  </a:lnTo>
                  <a:lnTo>
                    <a:pt x="57" y="19"/>
                  </a:lnTo>
                  <a:lnTo>
                    <a:pt x="59" y="21"/>
                  </a:lnTo>
                  <a:lnTo>
                    <a:pt x="59" y="23"/>
                  </a:lnTo>
                  <a:lnTo>
                    <a:pt x="59" y="25"/>
                  </a:lnTo>
                  <a:lnTo>
                    <a:pt x="59" y="25"/>
                  </a:lnTo>
                  <a:lnTo>
                    <a:pt x="57" y="26"/>
                  </a:lnTo>
                  <a:lnTo>
                    <a:pt x="55" y="28"/>
                  </a:lnTo>
                  <a:lnTo>
                    <a:pt x="55" y="29"/>
                  </a:lnTo>
                  <a:lnTo>
                    <a:pt x="55" y="29"/>
                  </a:lnTo>
                  <a:lnTo>
                    <a:pt x="55" y="31"/>
                  </a:lnTo>
                  <a:lnTo>
                    <a:pt x="52" y="37"/>
                  </a:lnTo>
                  <a:lnTo>
                    <a:pt x="51" y="38"/>
                  </a:lnTo>
                  <a:lnTo>
                    <a:pt x="51" y="39"/>
                  </a:lnTo>
                  <a:lnTo>
                    <a:pt x="49" y="42"/>
                  </a:lnTo>
                  <a:lnTo>
                    <a:pt x="47" y="42"/>
                  </a:lnTo>
                  <a:lnTo>
                    <a:pt x="45" y="43"/>
                  </a:lnTo>
                  <a:lnTo>
                    <a:pt x="42" y="43"/>
                  </a:lnTo>
                  <a:lnTo>
                    <a:pt x="42" y="43"/>
                  </a:lnTo>
                  <a:lnTo>
                    <a:pt x="40" y="45"/>
                  </a:lnTo>
                  <a:lnTo>
                    <a:pt x="38" y="45"/>
                  </a:lnTo>
                  <a:lnTo>
                    <a:pt x="40" y="45"/>
                  </a:lnTo>
                  <a:lnTo>
                    <a:pt x="42" y="45"/>
                  </a:lnTo>
                  <a:lnTo>
                    <a:pt x="45" y="45"/>
                  </a:lnTo>
                  <a:lnTo>
                    <a:pt x="47" y="46"/>
                  </a:lnTo>
                  <a:lnTo>
                    <a:pt x="47" y="46"/>
                  </a:lnTo>
                  <a:lnTo>
                    <a:pt x="45" y="49"/>
                  </a:lnTo>
                  <a:lnTo>
                    <a:pt x="44" y="49"/>
                  </a:lnTo>
                  <a:lnTo>
                    <a:pt x="40" y="50"/>
                  </a:lnTo>
                  <a:lnTo>
                    <a:pt x="38" y="52"/>
                  </a:lnTo>
                  <a:lnTo>
                    <a:pt x="38" y="52"/>
                  </a:lnTo>
                  <a:lnTo>
                    <a:pt x="36" y="52"/>
                  </a:lnTo>
                  <a:lnTo>
                    <a:pt x="33" y="50"/>
                  </a:lnTo>
                  <a:lnTo>
                    <a:pt x="31" y="50"/>
                  </a:lnTo>
                  <a:lnTo>
                    <a:pt x="33" y="52"/>
                  </a:lnTo>
                  <a:lnTo>
                    <a:pt x="35" y="52"/>
                  </a:lnTo>
                  <a:lnTo>
                    <a:pt x="42" y="54"/>
                  </a:lnTo>
                  <a:lnTo>
                    <a:pt x="42" y="54"/>
                  </a:lnTo>
                  <a:lnTo>
                    <a:pt x="45" y="52"/>
                  </a:lnTo>
                  <a:lnTo>
                    <a:pt x="49" y="52"/>
                  </a:lnTo>
                  <a:lnTo>
                    <a:pt x="54" y="54"/>
                  </a:lnTo>
                  <a:lnTo>
                    <a:pt x="55" y="56"/>
                  </a:lnTo>
                  <a:lnTo>
                    <a:pt x="59" y="59"/>
                  </a:lnTo>
                  <a:lnTo>
                    <a:pt x="61" y="59"/>
                  </a:lnTo>
                  <a:lnTo>
                    <a:pt x="61" y="61"/>
                  </a:lnTo>
                  <a:lnTo>
                    <a:pt x="63" y="63"/>
                  </a:lnTo>
                  <a:lnTo>
                    <a:pt x="63" y="65"/>
                  </a:lnTo>
                  <a:lnTo>
                    <a:pt x="64" y="71"/>
                  </a:lnTo>
                  <a:lnTo>
                    <a:pt x="66" y="76"/>
                  </a:lnTo>
                  <a:lnTo>
                    <a:pt x="68" y="76"/>
                  </a:lnTo>
                  <a:lnTo>
                    <a:pt x="68" y="78"/>
                  </a:lnTo>
                  <a:lnTo>
                    <a:pt x="74" y="80"/>
                  </a:lnTo>
                  <a:lnTo>
                    <a:pt x="75" y="82"/>
                  </a:lnTo>
                  <a:lnTo>
                    <a:pt x="76" y="84"/>
                  </a:lnTo>
                  <a:lnTo>
                    <a:pt x="78" y="85"/>
                  </a:lnTo>
                  <a:lnTo>
                    <a:pt x="82" y="87"/>
                  </a:lnTo>
                  <a:lnTo>
                    <a:pt x="83" y="88"/>
                  </a:lnTo>
                  <a:lnTo>
                    <a:pt x="82" y="88"/>
                  </a:lnTo>
                  <a:lnTo>
                    <a:pt x="82" y="90"/>
                  </a:lnTo>
                  <a:lnTo>
                    <a:pt x="82" y="92"/>
                  </a:lnTo>
                  <a:lnTo>
                    <a:pt x="83" y="92"/>
                  </a:lnTo>
                  <a:lnTo>
                    <a:pt x="83" y="95"/>
                  </a:lnTo>
                  <a:lnTo>
                    <a:pt x="85" y="97"/>
                  </a:lnTo>
                  <a:lnTo>
                    <a:pt x="85" y="97"/>
                  </a:lnTo>
                  <a:lnTo>
                    <a:pt x="85" y="97"/>
                  </a:lnTo>
                  <a:lnTo>
                    <a:pt x="83" y="97"/>
                  </a:lnTo>
                  <a:lnTo>
                    <a:pt x="83" y="97"/>
                  </a:lnTo>
                  <a:lnTo>
                    <a:pt x="82" y="95"/>
                  </a:lnTo>
                  <a:lnTo>
                    <a:pt x="80" y="95"/>
                  </a:lnTo>
                  <a:lnTo>
                    <a:pt x="78" y="95"/>
                  </a:lnTo>
                  <a:lnTo>
                    <a:pt x="76" y="95"/>
                  </a:lnTo>
                  <a:lnTo>
                    <a:pt x="75" y="95"/>
                  </a:lnTo>
                  <a:lnTo>
                    <a:pt x="78" y="95"/>
                  </a:lnTo>
                  <a:lnTo>
                    <a:pt x="80" y="95"/>
                  </a:lnTo>
                  <a:lnTo>
                    <a:pt x="85" y="101"/>
                  </a:lnTo>
                  <a:lnTo>
                    <a:pt x="89" y="103"/>
                  </a:lnTo>
                  <a:lnTo>
                    <a:pt x="89" y="106"/>
                  </a:lnTo>
                  <a:lnTo>
                    <a:pt x="89" y="108"/>
                  </a:lnTo>
                  <a:lnTo>
                    <a:pt x="87" y="108"/>
                  </a:lnTo>
                  <a:lnTo>
                    <a:pt x="85" y="110"/>
                  </a:lnTo>
                  <a:lnTo>
                    <a:pt x="85" y="112"/>
                  </a:lnTo>
                  <a:lnTo>
                    <a:pt x="89" y="113"/>
                  </a:lnTo>
                  <a:lnTo>
                    <a:pt x="89" y="113"/>
                  </a:lnTo>
                  <a:lnTo>
                    <a:pt x="89" y="112"/>
                  </a:lnTo>
                  <a:lnTo>
                    <a:pt x="91" y="112"/>
                  </a:lnTo>
                  <a:lnTo>
                    <a:pt x="91" y="110"/>
                  </a:lnTo>
                  <a:lnTo>
                    <a:pt x="93" y="110"/>
                  </a:lnTo>
                  <a:lnTo>
                    <a:pt x="94" y="110"/>
                  </a:lnTo>
                  <a:lnTo>
                    <a:pt x="96" y="110"/>
                  </a:lnTo>
                  <a:lnTo>
                    <a:pt x="98" y="110"/>
                  </a:lnTo>
                  <a:lnTo>
                    <a:pt x="100" y="110"/>
                  </a:lnTo>
                  <a:lnTo>
                    <a:pt x="101" y="110"/>
                  </a:lnTo>
                  <a:lnTo>
                    <a:pt x="102" y="112"/>
                  </a:lnTo>
                  <a:lnTo>
                    <a:pt x="106" y="113"/>
                  </a:lnTo>
                  <a:lnTo>
                    <a:pt x="108" y="114"/>
                  </a:lnTo>
                  <a:lnTo>
                    <a:pt x="108" y="116"/>
                  </a:lnTo>
                  <a:lnTo>
                    <a:pt x="108" y="118"/>
                  </a:lnTo>
                  <a:lnTo>
                    <a:pt x="108" y="120"/>
                  </a:lnTo>
                  <a:lnTo>
                    <a:pt x="106" y="122"/>
                  </a:lnTo>
                  <a:lnTo>
                    <a:pt x="106" y="123"/>
                  </a:lnTo>
                  <a:lnTo>
                    <a:pt x="106" y="125"/>
                  </a:lnTo>
                  <a:lnTo>
                    <a:pt x="106" y="125"/>
                  </a:lnTo>
                  <a:lnTo>
                    <a:pt x="104" y="126"/>
                  </a:lnTo>
                  <a:lnTo>
                    <a:pt x="102" y="128"/>
                  </a:lnTo>
                  <a:lnTo>
                    <a:pt x="101" y="126"/>
                  </a:lnTo>
                  <a:lnTo>
                    <a:pt x="101" y="126"/>
                  </a:lnTo>
                  <a:lnTo>
                    <a:pt x="101" y="128"/>
                  </a:lnTo>
                  <a:lnTo>
                    <a:pt x="101" y="128"/>
                  </a:lnTo>
                  <a:lnTo>
                    <a:pt x="101" y="131"/>
                  </a:lnTo>
                  <a:lnTo>
                    <a:pt x="101" y="131"/>
                  </a:lnTo>
                  <a:lnTo>
                    <a:pt x="100" y="131"/>
                  </a:lnTo>
                  <a:lnTo>
                    <a:pt x="98" y="131"/>
                  </a:lnTo>
                  <a:lnTo>
                    <a:pt x="94" y="132"/>
                  </a:lnTo>
                  <a:lnTo>
                    <a:pt x="96" y="132"/>
                  </a:lnTo>
                  <a:lnTo>
                    <a:pt x="98" y="133"/>
                  </a:lnTo>
                  <a:lnTo>
                    <a:pt x="96" y="135"/>
                  </a:lnTo>
                  <a:lnTo>
                    <a:pt x="96" y="135"/>
                  </a:lnTo>
                  <a:lnTo>
                    <a:pt x="94" y="135"/>
                  </a:lnTo>
                  <a:lnTo>
                    <a:pt x="93" y="135"/>
                  </a:lnTo>
                  <a:lnTo>
                    <a:pt x="91" y="135"/>
                  </a:lnTo>
                  <a:lnTo>
                    <a:pt x="91" y="137"/>
                  </a:lnTo>
                  <a:lnTo>
                    <a:pt x="93" y="137"/>
                  </a:lnTo>
                  <a:lnTo>
                    <a:pt x="93" y="137"/>
                  </a:lnTo>
                  <a:lnTo>
                    <a:pt x="93" y="137"/>
                  </a:lnTo>
                  <a:lnTo>
                    <a:pt x="94" y="139"/>
                  </a:lnTo>
                  <a:lnTo>
                    <a:pt x="96" y="139"/>
                  </a:lnTo>
                  <a:lnTo>
                    <a:pt x="98" y="139"/>
                  </a:lnTo>
                  <a:lnTo>
                    <a:pt x="101" y="139"/>
                  </a:lnTo>
                  <a:lnTo>
                    <a:pt x="102" y="139"/>
                  </a:lnTo>
                  <a:lnTo>
                    <a:pt x="104" y="139"/>
                  </a:lnTo>
                  <a:lnTo>
                    <a:pt x="104" y="139"/>
                  </a:lnTo>
                  <a:lnTo>
                    <a:pt x="102" y="142"/>
                  </a:lnTo>
                  <a:lnTo>
                    <a:pt x="102" y="142"/>
                  </a:lnTo>
                  <a:lnTo>
                    <a:pt x="100" y="144"/>
                  </a:lnTo>
                  <a:lnTo>
                    <a:pt x="98" y="146"/>
                  </a:lnTo>
                  <a:lnTo>
                    <a:pt x="98" y="146"/>
                  </a:lnTo>
                  <a:lnTo>
                    <a:pt x="94" y="146"/>
                  </a:lnTo>
                  <a:lnTo>
                    <a:pt x="94" y="147"/>
                  </a:lnTo>
                  <a:lnTo>
                    <a:pt x="93" y="147"/>
                  </a:lnTo>
                  <a:lnTo>
                    <a:pt x="91" y="147"/>
                  </a:lnTo>
                  <a:lnTo>
                    <a:pt x="89" y="149"/>
                  </a:lnTo>
                  <a:lnTo>
                    <a:pt x="87" y="149"/>
                  </a:lnTo>
                  <a:lnTo>
                    <a:pt x="82" y="149"/>
                  </a:lnTo>
                  <a:lnTo>
                    <a:pt x="78" y="149"/>
                  </a:lnTo>
                  <a:lnTo>
                    <a:pt x="74" y="149"/>
                  </a:lnTo>
                  <a:lnTo>
                    <a:pt x="72" y="149"/>
                  </a:lnTo>
                  <a:lnTo>
                    <a:pt x="70" y="149"/>
                  </a:lnTo>
                  <a:lnTo>
                    <a:pt x="68" y="147"/>
                  </a:lnTo>
                  <a:lnTo>
                    <a:pt x="66" y="147"/>
                  </a:lnTo>
                  <a:lnTo>
                    <a:pt x="64" y="147"/>
                  </a:lnTo>
                  <a:lnTo>
                    <a:pt x="66" y="147"/>
                  </a:lnTo>
                  <a:lnTo>
                    <a:pt x="63" y="149"/>
                  </a:lnTo>
                  <a:lnTo>
                    <a:pt x="63" y="149"/>
                  </a:lnTo>
                  <a:lnTo>
                    <a:pt x="61" y="149"/>
                  </a:lnTo>
                  <a:lnTo>
                    <a:pt x="59" y="151"/>
                  </a:lnTo>
                  <a:lnTo>
                    <a:pt x="55" y="149"/>
                  </a:lnTo>
                  <a:lnTo>
                    <a:pt x="55" y="151"/>
                  </a:lnTo>
                  <a:lnTo>
                    <a:pt x="57" y="151"/>
                  </a:lnTo>
                  <a:lnTo>
                    <a:pt x="57" y="152"/>
                  </a:lnTo>
                  <a:lnTo>
                    <a:pt x="55" y="152"/>
                  </a:lnTo>
                  <a:lnTo>
                    <a:pt x="52" y="151"/>
                  </a:lnTo>
                  <a:lnTo>
                    <a:pt x="51" y="151"/>
                  </a:lnTo>
                  <a:lnTo>
                    <a:pt x="51" y="152"/>
                  </a:lnTo>
                  <a:lnTo>
                    <a:pt x="49" y="152"/>
                  </a:lnTo>
                  <a:lnTo>
                    <a:pt x="47" y="151"/>
                  </a:lnTo>
                  <a:lnTo>
                    <a:pt x="45" y="151"/>
                  </a:lnTo>
                  <a:lnTo>
                    <a:pt x="44" y="149"/>
                  </a:lnTo>
                  <a:lnTo>
                    <a:pt x="44" y="151"/>
                  </a:lnTo>
                  <a:lnTo>
                    <a:pt x="36" y="151"/>
                  </a:lnTo>
                  <a:lnTo>
                    <a:pt x="36" y="152"/>
                  </a:lnTo>
                  <a:lnTo>
                    <a:pt x="35" y="156"/>
                  </a:lnTo>
                  <a:lnTo>
                    <a:pt x="35" y="158"/>
                  </a:lnTo>
                  <a:lnTo>
                    <a:pt x="33" y="158"/>
                  </a:lnTo>
                  <a:lnTo>
                    <a:pt x="31" y="160"/>
                  </a:lnTo>
                  <a:lnTo>
                    <a:pt x="29" y="158"/>
                  </a:lnTo>
                  <a:lnTo>
                    <a:pt x="28" y="156"/>
                  </a:lnTo>
                  <a:lnTo>
                    <a:pt x="26" y="156"/>
                  </a:lnTo>
                  <a:lnTo>
                    <a:pt x="26" y="156"/>
                  </a:lnTo>
                  <a:lnTo>
                    <a:pt x="26" y="156"/>
                  </a:lnTo>
                  <a:lnTo>
                    <a:pt x="25" y="156"/>
                  </a:lnTo>
                  <a:lnTo>
                    <a:pt x="25" y="156"/>
                  </a:lnTo>
                  <a:lnTo>
                    <a:pt x="23" y="156"/>
                  </a:lnTo>
                  <a:lnTo>
                    <a:pt x="19" y="158"/>
                  </a:lnTo>
                  <a:lnTo>
                    <a:pt x="17" y="158"/>
                  </a:lnTo>
                  <a:lnTo>
                    <a:pt x="16" y="160"/>
                  </a:lnTo>
                  <a:lnTo>
                    <a:pt x="14" y="161"/>
                  </a:lnTo>
                  <a:lnTo>
                    <a:pt x="14" y="163"/>
                  </a:lnTo>
                  <a:lnTo>
                    <a:pt x="12" y="163"/>
                  </a:lnTo>
                  <a:lnTo>
                    <a:pt x="10" y="161"/>
                  </a:lnTo>
                  <a:lnTo>
                    <a:pt x="8" y="161"/>
                  </a:lnTo>
                  <a:lnTo>
                    <a:pt x="6" y="161"/>
                  </a:lnTo>
                  <a:lnTo>
                    <a:pt x="6" y="161"/>
                  </a:lnTo>
                  <a:lnTo>
                    <a:pt x="6" y="161"/>
                  </a:lnTo>
                  <a:lnTo>
                    <a:pt x="6" y="161"/>
                  </a:lnTo>
                  <a:lnTo>
                    <a:pt x="6" y="160"/>
                  </a:lnTo>
                  <a:lnTo>
                    <a:pt x="10" y="158"/>
                  </a:lnTo>
                  <a:lnTo>
                    <a:pt x="14" y="156"/>
                  </a:lnTo>
                  <a:lnTo>
                    <a:pt x="14" y="154"/>
                  </a:lnTo>
                  <a:lnTo>
                    <a:pt x="16" y="154"/>
                  </a:lnTo>
                  <a:lnTo>
                    <a:pt x="16" y="154"/>
                  </a:lnTo>
                  <a:lnTo>
                    <a:pt x="17" y="152"/>
                  </a:lnTo>
                  <a:lnTo>
                    <a:pt x="17" y="152"/>
                  </a:lnTo>
                  <a:lnTo>
                    <a:pt x="21" y="149"/>
                  </a:lnTo>
                  <a:lnTo>
                    <a:pt x="21" y="147"/>
                  </a:lnTo>
                  <a:lnTo>
                    <a:pt x="21" y="147"/>
                  </a:lnTo>
                  <a:lnTo>
                    <a:pt x="23" y="146"/>
                  </a:lnTo>
                  <a:lnTo>
                    <a:pt x="25" y="144"/>
                  </a:lnTo>
                  <a:lnTo>
                    <a:pt x="26" y="142"/>
                  </a:lnTo>
                  <a:lnTo>
                    <a:pt x="26" y="142"/>
                  </a:lnTo>
                  <a:lnTo>
                    <a:pt x="31" y="141"/>
                  </a:lnTo>
                  <a:lnTo>
                    <a:pt x="35" y="141"/>
                  </a:lnTo>
                  <a:lnTo>
                    <a:pt x="38" y="142"/>
                  </a:lnTo>
                  <a:lnTo>
                    <a:pt x="40" y="142"/>
                  </a:lnTo>
                  <a:lnTo>
                    <a:pt x="42" y="141"/>
                  </a:lnTo>
                  <a:lnTo>
                    <a:pt x="42" y="141"/>
                  </a:lnTo>
                  <a:lnTo>
                    <a:pt x="45" y="137"/>
                  </a:lnTo>
                  <a:lnTo>
                    <a:pt x="45" y="137"/>
                  </a:lnTo>
                  <a:lnTo>
                    <a:pt x="47" y="135"/>
                  </a:lnTo>
                  <a:lnTo>
                    <a:pt x="49" y="133"/>
                  </a:lnTo>
                  <a:lnTo>
                    <a:pt x="51" y="132"/>
                  </a:lnTo>
                  <a:lnTo>
                    <a:pt x="49" y="132"/>
                  </a:lnTo>
                  <a:lnTo>
                    <a:pt x="47" y="133"/>
                  </a:lnTo>
                  <a:lnTo>
                    <a:pt x="47" y="135"/>
                  </a:lnTo>
                  <a:lnTo>
                    <a:pt x="44" y="135"/>
                  </a:lnTo>
                  <a:lnTo>
                    <a:pt x="42" y="135"/>
                  </a:lnTo>
                  <a:lnTo>
                    <a:pt x="40" y="137"/>
                  </a:lnTo>
                  <a:lnTo>
                    <a:pt x="38" y="139"/>
                  </a:lnTo>
                  <a:lnTo>
                    <a:pt x="35" y="137"/>
                  </a:lnTo>
                  <a:lnTo>
                    <a:pt x="33" y="135"/>
                  </a:lnTo>
                  <a:lnTo>
                    <a:pt x="31" y="133"/>
                  </a:lnTo>
                  <a:lnTo>
                    <a:pt x="29" y="133"/>
                  </a:lnTo>
                  <a:lnTo>
                    <a:pt x="29" y="135"/>
                  </a:lnTo>
                  <a:lnTo>
                    <a:pt x="28" y="135"/>
                  </a:lnTo>
                  <a:lnTo>
                    <a:pt x="26" y="135"/>
                  </a:lnTo>
                  <a:lnTo>
                    <a:pt x="26" y="133"/>
                  </a:lnTo>
                  <a:lnTo>
                    <a:pt x="28" y="133"/>
                  </a:lnTo>
                  <a:lnTo>
                    <a:pt x="25" y="133"/>
                  </a:lnTo>
                  <a:lnTo>
                    <a:pt x="25" y="132"/>
                  </a:lnTo>
                  <a:lnTo>
                    <a:pt x="25" y="132"/>
                  </a:lnTo>
                  <a:lnTo>
                    <a:pt x="21" y="132"/>
                  </a:lnTo>
                  <a:lnTo>
                    <a:pt x="21" y="132"/>
                  </a:lnTo>
                  <a:lnTo>
                    <a:pt x="19" y="133"/>
                  </a:lnTo>
                  <a:lnTo>
                    <a:pt x="17" y="133"/>
                  </a:lnTo>
                  <a:lnTo>
                    <a:pt x="14" y="132"/>
                  </a:lnTo>
                  <a:lnTo>
                    <a:pt x="12" y="132"/>
                  </a:lnTo>
                  <a:lnTo>
                    <a:pt x="12" y="131"/>
                  </a:lnTo>
                  <a:lnTo>
                    <a:pt x="12" y="131"/>
                  </a:lnTo>
                  <a:lnTo>
                    <a:pt x="12" y="128"/>
                  </a:lnTo>
                  <a:lnTo>
                    <a:pt x="12" y="128"/>
                  </a:lnTo>
                  <a:lnTo>
                    <a:pt x="14" y="126"/>
                  </a:lnTo>
                  <a:lnTo>
                    <a:pt x="17" y="126"/>
                  </a:lnTo>
                  <a:lnTo>
                    <a:pt x="21" y="125"/>
                  </a:lnTo>
                  <a:lnTo>
                    <a:pt x="25" y="123"/>
                  </a:lnTo>
                  <a:lnTo>
                    <a:pt x="26" y="122"/>
                  </a:lnTo>
                  <a:lnTo>
                    <a:pt x="28" y="122"/>
                  </a:lnTo>
                  <a:lnTo>
                    <a:pt x="28" y="120"/>
                  </a:lnTo>
                  <a:lnTo>
                    <a:pt x="28" y="118"/>
                  </a:lnTo>
                  <a:lnTo>
                    <a:pt x="29" y="116"/>
                  </a:lnTo>
                  <a:lnTo>
                    <a:pt x="28" y="116"/>
                  </a:lnTo>
                  <a:lnTo>
                    <a:pt x="28" y="116"/>
                  </a:lnTo>
                  <a:lnTo>
                    <a:pt x="28" y="114"/>
                  </a:lnTo>
                  <a:lnTo>
                    <a:pt x="28" y="114"/>
                  </a:lnTo>
                  <a:lnTo>
                    <a:pt x="28" y="113"/>
                  </a:lnTo>
                  <a:lnTo>
                    <a:pt x="28" y="113"/>
                  </a:lnTo>
                  <a:lnTo>
                    <a:pt x="28" y="112"/>
                  </a:lnTo>
                  <a:lnTo>
                    <a:pt x="28" y="112"/>
                  </a:lnTo>
                  <a:lnTo>
                    <a:pt x="26" y="112"/>
                  </a:lnTo>
                  <a:lnTo>
                    <a:pt x="25" y="112"/>
                  </a:lnTo>
                  <a:lnTo>
                    <a:pt x="23" y="112"/>
                  </a:lnTo>
                  <a:lnTo>
                    <a:pt x="21" y="113"/>
                  </a:lnTo>
                  <a:lnTo>
                    <a:pt x="19" y="113"/>
                  </a:lnTo>
                  <a:lnTo>
                    <a:pt x="19" y="112"/>
                  </a:lnTo>
                  <a:lnTo>
                    <a:pt x="21" y="112"/>
                  </a:lnTo>
                  <a:lnTo>
                    <a:pt x="23" y="110"/>
                  </a:lnTo>
                  <a:lnTo>
                    <a:pt x="23" y="108"/>
                  </a:lnTo>
                  <a:lnTo>
                    <a:pt x="25" y="108"/>
                  </a:lnTo>
                  <a:lnTo>
                    <a:pt x="25" y="108"/>
                  </a:lnTo>
                  <a:lnTo>
                    <a:pt x="26" y="106"/>
                  </a:lnTo>
                  <a:lnTo>
                    <a:pt x="28" y="104"/>
                  </a:lnTo>
                  <a:lnTo>
                    <a:pt x="31" y="103"/>
                  </a:lnTo>
                  <a:lnTo>
                    <a:pt x="33" y="103"/>
                  </a:lnTo>
                  <a:lnTo>
                    <a:pt x="33" y="103"/>
                  </a:lnTo>
                  <a:lnTo>
                    <a:pt x="35" y="103"/>
                  </a:lnTo>
                  <a:lnTo>
                    <a:pt x="36" y="103"/>
                  </a:lnTo>
                  <a:lnTo>
                    <a:pt x="38" y="103"/>
                  </a:lnTo>
                  <a:lnTo>
                    <a:pt x="42" y="104"/>
                  </a:lnTo>
                  <a:lnTo>
                    <a:pt x="40" y="101"/>
                  </a:lnTo>
                  <a:lnTo>
                    <a:pt x="42" y="101"/>
                  </a:lnTo>
                  <a:lnTo>
                    <a:pt x="44" y="103"/>
                  </a:lnTo>
                  <a:lnTo>
                    <a:pt x="45" y="104"/>
                  </a:lnTo>
                  <a:lnTo>
                    <a:pt x="47" y="103"/>
                  </a:lnTo>
                  <a:lnTo>
                    <a:pt x="45" y="103"/>
                  </a:lnTo>
                  <a:lnTo>
                    <a:pt x="45" y="103"/>
                  </a:lnTo>
                  <a:lnTo>
                    <a:pt x="44" y="103"/>
                  </a:lnTo>
                  <a:lnTo>
                    <a:pt x="44" y="101"/>
                  </a:lnTo>
                  <a:lnTo>
                    <a:pt x="42" y="99"/>
                  </a:lnTo>
                  <a:lnTo>
                    <a:pt x="42" y="97"/>
                  </a:lnTo>
                  <a:lnTo>
                    <a:pt x="44" y="97"/>
                  </a:lnTo>
                  <a:lnTo>
                    <a:pt x="44" y="95"/>
                  </a:lnTo>
                  <a:lnTo>
                    <a:pt x="44" y="95"/>
                  </a:lnTo>
                  <a:lnTo>
                    <a:pt x="42" y="94"/>
                  </a:lnTo>
                  <a:lnTo>
                    <a:pt x="42" y="94"/>
                  </a:lnTo>
                  <a:lnTo>
                    <a:pt x="42" y="92"/>
                  </a:lnTo>
                  <a:lnTo>
                    <a:pt x="44" y="90"/>
                  </a:lnTo>
                  <a:lnTo>
                    <a:pt x="45" y="88"/>
                  </a:lnTo>
                  <a:lnTo>
                    <a:pt x="45" y="87"/>
                  </a:lnTo>
                  <a:lnTo>
                    <a:pt x="45" y="87"/>
                  </a:lnTo>
                  <a:lnTo>
                    <a:pt x="44" y="87"/>
                  </a:lnTo>
                  <a:lnTo>
                    <a:pt x="42" y="87"/>
                  </a:lnTo>
                  <a:lnTo>
                    <a:pt x="42" y="88"/>
                  </a:lnTo>
                  <a:lnTo>
                    <a:pt x="40" y="88"/>
                  </a:lnTo>
                  <a:lnTo>
                    <a:pt x="38" y="85"/>
                  </a:lnTo>
                  <a:lnTo>
                    <a:pt x="36" y="85"/>
                  </a:lnTo>
                  <a:lnTo>
                    <a:pt x="35" y="82"/>
                  </a:lnTo>
                  <a:lnTo>
                    <a:pt x="35" y="80"/>
                  </a:lnTo>
                  <a:lnTo>
                    <a:pt x="36" y="76"/>
                  </a:lnTo>
                  <a:lnTo>
                    <a:pt x="38" y="73"/>
                  </a:lnTo>
                  <a:lnTo>
                    <a:pt x="42" y="73"/>
                  </a:lnTo>
                  <a:lnTo>
                    <a:pt x="42" y="73"/>
                  </a:lnTo>
                  <a:lnTo>
                    <a:pt x="36" y="73"/>
                  </a:lnTo>
                  <a:lnTo>
                    <a:pt x="35" y="73"/>
                  </a:lnTo>
                  <a:lnTo>
                    <a:pt x="33" y="73"/>
                  </a:lnTo>
                  <a:lnTo>
                    <a:pt x="33" y="73"/>
                  </a:lnTo>
                  <a:lnTo>
                    <a:pt x="31" y="75"/>
                  </a:lnTo>
                  <a:lnTo>
                    <a:pt x="31" y="75"/>
                  </a:lnTo>
                  <a:lnTo>
                    <a:pt x="29" y="75"/>
                  </a:lnTo>
                  <a:lnTo>
                    <a:pt x="29" y="75"/>
                  </a:lnTo>
                  <a:lnTo>
                    <a:pt x="28" y="75"/>
                  </a:lnTo>
                  <a:lnTo>
                    <a:pt x="28" y="76"/>
                  </a:lnTo>
                  <a:lnTo>
                    <a:pt x="26" y="75"/>
                  </a:lnTo>
                  <a:lnTo>
                    <a:pt x="26" y="75"/>
                  </a:lnTo>
                  <a:lnTo>
                    <a:pt x="26" y="75"/>
                  </a:lnTo>
                  <a:lnTo>
                    <a:pt x="25" y="75"/>
                  </a:lnTo>
                  <a:lnTo>
                    <a:pt x="23" y="75"/>
                  </a:lnTo>
                  <a:lnTo>
                    <a:pt x="23" y="76"/>
                  </a:lnTo>
                  <a:lnTo>
                    <a:pt x="21" y="75"/>
                  </a:lnTo>
                  <a:lnTo>
                    <a:pt x="17" y="75"/>
                  </a:lnTo>
                  <a:lnTo>
                    <a:pt x="17" y="75"/>
                  </a:lnTo>
                  <a:lnTo>
                    <a:pt x="17" y="76"/>
                  </a:lnTo>
                  <a:lnTo>
                    <a:pt x="16" y="76"/>
                  </a:lnTo>
                  <a:lnTo>
                    <a:pt x="16" y="76"/>
                  </a:lnTo>
                  <a:lnTo>
                    <a:pt x="14" y="75"/>
                  </a:lnTo>
                  <a:lnTo>
                    <a:pt x="12" y="73"/>
                  </a:lnTo>
                  <a:lnTo>
                    <a:pt x="12" y="71"/>
                  </a:lnTo>
                  <a:lnTo>
                    <a:pt x="14" y="71"/>
                  </a:lnTo>
                  <a:lnTo>
                    <a:pt x="14" y="71"/>
                  </a:lnTo>
                  <a:lnTo>
                    <a:pt x="16" y="67"/>
                  </a:lnTo>
                  <a:lnTo>
                    <a:pt x="17" y="64"/>
                  </a:lnTo>
                  <a:lnTo>
                    <a:pt x="19" y="64"/>
                  </a:lnTo>
                  <a:lnTo>
                    <a:pt x="19" y="63"/>
                  </a:lnTo>
                  <a:lnTo>
                    <a:pt x="19" y="61"/>
                  </a:lnTo>
                  <a:lnTo>
                    <a:pt x="19" y="61"/>
                  </a:lnTo>
                  <a:lnTo>
                    <a:pt x="17" y="57"/>
                  </a:lnTo>
                  <a:lnTo>
                    <a:pt x="17" y="57"/>
                  </a:lnTo>
                  <a:lnTo>
                    <a:pt x="17" y="56"/>
                  </a:lnTo>
                  <a:lnTo>
                    <a:pt x="17" y="54"/>
                  </a:lnTo>
                  <a:lnTo>
                    <a:pt x="17" y="54"/>
                  </a:lnTo>
                  <a:lnTo>
                    <a:pt x="21" y="54"/>
                  </a:lnTo>
                  <a:lnTo>
                    <a:pt x="19" y="52"/>
                  </a:lnTo>
                  <a:lnTo>
                    <a:pt x="17" y="52"/>
                  </a:lnTo>
                  <a:lnTo>
                    <a:pt x="17" y="50"/>
                  </a:lnTo>
                  <a:lnTo>
                    <a:pt x="17" y="49"/>
                  </a:lnTo>
                  <a:lnTo>
                    <a:pt x="17" y="49"/>
                  </a:lnTo>
                  <a:lnTo>
                    <a:pt x="17" y="50"/>
                  </a:lnTo>
                  <a:lnTo>
                    <a:pt x="16" y="52"/>
                  </a:lnTo>
                  <a:lnTo>
                    <a:pt x="16" y="52"/>
                  </a:lnTo>
                  <a:lnTo>
                    <a:pt x="14" y="52"/>
                  </a:lnTo>
                  <a:lnTo>
                    <a:pt x="14" y="54"/>
                  </a:lnTo>
                  <a:lnTo>
                    <a:pt x="14" y="54"/>
                  </a:lnTo>
                  <a:lnTo>
                    <a:pt x="12" y="54"/>
                  </a:lnTo>
                  <a:lnTo>
                    <a:pt x="12" y="54"/>
                  </a:lnTo>
                  <a:lnTo>
                    <a:pt x="12" y="54"/>
                  </a:lnTo>
                  <a:lnTo>
                    <a:pt x="12" y="54"/>
                  </a:lnTo>
                  <a:lnTo>
                    <a:pt x="12" y="52"/>
                  </a:lnTo>
                  <a:lnTo>
                    <a:pt x="12" y="50"/>
                  </a:lnTo>
                  <a:lnTo>
                    <a:pt x="12" y="50"/>
                  </a:lnTo>
                  <a:lnTo>
                    <a:pt x="16" y="49"/>
                  </a:lnTo>
                  <a:lnTo>
                    <a:pt x="14" y="49"/>
                  </a:lnTo>
                  <a:lnTo>
                    <a:pt x="12" y="50"/>
                  </a:lnTo>
                  <a:lnTo>
                    <a:pt x="10" y="52"/>
                  </a:lnTo>
                  <a:lnTo>
                    <a:pt x="10" y="52"/>
                  </a:lnTo>
                  <a:lnTo>
                    <a:pt x="8" y="52"/>
                  </a:lnTo>
                  <a:lnTo>
                    <a:pt x="8" y="54"/>
                  </a:lnTo>
                  <a:lnTo>
                    <a:pt x="10" y="56"/>
                  </a:lnTo>
                  <a:lnTo>
                    <a:pt x="10" y="57"/>
                  </a:lnTo>
                  <a:lnTo>
                    <a:pt x="6" y="64"/>
                  </a:lnTo>
                  <a:lnTo>
                    <a:pt x="6" y="64"/>
                  </a:lnTo>
                  <a:lnTo>
                    <a:pt x="6" y="64"/>
                  </a:lnTo>
                  <a:lnTo>
                    <a:pt x="6" y="65"/>
                  </a:lnTo>
                  <a:lnTo>
                    <a:pt x="5" y="64"/>
                  </a:lnTo>
                  <a:lnTo>
                    <a:pt x="5" y="64"/>
                  </a:lnTo>
                  <a:lnTo>
                    <a:pt x="5" y="64"/>
                  </a:lnTo>
                  <a:lnTo>
                    <a:pt x="5" y="63"/>
                  </a:lnTo>
                  <a:lnTo>
                    <a:pt x="5" y="59"/>
                  </a:lnTo>
                  <a:lnTo>
                    <a:pt x="6" y="59"/>
                  </a:lnTo>
                  <a:lnTo>
                    <a:pt x="6" y="57"/>
                  </a:lnTo>
                  <a:lnTo>
                    <a:pt x="8" y="56"/>
                  </a:lnTo>
                  <a:lnTo>
                    <a:pt x="8" y="56"/>
                  </a:lnTo>
                  <a:lnTo>
                    <a:pt x="6" y="56"/>
                  </a:lnTo>
                  <a:lnTo>
                    <a:pt x="6" y="56"/>
                  </a:lnTo>
                  <a:lnTo>
                    <a:pt x="6" y="56"/>
                  </a:lnTo>
                  <a:lnTo>
                    <a:pt x="6" y="52"/>
                  </a:lnTo>
                  <a:lnTo>
                    <a:pt x="6" y="50"/>
                  </a:lnTo>
                  <a:lnTo>
                    <a:pt x="8" y="46"/>
                  </a:lnTo>
                  <a:lnTo>
                    <a:pt x="8" y="45"/>
                  </a:lnTo>
                  <a:lnTo>
                    <a:pt x="8" y="43"/>
                  </a:lnTo>
                  <a:lnTo>
                    <a:pt x="10" y="42"/>
                  </a:lnTo>
                  <a:lnTo>
                    <a:pt x="10" y="42"/>
                  </a:lnTo>
                  <a:lnTo>
                    <a:pt x="10" y="39"/>
                  </a:lnTo>
                  <a:lnTo>
                    <a:pt x="12" y="39"/>
                  </a:lnTo>
                  <a:lnTo>
                    <a:pt x="12" y="38"/>
                  </a:lnTo>
                  <a:lnTo>
                    <a:pt x="12" y="38"/>
                  </a:lnTo>
                  <a:lnTo>
                    <a:pt x="6" y="42"/>
                  </a:lnTo>
                  <a:lnTo>
                    <a:pt x="6" y="42"/>
                  </a:lnTo>
                  <a:lnTo>
                    <a:pt x="5" y="42"/>
                  </a:lnTo>
                  <a:lnTo>
                    <a:pt x="4" y="42"/>
                  </a:lnTo>
                  <a:lnTo>
                    <a:pt x="2" y="39"/>
                  </a:lnTo>
                  <a:lnTo>
                    <a:pt x="2" y="38"/>
                  </a:lnTo>
                  <a:lnTo>
                    <a:pt x="0" y="38"/>
                  </a:lnTo>
                  <a:lnTo>
                    <a:pt x="0" y="38"/>
                  </a:lnTo>
                  <a:lnTo>
                    <a:pt x="0" y="38"/>
                  </a:lnTo>
                  <a:lnTo>
                    <a:pt x="2" y="38"/>
                  </a:lnTo>
                  <a:lnTo>
                    <a:pt x="4" y="37"/>
                  </a:lnTo>
                  <a:lnTo>
                    <a:pt x="5" y="37"/>
                  </a:lnTo>
                  <a:lnTo>
                    <a:pt x="4" y="35"/>
                  </a:lnTo>
                  <a:lnTo>
                    <a:pt x="4" y="35"/>
                  </a:lnTo>
                  <a:lnTo>
                    <a:pt x="5" y="33"/>
                  </a:lnTo>
                  <a:lnTo>
                    <a:pt x="6" y="31"/>
                  </a:lnTo>
                  <a:lnTo>
                    <a:pt x="6" y="28"/>
                  </a:lnTo>
                  <a:lnTo>
                    <a:pt x="6" y="28"/>
                  </a:lnTo>
                  <a:lnTo>
                    <a:pt x="6" y="26"/>
                  </a:lnTo>
                  <a:lnTo>
                    <a:pt x="4" y="26"/>
                  </a:lnTo>
                  <a:lnTo>
                    <a:pt x="4" y="25"/>
                  </a:lnTo>
                  <a:lnTo>
                    <a:pt x="4" y="25"/>
                  </a:lnTo>
                  <a:lnTo>
                    <a:pt x="5" y="23"/>
                  </a:lnTo>
                  <a:lnTo>
                    <a:pt x="5" y="23"/>
                  </a:lnTo>
                  <a:lnTo>
                    <a:pt x="6" y="23"/>
                  </a:lnTo>
                  <a:lnTo>
                    <a:pt x="5" y="23"/>
                  </a:lnTo>
                  <a:lnTo>
                    <a:pt x="5" y="21"/>
                  </a:lnTo>
                  <a:lnTo>
                    <a:pt x="5" y="21"/>
                  </a:lnTo>
                  <a:lnTo>
                    <a:pt x="5" y="19"/>
                  </a:lnTo>
                  <a:lnTo>
                    <a:pt x="5" y="18"/>
                  </a:lnTo>
                  <a:lnTo>
                    <a:pt x="5" y="18"/>
                  </a:lnTo>
                  <a:lnTo>
                    <a:pt x="6" y="16"/>
                  </a:lnTo>
                  <a:lnTo>
                    <a:pt x="10" y="16"/>
                  </a:lnTo>
                  <a:lnTo>
                    <a:pt x="10" y="16"/>
                  </a:lnTo>
                  <a:lnTo>
                    <a:pt x="10" y="16"/>
                  </a:lnTo>
                  <a:lnTo>
                    <a:pt x="14" y="16"/>
                  </a:lnTo>
                  <a:lnTo>
                    <a:pt x="12" y="16"/>
                  </a:lnTo>
                  <a:lnTo>
                    <a:pt x="10" y="12"/>
                  </a:lnTo>
                  <a:lnTo>
                    <a:pt x="8" y="12"/>
                  </a:lnTo>
                  <a:lnTo>
                    <a:pt x="10" y="10"/>
                  </a:lnTo>
                  <a:lnTo>
                    <a:pt x="10" y="10"/>
                  </a:lnTo>
                  <a:lnTo>
                    <a:pt x="10" y="8"/>
                  </a:lnTo>
                  <a:lnTo>
                    <a:pt x="10" y="8"/>
                  </a:lnTo>
                  <a:lnTo>
                    <a:pt x="12" y="8"/>
                  </a:lnTo>
                  <a:lnTo>
                    <a:pt x="14" y="8"/>
                  </a:lnTo>
                  <a:lnTo>
                    <a:pt x="16" y="8"/>
                  </a:lnTo>
                  <a:lnTo>
                    <a:pt x="16" y="7"/>
                  </a:lnTo>
                  <a:lnTo>
                    <a:pt x="14" y="7"/>
                  </a:lnTo>
                  <a:lnTo>
                    <a:pt x="14" y="5"/>
                  </a:lnTo>
                  <a:lnTo>
                    <a:pt x="14" y="5"/>
                  </a:lnTo>
                  <a:lnTo>
                    <a:pt x="14" y="3"/>
                  </a:lnTo>
                  <a:lnTo>
                    <a:pt x="14" y="3"/>
                  </a:lnTo>
                  <a:lnTo>
                    <a:pt x="16" y="2"/>
                  </a:lnTo>
                  <a:lnTo>
                    <a:pt x="16" y="2"/>
                  </a:lnTo>
                  <a:lnTo>
                    <a:pt x="16" y="2"/>
                  </a:lnTo>
                  <a:lnTo>
                    <a:pt x="17" y="2"/>
                  </a:lnTo>
                  <a:lnTo>
                    <a:pt x="19" y="2"/>
                  </a:lnTo>
                  <a:lnTo>
                    <a:pt x="19" y="3"/>
                  </a:lnTo>
                  <a:lnTo>
                    <a:pt x="19" y="3"/>
                  </a:lnTo>
                  <a:lnTo>
                    <a:pt x="21" y="2"/>
                  </a:lnTo>
                  <a:lnTo>
                    <a:pt x="23" y="2"/>
                  </a:lnTo>
                  <a:lnTo>
                    <a:pt x="23" y="3"/>
                  </a:lnTo>
                  <a:lnTo>
                    <a:pt x="26" y="2"/>
                  </a:lnTo>
                  <a:lnTo>
                    <a:pt x="31" y="2"/>
                  </a:lnTo>
                  <a:lnTo>
                    <a:pt x="33" y="2"/>
                  </a:lnTo>
                  <a:lnTo>
                    <a:pt x="36" y="2"/>
                  </a:lnTo>
                  <a:lnTo>
                    <a:pt x="4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4" name="Freeform 11121"/>
            <p:cNvSpPr/>
            <p:nvPr/>
          </p:nvSpPr>
          <p:spPr bwMode="auto">
            <a:xfrm>
              <a:off x="6477611" y="2283071"/>
              <a:ext cx="98822" cy="80963"/>
            </a:xfrm>
            <a:custGeom>
              <a:avLst/>
              <a:gdLst>
                <a:gd name="T0" fmla="*/ 30 w 83"/>
                <a:gd name="T1" fmla="*/ 0 h 68"/>
                <a:gd name="T2" fmla="*/ 40 w 83"/>
                <a:gd name="T3" fmla="*/ 10 h 68"/>
                <a:gd name="T4" fmla="*/ 49 w 83"/>
                <a:gd name="T5" fmla="*/ 19 h 68"/>
                <a:gd name="T6" fmla="*/ 54 w 83"/>
                <a:gd name="T7" fmla="*/ 23 h 68"/>
                <a:gd name="T8" fmla="*/ 58 w 83"/>
                <a:gd name="T9" fmla="*/ 23 h 68"/>
                <a:gd name="T10" fmla="*/ 66 w 83"/>
                <a:gd name="T11" fmla="*/ 26 h 68"/>
                <a:gd name="T12" fmla="*/ 70 w 83"/>
                <a:gd name="T13" fmla="*/ 26 h 68"/>
                <a:gd name="T14" fmla="*/ 77 w 83"/>
                <a:gd name="T15" fmla="*/ 19 h 68"/>
                <a:gd name="T16" fmla="*/ 75 w 83"/>
                <a:gd name="T17" fmla="*/ 25 h 68"/>
                <a:gd name="T18" fmla="*/ 73 w 83"/>
                <a:gd name="T19" fmla="*/ 31 h 68"/>
                <a:gd name="T20" fmla="*/ 77 w 83"/>
                <a:gd name="T21" fmla="*/ 36 h 68"/>
                <a:gd name="T22" fmla="*/ 81 w 83"/>
                <a:gd name="T23" fmla="*/ 36 h 68"/>
                <a:gd name="T24" fmla="*/ 83 w 83"/>
                <a:gd name="T25" fmla="*/ 34 h 68"/>
                <a:gd name="T26" fmla="*/ 79 w 83"/>
                <a:gd name="T27" fmla="*/ 38 h 68"/>
                <a:gd name="T28" fmla="*/ 77 w 83"/>
                <a:gd name="T29" fmla="*/ 38 h 68"/>
                <a:gd name="T30" fmla="*/ 72 w 83"/>
                <a:gd name="T31" fmla="*/ 42 h 68"/>
                <a:gd name="T32" fmla="*/ 66 w 83"/>
                <a:gd name="T33" fmla="*/ 42 h 68"/>
                <a:gd name="T34" fmla="*/ 61 w 83"/>
                <a:gd name="T35" fmla="*/ 42 h 68"/>
                <a:gd name="T36" fmla="*/ 53 w 83"/>
                <a:gd name="T37" fmla="*/ 49 h 68"/>
                <a:gd name="T38" fmla="*/ 49 w 83"/>
                <a:gd name="T39" fmla="*/ 53 h 68"/>
                <a:gd name="T40" fmla="*/ 47 w 83"/>
                <a:gd name="T41" fmla="*/ 57 h 68"/>
                <a:gd name="T42" fmla="*/ 43 w 83"/>
                <a:gd name="T43" fmla="*/ 55 h 68"/>
                <a:gd name="T44" fmla="*/ 28 w 83"/>
                <a:gd name="T45" fmla="*/ 49 h 68"/>
                <a:gd name="T46" fmla="*/ 15 w 83"/>
                <a:gd name="T47" fmla="*/ 52 h 68"/>
                <a:gd name="T48" fmla="*/ 11 w 83"/>
                <a:gd name="T49" fmla="*/ 49 h 68"/>
                <a:gd name="T50" fmla="*/ 9 w 83"/>
                <a:gd name="T51" fmla="*/ 50 h 68"/>
                <a:gd name="T52" fmla="*/ 7 w 83"/>
                <a:gd name="T53" fmla="*/ 52 h 68"/>
                <a:gd name="T54" fmla="*/ 11 w 83"/>
                <a:gd name="T55" fmla="*/ 55 h 68"/>
                <a:gd name="T56" fmla="*/ 12 w 83"/>
                <a:gd name="T57" fmla="*/ 55 h 68"/>
                <a:gd name="T58" fmla="*/ 19 w 83"/>
                <a:gd name="T59" fmla="*/ 61 h 68"/>
                <a:gd name="T60" fmla="*/ 15 w 83"/>
                <a:gd name="T61" fmla="*/ 63 h 68"/>
                <a:gd name="T62" fmla="*/ 11 w 83"/>
                <a:gd name="T63" fmla="*/ 63 h 68"/>
                <a:gd name="T64" fmla="*/ 9 w 83"/>
                <a:gd name="T65" fmla="*/ 66 h 68"/>
                <a:gd name="T66" fmla="*/ 4 w 83"/>
                <a:gd name="T67" fmla="*/ 68 h 68"/>
                <a:gd name="T68" fmla="*/ 2 w 83"/>
                <a:gd name="T69" fmla="*/ 64 h 68"/>
                <a:gd name="T70" fmla="*/ 4 w 83"/>
                <a:gd name="T71" fmla="*/ 59 h 68"/>
                <a:gd name="T72" fmla="*/ 2 w 83"/>
                <a:gd name="T73" fmla="*/ 55 h 68"/>
                <a:gd name="T74" fmla="*/ 0 w 83"/>
                <a:gd name="T75" fmla="*/ 50 h 68"/>
                <a:gd name="T76" fmla="*/ 2 w 83"/>
                <a:gd name="T77" fmla="*/ 47 h 68"/>
                <a:gd name="T78" fmla="*/ 5 w 83"/>
                <a:gd name="T79" fmla="*/ 45 h 68"/>
                <a:gd name="T80" fmla="*/ 9 w 83"/>
                <a:gd name="T81" fmla="*/ 40 h 68"/>
                <a:gd name="T82" fmla="*/ 9 w 83"/>
                <a:gd name="T83" fmla="*/ 36 h 68"/>
                <a:gd name="T84" fmla="*/ 14 w 83"/>
                <a:gd name="T85" fmla="*/ 38 h 68"/>
                <a:gd name="T86" fmla="*/ 19 w 83"/>
                <a:gd name="T87" fmla="*/ 38 h 68"/>
                <a:gd name="T88" fmla="*/ 21 w 83"/>
                <a:gd name="T89" fmla="*/ 36 h 68"/>
                <a:gd name="T90" fmla="*/ 23 w 83"/>
                <a:gd name="T91" fmla="*/ 31 h 68"/>
                <a:gd name="T92" fmla="*/ 26 w 83"/>
                <a:gd name="T93" fmla="*/ 25 h 68"/>
                <a:gd name="T94" fmla="*/ 26 w 83"/>
                <a:gd name="T95" fmla="*/ 17 h 68"/>
                <a:gd name="T96" fmla="*/ 26 w 83"/>
                <a:gd name="T97" fmla="*/ 6 h 68"/>
                <a:gd name="T98" fmla="*/ 26 w 83"/>
                <a:gd name="T99" fmla="*/ 1 h 68"/>
                <a:gd name="T100" fmla="*/ 28 w 83"/>
                <a:gd name="T101" fmla="*/ 1 h 68"/>
                <a:gd name="T102" fmla="*/ 30 w 83"/>
                <a:gd name="T103"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3" h="68">
                  <a:moveTo>
                    <a:pt x="30" y="0"/>
                  </a:moveTo>
                  <a:lnTo>
                    <a:pt x="30" y="0"/>
                  </a:lnTo>
                  <a:lnTo>
                    <a:pt x="30" y="0"/>
                  </a:lnTo>
                  <a:lnTo>
                    <a:pt x="34" y="3"/>
                  </a:lnTo>
                  <a:lnTo>
                    <a:pt x="36" y="6"/>
                  </a:lnTo>
                  <a:lnTo>
                    <a:pt x="40" y="10"/>
                  </a:lnTo>
                  <a:lnTo>
                    <a:pt x="42" y="14"/>
                  </a:lnTo>
                  <a:lnTo>
                    <a:pt x="45" y="15"/>
                  </a:lnTo>
                  <a:lnTo>
                    <a:pt x="49" y="19"/>
                  </a:lnTo>
                  <a:lnTo>
                    <a:pt x="51" y="21"/>
                  </a:lnTo>
                  <a:lnTo>
                    <a:pt x="53" y="21"/>
                  </a:lnTo>
                  <a:lnTo>
                    <a:pt x="54" y="23"/>
                  </a:lnTo>
                  <a:lnTo>
                    <a:pt x="56" y="23"/>
                  </a:lnTo>
                  <a:lnTo>
                    <a:pt x="58" y="23"/>
                  </a:lnTo>
                  <a:lnTo>
                    <a:pt x="58" y="23"/>
                  </a:lnTo>
                  <a:lnTo>
                    <a:pt x="59" y="23"/>
                  </a:lnTo>
                  <a:lnTo>
                    <a:pt x="64" y="26"/>
                  </a:lnTo>
                  <a:lnTo>
                    <a:pt x="66" y="26"/>
                  </a:lnTo>
                  <a:lnTo>
                    <a:pt x="68" y="26"/>
                  </a:lnTo>
                  <a:lnTo>
                    <a:pt x="70" y="26"/>
                  </a:lnTo>
                  <a:lnTo>
                    <a:pt x="70" y="26"/>
                  </a:lnTo>
                  <a:lnTo>
                    <a:pt x="73" y="23"/>
                  </a:lnTo>
                  <a:lnTo>
                    <a:pt x="77" y="19"/>
                  </a:lnTo>
                  <a:lnTo>
                    <a:pt x="77" y="19"/>
                  </a:lnTo>
                  <a:lnTo>
                    <a:pt x="77" y="21"/>
                  </a:lnTo>
                  <a:lnTo>
                    <a:pt x="77" y="21"/>
                  </a:lnTo>
                  <a:lnTo>
                    <a:pt x="75" y="25"/>
                  </a:lnTo>
                  <a:lnTo>
                    <a:pt x="73" y="27"/>
                  </a:lnTo>
                  <a:lnTo>
                    <a:pt x="73" y="29"/>
                  </a:lnTo>
                  <a:lnTo>
                    <a:pt x="73" y="31"/>
                  </a:lnTo>
                  <a:lnTo>
                    <a:pt x="75" y="31"/>
                  </a:lnTo>
                  <a:lnTo>
                    <a:pt x="75" y="34"/>
                  </a:lnTo>
                  <a:lnTo>
                    <a:pt x="77" y="36"/>
                  </a:lnTo>
                  <a:lnTo>
                    <a:pt x="79" y="36"/>
                  </a:lnTo>
                  <a:lnTo>
                    <a:pt x="79" y="36"/>
                  </a:lnTo>
                  <a:lnTo>
                    <a:pt x="81" y="36"/>
                  </a:lnTo>
                  <a:lnTo>
                    <a:pt x="81" y="34"/>
                  </a:lnTo>
                  <a:lnTo>
                    <a:pt x="82" y="34"/>
                  </a:lnTo>
                  <a:lnTo>
                    <a:pt x="83" y="34"/>
                  </a:lnTo>
                  <a:lnTo>
                    <a:pt x="82" y="36"/>
                  </a:lnTo>
                  <a:lnTo>
                    <a:pt x="81" y="36"/>
                  </a:lnTo>
                  <a:lnTo>
                    <a:pt x="79" y="38"/>
                  </a:lnTo>
                  <a:lnTo>
                    <a:pt x="79" y="38"/>
                  </a:lnTo>
                  <a:lnTo>
                    <a:pt x="77" y="38"/>
                  </a:lnTo>
                  <a:lnTo>
                    <a:pt x="77" y="38"/>
                  </a:lnTo>
                  <a:lnTo>
                    <a:pt x="75" y="40"/>
                  </a:lnTo>
                  <a:lnTo>
                    <a:pt x="73" y="40"/>
                  </a:lnTo>
                  <a:lnTo>
                    <a:pt x="72" y="42"/>
                  </a:lnTo>
                  <a:lnTo>
                    <a:pt x="72" y="42"/>
                  </a:lnTo>
                  <a:lnTo>
                    <a:pt x="70" y="42"/>
                  </a:lnTo>
                  <a:lnTo>
                    <a:pt x="66" y="42"/>
                  </a:lnTo>
                  <a:lnTo>
                    <a:pt x="64" y="42"/>
                  </a:lnTo>
                  <a:lnTo>
                    <a:pt x="62" y="42"/>
                  </a:lnTo>
                  <a:lnTo>
                    <a:pt x="61" y="42"/>
                  </a:lnTo>
                  <a:lnTo>
                    <a:pt x="58" y="44"/>
                  </a:lnTo>
                  <a:lnTo>
                    <a:pt x="54" y="45"/>
                  </a:lnTo>
                  <a:lnTo>
                    <a:pt x="53" y="49"/>
                  </a:lnTo>
                  <a:lnTo>
                    <a:pt x="51" y="50"/>
                  </a:lnTo>
                  <a:lnTo>
                    <a:pt x="49" y="52"/>
                  </a:lnTo>
                  <a:lnTo>
                    <a:pt x="49" y="53"/>
                  </a:lnTo>
                  <a:lnTo>
                    <a:pt x="49" y="55"/>
                  </a:lnTo>
                  <a:lnTo>
                    <a:pt x="49" y="57"/>
                  </a:lnTo>
                  <a:lnTo>
                    <a:pt x="47" y="57"/>
                  </a:lnTo>
                  <a:lnTo>
                    <a:pt x="47" y="57"/>
                  </a:lnTo>
                  <a:lnTo>
                    <a:pt x="45" y="57"/>
                  </a:lnTo>
                  <a:lnTo>
                    <a:pt x="43" y="55"/>
                  </a:lnTo>
                  <a:lnTo>
                    <a:pt x="36" y="53"/>
                  </a:lnTo>
                  <a:lnTo>
                    <a:pt x="32" y="50"/>
                  </a:lnTo>
                  <a:lnTo>
                    <a:pt x="28" y="49"/>
                  </a:lnTo>
                  <a:lnTo>
                    <a:pt x="23" y="49"/>
                  </a:lnTo>
                  <a:lnTo>
                    <a:pt x="15" y="52"/>
                  </a:lnTo>
                  <a:lnTo>
                    <a:pt x="15" y="52"/>
                  </a:lnTo>
                  <a:lnTo>
                    <a:pt x="14" y="50"/>
                  </a:lnTo>
                  <a:lnTo>
                    <a:pt x="12" y="49"/>
                  </a:lnTo>
                  <a:lnTo>
                    <a:pt x="11" y="49"/>
                  </a:lnTo>
                  <a:lnTo>
                    <a:pt x="11" y="49"/>
                  </a:lnTo>
                  <a:lnTo>
                    <a:pt x="9" y="49"/>
                  </a:lnTo>
                  <a:lnTo>
                    <a:pt x="9" y="50"/>
                  </a:lnTo>
                  <a:lnTo>
                    <a:pt x="7" y="50"/>
                  </a:lnTo>
                  <a:lnTo>
                    <a:pt x="7" y="52"/>
                  </a:lnTo>
                  <a:lnTo>
                    <a:pt x="7" y="52"/>
                  </a:lnTo>
                  <a:lnTo>
                    <a:pt x="7" y="53"/>
                  </a:lnTo>
                  <a:lnTo>
                    <a:pt x="9" y="53"/>
                  </a:lnTo>
                  <a:lnTo>
                    <a:pt x="11" y="55"/>
                  </a:lnTo>
                  <a:lnTo>
                    <a:pt x="11" y="55"/>
                  </a:lnTo>
                  <a:lnTo>
                    <a:pt x="12" y="55"/>
                  </a:lnTo>
                  <a:lnTo>
                    <a:pt x="12" y="55"/>
                  </a:lnTo>
                  <a:lnTo>
                    <a:pt x="15" y="59"/>
                  </a:lnTo>
                  <a:lnTo>
                    <a:pt x="17" y="61"/>
                  </a:lnTo>
                  <a:lnTo>
                    <a:pt x="19" y="61"/>
                  </a:lnTo>
                  <a:lnTo>
                    <a:pt x="17" y="63"/>
                  </a:lnTo>
                  <a:lnTo>
                    <a:pt x="15" y="63"/>
                  </a:lnTo>
                  <a:lnTo>
                    <a:pt x="15" y="63"/>
                  </a:lnTo>
                  <a:lnTo>
                    <a:pt x="14" y="63"/>
                  </a:lnTo>
                  <a:lnTo>
                    <a:pt x="12" y="61"/>
                  </a:lnTo>
                  <a:lnTo>
                    <a:pt x="11" y="63"/>
                  </a:lnTo>
                  <a:lnTo>
                    <a:pt x="9" y="63"/>
                  </a:lnTo>
                  <a:lnTo>
                    <a:pt x="9" y="64"/>
                  </a:lnTo>
                  <a:lnTo>
                    <a:pt x="9" y="66"/>
                  </a:lnTo>
                  <a:lnTo>
                    <a:pt x="7" y="68"/>
                  </a:lnTo>
                  <a:lnTo>
                    <a:pt x="5" y="68"/>
                  </a:lnTo>
                  <a:lnTo>
                    <a:pt x="4" y="68"/>
                  </a:lnTo>
                  <a:lnTo>
                    <a:pt x="4" y="66"/>
                  </a:lnTo>
                  <a:lnTo>
                    <a:pt x="4" y="66"/>
                  </a:lnTo>
                  <a:lnTo>
                    <a:pt x="2" y="64"/>
                  </a:lnTo>
                  <a:lnTo>
                    <a:pt x="4" y="63"/>
                  </a:lnTo>
                  <a:lnTo>
                    <a:pt x="4" y="61"/>
                  </a:lnTo>
                  <a:lnTo>
                    <a:pt x="4" y="59"/>
                  </a:lnTo>
                  <a:lnTo>
                    <a:pt x="4" y="57"/>
                  </a:lnTo>
                  <a:lnTo>
                    <a:pt x="4" y="55"/>
                  </a:lnTo>
                  <a:lnTo>
                    <a:pt x="2" y="55"/>
                  </a:lnTo>
                  <a:lnTo>
                    <a:pt x="0" y="53"/>
                  </a:lnTo>
                  <a:lnTo>
                    <a:pt x="0" y="52"/>
                  </a:lnTo>
                  <a:lnTo>
                    <a:pt x="0" y="50"/>
                  </a:lnTo>
                  <a:lnTo>
                    <a:pt x="0" y="49"/>
                  </a:lnTo>
                  <a:lnTo>
                    <a:pt x="2" y="47"/>
                  </a:lnTo>
                  <a:lnTo>
                    <a:pt x="2" y="47"/>
                  </a:lnTo>
                  <a:lnTo>
                    <a:pt x="4" y="47"/>
                  </a:lnTo>
                  <a:lnTo>
                    <a:pt x="4" y="45"/>
                  </a:lnTo>
                  <a:lnTo>
                    <a:pt x="5" y="45"/>
                  </a:lnTo>
                  <a:lnTo>
                    <a:pt x="7" y="44"/>
                  </a:lnTo>
                  <a:lnTo>
                    <a:pt x="9" y="42"/>
                  </a:lnTo>
                  <a:lnTo>
                    <a:pt x="9" y="40"/>
                  </a:lnTo>
                  <a:lnTo>
                    <a:pt x="9" y="38"/>
                  </a:lnTo>
                  <a:lnTo>
                    <a:pt x="9" y="38"/>
                  </a:lnTo>
                  <a:lnTo>
                    <a:pt x="9" y="36"/>
                  </a:lnTo>
                  <a:lnTo>
                    <a:pt x="9" y="36"/>
                  </a:lnTo>
                  <a:lnTo>
                    <a:pt x="11" y="36"/>
                  </a:lnTo>
                  <a:lnTo>
                    <a:pt x="14" y="38"/>
                  </a:lnTo>
                  <a:lnTo>
                    <a:pt x="14" y="38"/>
                  </a:lnTo>
                  <a:lnTo>
                    <a:pt x="15" y="38"/>
                  </a:lnTo>
                  <a:lnTo>
                    <a:pt x="19" y="38"/>
                  </a:lnTo>
                  <a:lnTo>
                    <a:pt x="19" y="38"/>
                  </a:lnTo>
                  <a:lnTo>
                    <a:pt x="21" y="38"/>
                  </a:lnTo>
                  <a:lnTo>
                    <a:pt x="21" y="36"/>
                  </a:lnTo>
                  <a:lnTo>
                    <a:pt x="23" y="34"/>
                  </a:lnTo>
                  <a:lnTo>
                    <a:pt x="23" y="33"/>
                  </a:lnTo>
                  <a:lnTo>
                    <a:pt x="23" y="31"/>
                  </a:lnTo>
                  <a:lnTo>
                    <a:pt x="23" y="29"/>
                  </a:lnTo>
                  <a:lnTo>
                    <a:pt x="24" y="26"/>
                  </a:lnTo>
                  <a:lnTo>
                    <a:pt x="26" y="25"/>
                  </a:lnTo>
                  <a:lnTo>
                    <a:pt x="26" y="21"/>
                  </a:lnTo>
                  <a:lnTo>
                    <a:pt x="26" y="19"/>
                  </a:lnTo>
                  <a:lnTo>
                    <a:pt x="26" y="17"/>
                  </a:lnTo>
                  <a:lnTo>
                    <a:pt x="28" y="12"/>
                  </a:lnTo>
                  <a:lnTo>
                    <a:pt x="26" y="8"/>
                  </a:lnTo>
                  <a:lnTo>
                    <a:pt x="26" y="6"/>
                  </a:lnTo>
                  <a:lnTo>
                    <a:pt x="24" y="5"/>
                  </a:lnTo>
                  <a:lnTo>
                    <a:pt x="24" y="3"/>
                  </a:lnTo>
                  <a:lnTo>
                    <a:pt x="26" y="1"/>
                  </a:lnTo>
                  <a:lnTo>
                    <a:pt x="26" y="1"/>
                  </a:lnTo>
                  <a:lnTo>
                    <a:pt x="26" y="1"/>
                  </a:lnTo>
                  <a:lnTo>
                    <a:pt x="28" y="1"/>
                  </a:lnTo>
                  <a:lnTo>
                    <a:pt x="28" y="0"/>
                  </a:lnTo>
                  <a:lnTo>
                    <a:pt x="28" y="0"/>
                  </a:lnTo>
                  <a:lnTo>
                    <a:pt x="3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5" name="Freeform 11077"/>
            <p:cNvSpPr/>
            <p:nvPr/>
          </p:nvSpPr>
          <p:spPr bwMode="auto">
            <a:xfrm>
              <a:off x="6320955" y="2384301"/>
              <a:ext cx="183356" cy="153591"/>
            </a:xfrm>
            <a:custGeom>
              <a:avLst/>
              <a:gdLst>
                <a:gd name="T0" fmla="*/ 147 w 154"/>
                <a:gd name="T1" fmla="*/ 5 h 129"/>
                <a:gd name="T2" fmla="*/ 152 w 154"/>
                <a:gd name="T3" fmla="*/ 20 h 129"/>
                <a:gd name="T4" fmla="*/ 154 w 154"/>
                <a:gd name="T5" fmla="*/ 33 h 129"/>
                <a:gd name="T6" fmla="*/ 150 w 154"/>
                <a:gd name="T7" fmla="*/ 41 h 129"/>
                <a:gd name="T8" fmla="*/ 148 w 154"/>
                <a:gd name="T9" fmla="*/ 47 h 129"/>
                <a:gd name="T10" fmla="*/ 139 w 154"/>
                <a:gd name="T11" fmla="*/ 56 h 129"/>
                <a:gd name="T12" fmla="*/ 139 w 154"/>
                <a:gd name="T13" fmla="*/ 72 h 129"/>
                <a:gd name="T14" fmla="*/ 135 w 154"/>
                <a:gd name="T15" fmla="*/ 83 h 129"/>
                <a:gd name="T16" fmla="*/ 138 w 154"/>
                <a:gd name="T17" fmla="*/ 94 h 129"/>
                <a:gd name="T18" fmla="*/ 131 w 154"/>
                <a:gd name="T19" fmla="*/ 102 h 129"/>
                <a:gd name="T20" fmla="*/ 124 w 154"/>
                <a:gd name="T21" fmla="*/ 106 h 129"/>
                <a:gd name="T22" fmla="*/ 128 w 154"/>
                <a:gd name="T23" fmla="*/ 96 h 129"/>
                <a:gd name="T24" fmla="*/ 124 w 154"/>
                <a:gd name="T25" fmla="*/ 94 h 129"/>
                <a:gd name="T26" fmla="*/ 122 w 154"/>
                <a:gd name="T27" fmla="*/ 100 h 129"/>
                <a:gd name="T28" fmla="*/ 117 w 154"/>
                <a:gd name="T29" fmla="*/ 100 h 129"/>
                <a:gd name="T30" fmla="*/ 111 w 154"/>
                <a:gd name="T31" fmla="*/ 109 h 129"/>
                <a:gd name="T32" fmla="*/ 111 w 154"/>
                <a:gd name="T33" fmla="*/ 103 h 129"/>
                <a:gd name="T34" fmla="*/ 103 w 154"/>
                <a:gd name="T35" fmla="*/ 107 h 129"/>
                <a:gd name="T36" fmla="*/ 89 w 154"/>
                <a:gd name="T37" fmla="*/ 111 h 129"/>
                <a:gd name="T38" fmla="*/ 87 w 154"/>
                <a:gd name="T39" fmla="*/ 109 h 129"/>
                <a:gd name="T40" fmla="*/ 84 w 154"/>
                <a:gd name="T41" fmla="*/ 109 h 129"/>
                <a:gd name="T42" fmla="*/ 82 w 154"/>
                <a:gd name="T43" fmla="*/ 103 h 129"/>
                <a:gd name="T44" fmla="*/ 84 w 154"/>
                <a:gd name="T45" fmla="*/ 114 h 129"/>
                <a:gd name="T46" fmla="*/ 70 w 154"/>
                <a:gd name="T47" fmla="*/ 126 h 129"/>
                <a:gd name="T48" fmla="*/ 60 w 154"/>
                <a:gd name="T49" fmla="*/ 119 h 129"/>
                <a:gd name="T50" fmla="*/ 62 w 154"/>
                <a:gd name="T51" fmla="*/ 111 h 129"/>
                <a:gd name="T52" fmla="*/ 54 w 154"/>
                <a:gd name="T53" fmla="*/ 107 h 129"/>
                <a:gd name="T54" fmla="*/ 43 w 154"/>
                <a:gd name="T55" fmla="*/ 113 h 129"/>
                <a:gd name="T56" fmla="*/ 33 w 154"/>
                <a:gd name="T57" fmla="*/ 114 h 129"/>
                <a:gd name="T58" fmla="*/ 21 w 154"/>
                <a:gd name="T59" fmla="*/ 114 h 129"/>
                <a:gd name="T60" fmla="*/ 13 w 154"/>
                <a:gd name="T61" fmla="*/ 119 h 129"/>
                <a:gd name="T62" fmla="*/ 2 w 154"/>
                <a:gd name="T63" fmla="*/ 119 h 129"/>
                <a:gd name="T64" fmla="*/ 5 w 154"/>
                <a:gd name="T65" fmla="*/ 114 h 129"/>
                <a:gd name="T66" fmla="*/ 15 w 154"/>
                <a:gd name="T67" fmla="*/ 107 h 129"/>
                <a:gd name="T68" fmla="*/ 26 w 154"/>
                <a:gd name="T69" fmla="*/ 96 h 129"/>
                <a:gd name="T70" fmla="*/ 38 w 154"/>
                <a:gd name="T71" fmla="*/ 96 h 129"/>
                <a:gd name="T72" fmla="*/ 56 w 154"/>
                <a:gd name="T73" fmla="*/ 94 h 129"/>
                <a:gd name="T74" fmla="*/ 62 w 154"/>
                <a:gd name="T75" fmla="*/ 96 h 129"/>
                <a:gd name="T76" fmla="*/ 71 w 154"/>
                <a:gd name="T77" fmla="*/ 92 h 129"/>
                <a:gd name="T78" fmla="*/ 81 w 154"/>
                <a:gd name="T79" fmla="*/ 77 h 129"/>
                <a:gd name="T80" fmla="*/ 89 w 154"/>
                <a:gd name="T81" fmla="*/ 65 h 129"/>
                <a:gd name="T82" fmla="*/ 86 w 154"/>
                <a:gd name="T83" fmla="*/ 72 h 129"/>
                <a:gd name="T84" fmla="*/ 89 w 154"/>
                <a:gd name="T85" fmla="*/ 77 h 129"/>
                <a:gd name="T86" fmla="*/ 107 w 154"/>
                <a:gd name="T87" fmla="*/ 67 h 129"/>
                <a:gd name="T88" fmla="*/ 117 w 154"/>
                <a:gd name="T89" fmla="*/ 57 h 129"/>
                <a:gd name="T90" fmla="*/ 124 w 154"/>
                <a:gd name="T91" fmla="*/ 45 h 129"/>
                <a:gd name="T92" fmla="*/ 128 w 154"/>
                <a:gd name="T93" fmla="*/ 34 h 129"/>
                <a:gd name="T94" fmla="*/ 124 w 154"/>
                <a:gd name="T95" fmla="*/ 27 h 129"/>
                <a:gd name="T96" fmla="*/ 128 w 154"/>
                <a:gd name="T97" fmla="*/ 22 h 129"/>
                <a:gd name="T98" fmla="*/ 128 w 154"/>
                <a:gd name="T99" fmla="*/ 13 h 129"/>
                <a:gd name="T100" fmla="*/ 131 w 154"/>
                <a:gd name="T101" fmla="*/ 6 h 129"/>
                <a:gd name="T102" fmla="*/ 136 w 154"/>
                <a:gd name="T103" fmla="*/ 6 h 129"/>
                <a:gd name="T104" fmla="*/ 139 w 154"/>
                <a:gd name="T105" fmla="*/ 9 h 129"/>
                <a:gd name="T106" fmla="*/ 143 w 154"/>
                <a:gd name="T107" fmla="*/ 6 h 129"/>
                <a:gd name="T108" fmla="*/ 139 w 154"/>
                <a:gd name="T109"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4" h="129">
                  <a:moveTo>
                    <a:pt x="139" y="0"/>
                  </a:moveTo>
                  <a:lnTo>
                    <a:pt x="141" y="0"/>
                  </a:lnTo>
                  <a:lnTo>
                    <a:pt x="141" y="3"/>
                  </a:lnTo>
                  <a:lnTo>
                    <a:pt x="143" y="3"/>
                  </a:lnTo>
                  <a:lnTo>
                    <a:pt x="145" y="3"/>
                  </a:lnTo>
                  <a:lnTo>
                    <a:pt x="147" y="3"/>
                  </a:lnTo>
                  <a:lnTo>
                    <a:pt x="147" y="5"/>
                  </a:lnTo>
                  <a:lnTo>
                    <a:pt x="147" y="8"/>
                  </a:lnTo>
                  <a:lnTo>
                    <a:pt x="147" y="11"/>
                  </a:lnTo>
                  <a:lnTo>
                    <a:pt x="147" y="13"/>
                  </a:lnTo>
                  <a:lnTo>
                    <a:pt x="147" y="15"/>
                  </a:lnTo>
                  <a:lnTo>
                    <a:pt x="148" y="17"/>
                  </a:lnTo>
                  <a:lnTo>
                    <a:pt x="150" y="18"/>
                  </a:lnTo>
                  <a:lnTo>
                    <a:pt x="152" y="20"/>
                  </a:lnTo>
                  <a:lnTo>
                    <a:pt x="152" y="24"/>
                  </a:lnTo>
                  <a:lnTo>
                    <a:pt x="154" y="26"/>
                  </a:lnTo>
                  <a:lnTo>
                    <a:pt x="154" y="29"/>
                  </a:lnTo>
                  <a:lnTo>
                    <a:pt x="154" y="29"/>
                  </a:lnTo>
                  <a:lnTo>
                    <a:pt x="154" y="29"/>
                  </a:lnTo>
                  <a:lnTo>
                    <a:pt x="154" y="30"/>
                  </a:lnTo>
                  <a:lnTo>
                    <a:pt x="154" y="33"/>
                  </a:lnTo>
                  <a:lnTo>
                    <a:pt x="154" y="34"/>
                  </a:lnTo>
                  <a:lnTo>
                    <a:pt x="154" y="37"/>
                  </a:lnTo>
                  <a:lnTo>
                    <a:pt x="154" y="39"/>
                  </a:lnTo>
                  <a:lnTo>
                    <a:pt x="152" y="39"/>
                  </a:lnTo>
                  <a:lnTo>
                    <a:pt x="152" y="41"/>
                  </a:lnTo>
                  <a:lnTo>
                    <a:pt x="152" y="41"/>
                  </a:lnTo>
                  <a:lnTo>
                    <a:pt x="150" y="41"/>
                  </a:lnTo>
                  <a:lnTo>
                    <a:pt x="150" y="41"/>
                  </a:lnTo>
                  <a:lnTo>
                    <a:pt x="150" y="41"/>
                  </a:lnTo>
                  <a:lnTo>
                    <a:pt x="150" y="43"/>
                  </a:lnTo>
                  <a:lnTo>
                    <a:pt x="148" y="45"/>
                  </a:lnTo>
                  <a:lnTo>
                    <a:pt x="148" y="45"/>
                  </a:lnTo>
                  <a:lnTo>
                    <a:pt x="148" y="45"/>
                  </a:lnTo>
                  <a:lnTo>
                    <a:pt x="148" y="47"/>
                  </a:lnTo>
                  <a:lnTo>
                    <a:pt x="147" y="50"/>
                  </a:lnTo>
                  <a:lnTo>
                    <a:pt x="147" y="52"/>
                  </a:lnTo>
                  <a:lnTo>
                    <a:pt x="145" y="52"/>
                  </a:lnTo>
                  <a:lnTo>
                    <a:pt x="143" y="52"/>
                  </a:lnTo>
                  <a:lnTo>
                    <a:pt x="141" y="52"/>
                  </a:lnTo>
                  <a:lnTo>
                    <a:pt x="141" y="53"/>
                  </a:lnTo>
                  <a:lnTo>
                    <a:pt x="139" y="56"/>
                  </a:lnTo>
                  <a:lnTo>
                    <a:pt x="139" y="57"/>
                  </a:lnTo>
                  <a:lnTo>
                    <a:pt x="139" y="58"/>
                  </a:lnTo>
                  <a:lnTo>
                    <a:pt x="139" y="60"/>
                  </a:lnTo>
                  <a:lnTo>
                    <a:pt x="139" y="62"/>
                  </a:lnTo>
                  <a:lnTo>
                    <a:pt x="141" y="65"/>
                  </a:lnTo>
                  <a:lnTo>
                    <a:pt x="139" y="71"/>
                  </a:lnTo>
                  <a:lnTo>
                    <a:pt x="139" y="72"/>
                  </a:lnTo>
                  <a:lnTo>
                    <a:pt x="139" y="75"/>
                  </a:lnTo>
                  <a:lnTo>
                    <a:pt x="138" y="75"/>
                  </a:lnTo>
                  <a:lnTo>
                    <a:pt x="138" y="76"/>
                  </a:lnTo>
                  <a:lnTo>
                    <a:pt x="136" y="77"/>
                  </a:lnTo>
                  <a:lnTo>
                    <a:pt x="135" y="82"/>
                  </a:lnTo>
                  <a:lnTo>
                    <a:pt x="135" y="82"/>
                  </a:lnTo>
                  <a:lnTo>
                    <a:pt x="135" y="83"/>
                  </a:lnTo>
                  <a:lnTo>
                    <a:pt x="135" y="84"/>
                  </a:lnTo>
                  <a:lnTo>
                    <a:pt x="135" y="84"/>
                  </a:lnTo>
                  <a:lnTo>
                    <a:pt x="135" y="86"/>
                  </a:lnTo>
                  <a:lnTo>
                    <a:pt x="135" y="88"/>
                  </a:lnTo>
                  <a:lnTo>
                    <a:pt x="138" y="92"/>
                  </a:lnTo>
                  <a:lnTo>
                    <a:pt x="138" y="92"/>
                  </a:lnTo>
                  <a:lnTo>
                    <a:pt x="138" y="94"/>
                  </a:lnTo>
                  <a:lnTo>
                    <a:pt x="136" y="94"/>
                  </a:lnTo>
                  <a:lnTo>
                    <a:pt x="135" y="94"/>
                  </a:lnTo>
                  <a:lnTo>
                    <a:pt x="133" y="96"/>
                  </a:lnTo>
                  <a:lnTo>
                    <a:pt x="133" y="99"/>
                  </a:lnTo>
                  <a:lnTo>
                    <a:pt x="133" y="100"/>
                  </a:lnTo>
                  <a:lnTo>
                    <a:pt x="133" y="100"/>
                  </a:lnTo>
                  <a:lnTo>
                    <a:pt x="131" y="102"/>
                  </a:lnTo>
                  <a:lnTo>
                    <a:pt x="131" y="102"/>
                  </a:lnTo>
                  <a:lnTo>
                    <a:pt x="129" y="103"/>
                  </a:lnTo>
                  <a:lnTo>
                    <a:pt x="128" y="103"/>
                  </a:lnTo>
                  <a:lnTo>
                    <a:pt x="126" y="106"/>
                  </a:lnTo>
                  <a:lnTo>
                    <a:pt x="126" y="106"/>
                  </a:lnTo>
                  <a:lnTo>
                    <a:pt x="124" y="106"/>
                  </a:lnTo>
                  <a:lnTo>
                    <a:pt x="124" y="106"/>
                  </a:lnTo>
                  <a:lnTo>
                    <a:pt x="124" y="103"/>
                  </a:lnTo>
                  <a:lnTo>
                    <a:pt x="124" y="103"/>
                  </a:lnTo>
                  <a:lnTo>
                    <a:pt x="124" y="100"/>
                  </a:lnTo>
                  <a:lnTo>
                    <a:pt x="124" y="100"/>
                  </a:lnTo>
                  <a:lnTo>
                    <a:pt x="126" y="99"/>
                  </a:lnTo>
                  <a:lnTo>
                    <a:pt x="126" y="99"/>
                  </a:lnTo>
                  <a:lnTo>
                    <a:pt x="128" y="96"/>
                  </a:lnTo>
                  <a:lnTo>
                    <a:pt x="128" y="96"/>
                  </a:lnTo>
                  <a:lnTo>
                    <a:pt x="128" y="94"/>
                  </a:lnTo>
                  <a:lnTo>
                    <a:pt x="128" y="94"/>
                  </a:lnTo>
                  <a:lnTo>
                    <a:pt x="126" y="94"/>
                  </a:lnTo>
                  <a:lnTo>
                    <a:pt x="126" y="94"/>
                  </a:lnTo>
                  <a:lnTo>
                    <a:pt x="124" y="94"/>
                  </a:lnTo>
                  <a:lnTo>
                    <a:pt x="124" y="94"/>
                  </a:lnTo>
                  <a:lnTo>
                    <a:pt x="124" y="94"/>
                  </a:lnTo>
                  <a:lnTo>
                    <a:pt x="124" y="96"/>
                  </a:lnTo>
                  <a:lnTo>
                    <a:pt x="124" y="96"/>
                  </a:lnTo>
                  <a:lnTo>
                    <a:pt x="122" y="99"/>
                  </a:lnTo>
                  <a:lnTo>
                    <a:pt x="122" y="100"/>
                  </a:lnTo>
                  <a:lnTo>
                    <a:pt x="122" y="100"/>
                  </a:lnTo>
                  <a:lnTo>
                    <a:pt x="122" y="100"/>
                  </a:lnTo>
                  <a:lnTo>
                    <a:pt x="122" y="100"/>
                  </a:lnTo>
                  <a:lnTo>
                    <a:pt x="122" y="102"/>
                  </a:lnTo>
                  <a:lnTo>
                    <a:pt x="122" y="102"/>
                  </a:lnTo>
                  <a:lnTo>
                    <a:pt x="120" y="100"/>
                  </a:lnTo>
                  <a:lnTo>
                    <a:pt x="119" y="100"/>
                  </a:lnTo>
                  <a:lnTo>
                    <a:pt x="117" y="100"/>
                  </a:lnTo>
                  <a:lnTo>
                    <a:pt x="117" y="100"/>
                  </a:lnTo>
                  <a:lnTo>
                    <a:pt x="115" y="100"/>
                  </a:lnTo>
                  <a:lnTo>
                    <a:pt x="115" y="102"/>
                  </a:lnTo>
                  <a:lnTo>
                    <a:pt x="115" y="103"/>
                  </a:lnTo>
                  <a:lnTo>
                    <a:pt x="115" y="106"/>
                  </a:lnTo>
                  <a:lnTo>
                    <a:pt x="113" y="107"/>
                  </a:lnTo>
                  <a:lnTo>
                    <a:pt x="113" y="109"/>
                  </a:lnTo>
                  <a:lnTo>
                    <a:pt x="111" y="109"/>
                  </a:lnTo>
                  <a:lnTo>
                    <a:pt x="111" y="111"/>
                  </a:lnTo>
                  <a:lnTo>
                    <a:pt x="110" y="111"/>
                  </a:lnTo>
                  <a:lnTo>
                    <a:pt x="110" y="109"/>
                  </a:lnTo>
                  <a:lnTo>
                    <a:pt x="110" y="109"/>
                  </a:lnTo>
                  <a:lnTo>
                    <a:pt x="110" y="106"/>
                  </a:lnTo>
                  <a:lnTo>
                    <a:pt x="110" y="106"/>
                  </a:lnTo>
                  <a:lnTo>
                    <a:pt x="111" y="103"/>
                  </a:lnTo>
                  <a:lnTo>
                    <a:pt x="110" y="103"/>
                  </a:lnTo>
                  <a:lnTo>
                    <a:pt x="109" y="102"/>
                  </a:lnTo>
                  <a:lnTo>
                    <a:pt x="107" y="103"/>
                  </a:lnTo>
                  <a:lnTo>
                    <a:pt x="107" y="103"/>
                  </a:lnTo>
                  <a:lnTo>
                    <a:pt x="107" y="103"/>
                  </a:lnTo>
                  <a:lnTo>
                    <a:pt x="105" y="106"/>
                  </a:lnTo>
                  <a:lnTo>
                    <a:pt x="103" y="107"/>
                  </a:lnTo>
                  <a:lnTo>
                    <a:pt x="103" y="109"/>
                  </a:lnTo>
                  <a:lnTo>
                    <a:pt x="101" y="111"/>
                  </a:lnTo>
                  <a:lnTo>
                    <a:pt x="100" y="111"/>
                  </a:lnTo>
                  <a:lnTo>
                    <a:pt x="98" y="109"/>
                  </a:lnTo>
                  <a:lnTo>
                    <a:pt x="96" y="111"/>
                  </a:lnTo>
                  <a:lnTo>
                    <a:pt x="92" y="109"/>
                  </a:lnTo>
                  <a:lnTo>
                    <a:pt x="89" y="111"/>
                  </a:lnTo>
                  <a:lnTo>
                    <a:pt x="86" y="111"/>
                  </a:lnTo>
                  <a:lnTo>
                    <a:pt x="86" y="111"/>
                  </a:lnTo>
                  <a:lnTo>
                    <a:pt x="89" y="109"/>
                  </a:lnTo>
                  <a:lnTo>
                    <a:pt x="89" y="109"/>
                  </a:lnTo>
                  <a:lnTo>
                    <a:pt x="89" y="107"/>
                  </a:lnTo>
                  <a:lnTo>
                    <a:pt x="89" y="107"/>
                  </a:lnTo>
                  <a:lnTo>
                    <a:pt x="87" y="109"/>
                  </a:lnTo>
                  <a:lnTo>
                    <a:pt x="86" y="107"/>
                  </a:lnTo>
                  <a:lnTo>
                    <a:pt x="86" y="107"/>
                  </a:lnTo>
                  <a:lnTo>
                    <a:pt x="84" y="107"/>
                  </a:lnTo>
                  <a:lnTo>
                    <a:pt x="84" y="107"/>
                  </a:lnTo>
                  <a:lnTo>
                    <a:pt x="84" y="109"/>
                  </a:lnTo>
                  <a:lnTo>
                    <a:pt x="84" y="109"/>
                  </a:lnTo>
                  <a:lnTo>
                    <a:pt x="84" y="109"/>
                  </a:lnTo>
                  <a:lnTo>
                    <a:pt x="84" y="107"/>
                  </a:lnTo>
                  <a:lnTo>
                    <a:pt x="84" y="106"/>
                  </a:lnTo>
                  <a:lnTo>
                    <a:pt x="84" y="106"/>
                  </a:lnTo>
                  <a:lnTo>
                    <a:pt x="84" y="103"/>
                  </a:lnTo>
                  <a:lnTo>
                    <a:pt x="84" y="103"/>
                  </a:lnTo>
                  <a:lnTo>
                    <a:pt x="82" y="103"/>
                  </a:lnTo>
                  <a:lnTo>
                    <a:pt x="82" y="103"/>
                  </a:lnTo>
                  <a:lnTo>
                    <a:pt x="81" y="106"/>
                  </a:lnTo>
                  <a:lnTo>
                    <a:pt x="79" y="107"/>
                  </a:lnTo>
                  <a:lnTo>
                    <a:pt x="79" y="109"/>
                  </a:lnTo>
                  <a:lnTo>
                    <a:pt x="81" y="111"/>
                  </a:lnTo>
                  <a:lnTo>
                    <a:pt x="82" y="113"/>
                  </a:lnTo>
                  <a:lnTo>
                    <a:pt x="84" y="113"/>
                  </a:lnTo>
                  <a:lnTo>
                    <a:pt x="84" y="114"/>
                  </a:lnTo>
                  <a:lnTo>
                    <a:pt x="84" y="114"/>
                  </a:lnTo>
                  <a:lnTo>
                    <a:pt x="82" y="116"/>
                  </a:lnTo>
                  <a:lnTo>
                    <a:pt x="79" y="116"/>
                  </a:lnTo>
                  <a:lnTo>
                    <a:pt x="75" y="118"/>
                  </a:lnTo>
                  <a:lnTo>
                    <a:pt x="75" y="118"/>
                  </a:lnTo>
                  <a:lnTo>
                    <a:pt x="71" y="123"/>
                  </a:lnTo>
                  <a:lnTo>
                    <a:pt x="70" y="126"/>
                  </a:lnTo>
                  <a:lnTo>
                    <a:pt x="66" y="129"/>
                  </a:lnTo>
                  <a:lnTo>
                    <a:pt x="62" y="126"/>
                  </a:lnTo>
                  <a:lnTo>
                    <a:pt x="62" y="124"/>
                  </a:lnTo>
                  <a:lnTo>
                    <a:pt x="62" y="124"/>
                  </a:lnTo>
                  <a:lnTo>
                    <a:pt x="62" y="123"/>
                  </a:lnTo>
                  <a:lnTo>
                    <a:pt x="60" y="121"/>
                  </a:lnTo>
                  <a:lnTo>
                    <a:pt x="60" y="119"/>
                  </a:lnTo>
                  <a:lnTo>
                    <a:pt x="60" y="118"/>
                  </a:lnTo>
                  <a:lnTo>
                    <a:pt x="60" y="116"/>
                  </a:lnTo>
                  <a:lnTo>
                    <a:pt x="60" y="114"/>
                  </a:lnTo>
                  <a:lnTo>
                    <a:pt x="62" y="114"/>
                  </a:lnTo>
                  <a:lnTo>
                    <a:pt x="62" y="114"/>
                  </a:lnTo>
                  <a:lnTo>
                    <a:pt x="62" y="113"/>
                  </a:lnTo>
                  <a:lnTo>
                    <a:pt x="62" y="111"/>
                  </a:lnTo>
                  <a:lnTo>
                    <a:pt x="62" y="111"/>
                  </a:lnTo>
                  <a:lnTo>
                    <a:pt x="62" y="109"/>
                  </a:lnTo>
                  <a:lnTo>
                    <a:pt x="60" y="109"/>
                  </a:lnTo>
                  <a:lnTo>
                    <a:pt x="58" y="111"/>
                  </a:lnTo>
                  <a:lnTo>
                    <a:pt x="56" y="109"/>
                  </a:lnTo>
                  <a:lnTo>
                    <a:pt x="54" y="109"/>
                  </a:lnTo>
                  <a:lnTo>
                    <a:pt x="54" y="107"/>
                  </a:lnTo>
                  <a:lnTo>
                    <a:pt x="52" y="107"/>
                  </a:lnTo>
                  <a:lnTo>
                    <a:pt x="51" y="109"/>
                  </a:lnTo>
                  <a:lnTo>
                    <a:pt x="49" y="109"/>
                  </a:lnTo>
                  <a:lnTo>
                    <a:pt x="47" y="109"/>
                  </a:lnTo>
                  <a:lnTo>
                    <a:pt x="47" y="109"/>
                  </a:lnTo>
                  <a:lnTo>
                    <a:pt x="45" y="111"/>
                  </a:lnTo>
                  <a:lnTo>
                    <a:pt x="43" y="113"/>
                  </a:lnTo>
                  <a:lnTo>
                    <a:pt x="42" y="113"/>
                  </a:lnTo>
                  <a:lnTo>
                    <a:pt x="38" y="113"/>
                  </a:lnTo>
                  <a:lnTo>
                    <a:pt x="38" y="113"/>
                  </a:lnTo>
                  <a:lnTo>
                    <a:pt x="37" y="113"/>
                  </a:lnTo>
                  <a:lnTo>
                    <a:pt x="37" y="113"/>
                  </a:lnTo>
                  <a:lnTo>
                    <a:pt x="35" y="114"/>
                  </a:lnTo>
                  <a:lnTo>
                    <a:pt x="33" y="114"/>
                  </a:lnTo>
                  <a:lnTo>
                    <a:pt x="32" y="116"/>
                  </a:lnTo>
                  <a:lnTo>
                    <a:pt x="30" y="114"/>
                  </a:lnTo>
                  <a:lnTo>
                    <a:pt x="26" y="116"/>
                  </a:lnTo>
                  <a:lnTo>
                    <a:pt x="24" y="116"/>
                  </a:lnTo>
                  <a:lnTo>
                    <a:pt x="23" y="116"/>
                  </a:lnTo>
                  <a:lnTo>
                    <a:pt x="21" y="114"/>
                  </a:lnTo>
                  <a:lnTo>
                    <a:pt x="21" y="114"/>
                  </a:lnTo>
                  <a:lnTo>
                    <a:pt x="19" y="116"/>
                  </a:lnTo>
                  <a:lnTo>
                    <a:pt x="19" y="119"/>
                  </a:lnTo>
                  <a:lnTo>
                    <a:pt x="17" y="121"/>
                  </a:lnTo>
                  <a:lnTo>
                    <a:pt x="17" y="123"/>
                  </a:lnTo>
                  <a:lnTo>
                    <a:pt x="17" y="121"/>
                  </a:lnTo>
                  <a:lnTo>
                    <a:pt x="13" y="119"/>
                  </a:lnTo>
                  <a:lnTo>
                    <a:pt x="13" y="119"/>
                  </a:lnTo>
                  <a:lnTo>
                    <a:pt x="9" y="119"/>
                  </a:lnTo>
                  <a:lnTo>
                    <a:pt x="7" y="119"/>
                  </a:lnTo>
                  <a:lnTo>
                    <a:pt x="7" y="121"/>
                  </a:lnTo>
                  <a:lnTo>
                    <a:pt x="5" y="121"/>
                  </a:lnTo>
                  <a:lnTo>
                    <a:pt x="4" y="119"/>
                  </a:lnTo>
                  <a:lnTo>
                    <a:pt x="4" y="119"/>
                  </a:lnTo>
                  <a:lnTo>
                    <a:pt x="2" y="119"/>
                  </a:lnTo>
                  <a:lnTo>
                    <a:pt x="2" y="119"/>
                  </a:lnTo>
                  <a:lnTo>
                    <a:pt x="0" y="116"/>
                  </a:lnTo>
                  <a:lnTo>
                    <a:pt x="0" y="116"/>
                  </a:lnTo>
                  <a:lnTo>
                    <a:pt x="2" y="114"/>
                  </a:lnTo>
                  <a:lnTo>
                    <a:pt x="2" y="114"/>
                  </a:lnTo>
                  <a:lnTo>
                    <a:pt x="4" y="114"/>
                  </a:lnTo>
                  <a:lnTo>
                    <a:pt x="5" y="114"/>
                  </a:lnTo>
                  <a:lnTo>
                    <a:pt x="7" y="114"/>
                  </a:lnTo>
                  <a:lnTo>
                    <a:pt x="9" y="113"/>
                  </a:lnTo>
                  <a:lnTo>
                    <a:pt x="9" y="111"/>
                  </a:lnTo>
                  <a:lnTo>
                    <a:pt x="11" y="111"/>
                  </a:lnTo>
                  <a:lnTo>
                    <a:pt x="13" y="109"/>
                  </a:lnTo>
                  <a:lnTo>
                    <a:pt x="14" y="109"/>
                  </a:lnTo>
                  <a:lnTo>
                    <a:pt x="15" y="107"/>
                  </a:lnTo>
                  <a:lnTo>
                    <a:pt x="17" y="106"/>
                  </a:lnTo>
                  <a:lnTo>
                    <a:pt x="17" y="106"/>
                  </a:lnTo>
                  <a:lnTo>
                    <a:pt x="19" y="103"/>
                  </a:lnTo>
                  <a:lnTo>
                    <a:pt x="21" y="102"/>
                  </a:lnTo>
                  <a:lnTo>
                    <a:pt x="24" y="100"/>
                  </a:lnTo>
                  <a:lnTo>
                    <a:pt x="26" y="99"/>
                  </a:lnTo>
                  <a:lnTo>
                    <a:pt x="26" y="96"/>
                  </a:lnTo>
                  <a:lnTo>
                    <a:pt x="28" y="96"/>
                  </a:lnTo>
                  <a:lnTo>
                    <a:pt x="32" y="94"/>
                  </a:lnTo>
                  <a:lnTo>
                    <a:pt x="33" y="94"/>
                  </a:lnTo>
                  <a:lnTo>
                    <a:pt x="35" y="96"/>
                  </a:lnTo>
                  <a:lnTo>
                    <a:pt x="37" y="96"/>
                  </a:lnTo>
                  <a:lnTo>
                    <a:pt x="37" y="96"/>
                  </a:lnTo>
                  <a:lnTo>
                    <a:pt x="38" y="96"/>
                  </a:lnTo>
                  <a:lnTo>
                    <a:pt x="40" y="96"/>
                  </a:lnTo>
                  <a:lnTo>
                    <a:pt x="42" y="96"/>
                  </a:lnTo>
                  <a:lnTo>
                    <a:pt x="43" y="96"/>
                  </a:lnTo>
                  <a:lnTo>
                    <a:pt x="47" y="96"/>
                  </a:lnTo>
                  <a:lnTo>
                    <a:pt x="49" y="94"/>
                  </a:lnTo>
                  <a:lnTo>
                    <a:pt x="51" y="94"/>
                  </a:lnTo>
                  <a:lnTo>
                    <a:pt x="56" y="94"/>
                  </a:lnTo>
                  <a:lnTo>
                    <a:pt x="60" y="94"/>
                  </a:lnTo>
                  <a:lnTo>
                    <a:pt x="62" y="94"/>
                  </a:lnTo>
                  <a:lnTo>
                    <a:pt x="62" y="94"/>
                  </a:lnTo>
                  <a:lnTo>
                    <a:pt x="62" y="94"/>
                  </a:lnTo>
                  <a:lnTo>
                    <a:pt x="62" y="94"/>
                  </a:lnTo>
                  <a:lnTo>
                    <a:pt x="62" y="94"/>
                  </a:lnTo>
                  <a:lnTo>
                    <a:pt x="62" y="96"/>
                  </a:lnTo>
                  <a:lnTo>
                    <a:pt x="66" y="96"/>
                  </a:lnTo>
                  <a:lnTo>
                    <a:pt x="66" y="96"/>
                  </a:lnTo>
                  <a:lnTo>
                    <a:pt x="68" y="94"/>
                  </a:lnTo>
                  <a:lnTo>
                    <a:pt x="70" y="94"/>
                  </a:lnTo>
                  <a:lnTo>
                    <a:pt x="71" y="94"/>
                  </a:lnTo>
                  <a:lnTo>
                    <a:pt x="73" y="94"/>
                  </a:lnTo>
                  <a:lnTo>
                    <a:pt x="71" y="92"/>
                  </a:lnTo>
                  <a:lnTo>
                    <a:pt x="71" y="90"/>
                  </a:lnTo>
                  <a:lnTo>
                    <a:pt x="71" y="86"/>
                  </a:lnTo>
                  <a:lnTo>
                    <a:pt x="73" y="84"/>
                  </a:lnTo>
                  <a:lnTo>
                    <a:pt x="75" y="84"/>
                  </a:lnTo>
                  <a:lnTo>
                    <a:pt x="77" y="83"/>
                  </a:lnTo>
                  <a:lnTo>
                    <a:pt x="79" y="79"/>
                  </a:lnTo>
                  <a:lnTo>
                    <a:pt x="81" y="77"/>
                  </a:lnTo>
                  <a:lnTo>
                    <a:pt x="82" y="75"/>
                  </a:lnTo>
                  <a:lnTo>
                    <a:pt x="82" y="71"/>
                  </a:lnTo>
                  <a:lnTo>
                    <a:pt x="84" y="67"/>
                  </a:lnTo>
                  <a:lnTo>
                    <a:pt x="84" y="67"/>
                  </a:lnTo>
                  <a:lnTo>
                    <a:pt x="87" y="65"/>
                  </a:lnTo>
                  <a:lnTo>
                    <a:pt x="89" y="65"/>
                  </a:lnTo>
                  <a:lnTo>
                    <a:pt x="89" y="65"/>
                  </a:lnTo>
                  <a:lnTo>
                    <a:pt x="89" y="67"/>
                  </a:lnTo>
                  <a:lnTo>
                    <a:pt x="87" y="69"/>
                  </a:lnTo>
                  <a:lnTo>
                    <a:pt x="86" y="69"/>
                  </a:lnTo>
                  <a:lnTo>
                    <a:pt x="86" y="71"/>
                  </a:lnTo>
                  <a:lnTo>
                    <a:pt x="84" y="71"/>
                  </a:lnTo>
                  <a:lnTo>
                    <a:pt x="84" y="71"/>
                  </a:lnTo>
                  <a:lnTo>
                    <a:pt x="86" y="72"/>
                  </a:lnTo>
                  <a:lnTo>
                    <a:pt x="86" y="75"/>
                  </a:lnTo>
                  <a:lnTo>
                    <a:pt x="86" y="75"/>
                  </a:lnTo>
                  <a:lnTo>
                    <a:pt x="86" y="76"/>
                  </a:lnTo>
                  <a:lnTo>
                    <a:pt x="87" y="77"/>
                  </a:lnTo>
                  <a:lnTo>
                    <a:pt x="89" y="77"/>
                  </a:lnTo>
                  <a:lnTo>
                    <a:pt x="89" y="77"/>
                  </a:lnTo>
                  <a:lnTo>
                    <a:pt x="89" y="77"/>
                  </a:lnTo>
                  <a:lnTo>
                    <a:pt x="92" y="75"/>
                  </a:lnTo>
                  <a:lnTo>
                    <a:pt x="92" y="75"/>
                  </a:lnTo>
                  <a:lnTo>
                    <a:pt x="98" y="72"/>
                  </a:lnTo>
                  <a:lnTo>
                    <a:pt x="101" y="71"/>
                  </a:lnTo>
                  <a:lnTo>
                    <a:pt x="101" y="71"/>
                  </a:lnTo>
                  <a:lnTo>
                    <a:pt x="103" y="69"/>
                  </a:lnTo>
                  <a:lnTo>
                    <a:pt x="107" y="67"/>
                  </a:lnTo>
                  <a:lnTo>
                    <a:pt x="109" y="65"/>
                  </a:lnTo>
                  <a:lnTo>
                    <a:pt x="109" y="64"/>
                  </a:lnTo>
                  <a:lnTo>
                    <a:pt x="110" y="62"/>
                  </a:lnTo>
                  <a:lnTo>
                    <a:pt x="110" y="60"/>
                  </a:lnTo>
                  <a:lnTo>
                    <a:pt x="111" y="60"/>
                  </a:lnTo>
                  <a:lnTo>
                    <a:pt x="117" y="57"/>
                  </a:lnTo>
                  <a:lnTo>
                    <a:pt x="117" y="57"/>
                  </a:lnTo>
                  <a:lnTo>
                    <a:pt x="119" y="56"/>
                  </a:lnTo>
                  <a:lnTo>
                    <a:pt x="119" y="53"/>
                  </a:lnTo>
                  <a:lnTo>
                    <a:pt x="119" y="52"/>
                  </a:lnTo>
                  <a:lnTo>
                    <a:pt x="120" y="50"/>
                  </a:lnTo>
                  <a:lnTo>
                    <a:pt x="120" y="47"/>
                  </a:lnTo>
                  <a:lnTo>
                    <a:pt x="122" y="46"/>
                  </a:lnTo>
                  <a:lnTo>
                    <a:pt x="124" y="45"/>
                  </a:lnTo>
                  <a:lnTo>
                    <a:pt x="124" y="43"/>
                  </a:lnTo>
                  <a:lnTo>
                    <a:pt x="126" y="39"/>
                  </a:lnTo>
                  <a:lnTo>
                    <a:pt x="126" y="37"/>
                  </a:lnTo>
                  <a:lnTo>
                    <a:pt x="126" y="37"/>
                  </a:lnTo>
                  <a:lnTo>
                    <a:pt x="126" y="36"/>
                  </a:lnTo>
                  <a:lnTo>
                    <a:pt x="128" y="36"/>
                  </a:lnTo>
                  <a:lnTo>
                    <a:pt x="128" y="34"/>
                  </a:lnTo>
                  <a:lnTo>
                    <a:pt x="128" y="34"/>
                  </a:lnTo>
                  <a:lnTo>
                    <a:pt x="128" y="33"/>
                  </a:lnTo>
                  <a:lnTo>
                    <a:pt x="128" y="29"/>
                  </a:lnTo>
                  <a:lnTo>
                    <a:pt x="126" y="27"/>
                  </a:lnTo>
                  <a:lnTo>
                    <a:pt x="126" y="27"/>
                  </a:lnTo>
                  <a:lnTo>
                    <a:pt x="126" y="27"/>
                  </a:lnTo>
                  <a:lnTo>
                    <a:pt x="124" y="27"/>
                  </a:lnTo>
                  <a:lnTo>
                    <a:pt x="122" y="27"/>
                  </a:lnTo>
                  <a:lnTo>
                    <a:pt x="124" y="26"/>
                  </a:lnTo>
                  <a:lnTo>
                    <a:pt x="124" y="26"/>
                  </a:lnTo>
                  <a:lnTo>
                    <a:pt x="126" y="26"/>
                  </a:lnTo>
                  <a:lnTo>
                    <a:pt x="126" y="26"/>
                  </a:lnTo>
                  <a:lnTo>
                    <a:pt x="126" y="24"/>
                  </a:lnTo>
                  <a:lnTo>
                    <a:pt x="128" y="22"/>
                  </a:lnTo>
                  <a:lnTo>
                    <a:pt x="128" y="20"/>
                  </a:lnTo>
                  <a:lnTo>
                    <a:pt x="126" y="18"/>
                  </a:lnTo>
                  <a:lnTo>
                    <a:pt x="126" y="17"/>
                  </a:lnTo>
                  <a:lnTo>
                    <a:pt x="126" y="17"/>
                  </a:lnTo>
                  <a:lnTo>
                    <a:pt x="126" y="15"/>
                  </a:lnTo>
                  <a:lnTo>
                    <a:pt x="128" y="13"/>
                  </a:lnTo>
                  <a:lnTo>
                    <a:pt x="128" y="13"/>
                  </a:lnTo>
                  <a:lnTo>
                    <a:pt x="129" y="13"/>
                  </a:lnTo>
                  <a:lnTo>
                    <a:pt x="129" y="13"/>
                  </a:lnTo>
                  <a:lnTo>
                    <a:pt x="131" y="13"/>
                  </a:lnTo>
                  <a:lnTo>
                    <a:pt x="131" y="11"/>
                  </a:lnTo>
                  <a:lnTo>
                    <a:pt x="131" y="9"/>
                  </a:lnTo>
                  <a:lnTo>
                    <a:pt x="131" y="9"/>
                  </a:lnTo>
                  <a:lnTo>
                    <a:pt x="131" y="6"/>
                  </a:lnTo>
                  <a:lnTo>
                    <a:pt x="131" y="6"/>
                  </a:lnTo>
                  <a:lnTo>
                    <a:pt x="133" y="6"/>
                  </a:lnTo>
                  <a:lnTo>
                    <a:pt x="133" y="6"/>
                  </a:lnTo>
                  <a:lnTo>
                    <a:pt x="133" y="6"/>
                  </a:lnTo>
                  <a:lnTo>
                    <a:pt x="135" y="6"/>
                  </a:lnTo>
                  <a:lnTo>
                    <a:pt x="135" y="6"/>
                  </a:lnTo>
                  <a:lnTo>
                    <a:pt x="136" y="6"/>
                  </a:lnTo>
                  <a:lnTo>
                    <a:pt x="136" y="11"/>
                  </a:lnTo>
                  <a:lnTo>
                    <a:pt x="136" y="11"/>
                  </a:lnTo>
                  <a:lnTo>
                    <a:pt x="136" y="11"/>
                  </a:lnTo>
                  <a:lnTo>
                    <a:pt x="138" y="11"/>
                  </a:lnTo>
                  <a:lnTo>
                    <a:pt x="138" y="11"/>
                  </a:lnTo>
                  <a:lnTo>
                    <a:pt x="138" y="9"/>
                  </a:lnTo>
                  <a:lnTo>
                    <a:pt x="139" y="9"/>
                  </a:lnTo>
                  <a:lnTo>
                    <a:pt x="141" y="11"/>
                  </a:lnTo>
                  <a:lnTo>
                    <a:pt x="143" y="9"/>
                  </a:lnTo>
                  <a:lnTo>
                    <a:pt x="143" y="9"/>
                  </a:lnTo>
                  <a:lnTo>
                    <a:pt x="145" y="8"/>
                  </a:lnTo>
                  <a:lnTo>
                    <a:pt x="143" y="6"/>
                  </a:lnTo>
                  <a:lnTo>
                    <a:pt x="143" y="5"/>
                  </a:lnTo>
                  <a:lnTo>
                    <a:pt x="143" y="6"/>
                  </a:lnTo>
                  <a:lnTo>
                    <a:pt x="141" y="6"/>
                  </a:lnTo>
                  <a:lnTo>
                    <a:pt x="141" y="6"/>
                  </a:lnTo>
                  <a:lnTo>
                    <a:pt x="138" y="6"/>
                  </a:lnTo>
                  <a:lnTo>
                    <a:pt x="138" y="5"/>
                  </a:lnTo>
                  <a:lnTo>
                    <a:pt x="138" y="3"/>
                  </a:lnTo>
                  <a:lnTo>
                    <a:pt x="139" y="0"/>
                  </a:lnTo>
                  <a:lnTo>
                    <a:pt x="139"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6" name="Freeform 11536"/>
            <p:cNvSpPr/>
            <p:nvPr/>
          </p:nvSpPr>
          <p:spPr bwMode="auto">
            <a:xfrm>
              <a:off x="4295978" y="1302193"/>
              <a:ext cx="76200" cy="46435"/>
            </a:xfrm>
            <a:custGeom>
              <a:avLst/>
              <a:gdLst>
                <a:gd name="T0" fmla="*/ 19 w 64"/>
                <a:gd name="T1" fmla="*/ 0 h 39"/>
                <a:gd name="T2" fmla="*/ 25 w 64"/>
                <a:gd name="T3" fmla="*/ 0 h 39"/>
                <a:gd name="T4" fmla="*/ 28 w 64"/>
                <a:gd name="T5" fmla="*/ 10 h 39"/>
                <a:gd name="T6" fmla="*/ 34 w 64"/>
                <a:gd name="T7" fmla="*/ 10 h 39"/>
                <a:gd name="T8" fmla="*/ 40 w 64"/>
                <a:gd name="T9" fmla="*/ 10 h 39"/>
                <a:gd name="T10" fmla="*/ 44 w 64"/>
                <a:gd name="T11" fmla="*/ 12 h 39"/>
                <a:gd name="T12" fmla="*/ 40 w 64"/>
                <a:gd name="T13" fmla="*/ 14 h 39"/>
                <a:gd name="T14" fmla="*/ 42 w 64"/>
                <a:gd name="T15" fmla="*/ 17 h 39"/>
                <a:gd name="T16" fmla="*/ 50 w 64"/>
                <a:gd name="T17" fmla="*/ 20 h 39"/>
                <a:gd name="T18" fmla="*/ 59 w 64"/>
                <a:gd name="T19" fmla="*/ 22 h 39"/>
                <a:gd name="T20" fmla="*/ 54 w 64"/>
                <a:gd name="T21" fmla="*/ 26 h 39"/>
                <a:gd name="T22" fmla="*/ 50 w 64"/>
                <a:gd name="T23" fmla="*/ 29 h 39"/>
                <a:gd name="T24" fmla="*/ 47 w 64"/>
                <a:gd name="T25" fmla="*/ 33 h 39"/>
                <a:gd name="T26" fmla="*/ 44 w 64"/>
                <a:gd name="T27" fmla="*/ 35 h 39"/>
                <a:gd name="T28" fmla="*/ 38 w 64"/>
                <a:gd name="T29" fmla="*/ 35 h 39"/>
                <a:gd name="T30" fmla="*/ 35 w 64"/>
                <a:gd name="T31" fmla="*/ 39 h 39"/>
                <a:gd name="T32" fmla="*/ 29 w 64"/>
                <a:gd name="T33" fmla="*/ 37 h 39"/>
                <a:gd name="T34" fmla="*/ 31 w 64"/>
                <a:gd name="T35" fmla="*/ 35 h 39"/>
                <a:gd name="T36" fmla="*/ 34 w 64"/>
                <a:gd name="T37" fmla="*/ 31 h 39"/>
                <a:gd name="T38" fmla="*/ 34 w 64"/>
                <a:gd name="T39" fmla="*/ 29 h 39"/>
                <a:gd name="T40" fmla="*/ 29 w 64"/>
                <a:gd name="T41" fmla="*/ 29 h 39"/>
                <a:gd name="T42" fmla="*/ 28 w 64"/>
                <a:gd name="T43" fmla="*/ 31 h 39"/>
                <a:gd name="T44" fmla="*/ 23 w 64"/>
                <a:gd name="T45" fmla="*/ 31 h 39"/>
                <a:gd name="T46" fmla="*/ 8 w 64"/>
                <a:gd name="T47" fmla="*/ 33 h 39"/>
                <a:gd name="T48" fmla="*/ 12 w 64"/>
                <a:gd name="T49" fmla="*/ 28 h 39"/>
                <a:gd name="T50" fmla="*/ 14 w 64"/>
                <a:gd name="T51" fmla="*/ 24 h 39"/>
                <a:gd name="T52" fmla="*/ 19 w 64"/>
                <a:gd name="T53" fmla="*/ 19 h 39"/>
                <a:gd name="T54" fmla="*/ 12 w 64"/>
                <a:gd name="T55" fmla="*/ 17 h 39"/>
                <a:gd name="T56" fmla="*/ 8 w 64"/>
                <a:gd name="T57" fmla="*/ 12 h 39"/>
                <a:gd name="T58" fmla="*/ 3 w 64"/>
                <a:gd name="T59" fmla="*/ 7 h 39"/>
                <a:gd name="T60" fmla="*/ 1 w 64"/>
                <a:gd name="T61" fmla="*/ 5 h 39"/>
                <a:gd name="T62" fmla="*/ 1 w 64"/>
                <a:gd name="T63" fmla="*/ 1 h 39"/>
                <a:gd name="T64" fmla="*/ 16 w 64"/>
                <a:gd name="T6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39">
                  <a:moveTo>
                    <a:pt x="16" y="0"/>
                  </a:moveTo>
                  <a:lnTo>
                    <a:pt x="19" y="0"/>
                  </a:lnTo>
                  <a:lnTo>
                    <a:pt x="21" y="0"/>
                  </a:lnTo>
                  <a:lnTo>
                    <a:pt x="25" y="0"/>
                  </a:lnTo>
                  <a:lnTo>
                    <a:pt x="25" y="5"/>
                  </a:lnTo>
                  <a:lnTo>
                    <a:pt x="28" y="10"/>
                  </a:lnTo>
                  <a:lnTo>
                    <a:pt x="29" y="10"/>
                  </a:lnTo>
                  <a:lnTo>
                    <a:pt x="34" y="10"/>
                  </a:lnTo>
                  <a:lnTo>
                    <a:pt x="38" y="9"/>
                  </a:lnTo>
                  <a:lnTo>
                    <a:pt x="40" y="10"/>
                  </a:lnTo>
                  <a:lnTo>
                    <a:pt x="42" y="12"/>
                  </a:lnTo>
                  <a:lnTo>
                    <a:pt x="44" y="12"/>
                  </a:lnTo>
                  <a:lnTo>
                    <a:pt x="42" y="14"/>
                  </a:lnTo>
                  <a:lnTo>
                    <a:pt x="40" y="14"/>
                  </a:lnTo>
                  <a:lnTo>
                    <a:pt x="40" y="17"/>
                  </a:lnTo>
                  <a:lnTo>
                    <a:pt x="42" y="17"/>
                  </a:lnTo>
                  <a:lnTo>
                    <a:pt x="47" y="20"/>
                  </a:lnTo>
                  <a:lnTo>
                    <a:pt x="50" y="20"/>
                  </a:lnTo>
                  <a:lnTo>
                    <a:pt x="54" y="19"/>
                  </a:lnTo>
                  <a:lnTo>
                    <a:pt x="59" y="22"/>
                  </a:lnTo>
                  <a:lnTo>
                    <a:pt x="64" y="24"/>
                  </a:lnTo>
                  <a:lnTo>
                    <a:pt x="54" y="26"/>
                  </a:lnTo>
                  <a:lnTo>
                    <a:pt x="53" y="28"/>
                  </a:lnTo>
                  <a:lnTo>
                    <a:pt x="50" y="29"/>
                  </a:lnTo>
                  <a:lnTo>
                    <a:pt x="49" y="31"/>
                  </a:lnTo>
                  <a:lnTo>
                    <a:pt x="47" y="33"/>
                  </a:lnTo>
                  <a:lnTo>
                    <a:pt x="45" y="35"/>
                  </a:lnTo>
                  <a:lnTo>
                    <a:pt x="44" y="35"/>
                  </a:lnTo>
                  <a:lnTo>
                    <a:pt x="38" y="35"/>
                  </a:lnTo>
                  <a:lnTo>
                    <a:pt x="38" y="35"/>
                  </a:lnTo>
                  <a:lnTo>
                    <a:pt x="36" y="37"/>
                  </a:lnTo>
                  <a:lnTo>
                    <a:pt x="35" y="39"/>
                  </a:lnTo>
                  <a:lnTo>
                    <a:pt x="31" y="39"/>
                  </a:lnTo>
                  <a:lnTo>
                    <a:pt x="29" y="37"/>
                  </a:lnTo>
                  <a:lnTo>
                    <a:pt x="29" y="37"/>
                  </a:lnTo>
                  <a:lnTo>
                    <a:pt x="31" y="35"/>
                  </a:lnTo>
                  <a:lnTo>
                    <a:pt x="29" y="33"/>
                  </a:lnTo>
                  <a:lnTo>
                    <a:pt x="34" y="31"/>
                  </a:lnTo>
                  <a:lnTo>
                    <a:pt x="34" y="29"/>
                  </a:lnTo>
                  <a:lnTo>
                    <a:pt x="34" y="29"/>
                  </a:lnTo>
                  <a:lnTo>
                    <a:pt x="34" y="29"/>
                  </a:lnTo>
                  <a:lnTo>
                    <a:pt x="29" y="29"/>
                  </a:lnTo>
                  <a:lnTo>
                    <a:pt x="29" y="29"/>
                  </a:lnTo>
                  <a:lnTo>
                    <a:pt x="28" y="31"/>
                  </a:lnTo>
                  <a:lnTo>
                    <a:pt x="25" y="31"/>
                  </a:lnTo>
                  <a:lnTo>
                    <a:pt x="23" y="31"/>
                  </a:lnTo>
                  <a:lnTo>
                    <a:pt x="10" y="33"/>
                  </a:lnTo>
                  <a:lnTo>
                    <a:pt x="8" y="33"/>
                  </a:lnTo>
                  <a:lnTo>
                    <a:pt x="8" y="29"/>
                  </a:lnTo>
                  <a:lnTo>
                    <a:pt x="12" y="28"/>
                  </a:lnTo>
                  <a:lnTo>
                    <a:pt x="14" y="26"/>
                  </a:lnTo>
                  <a:lnTo>
                    <a:pt x="14" y="24"/>
                  </a:lnTo>
                  <a:lnTo>
                    <a:pt x="16" y="22"/>
                  </a:lnTo>
                  <a:lnTo>
                    <a:pt x="19" y="19"/>
                  </a:lnTo>
                  <a:lnTo>
                    <a:pt x="19" y="19"/>
                  </a:lnTo>
                  <a:lnTo>
                    <a:pt x="12" y="17"/>
                  </a:lnTo>
                  <a:lnTo>
                    <a:pt x="10" y="15"/>
                  </a:lnTo>
                  <a:lnTo>
                    <a:pt x="8" y="12"/>
                  </a:lnTo>
                  <a:lnTo>
                    <a:pt x="6" y="9"/>
                  </a:lnTo>
                  <a:lnTo>
                    <a:pt x="3" y="7"/>
                  </a:lnTo>
                  <a:lnTo>
                    <a:pt x="3" y="5"/>
                  </a:lnTo>
                  <a:lnTo>
                    <a:pt x="1" y="5"/>
                  </a:lnTo>
                  <a:lnTo>
                    <a:pt x="0" y="3"/>
                  </a:lnTo>
                  <a:lnTo>
                    <a:pt x="1" y="1"/>
                  </a:lnTo>
                  <a:lnTo>
                    <a:pt x="10" y="0"/>
                  </a:lnTo>
                  <a:lnTo>
                    <a:pt x="16"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7" name="Freeform 11547"/>
            <p:cNvSpPr/>
            <p:nvPr/>
          </p:nvSpPr>
          <p:spPr bwMode="auto">
            <a:xfrm>
              <a:off x="4108425" y="1249980"/>
              <a:ext cx="177404" cy="123825"/>
            </a:xfrm>
            <a:custGeom>
              <a:avLst/>
              <a:gdLst>
                <a:gd name="T0" fmla="*/ 85 w 149"/>
                <a:gd name="T1" fmla="*/ 4 h 104"/>
                <a:gd name="T2" fmla="*/ 96 w 149"/>
                <a:gd name="T3" fmla="*/ 6 h 104"/>
                <a:gd name="T4" fmla="*/ 96 w 149"/>
                <a:gd name="T5" fmla="*/ 16 h 104"/>
                <a:gd name="T6" fmla="*/ 105 w 149"/>
                <a:gd name="T7" fmla="*/ 14 h 104"/>
                <a:gd name="T8" fmla="*/ 111 w 149"/>
                <a:gd name="T9" fmla="*/ 19 h 104"/>
                <a:gd name="T10" fmla="*/ 111 w 149"/>
                <a:gd name="T11" fmla="*/ 25 h 104"/>
                <a:gd name="T12" fmla="*/ 117 w 149"/>
                <a:gd name="T13" fmla="*/ 28 h 104"/>
                <a:gd name="T14" fmla="*/ 131 w 149"/>
                <a:gd name="T15" fmla="*/ 28 h 104"/>
                <a:gd name="T16" fmla="*/ 136 w 149"/>
                <a:gd name="T17" fmla="*/ 34 h 104"/>
                <a:gd name="T18" fmla="*/ 149 w 149"/>
                <a:gd name="T19" fmla="*/ 40 h 104"/>
                <a:gd name="T20" fmla="*/ 126 w 149"/>
                <a:gd name="T21" fmla="*/ 44 h 104"/>
                <a:gd name="T22" fmla="*/ 117 w 149"/>
                <a:gd name="T23" fmla="*/ 51 h 104"/>
                <a:gd name="T24" fmla="*/ 115 w 149"/>
                <a:gd name="T25" fmla="*/ 60 h 104"/>
                <a:gd name="T26" fmla="*/ 107 w 149"/>
                <a:gd name="T27" fmla="*/ 63 h 104"/>
                <a:gd name="T28" fmla="*/ 105 w 149"/>
                <a:gd name="T29" fmla="*/ 77 h 104"/>
                <a:gd name="T30" fmla="*/ 92 w 149"/>
                <a:gd name="T31" fmla="*/ 87 h 104"/>
                <a:gd name="T32" fmla="*/ 87 w 149"/>
                <a:gd name="T33" fmla="*/ 98 h 104"/>
                <a:gd name="T34" fmla="*/ 84 w 149"/>
                <a:gd name="T35" fmla="*/ 104 h 104"/>
                <a:gd name="T36" fmla="*/ 73 w 149"/>
                <a:gd name="T37" fmla="*/ 98 h 104"/>
                <a:gd name="T38" fmla="*/ 51 w 149"/>
                <a:gd name="T39" fmla="*/ 85 h 104"/>
                <a:gd name="T40" fmla="*/ 45 w 149"/>
                <a:gd name="T41" fmla="*/ 77 h 104"/>
                <a:gd name="T42" fmla="*/ 54 w 149"/>
                <a:gd name="T43" fmla="*/ 77 h 104"/>
                <a:gd name="T44" fmla="*/ 87 w 149"/>
                <a:gd name="T45" fmla="*/ 68 h 104"/>
                <a:gd name="T46" fmla="*/ 75 w 149"/>
                <a:gd name="T47" fmla="*/ 66 h 104"/>
                <a:gd name="T48" fmla="*/ 58 w 149"/>
                <a:gd name="T49" fmla="*/ 68 h 104"/>
                <a:gd name="T50" fmla="*/ 42 w 149"/>
                <a:gd name="T51" fmla="*/ 66 h 104"/>
                <a:gd name="T52" fmla="*/ 43 w 149"/>
                <a:gd name="T53" fmla="*/ 60 h 104"/>
                <a:gd name="T54" fmla="*/ 60 w 149"/>
                <a:gd name="T55" fmla="*/ 58 h 104"/>
                <a:gd name="T56" fmla="*/ 68 w 149"/>
                <a:gd name="T57" fmla="*/ 55 h 104"/>
                <a:gd name="T58" fmla="*/ 87 w 149"/>
                <a:gd name="T59" fmla="*/ 51 h 104"/>
                <a:gd name="T60" fmla="*/ 81 w 149"/>
                <a:gd name="T61" fmla="*/ 49 h 104"/>
                <a:gd name="T62" fmla="*/ 81 w 149"/>
                <a:gd name="T63" fmla="*/ 44 h 104"/>
                <a:gd name="T64" fmla="*/ 64 w 149"/>
                <a:gd name="T65" fmla="*/ 47 h 104"/>
                <a:gd name="T66" fmla="*/ 64 w 149"/>
                <a:gd name="T67" fmla="*/ 40 h 104"/>
                <a:gd name="T68" fmla="*/ 60 w 149"/>
                <a:gd name="T69" fmla="*/ 44 h 104"/>
                <a:gd name="T70" fmla="*/ 56 w 149"/>
                <a:gd name="T71" fmla="*/ 40 h 104"/>
                <a:gd name="T72" fmla="*/ 53 w 149"/>
                <a:gd name="T73" fmla="*/ 47 h 104"/>
                <a:gd name="T74" fmla="*/ 51 w 149"/>
                <a:gd name="T75" fmla="*/ 53 h 104"/>
                <a:gd name="T76" fmla="*/ 35 w 149"/>
                <a:gd name="T77" fmla="*/ 56 h 104"/>
                <a:gd name="T78" fmla="*/ 24 w 149"/>
                <a:gd name="T79" fmla="*/ 49 h 104"/>
                <a:gd name="T80" fmla="*/ 15 w 149"/>
                <a:gd name="T81" fmla="*/ 40 h 104"/>
                <a:gd name="T82" fmla="*/ 9 w 149"/>
                <a:gd name="T83" fmla="*/ 34 h 104"/>
                <a:gd name="T84" fmla="*/ 24 w 149"/>
                <a:gd name="T85" fmla="*/ 34 h 104"/>
                <a:gd name="T86" fmla="*/ 17 w 149"/>
                <a:gd name="T87" fmla="*/ 32 h 104"/>
                <a:gd name="T88" fmla="*/ 19 w 149"/>
                <a:gd name="T89" fmla="*/ 25 h 104"/>
                <a:gd name="T90" fmla="*/ 13 w 149"/>
                <a:gd name="T91" fmla="*/ 28 h 104"/>
                <a:gd name="T92" fmla="*/ 4 w 149"/>
                <a:gd name="T93" fmla="*/ 21 h 104"/>
                <a:gd name="T94" fmla="*/ 0 w 149"/>
                <a:gd name="T95" fmla="*/ 14 h 104"/>
                <a:gd name="T96" fmla="*/ 2 w 149"/>
                <a:gd name="T97" fmla="*/ 9 h 104"/>
                <a:gd name="T98" fmla="*/ 7 w 149"/>
                <a:gd name="T99" fmla="*/ 11 h 104"/>
                <a:gd name="T100" fmla="*/ 21 w 149"/>
                <a:gd name="T101" fmla="*/ 11 h 104"/>
                <a:gd name="T102" fmla="*/ 26 w 149"/>
                <a:gd name="T103" fmla="*/ 9 h 104"/>
                <a:gd name="T104" fmla="*/ 45 w 149"/>
                <a:gd name="T105" fmla="*/ 9 h 104"/>
                <a:gd name="T106" fmla="*/ 26 w 149"/>
                <a:gd name="T107" fmla="*/ 16 h 104"/>
                <a:gd name="T108" fmla="*/ 40 w 149"/>
                <a:gd name="T109" fmla="*/ 19 h 104"/>
                <a:gd name="T110" fmla="*/ 47 w 149"/>
                <a:gd name="T111" fmla="*/ 21 h 104"/>
                <a:gd name="T112" fmla="*/ 49 w 149"/>
                <a:gd name="T113" fmla="*/ 14 h 104"/>
                <a:gd name="T114" fmla="*/ 62 w 149"/>
                <a:gd name="T115" fmla="*/ 16 h 104"/>
                <a:gd name="T116" fmla="*/ 77 w 149"/>
                <a:gd name="T117" fmla="*/ 34 h 104"/>
                <a:gd name="T118" fmla="*/ 72 w 149"/>
                <a:gd name="T119" fmla="*/ 14 h 104"/>
                <a:gd name="T120" fmla="*/ 75 w 149"/>
                <a:gd name="T121" fmla="*/ 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9" h="104">
                  <a:moveTo>
                    <a:pt x="79" y="0"/>
                  </a:moveTo>
                  <a:lnTo>
                    <a:pt x="81" y="2"/>
                  </a:lnTo>
                  <a:lnTo>
                    <a:pt x="84" y="6"/>
                  </a:lnTo>
                  <a:lnTo>
                    <a:pt x="85" y="6"/>
                  </a:lnTo>
                  <a:lnTo>
                    <a:pt x="85" y="4"/>
                  </a:lnTo>
                  <a:lnTo>
                    <a:pt x="85" y="4"/>
                  </a:lnTo>
                  <a:lnTo>
                    <a:pt x="87" y="4"/>
                  </a:lnTo>
                  <a:lnTo>
                    <a:pt x="91" y="4"/>
                  </a:lnTo>
                  <a:lnTo>
                    <a:pt x="96" y="6"/>
                  </a:lnTo>
                  <a:lnTo>
                    <a:pt x="96" y="6"/>
                  </a:lnTo>
                  <a:lnTo>
                    <a:pt x="100" y="8"/>
                  </a:lnTo>
                  <a:lnTo>
                    <a:pt x="101" y="11"/>
                  </a:lnTo>
                  <a:lnTo>
                    <a:pt x="100" y="12"/>
                  </a:lnTo>
                  <a:lnTo>
                    <a:pt x="98" y="16"/>
                  </a:lnTo>
                  <a:lnTo>
                    <a:pt x="96" y="16"/>
                  </a:lnTo>
                  <a:lnTo>
                    <a:pt x="98" y="17"/>
                  </a:lnTo>
                  <a:lnTo>
                    <a:pt x="98" y="19"/>
                  </a:lnTo>
                  <a:lnTo>
                    <a:pt x="96" y="21"/>
                  </a:lnTo>
                  <a:lnTo>
                    <a:pt x="100" y="19"/>
                  </a:lnTo>
                  <a:lnTo>
                    <a:pt x="105" y="14"/>
                  </a:lnTo>
                  <a:lnTo>
                    <a:pt x="107" y="14"/>
                  </a:lnTo>
                  <a:lnTo>
                    <a:pt x="107" y="14"/>
                  </a:lnTo>
                  <a:lnTo>
                    <a:pt x="110" y="16"/>
                  </a:lnTo>
                  <a:lnTo>
                    <a:pt x="111" y="17"/>
                  </a:lnTo>
                  <a:lnTo>
                    <a:pt x="111" y="19"/>
                  </a:lnTo>
                  <a:lnTo>
                    <a:pt x="111" y="19"/>
                  </a:lnTo>
                  <a:lnTo>
                    <a:pt x="113" y="21"/>
                  </a:lnTo>
                  <a:lnTo>
                    <a:pt x="113" y="23"/>
                  </a:lnTo>
                  <a:lnTo>
                    <a:pt x="111" y="23"/>
                  </a:lnTo>
                  <a:lnTo>
                    <a:pt x="111" y="25"/>
                  </a:lnTo>
                  <a:lnTo>
                    <a:pt x="110" y="25"/>
                  </a:lnTo>
                  <a:lnTo>
                    <a:pt x="111" y="25"/>
                  </a:lnTo>
                  <a:lnTo>
                    <a:pt x="113" y="25"/>
                  </a:lnTo>
                  <a:lnTo>
                    <a:pt x="115" y="27"/>
                  </a:lnTo>
                  <a:lnTo>
                    <a:pt x="117" y="28"/>
                  </a:lnTo>
                  <a:lnTo>
                    <a:pt x="122" y="28"/>
                  </a:lnTo>
                  <a:lnTo>
                    <a:pt x="126" y="28"/>
                  </a:lnTo>
                  <a:lnTo>
                    <a:pt x="128" y="32"/>
                  </a:lnTo>
                  <a:lnTo>
                    <a:pt x="131" y="30"/>
                  </a:lnTo>
                  <a:lnTo>
                    <a:pt x="131" y="28"/>
                  </a:lnTo>
                  <a:lnTo>
                    <a:pt x="131" y="28"/>
                  </a:lnTo>
                  <a:lnTo>
                    <a:pt x="134" y="28"/>
                  </a:lnTo>
                  <a:lnTo>
                    <a:pt x="138" y="30"/>
                  </a:lnTo>
                  <a:lnTo>
                    <a:pt x="139" y="32"/>
                  </a:lnTo>
                  <a:lnTo>
                    <a:pt x="136" y="34"/>
                  </a:lnTo>
                  <a:lnTo>
                    <a:pt x="139" y="36"/>
                  </a:lnTo>
                  <a:lnTo>
                    <a:pt x="143" y="36"/>
                  </a:lnTo>
                  <a:lnTo>
                    <a:pt x="147" y="38"/>
                  </a:lnTo>
                  <a:lnTo>
                    <a:pt x="149" y="40"/>
                  </a:lnTo>
                  <a:lnTo>
                    <a:pt x="149" y="40"/>
                  </a:lnTo>
                  <a:lnTo>
                    <a:pt x="147" y="42"/>
                  </a:lnTo>
                  <a:lnTo>
                    <a:pt x="145" y="42"/>
                  </a:lnTo>
                  <a:lnTo>
                    <a:pt x="139" y="42"/>
                  </a:lnTo>
                  <a:lnTo>
                    <a:pt x="134" y="44"/>
                  </a:lnTo>
                  <a:lnTo>
                    <a:pt x="126" y="44"/>
                  </a:lnTo>
                  <a:lnTo>
                    <a:pt x="124" y="44"/>
                  </a:lnTo>
                  <a:lnTo>
                    <a:pt x="124" y="46"/>
                  </a:lnTo>
                  <a:lnTo>
                    <a:pt x="124" y="46"/>
                  </a:lnTo>
                  <a:lnTo>
                    <a:pt x="120" y="49"/>
                  </a:lnTo>
                  <a:lnTo>
                    <a:pt x="117" y="51"/>
                  </a:lnTo>
                  <a:lnTo>
                    <a:pt x="115" y="53"/>
                  </a:lnTo>
                  <a:lnTo>
                    <a:pt x="115" y="56"/>
                  </a:lnTo>
                  <a:lnTo>
                    <a:pt x="115" y="58"/>
                  </a:lnTo>
                  <a:lnTo>
                    <a:pt x="115" y="58"/>
                  </a:lnTo>
                  <a:lnTo>
                    <a:pt x="115" y="60"/>
                  </a:lnTo>
                  <a:lnTo>
                    <a:pt x="111" y="61"/>
                  </a:lnTo>
                  <a:lnTo>
                    <a:pt x="111" y="61"/>
                  </a:lnTo>
                  <a:lnTo>
                    <a:pt x="110" y="61"/>
                  </a:lnTo>
                  <a:lnTo>
                    <a:pt x="107" y="61"/>
                  </a:lnTo>
                  <a:lnTo>
                    <a:pt x="107" y="63"/>
                  </a:lnTo>
                  <a:lnTo>
                    <a:pt x="107" y="65"/>
                  </a:lnTo>
                  <a:lnTo>
                    <a:pt x="107" y="68"/>
                  </a:lnTo>
                  <a:lnTo>
                    <a:pt x="107" y="72"/>
                  </a:lnTo>
                  <a:lnTo>
                    <a:pt x="105" y="75"/>
                  </a:lnTo>
                  <a:lnTo>
                    <a:pt x="105" y="77"/>
                  </a:lnTo>
                  <a:lnTo>
                    <a:pt x="103" y="77"/>
                  </a:lnTo>
                  <a:lnTo>
                    <a:pt x="100" y="77"/>
                  </a:lnTo>
                  <a:lnTo>
                    <a:pt x="96" y="81"/>
                  </a:lnTo>
                  <a:lnTo>
                    <a:pt x="94" y="85"/>
                  </a:lnTo>
                  <a:lnTo>
                    <a:pt x="92" y="87"/>
                  </a:lnTo>
                  <a:lnTo>
                    <a:pt x="89" y="91"/>
                  </a:lnTo>
                  <a:lnTo>
                    <a:pt x="91" y="91"/>
                  </a:lnTo>
                  <a:lnTo>
                    <a:pt x="91" y="93"/>
                  </a:lnTo>
                  <a:lnTo>
                    <a:pt x="89" y="94"/>
                  </a:lnTo>
                  <a:lnTo>
                    <a:pt x="87" y="98"/>
                  </a:lnTo>
                  <a:lnTo>
                    <a:pt x="87" y="98"/>
                  </a:lnTo>
                  <a:lnTo>
                    <a:pt x="87" y="100"/>
                  </a:lnTo>
                  <a:lnTo>
                    <a:pt x="89" y="102"/>
                  </a:lnTo>
                  <a:lnTo>
                    <a:pt x="87" y="104"/>
                  </a:lnTo>
                  <a:lnTo>
                    <a:pt x="84" y="104"/>
                  </a:lnTo>
                  <a:lnTo>
                    <a:pt x="81" y="104"/>
                  </a:lnTo>
                  <a:lnTo>
                    <a:pt x="79" y="102"/>
                  </a:lnTo>
                  <a:lnTo>
                    <a:pt x="77" y="100"/>
                  </a:lnTo>
                  <a:lnTo>
                    <a:pt x="75" y="100"/>
                  </a:lnTo>
                  <a:lnTo>
                    <a:pt x="73" y="98"/>
                  </a:lnTo>
                  <a:lnTo>
                    <a:pt x="68" y="94"/>
                  </a:lnTo>
                  <a:lnTo>
                    <a:pt x="61" y="89"/>
                  </a:lnTo>
                  <a:lnTo>
                    <a:pt x="56" y="87"/>
                  </a:lnTo>
                  <a:lnTo>
                    <a:pt x="53" y="85"/>
                  </a:lnTo>
                  <a:lnTo>
                    <a:pt x="51" y="85"/>
                  </a:lnTo>
                  <a:lnTo>
                    <a:pt x="49" y="85"/>
                  </a:lnTo>
                  <a:lnTo>
                    <a:pt x="47" y="83"/>
                  </a:lnTo>
                  <a:lnTo>
                    <a:pt x="47" y="81"/>
                  </a:lnTo>
                  <a:lnTo>
                    <a:pt x="45" y="79"/>
                  </a:lnTo>
                  <a:lnTo>
                    <a:pt x="45" y="77"/>
                  </a:lnTo>
                  <a:lnTo>
                    <a:pt x="45" y="75"/>
                  </a:lnTo>
                  <a:lnTo>
                    <a:pt x="47" y="75"/>
                  </a:lnTo>
                  <a:lnTo>
                    <a:pt x="51" y="75"/>
                  </a:lnTo>
                  <a:lnTo>
                    <a:pt x="53" y="75"/>
                  </a:lnTo>
                  <a:lnTo>
                    <a:pt x="54" y="77"/>
                  </a:lnTo>
                  <a:lnTo>
                    <a:pt x="56" y="77"/>
                  </a:lnTo>
                  <a:lnTo>
                    <a:pt x="60" y="72"/>
                  </a:lnTo>
                  <a:lnTo>
                    <a:pt x="77" y="68"/>
                  </a:lnTo>
                  <a:lnTo>
                    <a:pt x="82" y="68"/>
                  </a:lnTo>
                  <a:lnTo>
                    <a:pt x="87" y="68"/>
                  </a:lnTo>
                  <a:lnTo>
                    <a:pt x="87" y="66"/>
                  </a:lnTo>
                  <a:lnTo>
                    <a:pt x="85" y="65"/>
                  </a:lnTo>
                  <a:lnTo>
                    <a:pt x="85" y="65"/>
                  </a:lnTo>
                  <a:lnTo>
                    <a:pt x="81" y="66"/>
                  </a:lnTo>
                  <a:lnTo>
                    <a:pt x="75" y="66"/>
                  </a:lnTo>
                  <a:lnTo>
                    <a:pt x="72" y="66"/>
                  </a:lnTo>
                  <a:lnTo>
                    <a:pt x="68" y="66"/>
                  </a:lnTo>
                  <a:lnTo>
                    <a:pt x="64" y="66"/>
                  </a:lnTo>
                  <a:lnTo>
                    <a:pt x="61" y="68"/>
                  </a:lnTo>
                  <a:lnTo>
                    <a:pt x="58" y="68"/>
                  </a:lnTo>
                  <a:lnTo>
                    <a:pt x="54" y="70"/>
                  </a:lnTo>
                  <a:lnTo>
                    <a:pt x="47" y="70"/>
                  </a:lnTo>
                  <a:lnTo>
                    <a:pt x="45" y="68"/>
                  </a:lnTo>
                  <a:lnTo>
                    <a:pt x="43" y="66"/>
                  </a:lnTo>
                  <a:lnTo>
                    <a:pt x="42" y="66"/>
                  </a:lnTo>
                  <a:lnTo>
                    <a:pt x="42" y="65"/>
                  </a:lnTo>
                  <a:lnTo>
                    <a:pt x="42" y="61"/>
                  </a:lnTo>
                  <a:lnTo>
                    <a:pt x="42" y="61"/>
                  </a:lnTo>
                  <a:lnTo>
                    <a:pt x="42" y="60"/>
                  </a:lnTo>
                  <a:lnTo>
                    <a:pt x="43" y="60"/>
                  </a:lnTo>
                  <a:lnTo>
                    <a:pt x="45" y="60"/>
                  </a:lnTo>
                  <a:lnTo>
                    <a:pt x="47" y="61"/>
                  </a:lnTo>
                  <a:lnTo>
                    <a:pt x="51" y="63"/>
                  </a:lnTo>
                  <a:lnTo>
                    <a:pt x="49" y="61"/>
                  </a:lnTo>
                  <a:lnTo>
                    <a:pt x="60" y="58"/>
                  </a:lnTo>
                  <a:lnTo>
                    <a:pt x="64" y="56"/>
                  </a:lnTo>
                  <a:lnTo>
                    <a:pt x="66" y="56"/>
                  </a:lnTo>
                  <a:lnTo>
                    <a:pt x="70" y="56"/>
                  </a:lnTo>
                  <a:lnTo>
                    <a:pt x="68" y="55"/>
                  </a:lnTo>
                  <a:lnTo>
                    <a:pt x="68" y="55"/>
                  </a:lnTo>
                  <a:lnTo>
                    <a:pt x="70" y="53"/>
                  </a:lnTo>
                  <a:lnTo>
                    <a:pt x="72" y="53"/>
                  </a:lnTo>
                  <a:lnTo>
                    <a:pt x="75" y="53"/>
                  </a:lnTo>
                  <a:lnTo>
                    <a:pt x="84" y="53"/>
                  </a:lnTo>
                  <a:lnTo>
                    <a:pt x="87" y="51"/>
                  </a:lnTo>
                  <a:lnTo>
                    <a:pt x="89" y="51"/>
                  </a:lnTo>
                  <a:lnTo>
                    <a:pt x="87" y="51"/>
                  </a:lnTo>
                  <a:lnTo>
                    <a:pt x="85" y="51"/>
                  </a:lnTo>
                  <a:lnTo>
                    <a:pt x="84" y="51"/>
                  </a:lnTo>
                  <a:lnTo>
                    <a:pt x="81" y="49"/>
                  </a:lnTo>
                  <a:lnTo>
                    <a:pt x="81" y="47"/>
                  </a:lnTo>
                  <a:lnTo>
                    <a:pt x="84" y="44"/>
                  </a:lnTo>
                  <a:lnTo>
                    <a:pt x="84" y="42"/>
                  </a:lnTo>
                  <a:lnTo>
                    <a:pt x="81" y="44"/>
                  </a:lnTo>
                  <a:lnTo>
                    <a:pt x="81" y="44"/>
                  </a:lnTo>
                  <a:lnTo>
                    <a:pt x="75" y="47"/>
                  </a:lnTo>
                  <a:lnTo>
                    <a:pt x="73" y="47"/>
                  </a:lnTo>
                  <a:lnTo>
                    <a:pt x="70" y="49"/>
                  </a:lnTo>
                  <a:lnTo>
                    <a:pt x="66" y="49"/>
                  </a:lnTo>
                  <a:lnTo>
                    <a:pt x="64" y="47"/>
                  </a:lnTo>
                  <a:lnTo>
                    <a:pt x="62" y="46"/>
                  </a:lnTo>
                  <a:lnTo>
                    <a:pt x="62" y="46"/>
                  </a:lnTo>
                  <a:lnTo>
                    <a:pt x="62" y="44"/>
                  </a:lnTo>
                  <a:lnTo>
                    <a:pt x="64" y="42"/>
                  </a:lnTo>
                  <a:lnTo>
                    <a:pt x="64" y="40"/>
                  </a:lnTo>
                  <a:lnTo>
                    <a:pt x="64" y="40"/>
                  </a:lnTo>
                  <a:lnTo>
                    <a:pt x="64" y="38"/>
                  </a:lnTo>
                  <a:lnTo>
                    <a:pt x="62" y="40"/>
                  </a:lnTo>
                  <a:lnTo>
                    <a:pt x="61" y="42"/>
                  </a:lnTo>
                  <a:lnTo>
                    <a:pt x="60" y="44"/>
                  </a:lnTo>
                  <a:lnTo>
                    <a:pt x="58" y="44"/>
                  </a:lnTo>
                  <a:lnTo>
                    <a:pt x="58" y="42"/>
                  </a:lnTo>
                  <a:lnTo>
                    <a:pt x="58" y="42"/>
                  </a:lnTo>
                  <a:lnTo>
                    <a:pt x="56" y="40"/>
                  </a:lnTo>
                  <a:lnTo>
                    <a:pt x="56" y="40"/>
                  </a:lnTo>
                  <a:lnTo>
                    <a:pt x="54" y="42"/>
                  </a:lnTo>
                  <a:lnTo>
                    <a:pt x="53" y="42"/>
                  </a:lnTo>
                  <a:lnTo>
                    <a:pt x="53" y="44"/>
                  </a:lnTo>
                  <a:lnTo>
                    <a:pt x="53" y="46"/>
                  </a:lnTo>
                  <a:lnTo>
                    <a:pt x="53" y="47"/>
                  </a:lnTo>
                  <a:lnTo>
                    <a:pt x="53" y="47"/>
                  </a:lnTo>
                  <a:lnTo>
                    <a:pt x="54" y="49"/>
                  </a:lnTo>
                  <a:lnTo>
                    <a:pt x="54" y="51"/>
                  </a:lnTo>
                  <a:lnTo>
                    <a:pt x="53" y="51"/>
                  </a:lnTo>
                  <a:lnTo>
                    <a:pt x="51" y="53"/>
                  </a:lnTo>
                  <a:lnTo>
                    <a:pt x="49" y="53"/>
                  </a:lnTo>
                  <a:lnTo>
                    <a:pt x="47" y="55"/>
                  </a:lnTo>
                  <a:lnTo>
                    <a:pt x="45" y="55"/>
                  </a:lnTo>
                  <a:lnTo>
                    <a:pt x="42" y="56"/>
                  </a:lnTo>
                  <a:lnTo>
                    <a:pt x="35" y="56"/>
                  </a:lnTo>
                  <a:lnTo>
                    <a:pt x="32" y="55"/>
                  </a:lnTo>
                  <a:lnTo>
                    <a:pt x="30" y="53"/>
                  </a:lnTo>
                  <a:lnTo>
                    <a:pt x="30" y="53"/>
                  </a:lnTo>
                  <a:lnTo>
                    <a:pt x="28" y="51"/>
                  </a:lnTo>
                  <a:lnTo>
                    <a:pt x="24" y="49"/>
                  </a:lnTo>
                  <a:lnTo>
                    <a:pt x="21" y="46"/>
                  </a:lnTo>
                  <a:lnTo>
                    <a:pt x="21" y="44"/>
                  </a:lnTo>
                  <a:lnTo>
                    <a:pt x="17" y="44"/>
                  </a:lnTo>
                  <a:lnTo>
                    <a:pt x="15" y="42"/>
                  </a:lnTo>
                  <a:lnTo>
                    <a:pt x="15" y="40"/>
                  </a:lnTo>
                  <a:lnTo>
                    <a:pt x="14" y="40"/>
                  </a:lnTo>
                  <a:lnTo>
                    <a:pt x="15" y="38"/>
                  </a:lnTo>
                  <a:lnTo>
                    <a:pt x="15" y="36"/>
                  </a:lnTo>
                  <a:lnTo>
                    <a:pt x="13" y="36"/>
                  </a:lnTo>
                  <a:lnTo>
                    <a:pt x="9" y="34"/>
                  </a:lnTo>
                  <a:lnTo>
                    <a:pt x="11" y="34"/>
                  </a:lnTo>
                  <a:lnTo>
                    <a:pt x="13" y="34"/>
                  </a:lnTo>
                  <a:lnTo>
                    <a:pt x="23" y="36"/>
                  </a:lnTo>
                  <a:lnTo>
                    <a:pt x="23" y="36"/>
                  </a:lnTo>
                  <a:lnTo>
                    <a:pt x="24" y="34"/>
                  </a:lnTo>
                  <a:lnTo>
                    <a:pt x="23" y="34"/>
                  </a:lnTo>
                  <a:lnTo>
                    <a:pt x="21" y="34"/>
                  </a:lnTo>
                  <a:lnTo>
                    <a:pt x="19" y="34"/>
                  </a:lnTo>
                  <a:lnTo>
                    <a:pt x="19" y="34"/>
                  </a:lnTo>
                  <a:lnTo>
                    <a:pt x="17" y="32"/>
                  </a:lnTo>
                  <a:lnTo>
                    <a:pt x="17" y="30"/>
                  </a:lnTo>
                  <a:lnTo>
                    <a:pt x="17" y="30"/>
                  </a:lnTo>
                  <a:lnTo>
                    <a:pt x="17" y="28"/>
                  </a:lnTo>
                  <a:lnTo>
                    <a:pt x="19" y="27"/>
                  </a:lnTo>
                  <a:lnTo>
                    <a:pt x="19" y="25"/>
                  </a:lnTo>
                  <a:lnTo>
                    <a:pt x="17" y="23"/>
                  </a:lnTo>
                  <a:lnTo>
                    <a:pt x="14" y="23"/>
                  </a:lnTo>
                  <a:lnTo>
                    <a:pt x="13" y="25"/>
                  </a:lnTo>
                  <a:lnTo>
                    <a:pt x="13" y="27"/>
                  </a:lnTo>
                  <a:lnTo>
                    <a:pt x="13" y="28"/>
                  </a:lnTo>
                  <a:lnTo>
                    <a:pt x="9" y="30"/>
                  </a:lnTo>
                  <a:lnTo>
                    <a:pt x="7" y="28"/>
                  </a:lnTo>
                  <a:lnTo>
                    <a:pt x="5" y="27"/>
                  </a:lnTo>
                  <a:lnTo>
                    <a:pt x="4" y="23"/>
                  </a:lnTo>
                  <a:lnTo>
                    <a:pt x="4" y="21"/>
                  </a:lnTo>
                  <a:lnTo>
                    <a:pt x="4" y="19"/>
                  </a:lnTo>
                  <a:lnTo>
                    <a:pt x="2" y="17"/>
                  </a:lnTo>
                  <a:lnTo>
                    <a:pt x="0" y="16"/>
                  </a:lnTo>
                  <a:lnTo>
                    <a:pt x="0" y="16"/>
                  </a:lnTo>
                  <a:lnTo>
                    <a:pt x="0" y="14"/>
                  </a:lnTo>
                  <a:lnTo>
                    <a:pt x="2" y="12"/>
                  </a:lnTo>
                  <a:lnTo>
                    <a:pt x="2" y="11"/>
                  </a:lnTo>
                  <a:lnTo>
                    <a:pt x="0" y="11"/>
                  </a:lnTo>
                  <a:lnTo>
                    <a:pt x="0" y="9"/>
                  </a:lnTo>
                  <a:lnTo>
                    <a:pt x="2" y="9"/>
                  </a:lnTo>
                  <a:lnTo>
                    <a:pt x="2" y="9"/>
                  </a:lnTo>
                  <a:lnTo>
                    <a:pt x="2" y="9"/>
                  </a:lnTo>
                  <a:lnTo>
                    <a:pt x="5" y="9"/>
                  </a:lnTo>
                  <a:lnTo>
                    <a:pt x="7" y="11"/>
                  </a:lnTo>
                  <a:lnTo>
                    <a:pt x="7" y="11"/>
                  </a:lnTo>
                  <a:lnTo>
                    <a:pt x="9" y="9"/>
                  </a:lnTo>
                  <a:lnTo>
                    <a:pt x="9" y="9"/>
                  </a:lnTo>
                  <a:lnTo>
                    <a:pt x="14" y="8"/>
                  </a:lnTo>
                  <a:lnTo>
                    <a:pt x="19" y="11"/>
                  </a:lnTo>
                  <a:lnTo>
                    <a:pt x="21" y="11"/>
                  </a:lnTo>
                  <a:lnTo>
                    <a:pt x="23" y="11"/>
                  </a:lnTo>
                  <a:lnTo>
                    <a:pt x="21" y="9"/>
                  </a:lnTo>
                  <a:lnTo>
                    <a:pt x="21" y="9"/>
                  </a:lnTo>
                  <a:lnTo>
                    <a:pt x="23" y="8"/>
                  </a:lnTo>
                  <a:lnTo>
                    <a:pt x="26" y="9"/>
                  </a:lnTo>
                  <a:lnTo>
                    <a:pt x="28" y="9"/>
                  </a:lnTo>
                  <a:lnTo>
                    <a:pt x="34" y="8"/>
                  </a:lnTo>
                  <a:lnTo>
                    <a:pt x="42" y="6"/>
                  </a:lnTo>
                  <a:lnTo>
                    <a:pt x="45" y="8"/>
                  </a:lnTo>
                  <a:lnTo>
                    <a:pt x="45" y="9"/>
                  </a:lnTo>
                  <a:lnTo>
                    <a:pt x="45" y="9"/>
                  </a:lnTo>
                  <a:lnTo>
                    <a:pt x="45" y="9"/>
                  </a:lnTo>
                  <a:lnTo>
                    <a:pt x="43" y="11"/>
                  </a:lnTo>
                  <a:lnTo>
                    <a:pt x="34" y="12"/>
                  </a:lnTo>
                  <a:lnTo>
                    <a:pt x="26" y="16"/>
                  </a:lnTo>
                  <a:lnTo>
                    <a:pt x="35" y="14"/>
                  </a:lnTo>
                  <a:lnTo>
                    <a:pt x="37" y="14"/>
                  </a:lnTo>
                  <a:lnTo>
                    <a:pt x="37" y="17"/>
                  </a:lnTo>
                  <a:lnTo>
                    <a:pt x="38" y="17"/>
                  </a:lnTo>
                  <a:lnTo>
                    <a:pt x="40" y="19"/>
                  </a:lnTo>
                  <a:lnTo>
                    <a:pt x="42" y="19"/>
                  </a:lnTo>
                  <a:lnTo>
                    <a:pt x="43" y="21"/>
                  </a:lnTo>
                  <a:lnTo>
                    <a:pt x="45" y="23"/>
                  </a:lnTo>
                  <a:lnTo>
                    <a:pt x="47" y="23"/>
                  </a:lnTo>
                  <a:lnTo>
                    <a:pt x="47" y="21"/>
                  </a:lnTo>
                  <a:lnTo>
                    <a:pt x="45" y="19"/>
                  </a:lnTo>
                  <a:lnTo>
                    <a:pt x="45" y="17"/>
                  </a:lnTo>
                  <a:lnTo>
                    <a:pt x="45" y="16"/>
                  </a:lnTo>
                  <a:lnTo>
                    <a:pt x="47" y="14"/>
                  </a:lnTo>
                  <a:lnTo>
                    <a:pt x="49" y="14"/>
                  </a:lnTo>
                  <a:lnTo>
                    <a:pt x="51" y="11"/>
                  </a:lnTo>
                  <a:lnTo>
                    <a:pt x="54" y="9"/>
                  </a:lnTo>
                  <a:lnTo>
                    <a:pt x="58" y="9"/>
                  </a:lnTo>
                  <a:lnTo>
                    <a:pt x="61" y="12"/>
                  </a:lnTo>
                  <a:lnTo>
                    <a:pt x="62" y="16"/>
                  </a:lnTo>
                  <a:lnTo>
                    <a:pt x="66" y="19"/>
                  </a:lnTo>
                  <a:lnTo>
                    <a:pt x="68" y="25"/>
                  </a:lnTo>
                  <a:lnTo>
                    <a:pt x="70" y="28"/>
                  </a:lnTo>
                  <a:lnTo>
                    <a:pt x="72" y="28"/>
                  </a:lnTo>
                  <a:lnTo>
                    <a:pt x="77" y="34"/>
                  </a:lnTo>
                  <a:lnTo>
                    <a:pt x="79" y="34"/>
                  </a:lnTo>
                  <a:lnTo>
                    <a:pt x="77" y="30"/>
                  </a:lnTo>
                  <a:lnTo>
                    <a:pt x="73" y="23"/>
                  </a:lnTo>
                  <a:lnTo>
                    <a:pt x="72" y="16"/>
                  </a:lnTo>
                  <a:lnTo>
                    <a:pt x="72" y="14"/>
                  </a:lnTo>
                  <a:lnTo>
                    <a:pt x="72" y="12"/>
                  </a:lnTo>
                  <a:lnTo>
                    <a:pt x="72" y="11"/>
                  </a:lnTo>
                  <a:lnTo>
                    <a:pt x="72" y="11"/>
                  </a:lnTo>
                  <a:lnTo>
                    <a:pt x="73" y="8"/>
                  </a:lnTo>
                  <a:lnTo>
                    <a:pt x="75" y="6"/>
                  </a:lnTo>
                  <a:lnTo>
                    <a:pt x="75" y="4"/>
                  </a:lnTo>
                  <a:lnTo>
                    <a:pt x="75" y="2"/>
                  </a:lnTo>
                  <a:lnTo>
                    <a:pt x="77" y="0"/>
                  </a:lnTo>
                  <a:lnTo>
                    <a:pt x="79"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8" name="Freeform 11559"/>
            <p:cNvSpPr/>
            <p:nvPr/>
          </p:nvSpPr>
          <p:spPr bwMode="auto">
            <a:xfrm>
              <a:off x="4228737" y="1226167"/>
              <a:ext cx="153591" cy="47625"/>
            </a:xfrm>
            <a:custGeom>
              <a:avLst/>
              <a:gdLst>
                <a:gd name="T0" fmla="*/ 28 w 129"/>
                <a:gd name="T1" fmla="*/ 0 h 40"/>
                <a:gd name="T2" fmla="*/ 34 w 129"/>
                <a:gd name="T3" fmla="*/ 3 h 40"/>
                <a:gd name="T4" fmla="*/ 38 w 129"/>
                <a:gd name="T5" fmla="*/ 6 h 40"/>
                <a:gd name="T6" fmla="*/ 43 w 129"/>
                <a:gd name="T7" fmla="*/ 9 h 40"/>
                <a:gd name="T8" fmla="*/ 52 w 129"/>
                <a:gd name="T9" fmla="*/ 9 h 40"/>
                <a:gd name="T10" fmla="*/ 54 w 129"/>
                <a:gd name="T11" fmla="*/ 10 h 40"/>
                <a:gd name="T12" fmla="*/ 58 w 129"/>
                <a:gd name="T13" fmla="*/ 13 h 40"/>
                <a:gd name="T14" fmla="*/ 62 w 129"/>
                <a:gd name="T15" fmla="*/ 11 h 40"/>
                <a:gd name="T16" fmla="*/ 62 w 129"/>
                <a:gd name="T17" fmla="*/ 4 h 40"/>
                <a:gd name="T18" fmla="*/ 62 w 129"/>
                <a:gd name="T19" fmla="*/ 3 h 40"/>
                <a:gd name="T20" fmla="*/ 67 w 129"/>
                <a:gd name="T21" fmla="*/ 1 h 40"/>
                <a:gd name="T22" fmla="*/ 69 w 129"/>
                <a:gd name="T23" fmla="*/ 0 h 40"/>
                <a:gd name="T24" fmla="*/ 75 w 129"/>
                <a:gd name="T25" fmla="*/ 1 h 40"/>
                <a:gd name="T26" fmla="*/ 75 w 129"/>
                <a:gd name="T27" fmla="*/ 3 h 40"/>
                <a:gd name="T28" fmla="*/ 73 w 129"/>
                <a:gd name="T29" fmla="*/ 10 h 40"/>
                <a:gd name="T30" fmla="*/ 80 w 129"/>
                <a:gd name="T31" fmla="*/ 9 h 40"/>
                <a:gd name="T32" fmla="*/ 83 w 129"/>
                <a:gd name="T33" fmla="*/ 4 h 40"/>
                <a:gd name="T34" fmla="*/ 87 w 129"/>
                <a:gd name="T35" fmla="*/ 4 h 40"/>
                <a:gd name="T36" fmla="*/ 88 w 129"/>
                <a:gd name="T37" fmla="*/ 3 h 40"/>
                <a:gd name="T38" fmla="*/ 92 w 129"/>
                <a:gd name="T39" fmla="*/ 6 h 40"/>
                <a:gd name="T40" fmla="*/ 94 w 129"/>
                <a:gd name="T41" fmla="*/ 6 h 40"/>
                <a:gd name="T42" fmla="*/ 97 w 129"/>
                <a:gd name="T43" fmla="*/ 6 h 40"/>
                <a:gd name="T44" fmla="*/ 107 w 129"/>
                <a:gd name="T45" fmla="*/ 9 h 40"/>
                <a:gd name="T46" fmla="*/ 110 w 129"/>
                <a:gd name="T47" fmla="*/ 10 h 40"/>
                <a:gd name="T48" fmla="*/ 124 w 129"/>
                <a:gd name="T49" fmla="*/ 10 h 40"/>
                <a:gd name="T50" fmla="*/ 127 w 129"/>
                <a:gd name="T51" fmla="*/ 13 h 40"/>
                <a:gd name="T52" fmla="*/ 127 w 129"/>
                <a:gd name="T53" fmla="*/ 19 h 40"/>
                <a:gd name="T54" fmla="*/ 111 w 129"/>
                <a:gd name="T55" fmla="*/ 27 h 40"/>
                <a:gd name="T56" fmla="*/ 107 w 129"/>
                <a:gd name="T57" fmla="*/ 32 h 40"/>
                <a:gd name="T58" fmla="*/ 101 w 129"/>
                <a:gd name="T59" fmla="*/ 36 h 40"/>
                <a:gd name="T60" fmla="*/ 96 w 129"/>
                <a:gd name="T61" fmla="*/ 34 h 40"/>
                <a:gd name="T62" fmla="*/ 91 w 129"/>
                <a:gd name="T63" fmla="*/ 36 h 40"/>
                <a:gd name="T64" fmla="*/ 87 w 129"/>
                <a:gd name="T65" fmla="*/ 40 h 40"/>
                <a:gd name="T66" fmla="*/ 82 w 129"/>
                <a:gd name="T67" fmla="*/ 40 h 40"/>
                <a:gd name="T68" fmla="*/ 68 w 129"/>
                <a:gd name="T69" fmla="*/ 38 h 40"/>
                <a:gd name="T70" fmla="*/ 69 w 129"/>
                <a:gd name="T71" fmla="*/ 32 h 40"/>
                <a:gd name="T72" fmla="*/ 41 w 129"/>
                <a:gd name="T73" fmla="*/ 34 h 40"/>
                <a:gd name="T74" fmla="*/ 39 w 129"/>
                <a:gd name="T75" fmla="*/ 32 h 40"/>
                <a:gd name="T76" fmla="*/ 31 w 129"/>
                <a:gd name="T77" fmla="*/ 30 h 40"/>
                <a:gd name="T78" fmla="*/ 24 w 129"/>
                <a:gd name="T79" fmla="*/ 27 h 40"/>
                <a:gd name="T80" fmla="*/ 26 w 129"/>
                <a:gd name="T81" fmla="*/ 25 h 40"/>
                <a:gd name="T82" fmla="*/ 31 w 129"/>
                <a:gd name="T83" fmla="*/ 25 h 40"/>
                <a:gd name="T84" fmla="*/ 36 w 129"/>
                <a:gd name="T85" fmla="*/ 24 h 40"/>
                <a:gd name="T86" fmla="*/ 39 w 129"/>
                <a:gd name="T87" fmla="*/ 22 h 40"/>
                <a:gd name="T88" fmla="*/ 31 w 129"/>
                <a:gd name="T89" fmla="*/ 22 h 40"/>
                <a:gd name="T90" fmla="*/ 24 w 129"/>
                <a:gd name="T91" fmla="*/ 24 h 40"/>
                <a:gd name="T92" fmla="*/ 13 w 129"/>
                <a:gd name="T93" fmla="*/ 24 h 40"/>
                <a:gd name="T94" fmla="*/ 7 w 129"/>
                <a:gd name="T95" fmla="*/ 21 h 40"/>
                <a:gd name="T96" fmla="*/ 5 w 129"/>
                <a:gd name="T97" fmla="*/ 19 h 40"/>
                <a:gd name="T98" fmla="*/ 10 w 129"/>
                <a:gd name="T99" fmla="*/ 17 h 40"/>
                <a:gd name="T100" fmla="*/ 13 w 129"/>
                <a:gd name="T101" fmla="*/ 13 h 40"/>
                <a:gd name="T102" fmla="*/ 3 w 129"/>
                <a:gd name="T103" fmla="*/ 11 h 40"/>
                <a:gd name="T104" fmla="*/ 3 w 129"/>
                <a:gd name="T105" fmla="*/ 10 h 40"/>
                <a:gd name="T106" fmla="*/ 15 w 129"/>
                <a:gd name="T107" fmla="*/ 10 h 40"/>
                <a:gd name="T108" fmla="*/ 20 w 129"/>
                <a:gd name="T109" fmla="*/ 11 h 40"/>
                <a:gd name="T110" fmla="*/ 20 w 129"/>
                <a:gd name="T111" fmla="*/ 10 h 40"/>
                <a:gd name="T112" fmla="*/ 17 w 129"/>
                <a:gd name="T113" fmla="*/ 6 h 40"/>
                <a:gd name="T114" fmla="*/ 19 w 129"/>
                <a:gd name="T115" fmla="*/ 4 h 40"/>
                <a:gd name="T116" fmla="*/ 22 w 129"/>
                <a:gd name="T117" fmla="*/ 6 h 40"/>
                <a:gd name="T118" fmla="*/ 26 w 129"/>
                <a:gd name="T119" fmla="*/ 6 h 40"/>
                <a:gd name="T120" fmla="*/ 26 w 129"/>
                <a:gd name="T121" fmla="*/ 4 h 40"/>
                <a:gd name="T122" fmla="*/ 24 w 129"/>
                <a:gd name="T123"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9" h="40">
                  <a:moveTo>
                    <a:pt x="26" y="0"/>
                  </a:moveTo>
                  <a:lnTo>
                    <a:pt x="28" y="0"/>
                  </a:lnTo>
                  <a:lnTo>
                    <a:pt x="31" y="1"/>
                  </a:lnTo>
                  <a:lnTo>
                    <a:pt x="34" y="3"/>
                  </a:lnTo>
                  <a:lnTo>
                    <a:pt x="36" y="3"/>
                  </a:lnTo>
                  <a:lnTo>
                    <a:pt x="38" y="6"/>
                  </a:lnTo>
                  <a:lnTo>
                    <a:pt x="41" y="6"/>
                  </a:lnTo>
                  <a:lnTo>
                    <a:pt x="43" y="9"/>
                  </a:lnTo>
                  <a:lnTo>
                    <a:pt x="50" y="9"/>
                  </a:lnTo>
                  <a:lnTo>
                    <a:pt x="52" y="9"/>
                  </a:lnTo>
                  <a:lnTo>
                    <a:pt x="52" y="10"/>
                  </a:lnTo>
                  <a:lnTo>
                    <a:pt x="54" y="10"/>
                  </a:lnTo>
                  <a:lnTo>
                    <a:pt x="56" y="11"/>
                  </a:lnTo>
                  <a:lnTo>
                    <a:pt x="58" y="13"/>
                  </a:lnTo>
                  <a:lnTo>
                    <a:pt x="61" y="13"/>
                  </a:lnTo>
                  <a:lnTo>
                    <a:pt x="62" y="11"/>
                  </a:lnTo>
                  <a:lnTo>
                    <a:pt x="62" y="10"/>
                  </a:lnTo>
                  <a:lnTo>
                    <a:pt x="62" y="4"/>
                  </a:lnTo>
                  <a:lnTo>
                    <a:pt x="62" y="3"/>
                  </a:lnTo>
                  <a:lnTo>
                    <a:pt x="62" y="3"/>
                  </a:lnTo>
                  <a:lnTo>
                    <a:pt x="64" y="1"/>
                  </a:lnTo>
                  <a:lnTo>
                    <a:pt x="67" y="1"/>
                  </a:lnTo>
                  <a:lnTo>
                    <a:pt x="68" y="1"/>
                  </a:lnTo>
                  <a:lnTo>
                    <a:pt x="69" y="0"/>
                  </a:lnTo>
                  <a:lnTo>
                    <a:pt x="71" y="0"/>
                  </a:lnTo>
                  <a:lnTo>
                    <a:pt x="75" y="1"/>
                  </a:lnTo>
                  <a:lnTo>
                    <a:pt x="75" y="1"/>
                  </a:lnTo>
                  <a:lnTo>
                    <a:pt x="75" y="3"/>
                  </a:lnTo>
                  <a:lnTo>
                    <a:pt x="73" y="4"/>
                  </a:lnTo>
                  <a:lnTo>
                    <a:pt x="73" y="10"/>
                  </a:lnTo>
                  <a:lnTo>
                    <a:pt x="75" y="10"/>
                  </a:lnTo>
                  <a:lnTo>
                    <a:pt x="80" y="9"/>
                  </a:lnTo>
                  <a:lnTo>
                    <a:pt x="82" y="9"/>
                  </a:lnTo>
                  <a:lnTo>
                    <a:pt x="83" y="4"/>
                  </a:lnTo>
                  <a:lnTo>
                    <a:pt x="87" y="6"/>
                  </a:lnTo>
                  <a:lnTo>
                    <a:pt x="87" y="4"/>
                  </a:lnTo>
                  <a:lnTo>
                    <a:pt x="88" y="4"/>
                  </a:lnTo>
                  <a:lnTo>
                    <a:pt x="88" y="3"/>
                  </a:lnTo>
                  <a:lnTo>
                    <a:pt x="91" y="4"/>
                  </a:lnTo>
                  <a:lnTo>
                    <a:pt x="92" y="6"/>
                  </a:lnTo>
                  <a:lnTo>
                    <a:pt x="92" y="6"/>
                  </a:lnTo>
                  <a:lnTo>
                    <a:pt x="94" y="6"/>
                  </a:lnTo>
                  <a:lnTo>
                    <a:pt x="96" y="6"/>
                  </a:lnTo>
                  <a:lnTo>
                    <a:pt x="97" y="6"/>
                  </a:lnTo>
                  <a:lnTo>
                    <a:pt x="105" y="9"/>
                  </a:lnTo>
                  <a:lnTo>
                    <a:pt x="107" y="9"/>
                  </a:lnTo>
                  <a:lnTo>
                    <a:pt x="107" y="10"/>
                  </a:lnTo>
                  <a:lnTo>
                    <a:pt x="110" y="10"/>
                  </a:lnTo>
                  <a:lnTo>
                    <a:pt x="118" y="10"/>
                  </a:lnTo>
                  <a:lnTo>
                    <a:pt x="124" y="10"/>
                  </a:lnTo>
                  <a:lnTo>
                    <a:pt x="126" y="11"/>
                  </a:lnTo>
                  <a:lnTo>
                    <a:pt x="127" y="13"/>
                  </a:lnTo>
                  <a:lnTo>
                    <a:pt x="129" y="19"/>
                  </a:lnTo>
                  <a:lnTo>
                    <a:pt x="127" y="19"/>
                  </a:lnTo>
                  <a:lnTo>
                    <a:pt x="116" y="25"/>
                  </a:lnTo>
                  <a:lnTo>
                    <a:pt x="111" y="27"/>
                  </a:lnTo>
                  <a:lnTo>
                    <a:pt x="111" y="29"/>
                  </a:lnTo>
                  <a:lnTo>
                    <a:pt x="107" y="32"/>
                  </a:lnTo>
                  <a:lnTo>
                    <a:pt x="107" y="34"/>
                  </a:lnTo>
                  <a:lnTo>
                    <a:pt x="101" y="36"/>
                  </a:lnTo>
                  <a:lnTo>
                    <a:pt x="101" y="36"/>
                  </a:lnTo>
                  <a:lnTo>
                    <a:pt x="96" y="34"/>
                  </a:lnTo>
                  <a:lnTo>
                    <a:pt x="94" y="34"/>
                  </a:lnTo>
                  <a:lnTo>
                    <a:pt x="91" y="36"/>
                  </a:lnTo>
                  <a:lnTo>
                    <a:pt x="88" y="38"/>
                  </a:lnTo>
                  <a:lnTo>
                    <a:pt x="87" y="40"/>
                  </a:lnTo>
                  <a:lnTo>
                    <a:pt x="83" y="40"/>
                  </a:lnTo>
                  <a:lnTo>
                    <a:pt x="82" y="40"/>
                  </a:lnTo>
                  <a:lnTo>
                    <a:pt x="69" y="40"/>
                  </a:lnTo>
                  <a:lnTo>
                    <a:pt x="68" y="38"/>
                  </a:lnTo>
                  <a:lnTo>
                    <a:pt x="67" y="36"/>
                  </a:lnTo>
                  <a:lnTo>
                    <a:pt x="69" y="32"/>
                  </a:lnTo>
                  <a:lnTo>
                    <a:pt x="56" y="34"/>
                  </a:lnTo>
                  <a:lnTo>
                    <a:pt x="41" y="34"/>
                  </a:lnTo>
                  <a:lnTo>
                    <a:pt x="39" y="32"/>
                  </a:lnTo>
                  <a:lnTo>
                    <a:pt x="39" y="32"/>
                  </a:lnTo>
                  <a:lnTo>
                    <a:pt x="34" y="30"/>
                  </a:lnTo>
                  <a:lnTo>
                    <a:pt x="31" y="30"/>
                  </a:lnTo>
                  <a:lnTo>
                    <a:pt x="28" y="29"/>
                  </a:lnTo>
                  <a:lnTo>
                    <a:pt x="24" y="27"/>
                  </a:lnTo>
                  <a:lnTo>
                    <a:pt x="26" y="27"/>
                  </a:lnTo>
                  <a:lnTo>
                    <a:pt x="26" y="25"/>
                  </a:lnTo>
                  <a:lnTo>
                    <a:pt x="30" y="25"/>
                  </a:lnTo>
                  <a:lnTo>
                    <a:pt x="31" y="25"/>
                  </a:lnTo>
                  <a:lnTo>
                    <a:pt x="36" y="25"/>
                  </a:lnTo>
                  <a:lnTo>
                    <a:pt x="36" y="24"/>
                  </a:lnTo>
                  <a:lnTo>
                    <a:pt x="38" y="24"/>
                  </a:lnTo>
                  <a:lnTo>
                    <a:pt x="39" y="22"/>
                  </a:lnTo>
                  <a:lnTo>
                    <a:pt x="34" y="22"/>
                  </a:lnTo>
                  <a:lnTo>
                    <a:pt x="31" y="22"/>
                  </a:lnTo>
                  <a:lnTo>
                    <a:pt x="28" y="22"/>
                  </a:lnTo>
                  <a:lnTo>
                    <a:pt x="24" y="24"/>
                  </a:lnTo>
                  <a:lnTo>
                    <a:pt x="20" y="24"/>
                  </a:lnTo>
                  <a:lnTo>
                    <a:pt x="13" y="24"/>
                  </a:lnTo>
                  <a:lnTo>
                    <a:pt x="11" y="22"/>
                  </a:lnTo>
                  <a:lnTo>
                    <a:pt x="7" y="21"/>
                  </a:lnTo>
                  <a:lnTo>
                    <a:pt x="7" y="19"/>
                  </a:lnTo>
                  <a:lnTo>
                    <a:pt x="5" y="19"/>
                  </a:lnTo>
                  <a:lnTo>
                    <a:pt x="5" y="17"/>
                  </a:lnTo>
                  <a:lnTo>
                    <a:pt x="10" y="17"/>
                  </a:lnTo>
                  <a:lnTo>
                    <a:pt x="11" y="15"/>
                  </a:lnTo>
                  <a:lnTo>
                    <a:pt x="13" y="13"/>
                  </a:lnTo>
                  <a:lnTo>
                    <a:pt x="7" y="13"/>
                  </a:lnTo>
                  <a:lnTo>
                    <a:pt x="3" y="11"/>
                  </a:lnTo>
                  <a:lnTo>
                    <a:pt x="0" y="10"/>
                  </a:lnTo>
                  <a:lnTo>
                    <a:pt x="3" y="10"/>
                  </a:lnTo>
                  <a:lnTo>
                    <a:pt x="11" y="9"/>
                  </a:lnTo>
                  <a:lnTo>
                    <a:pt x="15" y="10"/>
                  </a:lnTo>
                  <a:lnTo>
                    <a:pt x="17" y="10"/>
                  </a:lnTo>
                  <a:lnTo>
                    <a:pt x="20" y="11"/>
                  </a:lnTo>
                  <a:lnTo>
                    <a:pt x="22" y="10"/>
                  </a:lnTo>
                  <a:lnTo>
                    <a:pt x="20" y="10"/>
                  </a:lnTo>
                  <a:lnTo>
                    <a:pt x="17" y="6"/>
                  </a:lnTo>
                  <a:lnTo>
                    <a:pt x="17" y="6"/>
                  </a:lnTo>
                  <a:lnTo>
                    <a:pt x="17" y="4"/>
                  </a:lnTo>
                  <a:lnTo>
                    <a:pt x="19" y="4"/>
                  </a:lnTo>
                  <a:lnTo>
                    <a:pt x="20" y="4"/>
                  </a:lnTo>
                  <a:lnTo>
                    <a:pt x="22" y="6"/>
                  </a:lnTo>
                  <a:lnTo>
                    <a:pt x="26" y="9"/>
                  </a:lnTo>
                  <a:lnTo>
                    <a:pt x="26" y="6"/>
                  </a:lnTo>
                  <a:lnTo>
                    <a:pt x="26" y="4"/>
                  </a:lnTo>
                  <a:lnTo>
                    <a:pt x="26" y="4"/>
                  </a:lnTo>
                  <a:lnTo>
                    <a:pt x="24" y="3"/>
                  </a:lnTo>
                  <a:lnTo>
                    <a:pt x="24" y="1"/>
                  </a:lnTo>
                  <a:lnTo>
                    <a:pt x="26"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19" name="Freeform 10385"/>
            <p:cNvSpPr/>
            <p:nvPr/>
          </p:nvSpPr>
          <p:spPr bwMode="auto">
            <a:xfrm>
              <a:off x="4704790" y="3420348"/>
              <a:ext cx="119063" cy="228600"/>
            </a:xfrm>
            <a:custGeom>
              <a:avLst/>
              <a:gdLst>
                <a:gd name="T0" fmla="*/ 83 w 100"/>
                <a:gd name="T1" fmla="*/ 2 h 192"/>
                <a:gd name="T2" fmla="*/ 87 w 100"/>
                <a:gd name="T3" fmla="*/ 4 h 192"/>
                <a:gd name="T4" fmla="*/ 92 w 100"/>
                <a:gd name="T5" fmla="*/ 14 h 192"/>
                <a:gd name="T6" fmla="*/ 96 w 100"/>
                <a:gd name="T7" fmla="*/ 33 h 192"/>
                <a:gd name="T8" fmla="*/ 100 w 100"/>
                <a:gd name="T9" fmla="*/ 45 h 192"/>
                <a:gd name="T10" fmla="*/ 96 w 100"/>
                <a:gd name="T11" fmla="*/ 54 h 192"/>
                <a:gd name="T12" fmla="*/ 92 w 100"/>
                <a:gd name="T13" fmla="*/ 49 h 192"/>
                <a:gd name="T14" fmla="*/ 89 w 100"/>
                <a:gd name="T15" fmla="*/ 46 h 192"/>
                <a:gd name="T16" fmla="*/ 89 w 100"/>
                <a:gd name="T17" fmla="*/ 54 h 192"/>
                <a:gd name="T18" fmla="*/ 91 w 100"/>
                <a:gd name="T19" fmla="*/ 57 h 192"/>
                <a:gd name="T20" fmla="*/ 89 w 100"/>
                <a:gd name="T21" fmla="*/ 64 h 192"/>
                <a:gd name="T22" fmla="*/ 87 w 100"/>
                <a:gd name="T23" fmla="*/ 68 h 192"/>
                <a:gd name="T24" fmla="*/ 85 w 100"/>
                <a:gd name="T25" fmla="*/ 79 h 192"/>
                <a:gd name="T26" fmla="*/ 82 w 100"/>
                <a:gd name="T27" fmla="*/ 94 h 192"/>
                <a:gd name="T28" fmla="*/ 75 w 100"/>
                <a:gd name="T29" fmla="*/ 113 h 192"/>
                <a:gd name="T30" fmla="*/ 68 w 100"/>
                <a:gd name="T31" fmla="*/ 138 h 192"/>
                <a:gd name="T32" fmla="*/ 63 w 100"/>
                <a:gd name="T33" fmla="*/ 153 h 192"/>
                <a:gd name="T34" fmla="*/ 59 w 100"/>
                <a:gd name="T35" fmla="*/ 166 h 192"/>
                <a:gd name="T36" fmla="*/ 56 w 100"/>
                <a:gd name="T37" fmla="*/ 174 h 192"/>
                <a:gd name="T38" fmla="*/ 51 w 100"/>
                <a:gd name="T39" fmla="*/ 183 h 192"/>
                <a:gd name="T40" fmla="*/ 40 w 100"/>
                <a:gd name="T41" fmla="*/ 187 h 192"/>
                <a:gd name="T42" fmla="*/ 32 w 100"/>
                <a:gd name="T43" fmla="*/ 192 h 192"/>
                <a:gd name="T44" fmla="*/ 19 w 100"/>
                <a:gd name="T45" fmla="*/ 187 h 192"/>
                <a:gd name="T46" fmla="*/ 14 w 100"/>
                <a:gd name="T47" fmla="*/ 185 h 192"/>
                <a:gd name="T48" fmla="*/ 10 w 100"/>
                <a:gd name="T49" fmla="*/ 181 h 192"/>
                <a:gd name="T50" fmla="*/ 6 w 100"/>
                <a:gd name="T51" fmla="*/ 172 h 192"/>
                <a:gd name="T52" fmla="*/ 6 w 100"/>
                <a:gd name="T53" fmla="*/ 164 h 192"/>
                <a:gd name="T54" fmla="*/ 6 w 100"/>
                <a:gd name="T55" fmla="*/ 158 h 192"/>
                <a:gd name="T56" fmla="*/ 2 w 100"/>
                <a:gd name="T57" fmla="*/ 150 h 192"/>
                <a:gd name="T58" fmla="*/ 0 w 100"/>
                <a:gd name="T59" fmla="*/ 139 h 192"/>
                <a:gd name="T60" fmla="*/ 2 w 100"/>
                <a:gd name="T61" fmla="*/ 136 h 192"/>
                <a:gd name="T62" fmla="*/ 6 w 100"/>
                <a:gd name="T63" fmla="*/ 129 h 192"/>
                <a:gd name="T64" fmla="*/ 8 w 100"/>
                <a:gd name="T65" fmla="*/ 123 h 192"/>
                <a:gd name="T66" fmla="*/ 15 w 100"/>
                <a:gd name="T67" fmla="*/ 113 h 192"/>
                <a:gd name="T68" fmla="*/ 17 w 100"/>
                <a:gd name="T69" fmla="*/ 104 h 192"/>
                <a:gd name="T70" fmla="*/ 14 w 100"/>
                <a:gd name="T71" fmla="*/ 98 h 192"/>
                <a:gd name="T72" fmla="*/ 12 w 100"/>
                <a:gd name="T73" fmla="*/ 89 h 192"/>
                <a:gd name="T74" fmla="*/ 10 w 100"/>
                <a:gd name="T75" fmla="*/ 79 h 192"/>
                <a:gd name="T76" fmla="*/ 15 w 100"/>
                <a:gd name="T77" fmla="*/ 62 h 192"/>
                <a:gd name="T78" fmla="*/ 17 w 100"/>
                <a:gd name="T79" fmla="*/ 57 h 192"/>
                <a:gd name="T80" fmla="*/ 25 w 100"/>
                <a:gd name="T81" fmla="*/ 56 h 192"/>
                <a:gd name="T82" fmla="*/ 28 w 100"/>
                <a:gd name="T83" fmla="*/ 54 h 192"/>
                <a:gd name="T84" fmla="*/ 33 w 100"/>
                <a:gd name="T85" fmla="*/ 54 h 192"/>
                <a:gd name="T86" fmla="*/ 33 w 100"/>
                <a:gd name="T87" fmla="*/ 52 h 192"/>
                <a:gd name="T88" fmla="*/ 40 w 100"/>
                <a:gd name="T89" fmla="*/ 51 h 192"/>
                <a:gd name="T90" fmla="*/ 44 w 100"/>
                <a:gd name="T91" fmla="*/ 52 h 192"/>
                <a:gd name="T92" fmla="*/ 44 w 100"/>
                <a:gd name="T93" fmla="*/ 49 h 192"/>
                <a:gd name="T94" fmla="*/ 51 w 100"/>
                <a:gd name="T95" fmla="*/ 43 h 192"/>
                <a:gd name="T96" fmla="*/ 53 w 100"/>
                <a:gd name="T97" fmla="*/ 46 h 192"/>
                <a:gd name="T98" fmla="*/ 54 w 100"/>
                <a:gd name="T99" fmla="*/ 43 h 192"/>
                <a:gd name="T100" fmla="*/ 56 w 100"/>
                <a:gd name="T101" fmla="*/ 40 h 192"/>
                <a:gd name="T102" fmla="*/ 57 w 100"/>
                <a:gd name="T103" fmla="*/ 36 h 192"/>
                <a:gd name="T104" fmla="*/ 57 w 100"/>
                <a:gd name="T105" fmla="*/ 40 h 192"/>
                <a:gd name="T106" fmla="*/ 59 w 100"/>
                <a:gd name="T107" fmla="*/ 38 h 192"/>
                <a:gd name="T108" fmla="*/ 64 w 100"/>
                <a:gd name="T109" fmla="*/ 34 h 192"/>
                <a:gd name="T110" fmla="*/ 64 w 100"/>
                <a:gd name="T111" fmla="*/ 27 h 192"/>
                <a:gd name="T112" fmla="*/ 64 w 100"/>
                <a:gd name="T113" fmla="*/ 24 h 192"/>
                <a:gd name="T114" fmla="*/ 66 w 100"/>
                <a:gd name="T115" fmla="*/ 21 h 192"/>
                <a:gd name="T116" fmla="*/ 70 w 100"/>
                <a:gd name="T117" fmla="*/ 22 h 192"/>
                <a:gd name="T118" fmla="*/ 75 w 100"/>
                <a:gd name="T119" fmla="*/ 19 h 192"/>
                <a:gd name="T120" fmla="*/ 79 w 100"/>
                <a:gd name="T121" fmla="*/ 9 h 192"/>
                <a:gd name="T122" fmla="*/ 79 w 100"/>
                <a:gd name="T123" fmla="*/ 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0" h="192">
                  <a:moveTo>
                    <a:pt x="82" y="0"/>
                  </a:moveTo>
                  <a:lnTo>
                    <a:pt x="83" y="0"/>
                  </a:lnTo>
                  <a:lnTo>
                    <a:pt x="83" y="0"/>
                  </a:lnTo>
                  <a:lnTo>
                    <a:pt x="83" y="2"/>
                  </a:lnTo>
                  <a:lnTo>
                    <a:pt x="83" y="2"/>
                  </a:lnTo>
                  <a:lnTo>
                    <a:pt x="85" y="4"/>
                  </a:lnTo>
                  <a:lnTo>
                    <a:pt x="87" y="4"/>
                  </a:lnTo>
                  <a:lnTo>
                    <a:pt x="87" y="4"/>
                  </a:lnTo>
                  <a:lnTo>
                    <a:pt x="89" y="7"/>
                  </a:lnTo>
                  <a:lnTo>
                    <a:pt x="91" y="10"/>
                  </a:lnTo>
                  <a:lnTo>
                    <a:pt x="92" y="12"/>
                  </a:lnTo>
                  <a:lnTo>
                    <a:pt x="92" y="14"/>
                  </a:lnTo>
                  <a:lnTo>
                    <a:pt x="92" y="15"/>
                  </a:lnTo>
                  <a:lnTo>
                    <a:pt x="94" y="21"/>
                  </a:lnTo>
                  <a:lnTo>
                    <a:pt x="96" y="26"/>
                  </a:lnTo>
                  <a:lnTo>
                    <a:pt x="96" y="33"/>
                  </a:lnTo>
                  <a:lnTo>
                    <a:pt x="96" y="36"/>
                  </a:lnTo>
                  <a:lnTo>
                    <a:pt x="98" y="40"/>
                  </a:lnTo>
                  <a:lnTo>
                    <a:pt x="100" y="42"/>
                  </a:lnTo>
                  <a:lnTo>
                    <a:pt x="100" y="45"/>
                  </a:lnTo>
                  <a:lnTo>
                    <a:pt x="100" y="49"/>
                  </a:lnTo>
                  <a:lnTo>
                    <a:pt x="98" y="52"/>
                  </a:lnTo>
                  <a:lnTo>
                    <a:pt x="98" y="52"/>
                  </a:lnTo>
                  <a:lnTo>
                    <a:pt x="96" y="54"/>
                  </a:lnTo>
                  <a:lnTo>
                    <a:pt x="96" y="54"/>
                  </a:lnTo>
                  <a:lnTo>
                    <a:pt x="94" y="52"/>
                  </a:lnTo>
                  <a:lnTo>
                    <a:pt x="94" y="52"/>
                  </a:lnTo>
                  <a:lnTo>
                    <a:pt x="92" y="49"/>
                  </a:lnTo>
                  <a:lnTo>
                    <a:pt x="92" y="46"/>
                  </a:lnTo>
                  <a:lnTo>
                    <a:pt x="91" y="46"/>
                  </a:lnTo>
                  <a:lnTo>
                    <a:pt x="89" y="46"/>
                  </a:lnTo>
                  <a:lnTo>
                    <a:pt x="89" y="46"/>
                  </a:lnTo>
                  <a:lnTo>
                    <a:pt x="89" y="49"/>
                  </a:lnTo>
                  <a:lnTo>
                    <a:pt x="89" y="51"/>
                  </a:lnTo>
                  <a:lnTo>
                    <a:pt x="89" y="52"/>
                  </a:lnTo>
                  <a:lnTo>
                    <a:pt x="89" y="54"/>
                  </a:lnTo>
                  <a:lnTo>
                    <a:pt x="89" y="56"/>
                  </a:lnTo>
                  <a:lnTo>
                    <a:pt x="89" y="56"/>
                  </a:lnTo>
                  <a:lnTo>
                    <a:pt x="91" y="56"/>
                  </a:lnTo>
                  <a:lnTo>
                    <a:pt x="91" y="57"/>
                  </a:lnTo>
                  <a:lnTo>
                    <a:pt x="91" y="61"/>
                  </a:lnTo>
                  <a:lnTo>
                    <a:pt x="91" y="62"/>
                  </a:lnTo>
                  <a:lnTo>
                    <a:pt x="89" y="64"/>
                  </a:lnTo>
                  <a:lnTo>
                    <a:pt x="89" y="64"/>
                  </a:lnTo>
                  <a:lnTo>
                    <a:pt x="91" y="66"/>
                  </a:lnTo>
                  <a:lnTo>
                    <a:pt x="89" y="66"/>
                  </a:lnTo>
                  <a:lnTo>
                    <a:pt x="89" y="66"/>
                  </a:lnTo>
                  <a:lnTo>
                    <a:pt x="87" y="68"/>
                  </a:lnTo>
                  <a:lnTo>
                    <a:pt x="87" y="68"/>
                  </a:lnTo>
                  <a:lnTo>
                    <a:pt x="85" y="72"/>
                  </a:lnTo>
                  <a:lnTo>
                    <a:pt x="85" y="73"/>
                  </a:lnTo>
                  <a:lnTo>
                    <a:pt x="85" y="79"/>
                  </a:lnTo>
                  <a:lnTo>
                    <a:pt x="85" y="80"/>
                  </a:lnTo>
                  <a:lnTo>
                    <a:pt x="83" y="87"/>
                  </a:lnTo>
                  <a:lnTo>
                    <a:pt x="83" y="91"/>
                  </a:lnTo>
                  <a:lnTo>
                    <a:pt x="82" y="94"/>
                  </a:lnTo>
                  <a:lnTo>
                    <a:pt x="81" y="98"/>
                  </a:lnTo>
                  <a:lnTo>
                    <a:pt x="79" y="104"/>
                  </a:lnTo>
                  <a:lnTo>
                    <a:pt x="77" y="110"/>
                  </a:lnTo>
                  <a:lnTo>
                    <a:pt x="75" y="113"/>
                  </a:lnTo>
                  <a:lnTo>
                    <a:pt x="73" y="117"/>
                  </a:lnTo>
                  <a:lnTo>
                    <a:pt x="72" y="123"/>
                  </a:lnTo>
                  <a:lnTo>
                    <a:pt x="70" y="130"/>
                  </a:lnTo>
                  <a:lnTo>
                    <a:pt x="68" y="138"/>
                  </a:lnTo>
                  <a:lnTo>
                    <a:pt x="64" y="145"/>
                  </a:lnTo>
                  <a:lnTo>
                    <a:pt x="64" y="146"/>
                  </a:lnTo>
                  <a:lnTo>
                    <a:pt x="64" y="150"/>
                  </a:lnTo>
                  <a:lnTo>
                    <a:pt x="63" y="153"/>
                  </a:lnTo>
                  <a:lnTo>
                    <a:pt x="63" y="157"/>
                  </a:lnTo>
                  <a:lnTo>
                    <a:pt x="61" y="162"/>
                  </a:lnTo>
                  <a:lnTo>
                    <a:pt x="59" y="164"/>
                  </a:lnTo>
                  <a:lnTo>
                    <a:pt x="59" y="166"/>
                  </a:lnTo>
                  <a:lnTo>
                    <a:pt x="57" y="170"/>
                  </a:lnTo>
                  <a:lnTo>
                    <a:pt x="57" y="170"/>
                  </a:lnTo>
                  <a:lnTo>
                    <a:pt x="56" y="172"/>
                  </a:lnTo>
                  <a:lnTo>
                    <a:pt x="56" y="174"/>
                  </a:lnTo>
                  <a:lnTo>
                    <a:pt x="56" y="176"/>
                  </a:lnTo>
                  <a:lnTo>
                    <a:pt x="54" y="179"/>
                  </a:lnTo>
                  <a:lnTo>
                    <a:pt x="53" y="183"/>
                  </a:lnTo>
                  <a:lnTo>
                    <a:pt x="51" y="183"/>
                  </a:lnTo>
                  <a:lnTo>
                    <a:pt x="49" y="185"/>
                  </a:lnTo>
                  <a:lnTo>
                    <a:pt x="47" y="185"/>
                  </a:lnTo>
                  <a:lnTo>
                    <a:pt x="44" y="185"/>
                  </a:lnTo>
                  <a:lnTo>
                    <a:pt x="40" y="187"/>
                  </a:lnTo>
                  <a:lnTo>
                    <a:pt x="36" y="188"/>
                  </a:lnTo>
                  <a:lnTo>
                    <a:pt x="33" y="190"/>
                  </a:lnTo>
                  <a:lnTo>
                    <a:pt x="33" y="190"/>
                  </a:lnTo>
                  <a:lnTo>
                    <a:pt x="32" y="192"/>
                  </a:lnTo>
                  <a:lnTo>
                    <a:pt x="28" y="192"/>
                  </a:lnTo>
                  <a:lnTo>
                    <a:pt x="26" y="190"/>
                  </a:lnTo>
                  <a:lnTo>
                    <a:pt x="21" y="188"/>
                  </a:lnTo>
                  <a:lnTo>
                    <a:pt x="19" y="187"/>
                  </a:lnTo>
                  <a:lnTo>
                    <a:pt x="17" y="187"/>
                  </a:lnTo>
                  <a:lnTo>
                    <a:pt x="15" y="187"/>
                  </a:lnTo>
                  <a:lnTo>
                    <a:pt x="15" y="187"/>
                  </a:lnTo>
                  <a:lnTo>
                    <a:pt x="14" y="185"/>
                  </a:lnTo>
                  <a:lnTo>
                    <a:pt x="12" y="183"/>
                  </a:lnTo>
                  <a:lnTo>
                    <a:pt x="10" y="183"/>
                  </a:lnTo>
                  <a:lnTo>
                    <a:pt x="10" y="181"/>
                  </a:lnTo>
                  <a:lnTo>
                    <a:pt x="10" y="181"/>
                  </a:lnTo>
                  <a:lnTo>
                    <a:pt x="10" y="179"/>
                  </a:lnTo>
                  <a:lnTo>
                    <a:pt x="8" y="177"/>
                  </a:lnTo>
                  <a:lnTo>
                    <a:pt x="8" y="176"/>
                  </a:lnTo>
                  <a:lnTo>
                    <a:pt x="6" y="172"/>
                  </a:lnTo>
                  <a:lnTo>
                    <a:pt x="6" y="172"/>
                  </a:lnTo>
                  <a:lnTo>
                    <a:pt x="6" y="168"/>
                  </a:lnTo>
                  <a:lnTo>
                    <a:pt x="6" y="168"/>
                  </a:lnTo>
                  <a:lnTo>
                    <a:pt x="6" y="164"/>
                  </a:lnTo>
                  <a:lnTo>
                    <a:pt x="6" y="162"/>
                  </a:lnTo>
                  <a:lnTo>
                    <a:pt x="7" y="162"/>
                  </a:lnTo>
                  <a:lnTo>
                    <a:pt x="7" y="160"/>
                  </a:lnTo>
                  <a:lnTo>
                    <a:pt x="6" y="158"/>
                  </a:lnTo>
                  <a:lnTo>
                    <a:pt x="6" y="157"/>
                  </a:lnTo>
                  <a:lnTo>
                    <a:pt x="6" y="155"/>
                  </a:lnTo>
                  <a:lnTo>
                    <a:pt x="2" y="151"/>
                  </a:lnTo>
                  <a:lnTo>
                    <a:pt x="2" y="150"/>
                  </a:lnTo>
                  <a:lnTo>
                    <a:pt x="2" y="150"/>
                  </a:lnTo>
                  <a:lnTo>
                    <a:pt x="0" y="145"/>
                  </a:lnTo>
                  <a:lnTo>
                    <a:pt x="0" y="143"/>
                  </a:lnTo>
                  <a:lnTo>
                    <a:pt x="0" y="139"/>
                  </a:lnTo>
                  <a:lnTo>
                    <a:pt x="0" y="138"/>
                  </a:lnTo>
                  <a:lnTo>
                    <a:pt x="2" y="138"/>
                  </a:lnTo>
                  <a:lnTo>
                    <a:pt x="2" y="136"/>
                  </a:lnTo>
                  <a:lnTo>
                    <a:pt x="2" y="136"/>
                  </a:lnTo>
                  <a:lnTo>
                    <a:pt x="2" y="134"/>
                  </a:lnTo>
                  <a:lnTo>
                    <a:pt x="4" y="134"/>
                  </a:lnTo>
                  <a:lnTo>
                    <a:pt x="4" y="130"/>
                  </a:lnTo>
                  <a:lnTo>
                    <a:pt x="6" y="129"/>
                  </a:lnTo>
                  <a:lnTo>
                    <a:pt x="7" y="129"/>
                  </a:lnTo>
                  <a:lnTo>
                    <a:pt x="7" y="127"/>
                  </a:lnTo>
                  <a:lnTo>
                    <a:pt x="8" y="126"/>
                  </a:lnTo>
                  <a:lnTo>
                    <a:pt x="8" y="123"/>
                  </a:lnTo>
                  <a:lnTo>
                    <a:pt x="10" y="120"/>
                  </a:lnTo>
                  <a:lnTo>
                    <a:pt x="12" y="119"/>
                  </a:lnTo>
                  <a:lnTo>
                    <a:pt x="14" y="117"/>
                  </a:lnTo>
                  <a:lnTo>
                    <a:pt x="15" y="113"/>
                  </a:lnTo>
                  <a:lnTo>
                    <a:pt x="15" y="111"/>
                  </a:lnTo>
                  <a:lnTo>
                    <a:pt x="15" y="110"/>
                  </a:lnTo>
                  <a:lnTo>
                    <a:pt x="15" y="106"/>
                  </a:lnTo>
                  <a:lnTo>
                    <a:pt x="17" y="104"/>
                  </a:lnTo>
                  <a:lnTo>
                    <a:pt x="17" y="103"/>
                  </a:lnTo>
                  <a:lnTo>
                    <a:pt x="15" y="100"/>
                  </a:lnTo>
                  <a:lnTo>
                    <a:pt x="14" y="98"/>
                  </a:lnTo>
                  <a:lnTo>
                    <a:pt x="14" y="98"/>
                  </a:lnTo>
                  <a:lnTo>
                    <a:pt x="14" y="94"/>
                  </a:lnTo>
                  <a:lnTo>
                    <a:pt x="14" y="92"/>
                  </a:lnTo>
                  <a:lnTo>
                    <a:pt x="12" y="91"/>
                  </a:lnTo>
                  <a:lnTo>
                    <a:pt x="12" y="89"/>
                  </a:lnTo>
                  <a:lnTo>
                    <a:pt x="10" y="87"/>
                  </a:lnTo>
                  <a:lnTo>
                    <a:pt x="10" y="81"/>
                  </a:lnTo>
                  <a:lnTo>
                    <a:pt x="10" y="80"/>
                  </a:lnTo>
                  <a:lnTo>
                    <a:pt x="10" y="79"/>
                  </a:lnTo>
                  <a:lnTo>
                    <a:pt x="10" y="76"/>
                  </a:lnTo>
                  <a:lnTo>
                    <a:pt x="10" y="73"/>
                  </a:lnTo>
                  <a:lnTo>
                    <a:pt x="15" y="64"/>
                  </a:lnTo>
                  <a:lnTo>
                    <a:pt x="15" y="62"/>
                  </a:lnTo>
                  <a:lnTo>
                    <a:pt x="15" y="59"/>
                  </a:lnTo>
                  <a:lnTo>
                    <a:pt x="15" y="57"/>
                  </a:lnTo>
                  <a:lnTo>
                    <a:pt x="15" y="57"/>
                  </a:lnTo>
                  <a:lnTo>
                    <a:pt x="17" y="57"/>
                  </a:lnTo>
                  <a:lnTo>
                    <a:pt x="17" y="57"/>
                  </a:lnTo>
                  <a:lnTo>
                    <a:pt x="23" y="57"/>
                  </a:lnTo>
                  <a:lnTo>
                    <a:pt x="25" y="56"/>
                  </a:lnTo>
                  <a:lnTo>
                    <a:pt x="25" y="56"/>
                  </a:lnTo>
                  <a:lnTo>
                    <a:pt x="26" y="54"/>
                  </a:lnTo>
                  <a:lnTo>
                    <a:pt x="28" y="54"/>
                  </a:lnTo>
                  <a:lnTo>
                    <a:pt x="28" y="54"/>
                  </a:lnTo>
                  <a:lnTo>
                    <a:pt x="28" y="54"/>
                  </a:lnTo>
                  <a:lnTo>
                    <a:pt x="30" y="54"/>
                  </a:lnTo>
                  <a:lnTo>
                    <a:pt x="32" y="54"/>
                  </a:lnTo>
                  <a:lnTo>
                    <a:pt x="32" y="54"/>
                  </a:lnTo>
                  <a:lnTo>
                    <a:pt x="33" y="54"/>
                  </a:lnTo>
                  <a:lnTo>
                    <a:pt x="33" y="54"/>
                  </a:lnTo>
                  <a:lnTo>
                    <a:pt x="33" y="52"/>
                  </a:lnTo>
                  <a:lnTo>
                    <a:pt x="33" y="52"/>
                  </a:lnTo>
                  <a:lnTo>
                    <a:pt x="33" y="52"/>
                  </a:lnTo>
                  <a:lnTo>
                    <a:pt x="36" y="52"/>
                  </a:lnTo>
                  <a:lnTo>
                    <a:pt x="38" y="51"/>
                  </a:lnTo>
                  <a:lnTo>
                    <a:pt x="40" y="51"/>
                  </a:lnTo>
                  <a:lnTo>
                    <a:pt x="40" y="51"/>
                  </a:lnTo>
                  <a:lnTo>
                    <a:pt x="42" y="52"/>
                  </a:lnTo>
                  <a:lnTo>
                    <a:pt x="44" y="54"/>
                  </a:lnTo>
                  <a:lnTo>
                    <a:pt x="44" y="54"/>
                  </a:lnTo>
                  <a:lnTo>
                    <a:pt x="44" y="52"/>
                  </a:lnTo>
                  <a:lnTo>
                    <a:pt x="44" y="52"/>
                  </a:lnTo>
                  <a:lnTo>
                    <a:pt x="42" y="51"/>
                  </a:lnTo>
                  <a:lnTo>
                    <a:pt x="42" y="51"/>
                  </a:lnTo>
                  <a:lnTo>
                    <a:pt x="44" y="49"/>
                  </a:lnTo>
                  <a:lnTo>
                    <a:pt x="45" y="46"/>
                  </a:lnTo>
                  <a:lnTo>
                    <a:pt x="47" y="45"/>
                  </a:lnTo>
                  <a:lnTo>
                    <a:pt x="51" y="43"/>
                  </a:lnTo>
                  <a:lnTo>
                    <a:pt x="51" y="43"/>
                  </a:lnTo>
                  <a:lnTo>
                    <a:pt x="53" y="43"/>
                  </a:lnTo>
                  <a:lnTo>
                    <a:pt x="53" y="46"/>
                  </a:lnTo>
                  <a:lnTo>
                    <a:pt x="53" y="46"/>
                  </a:lnTo>
                  <a:lnTo>
                    <a:pt x="53" y="46"/>
                  </a:lnTo>
                  <a:lnTo>
                    <a:pt x="54" y="46"/>
                  </a:lnTo>
                  <a:lnTo>
                    <a:pt x="54" y="45"/>
                  </a:lnTo>
                  <a:lnTo>
                    <a:pt x="54" y="45"/>
                  </a:lnTo>
                  <a:lnTo>
                    <a:pt x="54" y="43"/>
                  </a:lnTo>
                  <a:lnTo>
                    <a:pt x="53" y="43"/>
                  </a:lnTo>
                  <a:lnTo>
                    <a:pt x="53" y="42"/>
                  </a:lnTo>
                  <a:lnTo>
                    <a:pt x="54" y="40"/>
                  </a:lnTo>
                  <a:lnTo>
                    <a:pt x="56" y="40"/>
                  </a:lnTo>
                  <a:lnTo>
                    <a:pt x="56" y="38"/>
                  </a:lnTo>
                  <a:lnTo>
                    <a:pt x="57" y="36"/>
                  </a:lnTo>
                  <a:lnTo>
                    <a:pt x="57" y="36"/>
                  </a:lnTo>
                  <a:lnTo>
                    <a:pt x="57" y="36"/>
                  </a:lnTo>
                  <a:lnTo>
                    <a:pt x="59" y="36"/>
                  </a:lnTo>
                  <a:lnTo>
                    <a:pt x="59" y="38"/>
                  </a:lnTo>
                  <a:lnTo>
                    <a:pt x="57" y="38"/>
                  </a:lnTo>
                  <a:lnTo>
                    <a:pt x="57" y="40"/>
                  </a:lnTo>
                  <a:lnTo>
                    <a:pt x="57" y="40"/>
                  </a:lnTo>
                  <a:lnTo>
                    <a:pt x="59" y="40"/>
                  </a:lnTo>
                  <a:lnTo>
                    <a:pt x="59" y="40"/>
                  </a:lnTo>
                  <a:lnTo>
                    <a:pt x="59" y="38"/>
                  </a:lnTo>
                  <a:lnTo>
                    <a:pt x="61" y="36"/>
                  </a:lnTo>
                  <a:lnTo>
                    <a:pt x="61" y="36"/>
                  </a:lnTo>
                  <a:lnTo>
                    <a:pt x="63" y="34"/>
                  </a:lnTo>
                  <a:lnTo>
                    <a:pt x="64" y="34"/>
                  </a:lnTo>
                  <a:lnTo>
                    <a:pt x="64" y="36"/>
                  </a:lnTo>
                  <a:lnTo>
                    <a:pt x="63" y="33"/>
                  </a:lnTo>
                  <a:lnTo>
                    <a:pt x="63" y="32"/>
                  </a:lnTo>
                  <a:lnTo>
                    <a:pt x="64" y="27"/>
                  </a:lnTo>
                  <a:lnTo>
                    <a:pt x="64" y="26"/>
                  </a:lnTo>
                  <a:lnTo>
                    <a:pt x="66" y="26"/>
                  </a:lnTo>
                  <a:lnTo>
                    <a:pt x="66" y="26"/>
                  </a:lnTo>
                  <a:lnTo>
                    <a:pt x="64" y="24"/>
                  </a:lnTo>
                  <a:lnTo>
                    <a:pt x="64" y="24"/>
                  </a:lnTo>
                  <a:lnTo>
                    <a:pt x="64" y="22"/>
                  </a:lnTo>
                  <a:lnTo>
                    <a:pt x="64" y="21"/>
                  </a:lnTo>
                  <a:lnTo>
                    <a:pt x="66" y="21"/>
                  </a:lnTo>
                  <a:lnTo>
                    <a:pt x="66" y="21"/>
                  </a:lnTo>
                  <a:lnTo>
                    <a:pt x="66" y="21"/>
                  </a:lnTo>
                  <a:lnTo>
                    <a:pt x="68" y="22"/>
                  </a:lnTo>
                  <a:lnTo>
                    <a:pt x="70" y="22"/>
                  </a:lnTo>
                  <a:lnTo>
                    <a:pt x="70" y="21"/>
                  </a:lnTo>
                  <a:lnTo>
                    <a:pt x="72" y="19"/>
                  </a:lnTo>
                  <a:lnTo>
                    <a:pt x="73" y="19"/>
                  </a:lnTo>
                  <a:lnTo>
                    <a:pt x="75" y="19"/>
                  </a:lnTo>
                  <a:lnTo>
                    <a:pt x="77" y="15"/>
                  </a:lnTo>
                  <a:lnTo>
                    <a:pt x="79" y="12"/>
                  </a:lnTo>
                  <a:lnTo>
                    <a:pt x="79" y="10"/>
                  </a:lnTo>
                  <a:lnTo>
                    <a:pt x="79" y="9"/>
                  </a:lnTo>
                  <a:lnTo>
                    <a:pt x="77" y="7"/>
                  </a:lnTo>
                  <a:lnTo>
                    <a:pt x="77" y="4"/>
                  </a:lnTo>
                  <a:lnTo>
                    <a:pt x="77" y="4"/>
                  </a:lnTo>
                  <a:lnTo>
                    <a:pt x="79" y="4"/>
                  </a:lnTo>
                  <a:lnTo>
                    <a:pt x="79" y="4"/>
                  </a:lnTo>
                  <a:lnTo>
                    <a:pt x="81" y="4"/>
                  </a:lnTo>
                  <a:lnTo>
                    <a:pt x="8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0" name="Freeform 10271"/>
            <p:cNvSpPr/>
            <p:nvPr/>
          </p:nvSpPr>
          <p:spPr bwMode="auto">
            <a:xfrm>
              <a:off x="6903331" y="4112344"/>
              <a:ext cx="129778" cy="120253"/>
            </a:xfrm>
            <a:custGeom>
              <a:avLst/>
              <a:gdLst>
                <a:gd name="T0" fmla="*/ 87 w 109"/>
                <a:gd name="T1" fmla="*/ 4 h 101"/>
                <a:gd name="T2" fmla="*/ 92 w 109"/>
                <a:gd name="T3" fmla="*/ 11 h 101"/>
                <a:gd name="T4" fmla="*/ 100 w 109"/>
                <a:gd name="T5" fmla="*/ 7 h 101"/>
                <a:gd name="T6" fmla="*/ 102 w 109"/>
                <a:gd name="T7" fmla="*/ 7 h 101"/>
                <a:gd name="T8" fmla="*/ 102 w 109"/>
                <a:gd name="T9" fmla="*/ 12 h 101"/>
                <a:gd name="T10" fmla="*/ 104 w 109"/>
                <a:gd name="T11" fmla="*/ 7 h 101"/>
                <a:gd name="T12" fmla="*/ 107 w 109"/>
                <a:gd name="T13" fmla="*/ 9 h 101"/>
                <a:gd name="T14" fmla="*/ 106 w 109"/>
                <a:gd name="T15" fmla="*/ 12 h 101"/>
                <a:gd name="T16" fmla="*/ 106 w 109"/>
                <a:gd name="T17" fmla="*/ 12 h 101"/>
                <a:gd name="T18" fmla="*/ 106 w 109"/>
                <a:gd name="T19" fmla="*/ 19 h 101"/>
                <a:gd name="T20" fmla="*/ 104 w 109"/>
                <a:gd name="T21" fmla="*/ 24 h 101"/>
                <a:gd name="T22" fmla="*/ 97 w 109"/>
                <a:gd name="T23" fmla="*/ 34 h 101"/>
                <a:gd name="T24" fmla="*/ 87 w 109"/>
                <a:gd name="T25" fmla="*/ 44 h 101"/>
                <a:gd name="T26" fmla="*/ 87 w 109"/>
                <a:gd name="T27" fmla="*/ 47 h 101"/>
                <a:gd name="T28" fmla="*/ 87 w 109"/>
                <a:gd name="T29" fmla="*/ 48 h 101"/>
                <a:gd name="T30" fmla="*/ 92 w 109"/>
                <a:gd name="T31" fmla="*/ 54 h 101"/>
                <a:gd name="T32" fmla="*/ 87 w 109"/>
                <a:gd name="T33" fmla="*/ 54 h 101"/>
                <a:gd name="T34" fmla="*/ 83 w 109"/>
                <a:gd name="T35" fmla="*/ 53 h 101"/>
                <a:gd name="T36" fmla="*/ 79 w 109"/>
                <a:gd name="T37" fmla="*/ 54 h 101"/>
                <a:gd name="T38" fmla="*/ 77 w 109"/>
                <a:gd name="T39" fmla="*/ 55 h 101"/>
                <a:gd name="T40" fmla="*/ 69 w 109"/>
                <a:gd name="T41" fmla="*/ 59 h 101"/>
                <a:gd name="T42" fmla="*/ 68 w 109"/>
                <a:gd name="T43" fmla="*/ 63 h 101"/>
                <a:gd name="T44" fmla="*/ 62 w 109"/>
                <a:gd name="T45" fmla="*/ 73 h 101"/>
                <a:gd name="T46" fmla="*/ 60 w 109"/>
                <a:gd name="T47" fmla="*/ 82 h 101"/>
                <a:gd name="T48" fmla="*/ 58 w 109"/>
                <a:gd name="T49" fmla="*/ 89 h 101"/>
                <a:gd name="T50" fmla="*/ 51 w 109"/>
                <a:gd name="T51" fmla="*/ 94 h 101"/>
                <a:gd name="T52" fmla="*/ 36 w 109"/>
                <a:gd name="T53" fmla="*/ 101 h 101"/>
                <a:gd name="T54" fmla="*/ 27 w 109"/>
                <a:gd name="T55" fmla="*/ 101 h 101"/>
                <a:gd name="T56" fmla="*/ 24 w 109"/>
                <a:gd name="T57" fmla="*/ 97 h 101"/>
                <a:gd name="T58" fmla="*/ 17 w 109"/>
                <a:gd name="T59" fmla="*/ 94 h 101"/>
                <a:gd name="T60" fmla="*/ 8 w 109"/>
                <a:gd name="T61" fmla="*/ 96 h 101"/>
                <a:gd name="T62" fmla="*/ 3 w 109"/>
                <a:gd name="T63" fmla="*/ 93 h 101"/>
                <a:gd name="T64" fmla="*/ 0 w 109"/>
                <a:gd name="T65" fmla="*/ 91 h 101"/>
                <a:gd name="T66" fmla="*/ 6 w 109"/>
                <a:gd name="T67" fmla="*/ 85 h 101"/>
                <a:gd name="T68" fmla="*/ 3 w 109"/>
                <a:gd name="T69" fmla="*/ 83 h 101"/>
                <a:gd name="T70" fmla="*/ 6 w 109"/>
                <a:gd name="T71" fmla="*/ 78 h 101"/>
                <a:gd name="T72" fmla="*/ 10 w 109"/>
                <a:gd name="T73" fmla="*/ 78 h 101"/>
                <a:gd name="T74" fmla="*/ 8 w 109"/>
                <a:gd name="T75" fmla="*/ 74 h 101"/>
                <a:gd name="T76" fmla="*/ 13 w 109"/>
                <a:gd name="T77" fmla="*/ 72 h 101"/>
                <a:gd name="T78" fmla="*/ 13 w 109"/>
                <a:gd name="T79" fmla="*/ 70 h 101"/>
                <a:gd name="T80" fmla="*/ 20 w 109"/>
                <a:gd name="T81" fmla="*/ 68 h 101"/>
                <a:gd name="T82" fmla="*/ 27 w 109"/>
                <a:gd name="T83" fmla="*/ 57 h 101"/>
                <a:gd name="T84" fmla="*/ 36 w 109"/>
                <a:gd name="T85" fmla="*/ 55 h 101"/>
                <a:gd name="T86" fmla="*/ 45 w 109"/>
                <a:gd name="T87" fmla="*/ 50 h 101"/>
                <a:gd name="T88" fmla="*/ 47 w 109"/>
                <a:gd name="T89" fmla="*/ 47 h 101"/>
                <a:gd name="T90" fmla="*/ 51 w 109"/>
                <a:gd name="T91" fmla="*/ 44 h 101"/>
                <a:gd name="T92" fmla="*/ 53 w 109"/>
                <a:gd name="T93" fmla="*/ 42 h 101"/>
                <a:gd name="T94" fmla="*/ 57 w 109"/>
                <a:gd name="T95" fmla="*/ 40 h 101"/>
                <a:gd name="T96" fmla="*/ 62 w 109"/>
                <a:gd name="T97" fmla="*/ 36 h 101"/>
                <a:gd name="T98" fmla="*/ 62 w 109"/>
                <a:gd name="T99" fmla="*/ 36 h 101"/>
                <a:gd name="T100" fmla="*/ 66 w 109"/>
                <a:gd name="T101" fmla="*/ 32 h 101"/>
                <a:gd name="T102" fmla="*/ 69 w 109"/>
                <a:gd name="T103" fmla="*/ 19 h 101"/>
                <a:gd name="T104" fmla="*/ 77 w 109"/>
                <a:gd name="T105" fmla="*/ 11 h 101"/>
                <a:gd name="T106" fmla="*/ 88 w 109"/>
                <a:gd name="T10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101">
                  <a:moveTo>
                    <a:pt x="88" y="0"/>
                  </a:moveTo>
                  <a:lnTo>
                    <a:pt x="90" y="0"/>
                  </a:lnTo>
                  <a:lnTo>
                    <a:pt x="87" y="0"/>
                  </a:lnTo>
                  <a:lnTo>
                    <a:pt x="87" y="2"/>
                  </a:lnTo>
                  <a:lnTo>
                    <a:pt x="87" y="2"/>
                  </a:lnTo>
                  <a:lnTo>
                    <a:pt x="87" y="4"/>
                  </a:lnTo>
                  <a:lnTo>
                    <a:pt x="87" y="4"/>
                  </a:lnTo>
                  <a:lnTo>
                    <a:pt x="88" y="6"/>
                  </a:lnTo>
                  <a:lnTo>
                    <a:pt x="90" y="6"/>
                  </a:lnTo>
                  <a:lnTo>
                    <a:pt x="90" y="7"/>
                  </a:lnTo>
                  <a:lnTo>
                    <a:pt x="90" y="9"/>
                  </a:lnTo>
                  <a:lnTo>
                    <a:pt x="92" y="11"/>
                  </a:lnTo>
                  <a:lnTo>
                    <a:pt x="92" y="12"/>
                  </a:lnTo>
                  <a:lnTo>
                    <a:pt x="94" y="12"/>
                  </a:lnTo>
                  <a:lnTo>
                    <a:pt x="96" y="11"/>
                  </a:lnTo>
                  <a:lnTo>
                    <a:pt x="97" y="11"/>
                  </a:lnTo>
                  <a:lnTo>
                    <a:pt x="97" y="9"/>
                  </a:lnTo>
                  <a:lnTo>
                    <a:pt x="100" y="7"/>
                  </a:lnTo>
                  <a:lnTo>
                    <a:pt x="100" y="7"/>
                  </a:lnTo>
                  <a:lnTo>
                    <a:pt x="102" y="7"/>
                  </a:lnTo>
                  <a:lnTo>
                    <a:pt x="102" y="7"/>
                  </a:lnTo>
                  <a:lnTo>
                    <a:pt x="104" y="7"/>
                  </a:lnTo>
                  <a:lnTo>
                    <a:pt x="102" y="7"/>
                  </a:lnTo>
                  <a:lnTo>
                    <a:pt x="102" y="7"/>
                  </a:lnTo>
                  <a:lnTo>
                    <a:pt x="102" y="9"/>
                  </a:lnTo>
                  <a:lnTo>
                    <a:pt x="102" y="9"/>
                  </a:lnTo>
                  <a:lnTo>
                    <a:pt x="102" y="11"/>
                  </a:lnTo>
                  <a:lnTo>
                    <a:pt x="102" y="11"/>
                  </a:lnTo>
                  <a:lnTo>
                    <a:pt x="100" y="12"/>
                  </a:lnTo>
                  <a:lnTo>
                    <a:pt x="102" y="12"/>
                  </a:lnTo>
                  <a:lnTo>
                    <a:pt x="102" y="11"/>
                  </a:lnTo>
                  <a:lnTo>
                    <a:pt x="102" y="11"/>
                  </a:lnTo>
                  <a:lnTo>
                    <a:pt x="104" y="9"/>
                  </a:lnTo>
                  <a:lnTo>
                    <a:pt x="104" y="9"/>
                  </a:lnTo>
                  <a:lnTo>
                    <a:pt x="104" y="9"/>
                  </a:lnTo>
                  <a:lnTo>
                    <a:pt x="104" y="7"/>
                  </a:lnTo>
                  <a:lnTo>
                    <a:pt x="106" y="7"/>
                  </a:lnTo>
                  <a:lnTo>
                    <a:pt x="106" y="7"/>
                  </a:lnTo>
                  <a:lnTo>
                    <a:pt x="106" y="7"/>
                  </a:lnTo>
                  <a:lnTo>
                    <a:pt x="107" y="7"/>
                  </a:lnTo>
                  <a:lnTo>
                    <a:pt x="107" y="9"/>
                  </a:lnTo>
                  <a:lnTo>
                    <a:pt x="107" y="9"/>
                  </a:lnTo>
                  <a:lnTo>
                    <a:pt x="107" y="9"/>
                  </a:lnTo>
                  <a:lnTo>
                    <a:pt x="107" y="11"/>
                  </a:lnTo>
                  <a:lnTo>
                    <a:pt x="106" y="11"/>
                  </a:lnTo>
                  <a:lnTo>
                    <a:pt x="106" y="11"/>
                  </a:lnTo>
                  <a:lnTo>
                    <a:pt x="104" y="12"/>
                  </a:lnTo>
                  <a:lnTo>
                    <a:pt x="106" y="12"/>
                  </a:lnTo>
                  <a:lnTo>
                    <a:pt x="107" y="11"/>
                  </a:lnTo>
                  <a:lnTo>
                    <a:pt x="109" y="9"/>
                  </a:lnTo>
                  <a:lnTo>
                    <a:pt x="109" y="11"/>
                  </a:lnTo>
                  <a:lnTo>
                    <a:pt x="107" y="12"/>
                  </a:lnTo>
                  <a:lnTo>
                    <a:pt x="107" y="12"/>
                  </a:lnTo>
                  <a:lnTo>
                    <a:pt x="106" y="12"/>
                  </a:lnTo>
                  <a:lnTo>
                    <a:pt x="106" y="14"/>
                  </a:lnTo>
                  <a:lnTo>
                    <a:pt x="104" y="14"/>
                  </a:lnTo>
                  <a:lnTo>
                    <a:pt x="104" y="16"/>
                  </a:lnTo>
                  <a:lnTo>
                    <a:pt x="106" y="16"/>
                  </a:lnTo>
                  <a:lnTo>
                    <a:pt x="106" y="17"/>
                  </a:lnTo>
                  <a:lnTo>
                    <a:pt x="106" y="19"/>
                  </a:lnTo>
                  <a:lnTo>
                    <a:pt x="106" y="19"/>
                  </a:lnTo>
                  <a:lnTo>
                    <a:pt x="107" y="19"/>
                  </a:lnTo>
                  <a:lnTo>
                    <a:pt x="107" y="19"/>
                  </a:lnTo>
                  <a:lnTo>
                    <a:pt x="107" y="21"/>
                  </a:lnTo>
                  <a:lnTo>
                    <a:pt x="107" y="21"/>
                  </a:lnTo>
                  <a:lnTo>
                    <a:pt x="104" y="24"/>
                  </a:lnTo>
                  <a:lnTo>
                    <a:pt x="104" y="26"/>
                  </a:lnTo>
                  <a:lnTo>
                    <a:pt x="102" y="26"/>
                  </a:lnTo>
                  <a:lnTo>
                    <a:pt x="102" y="28"/>
                  </a:lnTo>
                  <a:lnTo>
                    <a:pt x="102" y="28"/>
                  </a:lnTo>
                  <a:lnTo>
                    <a:pt x="99" y="32"/>
                  </a:lnTo>
                  <a:lnTo>
                    <a:pt x="97" y="34"/>
                  </a:lnTo>
                  <a:lnTo>
                    <a:pt x="96" y="38"/>
                  </a:lnTo>
                  <a:lnTo>
                    <a:pt x="94" y="40"/>
                  </a:lnTo>
                  <a:lnTo>
                    <a:pt x="92" y="40"/>
                  </a:lnTo>
                  <a:lnTo>
                    <a:pt x="92" y="42"/>
                  </a:lnTo>
                  <a:lnTo>
                    <a:pt x="88" y="42"/>
                  </a:lnTo>
                  <a:lnTo>
                    <a:pt x="87" y="44"/>
                  </a:lnTo>
                  <a:lnTo>
                    <a:pt x="87" y="45"/>
                  </a:lnTo>
                  <a:lnTo>
                    <a:pt x="85" y="45"/>
                  </a:lnTo>
                  <a:lnTo>
                    <a:pt x="85" y="45"/>
                  </a:lnTo>
                  <a:lnTo>
                    <a:pt x="85" y="45"/>
                  </a:lnTo>
                  <a:lnTo>
                    <a:pt x="87" y="47"/>
                  </a:lnTo>
                  <a:lnTo>
                    <a:pt x="87" y="47"/>
                  </a:lnTo>
                  <a:lnTo>
                    <a:pt x="85" y="47"/>
                  </a:lnTo>
                  <a:lnTo>
                    <a:pt x="83" y="47"/>
                  </a:lnTo>
                  <a:lnTo>
                    <a:pt x="83" y="48"/>
                  </a:lnTo>
                  <a:lnTo>
                    <a:pt x="87" y="47"/>
                  </a:lnTo>
                  <a:lnTo>
                    <a:pt x="87" y="48"/>
                  </a:lnTo>
                  <a:lnTo>
                    <a:pt x="87" y="48"/>
                  </a:lnTo>
                  <a:lnTo>
                    <a:pt x="87" y="50"/>
                  </a:lnTo>
                  <a:lnTo>
                    <a:pt x="87" y="50"/>
                  </a:lnTo>
                  <a:lnTo>
                    <a:pt x="90" y="53"/>
                  </a:lnTo>
                  <a:lnTo>
                    <a:pt x="92" y="53"/>
                  </a:lnTo>
                  <a:lnTo>
                    <a:pt x="92" y="53"/>
                  </a:lnTo>
                  <a:lnTo>
                    <a:pt x="92" y="54"/>
                  </a:lnTo>
                  <a:lnTo>
                    <a:pt x="92" y="54"/>
                  </a:lnTo>
                  <a:lnTo>
                    <a:pt x="90" y="55"/>
                  </a:lnTo>
                  <a:lnTo>
                    <a:pt x="90" y="55"/>
                  </a:lnTo>
                  <a:lnTo>
                    <a:pt x="88" y="55"/>
                  </a:lnTo>
                  <a:lnTo>
                    <a:pt x="88" y="55"/>
                  </a:lnTo>
                  <a:lnTo>
                    <a:pt x="87" y="54"/>
                  </a:lnTo>
                  <a:lnTo>
                    <a:pt x="83" y="54"/>
                  </a:lnTo>
                  <a:lnTo>
                    <a:pt x="83" y="54"/>
                  </a:lnTo>
                  <a:lnTo>
                    <a:pt x="83" y="54"/>
                  </a:lnTo>
                  <a:lnTo>
                    <a:pt x="85" y="54"/>
                  </a:lnTo>
                  <a:lnTo>
                    <a:pt x="83" y="53"/>
                  </a:lnTo>
                  <a:lnTo>
                    <a:pt x="83" y="53"/>
                  </a:lnTo>
                  <a:lnTo>
                    <a:pt x="81" y="53"/>
                  </a:lnTo>
                  <a:lnTo>
                    <a:pt x="81" y="54"/>
                  </a:lnTo>
                  <a:lnTo>
                    <a:pt x="81" y="54"/>
                  </a:lnTo>
                  <a:lnTo>
                    <a:pt x="81" y="54"/>
                  </a:lnTo>
                  <a:lnTo>
                    <a:pt x="79" y="55"/>
                  </a:lnTo>
                  <a:lnTo>
                    <a:pt x="79" y="54"/>
                  </a:lnTo>
                  <a:lnTo>
                    <a:pt x="77" y="54"/>
                  </a:lnTo>
                  <a:lnTo>
                    <a:pt x="76" y="53"/>
                  </a:lnTo>
                  <a:lnTo>
                    <a:pt x="76" y="53"/>
                  </a:lnTo>
                  <a:lnTo>
                    <a:pt x="77" y="54"/>
                  </a:lnTo>
                  <a:lnTo>
                    <a:pt x="77" y="55"/>
                  </a:lnTo>
                  <a:lnTo>
                    <a:pt x="77" y="55"/>
                  </a:lnTo>
                  <a:lnTo>
                    <a:pt x="76" y="57"/>
                  </a:lnTo>
                  <a:lnTo>
                    <a:pt x="75" y="57"/>
                  </a:lnTo>
                  <a:lnTo>
                    <a:pt x="75" y="57"/>
                  </a:lnTo>
                  <a:lnTo>
                    <a:pt x="73" y="59"/>
                  </a:lnTo>
                  <a:lnTo>
                    <a:pt x="71" y="59"/>
                  </a:lnTo>
                  <a:lnTo>
                    <a:pt x="69" y="59"/>
                  </a:lnTo>
                  <a:lnTo>
                    <a:pt x="69" y="59"/>
                  </a:lnTo>
                  <a:lnTo>
                    <a:pt x="68" y="61"/>
                  </a:lnTo>
                  <a:lnTo>
                    <a:pt x="68" y="61"/>
                  </a:lnTo>
                  <a:lnTo>
                    <a:pt x="66" y="61"/>
                  </a:lnTo>
                  <a:lnTo>
                    <a:pt x="66" y="61"/>
                  </a:lnTo>
                  <a:lnTo>
                    <a:pt x="68" y="63"/>
                  </a:lnTo>
                  <a:lnTo>
                    <a:pt x="66" y="66"/>
                  </a:lnTo>
                  <a:lnTo>
                    <a:pt x="66" y="68"/>
                  </a:lnTo>
                  <a:lnTo>
                    <a:pt x="66" y="70"/>
                  </a:lnTo>
                  <a:lnTo>
                    <a:pt x="64" y="73"/>
                  </a:lnTo>
                  <a:lnTo>
                    <a:pt x="62" y="73"/>
                  </a:lnTo>
                  <a:lnTo>
                    <a:pt x="62" y="73"/>
                  </a:lnTo>
                  <a:lnTo>
                    <a:pt x="64" y="73"/>
                  </a:lnTo>
                  <a:lnTo>
                    <a:pt x="64" y="74"/>
                  </a:lnTo>
                  <a:lnTo>
                    <a:pt x="62" y="76"/>
                  </a:lnTo>
                  <a:lnTo>
                    <a:pt x="62" y="78"/>
                  </a:lnTo>
                  <a:lnTo>
                    <a:pt x="60" y="80"/>
                  </a:lnTo>
                  <a:lnTo>
                    <a:pt x="60" y="82"/>
                  </a:lnTo>
                  <a:lnTo>
                    <a:pt x="58" y="85"/>
                  </a:lnTo>
                  <a:lnTo>
                    <a:pt x="58" y="85"/>
                  </a:lnTo>
                  <a:lnTo>
                    <a:pt x="58" y="87"/>
                  </a:lnTo>
                  <a:lnTo>
                    <a:pt x="58" y="87"/>
                  </a:lnTo>
                  <a:lnTo>
                    <a:pt x="58" y="89"/>
                  </a:lnTo>
                  <a:lnTo>
                    <a:pt x="58" y="89"/>
                  </a:lnTo>
                  <a:lnTo>
                    <a:pt x="58" y="89"/>
                  </a:lnTo>
                  <a:lnTo>
                    <a:pt x="58" y="89"/>
                  </a:lnTo>
                  <a:lnTo>
                    <a:pt x="55" y="91"/>
                  </a:lnTo>
                  <a:lnTo>
                    <a:pt x="53" y="91"/>
                  </a:lnTo>
                  <a:lnTo>
                    <a:pt x="51" y="93"/>
                  </a:lnTo>
                  <a:lnTo>
                    <a:pt x="51" y="94"/>
                  </a:lnTo>
                  <a:lnTo>
                    <a:pt x="49" y="96"/>
                  </a:lnTo>
                  <a:lnTo>
                    <a:pt x="45" y="99"/>
                  </a:lnTo>
                  <a:lnTo>
                    <a:pt x="45" y="99"/>
                  </a:lnTo>
                  <a:lnTo>
                    <a:pt x="45" y="101"/>
                  </a:lnTo>
                  <a:lnTo>
                    <a:pt x="39" y="101"/>
                  </a:lnTo>
                  <a:lnTo>
                    <a:pt x="36" y="101"/>
                  </a:lnTo>
                  <a:lnTo>
                    <a:pt x="34" y="101"/>
                  </a:lnTo>
                  <a:lnTo>
                    <a:pt x="32" y="101"/>
                  </a:lnTo>
                  <a:lnTo>
                    <a:pt x="30" y="101"/>
                  </a:lnTo>
                  <a:lnTo>
                    <a:pt x="29" y="101"/>
                  </a:lnTo>
                  <a:lnTo>
                    <a:pt x="29" y="101"/>
                  </a:lnTo>
                  <a:lnTo>
                    <a:pt x="27" y="101"/>
                  </a:lnTo>
                  <a:lnTo>
                    <a:pt x="26" y="101"/>
                  </a:lnTo>
                  <a:lnTo>
                    <a:pt x="26" y="101"/>
                  </a:lnTo>
                  <a:lnTo>
                    <a:pt x="26" y="101"/>
                  </a:lnTo>
                  <a:lnTo>
                    <a:pt x="26" y="99"/>
                  </a:lnTo>
                  <a:lnTo>
                    <a:pt x="26" y="99"/>
                  </a:lnTo>
                  <a:lnTo>
                    <a:pt x="24" y="97"/>
                  </a:lnTo>
                  <a:lnTo>
                    <a:pt x="24" y="97"/>
                  </a:lnTo>
                  <a:lnTo>
                    <a:pt x="24" y="97"/>
                  </a:lnTo>
                  <a:lnTo>
                    <a:pt x="22" y="97"/>
                  </a:lnTo>
                  <a:lnTo>
                    <a:pt x="20" y="97"/>
                  </a:lnTo>
                  <a:lnTo>
                    <a:pt x="19" y="97"/>
                  </a:lnTo>
                  <a:lnTo>
                    <a:pt x="17" y="94"/>
                  </a:lnTo>
                  <a:lnTo>
                    <a:pt x="17" y="94"/>
                  </a:lnTo>
                  <a:lnTo>
                    <a:pt x="15" y="94"/>
                  </a:lnTo>
                  <a:lnTo>
                    <a:pt x="13" y="94"/>
                  </a:lnTo>
                  <a:lnTo>
                    <a:pt x="13" y="94"/>
                  </a:lnTo>
                  <a:lnTo>
                    <a:pt x="11" y="96"/>
                  </a:lnTo>
                  <a:lnTo>
                    <a:pt x="8" y="96"/>
                  </a:lnTo>
                  <a:lnTo>
                    <a:pt x="4" y="94"/>
                  </a:lnTo>
                  <a:lnTo>
                    <a:pt x="3" y="94"/>
                  </a:lnTo>
                  <a:lnTo>
                    <a:pt x="3" y="94"/>
                  </a:lnTo>
                  <a:lnTo>
                    <a:pt x="6" y="91"/>
                  </a:lnTo>
                  <a:lnTo>
                    <a:pt x="4" y="91"/>
                  </a:lnTo>
                  <a:lnTo>
                    <a:pt x="3" y="93"/>
                  </a:lnTo>
                  <a:lnTo>
                    <a:pt x="3" y="93"/>
                  </a:lnTo>
                  <a:lnTo>
                    <a:pt x="3" y="91"/>
                  </a:lnTo>
                  <a:lnTo>
                    <a:pt x="3" y="89"/>
                  </a:lnTo>
                  <a:lnTo>
                    <a:pt x="3" y="89"/>
                  </a:lnTo>
                  <a:lnTo>
                    <a:pt x="1" y="91"/>
                  </a:lnTo>
                  <a:lnTo>
                    <a:pt x="0" y="91"/>
                  </a:lnTo>
                  <a:lnTo>
                    <a:pt x="0" y="89"/>
                  </a:lnTo>
                  <a:lnTo>
                    <a:pt x="0" y="89"/>
                  </a:lnTo>
                  <a:lnTo>
                    <a:pt x="1" y="87"/>
                  </a:lnTo>
                  <a:lnTo>
                    <a:pt x="4" y="87"/>
                  </a:lnTo>
                  <a:lnTo>
                    <a:pt x="6" y="87"/>
                  </a:lnTo>
                  <a:lnTo>
                    <a:pt x="6" y="85"/>
                  </a:lnTo>
                  <a:lnTo>
                    <a:pt x="4" y="85"/>
                  </a:lnTo>
                  <a:lnTo>
                    <a:pt x="4" y="85"/>
                  </a:lnTo>
                  <a:lnTo>
                    <a:pt x="4" y="83"/>
                  </a:lnTo>
                  <a:lnTo>
                    <a:pt x="6" y="83"/>
                  </a:lnTo>
                  <a:lnTo>
                    <a:pt x="4" y="83"/>
                  </a:lnTo>
                  <a:lnTo>
                    <a:pt x="3" y="83"/>
                  </a:lnTo>
                  <a:lnTo>
                    <a:pt x="3" y="82"/>
                  </a:lnTo>
                  <a:lnTo>
                    <a:pt x="4" y="80"/>
                  </a:lnTo>
                  <a:lnTo>
                    <a:pt x="6" y="80"/>
                  </a:lnTo>
                  <a:lnTo>
                    <a:pt x="4" y="80"/>
                  </a:lnTo>
                  <a:lnTo>
                    <a:pt x="4" y="78"/>
                  </a:lnTo>
                  <a:lnTo>
                    <a:pt x="6" y="78"/>
                  </a:lnTo>
                  <a:lnTo>
                    <a:pt x="8" y="80"/>
                  </a:lnTo>
                  <a:lnTo>
                    <a:pt x="10" y="80"/>
                  </a:lnTo>
                  <a:lnTo>
                    <a:pt x="8" y="80"/>
                  </a:lnTo>
                  <a:lnTo>
                    <a:pt x="8" y="80"/>
                  </a:lnTo>
                  <a:lnTo>
                    <a:pt x="10" y="78"/>
                  </a:lnTo>
                  <a:lnTo>
                    <a:pt x="10" y="78"/>
                  </a:lnTo>
                  <a:lnTo>
                    <a:pt x="10" y="78"/>
                  </a:lnTo>
                  <a:lnTo>
                    <a:pt x="8" y="78"/>
                  </a:lnTo>
                  <a:lnTo>
                    <a:pt x="8" y="78"/>
                  </a:lnTo>
                  <a:lnTo>
                    <a:pt x="8" y="76"/>
                  </a:lnTo>
                  <a:lnTo>
                    <a:pt x="8" y="76"/>
                  </a:lnTo>
                  <a:lnTo>
                    <a:pt x="8" y="74"/>
                  </a:lnTo>
                  <a:lnTo>
                    <a:pt x="10" y="74"/>
                  </a:lnTo>
                  <a:lnTo>
                    <a:pt x="10" y="74"/>
                  </a:lnTo>
                  <a:lnTo>
                    <a:pt x="10" y="74"/>
                  </a:lnTo>
                  <a:lnTo>
                    <a:pt x="10" y="73"/>
                  </a:lnTo>
                  <a:lnTo>
                    <a:pt x="10" y="73"/>
                  </a:lnTo>
                  <a:lnTo>
                    <a:pt x="13" y="72"/>
                  </a:lnTo>
                  <a:lnTo>
                    <a:pt x="13" y="73"/>
                  </a:lnTo>
                  <a:lnTo>
                    <a:pt x="13" y="73"/>
                  </a:lnTo>
                  <a:lnTo>
                    <a:pt x="13" y="72"/>
                  </a:lnTo>
                  <a:lnTo>
                    <a:pt x="13" y="72"/>
                  </a:lnTo>
                  <a:lnTo>
                    <a:pt x="13" y="72"/>
                  </a:lnTo>
                  <a:lnTo>
                    <a:pt x="13" y="70"/>
                  </a:lnTo>
                  <a:lnTo>
                    <a:pt x="15" y="70"/>
                  </a:lnTo>
                  <a:lnTo>
                    <a:pt x="17" y="68"/>
                  </a:lnTo>
                  <a:lnTo>
                    <a:pt x="19" y="68"/>
                  </a:lnTo>
                  <a:lnTo>
                    <a:pt x="19" y="68"/>
                  </a:lnTo>
                  <a:lnTo>
                    <a:pt x="20" y="68"/>
                  </a:lnTo>
                  <a:lnTo>
                    <a:pt x="20" y="68"/>
                  </a:lnTo>
                  <a:lnTo>
                    <a:pt x="19" y="66"/>
                  </a:lnTo>
                  <a:lnTo>
                    <a:pt x="19" y="66"/>
                  </a:lnTo>
                  <a:lnTo>
                    <a:pt x="20" y="63"/>
                  </a:lnTo>
                  <a:lnTo>
                    <a:pt x="24" y="61"/>
                  </a:lnTo>
                  <a:lnTo>
                    <a:pt x="26" y="59"/>
                  </a:lnTo>
                  <a:lnTo>
                    <a:pt x="27" y="57"/>
                  </a:lnTo>
                  <a:lnTo>
                    <a:pt x="30" y="57"/>
                  </a:lnTo>
                  <a:lnTo>
                    <a:pt x="30" y="57"/>
                  </a:lnTo>
                  <a:lnTo>
                    <a:pt x="32" y="57"/>
                  </a:lnTo>
                  <a:lnTo>
                    <a:pt x="34" y="55"/>
                  </a:lnTo>
                  <a:lnTo>
                    <a:pt x="36" y="54"/>
                  </a:lnTo>
                  <a:lnTo>
                    <a:pt x="36" y="55"/>
                  </a:lnTo>
                  <a:lnTo>
                    <a:pt x="38" y="55"/>
                  </a:lnTo>
                  <a:lnTo>
                    <a:pt x="36" y="54"/>
                  </a:lnTo>
                  <a:lnTo>
                    <a:pt x="38" y="54"/>
                  </a:lnTo>
                  <a:lnTo>
                    <a:pt x="39" y="53"/>
                  </a:lnTo>
                  <a:lnTo>
                    <a:pt x="41" y="50"/>
                  </a:lnTo>
                  <a:lnTo>
                    <a:pt x="45" y="50"/>
                  </a:lnTo>
                  <a:lnTo>
                    <a:pt x="45" y="48"/>
                  </a:lnTo>
                  <a:lnTo>
                    <a:pt x="47" y="48"/>
                  </a:lnTo>
                  <a:lnTo>
                    <a:pt x="47" y="48"/>
                  </a:lnTo>
                  <a:lnTo>
                    <a:pt x="47" y="48"/>
                  </a:lnTo>
                  <a:lnTo>
                    <a:pt x="47" y="48"/>
                  </a:lnTo>
                  <a:lnTo>
                    <a:pt x="47" y="47"/>
                  </a:lnTo>
                  <a:lnTo>
                    <a:pt x="47" y="47"/>
                  </a:lnTo>
                  <a:lnTo>
                    <a:pt x="49" y="47"/>
                  </a:lnTo>
                  <a:lnTo>
                    <a:pt x="50" y="45"/>
                  </a:lnTo>
                  <a:lnTo>
                    <a:pt x="50" y="45"/>
                  </a:lnTo>
                  <a:lnTo>
                    <a:pt x="51" y="44"/>
                  </a:lnTo>
                  <a:lnTo>
                    <a:pt x="51" y="44"/>
                  </a:lnTo>
                  <a:lnTo>
                    <a:pt x="53" y="44"/>
                  </a:lnTo>
                  <a:lnTo>
                    <a:pt x="53" y="44"/>
                  </a:lnTo>
                  <a:lnTo>
                    <a:pt x="53" y="44"/>
                  </a:lnTo>
                  <a:lnTo>
                    <a:pt x="53" y="44"/>
                  </a:lnTo>
                  <a:lnTo>
                    <a:pt x="53" y="42"/>
                  </a:lnTo>
                  <a:lnTo>
                    <a:pt x="53" y="42"/>
                  </a:lnTo>
                  <a:lnTo>
                    <a:pt x="55" y="42"/>
                  </a:lnTo>
                  <a:lnTo>
                    <a:pt x="55" y="42"/>
                  </a:lnTo>
                  <a:lnTo>
                    <a:pt x="57" y="42"/>
                  </a:lnTo>
                  <a:lnTo>
                    <a:pt x="55" y="42"/>
                  </a:lnTo>
                  <a:lnTo>
                    <a:pt x="55" y="40"/>
                  </a:lnTo>
                  <a:lnTo>
                    <a:pt x="57" y="40"/>
                  </a:lnTo>
                  <a:lnTo>
                    <a:pt x="57" y="40"/>
                  </a:lnTo>
                  <a:lnTo>
                    <a:pt x="58" y="42"/>
                  </a:lnTo>
                  <a:lnTo>
                    <a:pt x="58" y="40"/>
                  </a:lnTo>
                  <a:lnTo>
                    <a:pt x="58" y="40"/>
                  </a:lnTo>
                  <a:lnTo>
                    <a:pt x="60" y="38"/>
                  </a:lnTo>
                  <a:lnTo>
                    <a:pt x="62" y="36"/>
                  </a:lnTo>
                  <a:lnTo>
                    <a:pt x="62" y="36"/>
                  </a:lnTo>
                  <a:lnTo>
                    <a:pt x="62" y="38"/>
                  </a:lnTo>
                  <a:lnTo>
                    <a:pt x="62" y="38"/>
                  </a:lnTo>
                  <a:lnTo>
                    <a:pt x="62" y="38"/>
                  </a:lnTo>
                  <a:lnTo>
                    <a:pt x="62" y="36"/>
                  </a:lnTo>
                  <a:lnTo>
                    <a:pt x="62" y="36"/>
                  </a:lnTo>
                  <a:lnTo>
                    <a:pt x="66" y="32"/>
                  </a:lnTo>
                  <a:lnTo>
                    <a:pt x="66" y="32"/>
                  </a:lnTo>
                  <a:lnTo>
                    <a:pt x="66" y="32"/>
                  </a:lnTo>
                  <a:lnTo>
                    <a:pt x="68" y="32"/>
                  </a:lnTo>
                  <a:lnTo>
                    <a:pt x="66" y="32"/>
                  </a:lnTo>
                  <a:lnTo>
                    <a:pt x="66" y="32"/>
                  </a:lnTo>
                  <a:lnTo>
                    <a:pt x="66" y="30"/>
                  </a:lnTo>
                  <a:lnTo>
                    <a:pt x="68" y="28"/>
                  </a:lnTo>
                  <a:lnTo>
                    <a:pt x="68" y="26"/>
                  </a:lnTo>
                  <a:lnTo>
                    <a:pt x="68" y="24"/>
                  </a:lnTo>
                  <a:lnTo>
                    <a:pt x="69" y="21"/>
                  </a:lnTo>
                  <a:lnTo>
                    <a:pt x="69" y="19"/>
                  </a:lnTo>
                  <a:lnTo>
                    <a:pt x="71" y="19"/>
                  </a:lnTo>
                  <a:lnTo>
                    <a:pt x="73" y="19"/>
                  </a:lnTo>
                  <a:lnTo>
                    <a:pt x="75" y="19"/>
                  </a:lnTo>
                  <a:lnTo>
                    <a:pt x="76" y="16"/>
                  </a:lnTo>
                  <a:lnTo>
                    <a:pt x="76" y="16"/>
                  </a:lnTo>
                  <a:lnTo>
                    <a:pt x="77" y="11"/>
                  </a:lnTo>
                  <a:lnTo>
                    <a:pt x="77" y="7"/>
                  </a:lnTo>
                  <a:lnTo>
                    <a:pt x="79" y="4"/>
                  </a:lnTo>
                  <a:lnTo>
                    <a:pt x="83" y="2"/>
                  </a:lnTo>
                  <a:lnTo>
                    <a:pt x="85" y="0"/>
                  </a:lnTo>
                  <a:lnTo>
                    <a:pt x="87" y="0"/>
                  </a:lnTo>
                  <a:lnTo>
                    <a:pt x="88"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1" name="Freeform 10282"/>
            <p:cNvSpPr/>
            <p:nvPr/>
          </p:nvSpPr>
          <p:spPr bwMode="auto">
            <a:xfrm>
              <a:off x="7016184" y="3988605"/>
              <a:ext cx="94059" cy="134541"/>
            </a:xfrm>
            <a:custGeom>
              <a:avLst/>
              <a:gdLst>
                <a:gd name="T0" fmla="*/ 4 w 79"/>
                <a:gd name="T1" fmla="*/ 6 h 113"/>
                <a:gd name="T2" fmla="*/ 8 w 79"/>
                <a:gd name="T3" fmla="*/ 7 h 113"/>
                <a:gd name="T4" fmla="*/ 11 w 79"/>
                <a:gd name="T5" fmla="*/ 9 h 113"/>
                <a:gd name="T6" fmla="*/ 15 w 79"/>
                <a:gd name="T7" fmla="*/ 9 h 113"/>
                <a:gd name="T8" fmla="*/ 19 w 79"/>
                <a:gd name="T9" fmla="*/ 12 h 113"/>
                <a:gd name="T10" fmla="*/ 22 w 79"/>
                <a:gd name="T11" fmla="*/ 14 h 113"/>
                <a:gd name="T12" fmla="*/ 24 w 79"/>
                <a:gd name="T13" fmla="*/ 17 h 113"/>
                <a:gd name="T14" fmla="*/ 22 w 79"/>
                <a:gd name="T15" fmla="*/ 21 h 113"/>
                <a:gd name="T16" fmla="*/ 27 w 79"/>
                <a:gd name="T17" fmla="*/ 30 h 113"/>
                <a:gd name="T18" fmla="*/ 27 w 79"/>
                <a:gd name="T19" fmla="*/ 36 h 113"/>
                <a:gd name="T20" fmla="*/ 28 w 79"/>
                <a:gd name="T21" fmla="*/ 38 h 113"/>
                <a:gd name="T22" fmla="*/ 34 w 79"/>
                <a:gd name="T23" fmla="*/ 40 h 113"/>
                <a:gd name="T24" fmla="*/ 37 w 79"/>
                <a:gd name="T25" fmla="*/ 44 h 113"/>
                <a:gd name="T26" fmla="*/ 37 w 79"/>
                <a:gd name="T27" fmla="*/ 36 h 113"/>
                <a:gd name="T28" fmla="*/ 36 w 79"/>
                <a:gd name="T29" fmla="*/ 32 h 113"/>
                <a:gd name="T30" fmla="*/ 41 w 79"/>
                <a:gd name="T31" fmla="*/ 36 h 113"/>
                <a:gd name="T32" fmla="*/ 45 w 79"/>
                <a:gd name="T33" fmla="*/ 47 h 113"/>
                <a:gd name="T34" fmla="*/ 45 w 79"/>
                <a:gd name="T35" fmla="*/ 49 h 113"/>
                <a:gd name="T36" fmla="*/ 53 w 79"/>
                <a:gd name="T37" fmla="*/ 53 h 113"/>
                <a:gd name="T38" fmla="*/ 64 w 79"/>
                <a:gd name="T39" fmla="*/ 55 h 113"/>
                <a:gd name="T40" fmla="*/ 71 w 79"/>
                <a:gd name="T41" fmla="*/ 49 h 113"/>
                <a:gd name="T42" fmla="*/ 77 w 79"/>
                <a:gd name="T43" fmla="*/ 51 h 113"/>
                <a:gd name="T44" fmla="*/ 76 w 79"/>
                <a:gd name="T45" fmla="*/ 60 h 113"/>
                <a:gd name="T46" fmla="*/ 71 w 79"/>
                <a:gd name="T47" fmla="*/ 66 h 113"/>
                <a:gd name="T48" fmla="*/ 71 w 79"/>
                <a:gd name="T49" fmla="*/ 74 h 113"/>
                <a:gd name="T50" fmla="*/ 67 w 79"/>
                <a:gd name="T51" fmla="*/ 74 h 113"/>
                <a:gd name="T52" fmla="*/ 58 w 79"/>
                <a:gd name="T53" fmla="*/ 75 h 113"/>
                <a:gd name="T54" fmla="*/ 57 w 79"/>
                <a:gd name="T55" fmla="*/ 81 h 113"/>
                <a:gd name="T56" fmla="*/ 53 w 79"/>
                <a:gd name="T57" fmla="*/ 93 h 113"/>
                <a:gd name="T58" fmla="*/ 48 w 79"/>
                <a:gd name="T59" fmla="*/ 102 h 113"/>
                <a:gd name="T60" fmla="*/ 39 w 79"/>
                <a:gd name="T61" fmla="*/ 110 h 113"/>
                <a:gd name="T62" fmla="*/ 32 w 79"/>
                <a:gd name="T63" fmla="*/ 112 h 113"/>
                <a:gd name="T64" fmla="*/ 28 w 79"/>
                <a:gd name="T65" fmla="*/ 110 h 113"/>
                <a:gd name="T66" fmla="*/ 27 w 79"/>
                <a:gd name="T67" fmla="*/ 108 h 113"/>
                <a:gd name="T68" fmla="*/ 25 w 79"/>
                <a:gd name="T69" fmla="*/ 108 h 113"/>
                <a:gd name="T70" fmla="*/ 30 w 79"/>
                <a:gd name="T71" fmla="*/ 102 h 113"/>
                <a:gd name="T72" fmla="*/ 32 w 79"/>
                <a:gd name="T73" fmla="*/ 89 h 113"/>
                <a:gd name="T74" fmla="*/ 22 w 79"/>
                <a:gd name="T75" fmla="*/ 84 h 113"/>
                <a:gd name="T76" fmla="*/ 13 w 79"/>
                <a:gd name="T77" fmla="*/ 77 h 113"/>
                <a:gd name="T78" fmla="*/ 15 w 79"/>
                <a:gd name="T79" fmla="*/ 74 h 113"/>
                <a:gd name="T80" fmla="*/ 24 w 79"/>
                <a:gd name="T81" fmla="*/ 70 h 113"/>
                <a:gd name="T82" fmla="*/ 27 w 79"/>
                <a:gd name="T83" fmla="*/ 60 h 113"/>
                <a:gd name="T84" fmla="*/ 28 w 79"/>
                <a:gd name="T85" fmla="*/ 53 h 113"/>
                <a:gd name="T86" fmla="*/ 27 w 79"/>
                <a:gd name="T87" fmla="*/ 45 h 113"/>
                <a:gd name="T88" fmla="*/ 25 w 79"/>
                <a:gd name="T89" fmla="*/ 40 h 113"/>
                <a:gd name="T90" fmla="*/ 28 w 79"/>
                <a:gd name="T91" fmla="*/ 42 h 113"/>
                <a:gd name="T92" fmla="*/ 25 w 79"/>
                <a:gd name="T93" fmla="*/ 40 h 113"/>
                <a:gd name="T94" fmla="*/ 22 w 79"/>
                <a:gd name="T95" fmla="*/ 36 h 113"/>
                <a:gd name="T96" fmla="*/ 22 w 79"/>
                <a:gd name="T97" fmla="*/ 32 h 113"/>
                <a:gd name="T98" fmla="*/ 22 w 79"/>
                <a:gd name="T99" fmla="*/ 28 h 113"/>
                <a:gd name="T100" fmla="*/ 19 w 79"/>
                <a:gd name="T101" fmla="*/ 28 h 113"/>
                <a:gd name="T102" fmla="*/ 15 w 79"/>
                <a:gd name="T103" fmla="*/ 23 h 113"/>
                <a:gd name="T104" fmla="*/ 19 w 79"/>
                <a:gd name="T105" fmla="*/ 30 h 113"/>
                <a:gd name="T106" fmla="*/ 8 w 79"/>
                <a:gd name="T107" fmla="*/ 17 h 113"/>
                <a:gd name="T108" fmla="*/ 11 w 79"/>
                <a:gd name="T109" fmla="*/ 14 h 113"/>
                <a:gd name="T110" fmla="*/ 8 w 79"/>
                <a:gd name="T111" fmla="*/ 16 h 113"/>
                <a:gd name="T112" fmla="*/ 6 w 79"/>
                <a:gd name="T113" fmla="*/ 14 h 113"/>
                <a:gd name="T114" fmla="*/ 4 w 79"/>
                <a:gd name="T115" fmla="*/ 7 h 113"/>
                <a:gd name="T116" fmla="*/ 2 w 79"/>
                <a:gd name="T1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9" h="113">
                  <a:moveTo>
                    <a:pt x="2" y="0"/>
                  </a:moveTo>
                  <a:lnTo>
                    <a:pt x="2" y="2"/>
                  </a:lnTo>
                  <a:lnTo>
                    <a:pt x="2" y="2"/>
                  </a:lnTo>
                  <a:lnTo>
                    <a:pt x="2" y="4"/>
                  </a:lnTo>
                  <a:lnTo>
                    <a:pt x="4" y="6"/>
                  </a:lnTo>
                  <a:lnTo>
                    <a:pt x="4" y="6"/>
                  </a:lnTo>
                  <a:lnTo>
                    <a:pt x="6" y="7"/>
                  </a:lnTo>
                  <a:lnTo>
                    <a:pt x="6" y="7"/>
                  </a:lnTo>
                  <a:lnTo>
                    <a:pt x="6" y="9"/>
                  </a:lnTo>
                  <a:lnTo>
                    <a:pt x="8" y="7"/>
                  </a:lnTo>
                  <a:lnTo>
                    <a:pt x="8" y="7"/>
                  </a:lnTo>
                  <a:lnTo>
                    <a:pt x="9" y="6"/>
                  </a:lnTo>
                  <a:lnTo>
                    <a:pt x="8" y="7"/>
                  </a:lnTo>
                  <a:lnTo>
                    <a:pt x="9" y="7"/>
                  </a:lnTo>
                  <a:lnTo>
                    <a:pt x="11" y="9"/>
                  </a:lnTo>
                  <a:lnTo>
                    <a:pt x="13" y="9"/>
                  </a:lnTo>
                  <a:lnTo>
                    <a:pt x="13" y="9"/>
                  </a:lnTo>
                  <a:lnTo>
                    <a:pt x="13" y="9"/>
                  </a:lnTo>
                  <a:lnTo>
                    <a:pt x="15" y="9"/>
                  </a:lnTo>
                  <a:lnTo>
                    <a:pt x="15" y="9"/>
                  </a:lnTo>
                  <a:lnTo>
                    <a:pt x="19" y="11"/>
                  </a:lnTo>
                  <a:lnTo>
                    <a:pt x="19" y="11"/>
                  </a:lnTo>
                  <a:lnTo>
                    <a:pt x="19" y="12"/>
                  </a:lnTo>
                  <a:lnTo>
                    <a:pt x="19" y="12"/>
                  </a:lnTo>
                  <a:lnTo>
                    <a:pt x="19" y="12"/>
                  </a:lnTo>
                  <a:lnTo>
                    <a:pt x="19" y="14"/>
                  </a:lnTo>
                  <a:lnTo>
                    <a:pt x="19" y="12"/>
                  </a:lnTo>
                  <a:lnTo>
                    <a:pt x="19" y="12"/>
                  </a:lnTo>
                  <a:lnTo>
                    <a:pt x="22" y="14"/>
                  </a:lnTo>
                  <a:lnTo>
                    <a:pt x="22" y="14"/>
                  </a:lnTo>
                  <a:lnTo>
                    <a:pt x="22" y="14"/>
                  </a:lnTo>
                  <a:lnTo>
                    <a:pt x="22" y="14"/>
                  </a:lnTo>
                  <a:lnTo>
                    <a:pt x="24" y="16"/>
                  </a:lnTo>
                  <a:lnTo>
                    <a:pt x="24" y="17"/>
                  </a:lnTo>
                  <a:lnTo>
                    <a:pt x="24" y="17"/>
                  </a:lnTo>
                  <a:lnTo>
                    <a:pt x="24" y="19"/>
                  </a:lnTo>
                  <a:lnTo>
                    <a:pt x="24" y="21"/>
                  </a:lnTo>
                  <a:lnTo>
                    <a:pt x="24" y="21"/>
                  </a:lnTo>
                  <a:lnTo>
                    <a:pt x="22" y="21"/>
                  </a:lnTo>
                  <a:lnTo>
                    <a:pt x="22" y="21"/>
                  </a:lnTo>
                  <a:lnTo>
                    <a:pt x="24" y="23"/>
                  </a:lnTo>
                  <a:lnTo>
                    <a:pt x="24" y="25"/>
                  </a:lnTo>
                  <a:lnTo>
                    <a:pt x="25" y="25"/>
                  </a:lnTo>
                  <a:lnTo>
                    <a:pt x="27" y="28"/>
                  </a:lnTo>
                  <a:lnTo>
                    <a:pt x="27" y="30"/>
                  </a:lnTo>
                  <a:lnTo>
                    <a:pt x="27" y="32"/>
                  </a:lnTo>
                  <a:lnTo>
                    <a:pt x="27" y="32"/>
                  </a:lnTo>
                  <a:lnTo>
                    <a:pt x="27" y="34"/>
                  </a:lnTo>
                  <a:lnTo>
                    <a:pt x="27" y="36"/>
                  </a:lnTo>
                  <a:lnTo>
                    <a:pt x="27" y="36"/>
                  </a:lnTo>
                  <a:lnTo>
                    <a:pt x="27" y="36"/>
                  </a:lnTo>
                  <a:lnTo>
                    <a:pt x="27" y="36"/>
                  </a:lnTo>
                  <a:lnTo>
                    <a:pt x="27" y="36"/>
                  </a:lnTo>
                  <a:lnTo>
                    <a:pt x="28" y="38"/>
                  </a:lnTo>
                  <a:lnTo>
                    <a:pt x="28" y="38"/>
                  </a:lnTo>
                  <a:lnTo>
                    <a:pt x="28" y="36"/>
                  </a:lnTo>
                  <a:lnTo>
                    <a:pt x="28" y="36"/>
                  </a:lnTo>
                  <a:lnTo>
                    <a:pt x="30" y="38"/>
                  </a:lnTo>
                  <a:lnTo>
                    <a:pt x="34" y="38"/>
                  </a:lnTo>
                  <a:lnTo>
                    <a:pt x="34" y="40"/>
                  </a:lnTo>
                  <a:lnTo>
                    <a:pt x="34" y="40"/>
                  </a:lnTo>
                  <a:lnTo>
                    <a:pt x="36" y="42"/>
                  </a:lnTo>
                  <a:lnTo>
                    <a:pt x="36" y="44"/>
                  </a:lnTo>
                  <a:lnTo>
                    <a:pt x="36" y="44"/>
                  </a:lnTo>
                  <a:lnTo>
                    <a:pt x="37" y="44"/>
                  </a:lnTo>
                  <a:lnTo>
                    <a:pt x="37" y="42"/>
                  </a:lnTo>
                  <a:lnTo>
                    <a:pt x="37" y="40"/>
                  </a:lnTo>
                  <a:lnTo>
                    <a:pt x="37" y="36"/>
                  </a:lnTo>
                  <a:lnTo>
                    <a:pt x="37" y="36"/>
                  </a:lnTo>
                  <a:lnTo>
                    <a:pt x="37" y="36"/>
                  </a:lnTo>
                  <a:lnTo>
                    <a:pt x="37" y="36"/>
                  </a:lnTo>
                  <a:lnTo>
                    <a:pt x="36" y="34"/>
                  </a:lnTo>
                  <a:lnTo>
                    <a:pt x="36" y="34"/>
                  </a:lnTo>
                  <a:lnTo>
                    <a:pt x="36" y="34"/>
                  </a:lnTo>
                  <a:lnTo>
                    <a:pt x="36" y="32"/>
                  </a:lnTo>
                  <a:lnTo>
                    <a:pt x="36" y="32"/>
                  </a:lnTo>
                  <a:lnTo>
                    <a:pt x="37" y="32"/>
                  </a:lnTo>
                  <a:lnTo>
                    <a:pt x="37" y="34"/>
                  </a:lnTo>
                  <a:lnTo>
                    <a:pt x="39" y="36"/>
                  </a:lnTo>
                  <a:lnTo>
                    <a:pt x="41" y="36"/>
                  </a:lnTo>
                  <a:lnTo>
                    <a:pt x="41" y="36"/>
                  </a:lnTo>
                  <a:lnTo>
                    <a:pt x="41" y="38"/>
                  </a:lnTo>
                  <a:lnTo>
                    <a:pt x="43" y="38"/>
                  </a:lnTo>
                  <a:lnTo>
                    <a:pt x="43" y="44"/>
                  </a:lnTo>
                  <a:lnTo>
                    <a:pt x="45" y="47"/>
                  </a:lnTo>
                  <a:lnTo>
                    <a:pt x="47" y="49"/>
                  </a:lnTo>
                  <a:lnTo>
                    <a:pt x="47" y="49"/>
                  </a:lnTo>
                  <a:lnTo>
                    <a:pt x="45" y="49"/>
                  </a:lnTo>
                  <a:lnTo>
                    <a:pt x="45" y="49"/>
                  </a:lnTo>
                  <a:lnTo>
                    <a:pt x="45" y="49"/>
                  </a:lnTo>
                  <a:lnTo>
                    <a:pt x="47" y="51"/>
                  </a:lnTo>
                  <a:lnTo>
                    <a:pt x="47" y="51"/>
                  </a:lnTo>
                  <a:lnTo>
                    <a:pt x="48" y="51"/>
                  </a:lnTo>
                  <a:lnTo>
                    <a:pt x="48" y="51"/>
                  </a:lnTo>
                  <a:lnTo>
                    <a:pt x="53" y="53"/>
                  </a:lnTo>
                  <a:lnTo>
                    <a:pt x="55" y="55"/>
                  </a:lnTo>
                  <a:lnTo>
                    <a:pt x="60" y="56"/>
                  </a:lnTo>
                  <a:lnTo>
                    <a:pt x="61" y="56"/>
                  </a:lnTo>
                  <a:lnTo>
                    <a:pt x="61" y="56"/>
                  </a:lnTo>
                  <a:lnTo>
                    <a:pt x="64" y="55"/>
                  </a:lnTo>
                  <a:lnTo>
                    <a:pt x="66" y="55"/>
                  </a:lnTo>
                  <a:lnTo>
                    <a:pt x="67" y="53"/>
                  </a:lnTo>
                  <a:lnTo>
                    <a:pt x="67" y="51"/>
                  </a:lnTo>
                  <a:lnTo>
                    <a:pt x="69" y="51"/>
                  </a:lnTo>
                  <a:lnTo>
                    <a:pt x="71" y="49"/>
                  </a:lnTo>
                  <a:lnTo>
                    <a:pt x="71" y="49"/>
                  </a:lnTo>
                  <a:lnTo>
                    <a:pt x="72" y="49"/>
                  </a:lnTo>
                  <a:lnTo>
                    <a:pt x="76" y="49"/>
                  </a:lnTo>
                  <a:lnTo>
                    <a:pt x="76" y="49"/>
                  </a:lnTo>
                  <a:lnTo>
                    <a:pt x="77" y="51"/>
                  </a:lnTo>
                  <a:lnTo>
                    <a:pt x="79" y="51"/>
                  </a:lnTo>
                  <a:lnTo>
                    <a:pt x="79" y="53"/>
                  </a:lnTo>
                  <a:lnTo>
                    <a:pt x="77" y="53"/>
                  </a:lnTo>
                  <a:lnTo>
                    <a:pt x="77" y="55"/>
                  </a:lnTo>
                  <a:lnTo>
                    <a:pt x="76" y="60"/>
                  </a:lnTo>
                  <a:lnTo>
                    <a:pt x="76" y="63"/>
                  </a:lnTo>
                  <a:lnTo>
                    <a:pt x="76" y="64"/>
                  </a:lnTo>
                  <a:lnTo>
                    <a:pt x="74" y="66"/>
                  </a:lnTo>
                  <a:lnTo>
                    <a:pt x="72" y="66"/>
                  </a:lnTo>
                  <a:lnTo>
                    <a:pt x="71" y="66"/>
                  </a:lnTo>
                  <a:lnTo>
                    <a:pt x="71" y="70"/>
                  </a:lnTo>
                  <a:lnTo>
                    <a:pt x="71" y="72"/>
                  </a:lnTo>
                  <a:lnTo>
                    <a:pt x="71" y="72"/>
                  </a:lnTo>
                  <a:lnTo>
                    <a:pt x="71" y="74"/>
                  </a:lnTo>
                  <a:lnTo>
                    <a:pt x="71" y="74"/>
                  </a:lnTo>
                  <a:lnTo>
                    <a:pt x="71" y="75"/>
                  </a:lnTo>
                  <a:lnTo>
                    <a:pt x="71" y="75"/>
                  </a:lnTo>
                  <a:lnTo>
                    <a:pt x="69" y="74"/>
                  </a:lnTo>
                  <a:lnTo>
                    <a:pt x="69" y="74"/>
                  </a:lnTo>
                  <a:lnTo>
                    <a:pt x="67" y="74"/>
                  </a:lnTo>
                  <a:lnTo>
                    <a:pt x="66" y="74"/>
                  </a:lnTo>
                  <a:lnTo>
                    <a:pt x="64" y="74"/>
                  </a:lnTo>
                  <a:lnTo>
                    <a:pt x="61" y="74"/>
                  </a:lnTo>
                  <a:lnTo>
                    <a:pt x="60" y="75"/>
                  </a:lnTo>
                  <a:lnTo>
                    <a:pt x="58" y="75"/>
                  </a:lnTo>
                  <a:lnTo>
                    <a:pt x="58" y="75"/>
                  </a:lnTo>
                  <a:lnTo>
                    <a:pt x="57" y="77"/>
                  </a:lnTo>
                  <a:lnTo>
                    <a:pt x="57" y="79"/>
                  </a:lnTo>
                  <a:lnTo>
                    <a:pt x="57" y="81"/>
                  </a:lnTo>
                  <a:lnTo>
                    <a:pt x="57" y="81"/>
                  </a:lnTo>
                  <a:lnTo>
                    <a:pt x="60" y="83"/>
                  </a:lnTo>
                  <a:lnTo>
                    <a:pt x="57" y="85"/>
                  </a:lnTo>
                  <a:lnTo>
                    <a:pt x="55" y="91"/>
                  </a:lnTo>
                  <a:lnTo>
                    <a:pt x="55" y="91"/>
                  </a:lnTo>
                  <a:lnTo>
                    <a:pt x="53" y="93"/>
                  </a:lnTo>
                  <a:lnTo>
                    <a:pt x="53" y="94"/>
                  </a:lnTo>
                  <a:lnTo>
                    <a:pt x="51" y="96"/>
                  </a:lnTo>
                  <a:lnTo>
                    <a:pt x="49" y="98"/>
                  </a:lnTo>
                  <a:lnTo>
                    <a:pt x="48" y="100"/>
                  </a:lnTo>
                  <a:lnTo>
                    <a:pt x="48" y="102"/>
                  </a:lnTo>
                  <a:lnTo>
                    <a:pt x="47" y="105"/>
                  </a:lnTo>
                  <a:lnTo>
                    <a:pt x="45" y="107"/>
                  </a:lnTo>
                  <a:lnTo>
                    <a:pt x="45" y="107"/>
                  </a:lnTo>
                  <a:lnTo>
                    <a:pt x="41" y="108"/>
                  </a:lnTo>
                  <a:lnTo>
                    <a:pt x="39" y="110"/>
                  </a:lnTo>
                  <a:lnTo>
                    <a:pt x="36" y="112"/>
                  </a:lnTo>
                  <a:lnTo>
                    <a:pt x="36" y="113"/>
                  </a:lnTo>
                  <a:lnTo>
                    <a:pt x="34" y="113"/>
                  </a:lnTo>
                  <a:lnTo>
                    <a:pt x="34" y="113"/>
                  </a:lnTo>
                  <a:lnTo>
                    <a:pt x="32" y="112"/>
                  </a:lnTo>
                  <a:lnTo>
                    <a:pt x="32" y="112"/>
                  </a:lnTo>
                  <a:lnTo>
                    <a:pt x="32" y="110"/>
                  </a:lnTo>
                  <a:lnTo>
                    <a:pt x="30" y="110"/>
                  </a:lnTo>
                  <a:lnTo>
                    <a:pt x="28" y="110"/>
                  </a:lnTo>
                  <a:lnTo>
                    <a:pt x="28" y="110"/>
                  </a:lnTo>
                  <a:lnTo>
                    <a:pt x="28" y="110"/>
                  </a:lnTo>
                  <a:lnTo>
                    <a:pt x="28" y="108"/>
                  </a:lnTo>
                  <a:lnTo>
                    <a:pt x="28" y="108"/>
                  </a:lnTo>
                  <a:lnTo>
                    <a:pt x="28" y="107"/>
                  </a:lnTo>
                  <a:lnTo>
                    <a:pt x="27" y="108"/>
                  </a:lnTo>
                  <a:lnTo>
                    <a:pt x="27" y="108"/>
                  </a:lnTo>
                  <a:lnTo>
                    <a:pt x="28" y="108"/>
                  </a:lnTo>
                  <a:lnTo>
                    <a:pt x="27" y="108"/>
                  </a:lnTo>
                  <a:lnTo>
                    <a:pt x="25" y="108"/>
                  </a:lnTo>
                  <a:lnTo>
                    <a:pt x="25" y="108"/>
                  </a:lnTo>
                  <a:lnTo>
                    <a:pt x="25" y="108"/>
                  </a:lnTo>
                  <a:lnTo>
                    <a:pt x="25" y="108"/>
                  </a:lnTo>
                  <a:lnTo>
                    <a:pt x="25" y="107"/>
                  </a:lnTo>
                  <a:lnTo>
                    <a:pt x="28" y="105"/>
                  </a:lnTo>
                  <a:lnTo>
                    <a:pt x="30" y="102"/>
                  </a:lnTo>
                  <a:lnTo>
                    <a:pt x="32" y="98"/>
                  </a:lnTo>
                  <a:lnTo>
                    <a:pt x="32" y="96"/>
                  </a:lnTo>
                  <a:lnTo>
                    <a:pt x="34" y="93"/>
                  </a:lnTo>
                  <a:lnTo>
                    <a:pt x="32" y="91"/>
                  </a:lnTo>
                  <a:lnTo>
                    <a:pt x="32" y="89"/>
                  </a:lnTo>
                  <a:lnTo>
                    <a:pt x="30" y="87"/>
                  </a:lnTo>
                  <a:lnTo>
                    <a:pt x="27" y="85"/>
                  </a:lnTo>
                  <a:lnTo>
                    <a:pt x="25" y="85"/>
                  </a:lnTo>
                  <a:lnTo>
                    <a:pt x="24" y="84"/>
                  </a:lnTo>
                  <a:lnTo>
                    <a:pt x="22" y="84"/>
                  </a:lnTo>
                  <a:lnTo>
                    <a:pt x="22" y="83"/>
                  </a:lnTo>
                  <a:lnTo>
                    <a:pt x="19" y="81"/>
                  </a:lnTo>
                  <a:lnTo>
                    <a:pt x="15" y="81"/>
                  </a:lnTo>
                  <a:lnTo>
                    <a:pt x="13" y="79"/>
                  </a:lnTo>
                  <a:lnTo>
                    <a:pt x="13" y="77"/>
                  </a:lnTo>
                  <a:lnTo>
                    <a:pt x="13" y="77"/>
                  </a:lnTo>
                  <a:lnTo>
                    <a:pt x="13" y="75"/>
                  </a:lnTo>
                  <a:lnTo>
                    <a:pt x="13" y="75"/>
                  </a:lnTo>
                  <a:lnTo>
                    <a:pt x="13" y="74"/>
                  </a:lnTo>
                  <a:lnTo>
                    <a:pt x="15" y="74"/>
                  </a:lnTo>
                  <a:lnTo>
                    <a:pt x="17" y="72"/>
                  </a:lnTo>
                  <a:lnTo>
                    <a:pt x="19" y="72"/>
                  </a:lnTo>
                  <a:lnTo>
                    <a:pt x="22" y="72"/>
                  </a:lnTo>
                  <a:lnTo>
                    <a:pt x="22" y="72"/>
                  </a:lnTo>
                  <a:lnTo>
                    <a:pt x="24" y="70"/>
                  </a:lnTo>
                  <a:lnTo>
                    <a:pt x="24" y="68"/>
                  </a:lnTo>
                  <a:lnTo>
                    <a:pt x="25" y="68"/>
                  </a:lnTo>
                  <a:lnTo>
                    <a:pt x="25" y="64"/>
                  </a:lnTo>
                  <a:lnTo>
                    <a:pt x="25" y="63"/>
                  </a:lnTo>
                  <a:lnTo>
                    <a:pt x="27" y="60"/>
                  </a:lnTo>
                  <a:lnTo>
                    <a:pt x="27" y="58"/>
                  </a:lnTo>
                  <a:lnTo>
                    <a:pt x="28" y="56"/>
                  </a:lnTo>
                  <a:lnTo>
                    <a:pt x="27" y="55"/>
                  </a:lnTo>
                  <a:lnTo>
                    <a:pt x="28" y="53"/>
                  </a:lnTo>
                  <a:lnTo>
                    <a:pt x="28" y="53"/>
                  </a:lnTo>
                  <a:lnTo>
                    <a:pt x="28" y="53"/>
                  </a:lnTo>
                  <a:lnTo>
                    <a:pt x="28" y="51"/>
                  </a:lnTo>
                  <a:lnTo>
                    <a:pt x="27" y="47"/>
                  </a:lnTo>
                  <a:lnTo>
                    <a:pt x="27" y="47"/>
                  </a:lnTo>
                  <a:lnTo>
                    <a:pt x="27" y="45"/>
                  </a:lnTo>
                  <a:lnTo>
                    <a:pt x="27" y="45"/>
                  </a:lnTo>
                  <a:lnTo>
                    <a:pt x="25" y="45"/>
                  </a:lnTo>
                  <a:lnTo>
                    <a:pt x="25" y="44"/>
                  </a:lnTo>
                  <a:lnTo>
                    <a:pt x="25" y="42"/>
                  </a:lnTo>
                  <a:lnTo>
                    <a:pt x="25" y="40"/>
                  </a:lnTo>
                  <a:lnTo>
                    <a:pt x="25" y="42"/>
                  </a:lnTo>
                  <a:lnTo>
                    <a:pt x="27" y="44"/>
                  </a:lnTo>
                  <a:lnTo>
                    <a:pt x="27" y="42"/>
                  </a:lnTo>
                  <a:lnTo>
                    <a:pt x="27" y="42"/>
                  </a:lnTo>
                  <a:lnTo>
                    <a:pt x="28" y="42"/>
                  </a:lnTo>
                  <a:lnTo>
                    <a:pt x="28" y="40"/>
                  </a:lnTo>
                  <a:lnTo>
                    <a:pt x="27" y="38"/>
                  </a:lnTo>
                  <a:lnTo>
                    <a:pt x="27" y="38"/>
                  </a:lnTo>
                  <a:lnTo>
                    <a:pt x="25" y="38"/>
                  </a:lnTo>
                  <a:lnTo>
                    <a:pt x="25" y="40"/>
                  </a:lnTo>
                  <a:lnTo>
                    <a:pt x="24" y="38"/>
                  </a:lnTo>
                  <a:lnTo>
                    <a:pt x="24" y="38"/>
                  </a:lnTo>
                  <a:lnTo>
                    <a:pt x="22" y="38"/>
                  </a:lnTo>
                  <a:lnTo>
                    <a:pt x="22" y="36"/>
                  </a:lnTo>
                  <a:lnTo>
                    <a:pt x="22" y="36"/>
                  </a:lnTo>
                  <a:lnTo>
                    <a:pt x="19" y="32"/>
                  </a:lnTo>
                  <a:lnTo>
                    <a:pt x="19" y="32"/>
                  </a:lnTo>
                  <a:lnTo>
                    <a:pt x="22" y="34"/>
                  </a:lnTo>
                  <a:lnTo>
                    <a:pt x="22" y="34"/>
                  </a:lnTo>
                  <a:lnTo>
                    <a:pt x="22" y="32"/>
                  </a:lnTo>
                  <a:lnTo>
                    <a:pt x="22" y="32"/>
                  </a:lnTo>
                  <a:lnTo>
                    <a:pt x="22" y="30"/>
                  </a:lnTo>
                  <a:lnTo>
                    <a:pt x="22" y="30"/>
                  </a:lnTo>
                  <a:lnTo>
                    <a:pt x="22" y="30"/>
                  </a:lnTo>
                  <a:lnTo>
                    <a:pt x="22" y="28"/>
                  </a:lnTo>
                  <a:lnTo>
                    <a:pt x="22" y="28"/>
                  </a:lnTo>
                  <a:lnTo>
                    <a:pt x="19" y="26"/>
                  </a:lnTo>
                  <a:lnTo>
                    <a:pt x="19" y="26"/>
                  </a:lnTo>
                  <a:lnTo>
                    <a:pt x="19" y="26"/>
                  </a:lnTo>
                  <a:lnTo>
                    <a:pt x="19" y="28"/>
                  </a:lnTo>
                  <a:lnTo>
                    <a:pt x="19" y="28"/>
                  </a:lnTo>
                  <a:lnTo>
                    <a:pt x="17" y="26"/>
                  </a:lnTo>
                  <a:lnTo>
                    <a:pt x="17" y="25"/>
                  </a:lnTo>
                  <a:lnTo>
                    <a:pt x="15" y="23"/>
                  </a:lnTo>
                  <a:lnTo>
                    <a:pt x="15" y="23"/>
                  </a:lnTo>
                  <a:lnTo>
                    <a:pt x="15" y="25"/>
                  </a:lnTo>
                  <a:lnTo>
                    <a:pt x="17" y="26"/>
                  </a:lnTo>
                  <a:lnTo>
                    <a:pt x="19" y="28"/>
                  </a:lnTo>
                  <a:lnTo>
                    <a:pt x="19" y="30"/>
                  </a:lnTo>
                  <a:lnTo>
                    <a:pt x="19" y="30"/>
                  </a:lnTo>
                  <a:lnTo>
                    <a:pt x="19" y="30"/>
                  </a:lnTo>
                  <a:lnTo>
                    <a:pt x="17" y="30"/>
                  </a:lnTo>
                  <a:lnTo>
                    <a:pt x="17" y="28"/>
                  </a:lnTo>
                  <a:lnTo>
                    <a:pt x="15" y="26"/>
                  </a:lnTo>
                  <a:lnTo>
                    <a:pt x="8" y="17"/>
                  </a:lnTo>
                  <a:lnTo>
                    <a:pt x="9" y="16"/>
                  </a:lnTo>
                  <a:lnTo>
                    <a:pt x="11" y="14"/>
                  </a:lnTo>
                  <a:lnTo>
                    <a:pt x="11" y="14"/>
                  </a:lnTo>
                  <a:lnTo>
                    <a:pt x="11" y="14"/>
                  </a:lnTo>
                  <a:lnTo>
                    <a:pt x="11" y="14"/>
                  </a:lnTo>
                  <a:lnTo>
                    <a:pt x="9" y="14"/>
                  </a:lnTo>
                  <a:lnTo>
                    <a:pt x="9" y="14"/>
                  </a:lnTo>
                  <a:lnTo>
                    <a:pt x="9" y="14"/>
                  </a:lnTo>
                  <a:lnTo>
                    <a:pt x="8" y="16"/>
                  </a:lnTo>
                  <a:lnTo>
                    <a:pt x="8" y="16"/>
                  </a:lnTo>
                  <a:lnTo>
                    <a:pt x="6" y="16"/>
                  </a:lnTo>
                  <a:lnTo>
                    <a:pt x="6" y="14"/>
                  </a:lnTo>
                  <a:lnTo>
                    <a:pt x="6" y="14"/>
                  </a:lnTo>
                  <a:lnTo>
                    <a:pt x="6" y="14"/>
                  </a:lnTo>
                  <a:lnTo>
                    <a:pt x="6" y="14"/>
                  </a:lnTo>
                  <a:lnTo>
                    <a:pt x="4" y="12"/>
                  </a:lnTo>
                  <a:lnTo>
                    <a:pt x="4" y="12"/>
                  </a:lnTo>
                  <a:lnTo>
                    <a:pt x="4" y="11"/>
                  </a:lnTo>
                  <a:lnTo>
                    <a:pt x="4" y="9"/>
                  </a:lnTo>
                  <a:lnTo>
                    <a:pt x="4" y="7"/>
                  </a:lnTo>
                  <a:lnTo>
                    <a:pt x="2" y="6"/>
                  </a:lnTo>
                  <a:lnTo>
                    <a:pt x="0" y="4"/>
                  </a:lnTo>
                  <a:lnTo>
                    <a:pt x="0" y="0"/>
                  </a:lnTo>
                  <a:lnTo>
                    <a:pt x="0" y="0"/>
                  </a:lnTo>
                  <a:lnTo>
                    <a:pt x="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2" name="Freeform 10269"/>
            <p:cNvSpPr/>
            <p:nvPr/>
          </p:nvSpPr>
          <p:spPr bwMode="auto">
            <a:xfrm>
              <a:off x="6772070" y="4108701"/>
              <a:ext cx="63103" cy="57150"/>
            </a:xfrm>
            <a:custGeom>
              <a:avLst/>
              <a:gdLst>
                <a:gd name="T0" fmla="*/ 6 w 53"/>
                <a:gd name="T1" fmla="*/ 2 h 48"/>
                <a:gd name="T2" fmla="*/ 9 w 53"/>
                <a:gd name="T3" fmla="*/ 2 h 48"/>
                <a:gd name="T4" fmla="*/ 13 w 53"/>
                <a:gd name="T5" fmla="*/ 4 h 48"/>
                <a:gd name="T6" fmla="*/ 15 w 53"/>
                <a:gd name="T7" fmla="*/ 5 h 48"/>
                <a:gd name="T8" fmla="*/ 17 w 53"/>
                <a:gd name="T9" fmla="*/ 7 h 48"/>
                <a:gd name="T10" fmla="*/ 28 w 53"/>
                <a:gd name="T11" fmla="*/ 9 h 48"/>
                <a:gd name="T12" fmla="*/ 30 w 53"/>
                <a:gd name="T13" fmla="*/ 7 h 48"/>
                <a:gd name="T14" fmla="*/ 32 w 53"/>
                <a:gd name="T15" fmla="*/ 7 h 48"/>
                <a:gd name="T16" fmla="*/ 35 w 53"/>
                <a:gd name="T17" fmla="*/ 5 h 48"/>
                <a:gd name="T18" fmla="*/ 39 w 53"/>
                <a:gd name="T19" fmla="*/ 5 h 48"/>
                <a:gd name="T20" fmla="*/ 41 w 53"/>
                <a:gd name="T21" fmla="*/ 5 h 48"/>
                <a:gd name="T22" fmla="*/ 44 w 53"/>
                <a:gd name="T23" fmla="*/ 4 h 48"/>
                <a:gd name="T24" fmla="*/ 47 w 53"/>
                <a:gd name="T25" fmla="*/ 2 h 48"/>
                <a:gd name="T26" fmla="*/ 51 w 53"/>
                <a:gd name="T27" fmla="*/ 7 h 48"/>
                <a:gd name="T28" fmla="*/ 51 w 53"/>
                <a:gd name="T29" fmla="*/ 12 h 48"/>
                <a:gd name="T30" fmla="*/ 51 w 53"/>
                <a:gd name="T31" fmla="*/ 15 h 48"/>
                <a:gd name="T32" fmla="*/ 51 w 53"/>
                <a:gd name="T33" fmla="*/ 22 h 48"/>
                <a:gd name="T34" fmla="*/ 53 w 53"/>
                <a:gd name="T35" fmla="*/ 24 h 48"/>
                <a:gd name="T36" fmla="*/ 53 w 53"/>
                <a:gd name="T37" fmla="*/ 26 h 48"/>
                <a:gd name="T38" fmla="*/ 51 w 53"/>
                <a:gd name="T39" fmla="*/ 24 h 48"/>
                <a:gd name="T40" fmla="*/ 49 w 53"/>
                <a:gd name="T41" fmla="*/ 22 h 48"/>
                <a:gd name="T42" fmla="*/ 51 w 53"/>
                <a:gd name="T43" fmla="*/ 21 h 48"/>
                <a:gd name="T44" fmla="*/ 49 w 53"/>
                <a:gd name="T45" fmla="*/ 24 h 48"/>
                <a:gd name="T46" fmla="*/ 47 w 53"/>
                <a:gd name="T47" fmla="*/ 26 h 48"/>
                <a:gd name="T48" fmla="*/ 47 w 53"/>
                <a:gd name="T49" fmla="*/ 32 h 48"/>
                <a:gd name="T50" fmla="*/ 45 w 53"/>
                <a:gd name="T51" fmla="*/ 34 h 48"/>
                <a:gd name="T52" fmla="*/ 45 w 53"/>
                <a:gd name="T53" fmla="*/ 42 h 48"/>
                <a:gd name="T54" fmla="*/ 44 w 53"/>
                <a:gd name="T55" fmla="*/ 40 h 48"/>
                <a:gd name="T56" fmla="*/ 44 w 53"/>
                <a:gd name="T57" fmla="*/ 38 h 48"/>
                <a:gd name="T58" fmla="*/ 44 w 53"/>
                <a:gd name="T59" fmla="*/ 38 h 48"/>
                <a:gd name="T60" fmla="*/ 41 w 53"/>
                <a:gd name="T61" fmla="*/ 36 h 48"/>
                <a:gd name="T62" fmla="*/ 41 w 53"/>
                <a:gd name="T63" fmla="*/ 40 h 48"/>
                <a:gd name="T64" fmla="*/ 37 w 53"/>
                <a:gd name="T65" fmla="*/ 36 h 48"/>
                <a:gd name="T66" fmla="*/ 39 w 53"/>
                <a:gd name="T67" fmla="*/ 38 h 48"/>
                <a:gd name="T68" fmla="*/ 37 w 53"/>
                <a:gd name="T69" fmla="*/ 40 h 48"/>
                <a:gd name="T70" fmla="*/ 33 w 53"/>
                <a:gd name="T71" fmla="*/ 42 h 48"/>
                <a:gd name="T72" fmla="*/ 35 w 53"/>
                <a:gd name="T73" fmla="*/ 43 h 48"/>
                <a:gd name="T74" fmla="*/ 33 w 53"/>
                <a:gd name="T75" fmla="*/ 46 h 48"/>
                <a:gd name="T76" fmla="*/ 30 w 53"/>
                <a:gd name="T77" fmla="*/ 48 h 48"/>
                <a:gd name="T78" fmla="*/ 23 w 53"/>
                <a:gd name="T79" fmla="*/ 46 h 48"/>
                <a:gd name="T80" fmla="*/ 19 w 53"/>
                <a:gd name="T81" fmla="*/ 45 h 48"/>
                <a:gd name="T82" fmla="*/ 23 w 53"/>
                <a:gd name="T83" fmla="*/ 45 h 48"/>
                <a:gd name="T84" fmla="*/ 21 w 53"/>
                <a:gd name="T85" fmla="*/ 43 h 48"/>
                <a:gd name="T86" fmla="*/ 15 w 53"/>
                <a:gd name="T87" fmla="*/ 43 h 48"/>
                <a:gd name="T88" fmla="*/ 15 w 53"/>
                <a:gd name="T89" fmla="*/ 38 h 48"/>
                <a:gd name="T90" fmla="*/ 9 w 53"/>
                <a:gd name="T91" fmla="*/ 32 h 48"/>
                <a:gd name="T92" fmla="*/ 11 w 53"/>
                <a:gd name="T93" fmla="*/ 28 h 48"/>
                <a:gd name="T94" fmla="*/ 13 w 53"/>
                <a:gd name="T95" fmla="*/ 28 h 48"/>
                <a:gd name="T96" fmla="*/ 11 w 53"/>
                <a:gd name="T97" fmla="*/ 26 h 48"/>
                <a:gd name="T98" fmla="*/ 9 w 53"/>
                <a:gd name="T99" fmla="*/ 26 h 48"/>
                <a:gd name="T100" fmla="*/ 7 w 53"/>
                <a:gd name="T101" fmla="*/ 19 h 48"/>
                <a:gd name="T102" fmla="*/ 2 w 53"/>
                <a:gd name="T103" fmla="*/ 12 h 48"/>
                <a:gd name="T104" fmla="*/ 0 w 53"/>
                <a:gd name="T105" fmla="*/ 7 h 48"/>
                <a:gd name="T106" fmla="*/ 2 w 53"/>
                <a:gd name="T10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48">
                  <a:moveTo>
                    <a:pt x="2" y="0"/>
                  </a:moveTo>
                  <a:lnTo>
                    <a:pt x="4" y="2"/>
                  </a:lnTo>
                  <a:lnTo>
                    <a:pt x="6" y="2"/>
                  </a:lnTo>
                  <a:lnTo>
                    <a:pt x="7" y="2"/>
                  </a:lnTo>
                  <a:lnTo>
                    <a:pt x="9" y="2"/>
                  </a:lnTo>
                  <a:lnTo>
                    <a:pt x="9" y="2"/>
                  </a:lnTo>
                  <a:lnTo>
                    <a:pt x="11" y="4"/>
                  </a:lnTo>
                  <a:lnTo>
                    <a:pt x="13" y="4"/>
                  </a:lnTo>
                  <a:lnTo>
                    <a:pt x="13" y="4"/>
                  </a:lnTo>
                  <a:lnTo>
                    <a:pt x="13" y="4"/>
                  </a:lnTo>
                  <a:lnTo>
                    <a:pt x="15" y="5"/>
                  </a:lnTo>
                  <a:lnTo>
                    <a:pt x="15" y="5"/>
                  </a:lnTo>
                  <a:lnTo>
                    <a:pt x="15" y="5"/>
                  </a:lnTo>
                  <a:lnTo>
                    <a:pt x="15" y="5"/>
                  </a:lnTo>
                  <a:lnTo>
                    <a:pt x="17" y="7"/>
                  </a:lnTo>
                  <a:lnTo>
                    <a:pt x="21" y="9"/>
                  </a:lnTo>
                  <a:lnTo>
                    <a:pt x="25" y="9"/>
                  </a:lnTo>
                  <a:lnTo>
                    <a:pt x="28" y="9"/>
                  </a:lnTo>
                  <a:lnTo>
                    <a:pt x="28" y="7"/>
                  </a:lnTo>
                  <a:lnTo>
                    <a:pt x="30" y="7"/>
                  </a:lnTo>
                  <a:lnTo>
                    <a:pt x="30" y="7"/>
                  </a:lnTo>
                  <a:lnTo>
                    <a:pt x="32" y="9"/>
                  </a:lnTo>
                  <a:lnTo>
                    <a:pt x="32" y="7"/>
                  </a:lnTo>
                  <a:lnTo>
                    <a:pt x="32" y="7"/>
                  </a:lnTo>
                  <a:lnTo>
                    <a:pt x="32" y="7"/>
                  </a:lnTo>
                  <a:lnTo>
                    <a:pt x="33" y="5"/>
                  </a:lnTo>
                  <a:lnTo>
                    <a:pt x="35" y="5"/>
                  </a:lnTo>
                  <a:lnTo>
                    <a:pt x="37" y="5"/>
                  </a:lnTo>
                  <a:lnTo>
                    <a:pt x="37" y="5"/>
                  </a:lnTo>
                  <a:lnTo>
                    <a:pt x="39" y="5"/>
                  </a:lnTo>
                  <a:lnTo>
                    <a:pt x="39" y="5"/>
                  </a:lnTo>
                  <a:lnTo>
                    <a:pt x="41" y="5"/>
                  </a:lnTo>
                  <a:lnTo>
                    <a:pt x="41" y="5"/>
                  </a:lnTo>
                  <a:lnTo>
                    <a:pt x="42" y="4"/>
                  </a:lnTo>
                  <a:lnTo>
                    <a:pt x="42" y="4"/>
                  </a:lnTo>
                  <a:lnTo>
                    <a:pt x="44" y="4"/>
                  </a:lnTo>
                  <a:lnTo>
                    <a:pt x="45" y="4"/>
                  </a:lnTo>
                  <a:lnTo>
                    <a:pt x="47" y="2"/>
                  </a:lnTo>
                  <a:lnTo>
                    <a:pt x="47" y="2"/>
                  </a:lnTo>
                  <a:lnTo>
                    <a:pt x="51" y="4"/>
                  </a:lnTo>
                  <a:lnTo>
                    <a:pt x="51" y="5"/>
                  </a:lnTo>
                  <a:lnTo>
                    <a:pt x="51" y="7"/>
                  </a:lnTo>
                  <a:lnTo>
                    <a:pt x="51" y="9"/>
                  </a:lnTo>
                  <a:lnTo>
                    <a:pt x="51" y="10"/>
                  </a:lnTo>
                  <a:lnTo>
                    <a:pt x="51" y="12"/>
                  </a:lnTo>
                  <a:lnTo>
                    <a:pt x="51" y="14"/>
                  </a:lnTo>
                  <a:lnTo>
                    <a:pt x="51" y="15"/>
                  </a:lnTo>
                  <a:lnTo>
                    <a:pt x="51" y="15"/>
                  </a:lnTo>
                  <a:lnTo>
                    <a:pt x="51" y="19"/>
                  </a:lnTo>
                  <a:lnTo>
                    <a:pt x="51" y="21"/>
                  </a:lnTo>
                  <a:lnTo>
                    <a:pt x="51" y="22"/>
                  </a:lnTo>
                  <a:lnTo>
                    <a:pt x="51" y="22"/>
                  </a:lnTo>
                  <a:lnTo>
                    <a:pt x="51" y="22"/>
                  </a:lnTo>
                  <a:lnTo>
                    <a:pt x="53" y="24"/>
                  </a:lnTo>
                  <a:lnTo>
                    <a:pt x="53" y="24"/>
                  </a:lnTo>
                  <a:lnTo>
                    <a:pt x="53" y="26"/>
                  </a:lnTo>
                  <a:lnTo>
                    <a:pt x="53" y="26"/>
                  </a:lnTo>
                  <a:lnTo>
                    <a:pt x="51" y="26"/>
                  </a:lnTo>
                  <a:lnTo>
                    <a:pt x="51" y="26"/>
                  </a:lnTo>
                  <a:lnTo>
                    <a:pt x="51" y="24"/>
                  </a:lnTo>
                  <a:lnTo>
                    <a:pt x="51" y="24"/>
                  </a:lnTo>
                  <a:lnTo>
                    <a:pt x="51" y="24"/>
                  </a:lnTo>
                  <a:lnTo>
                    <a:pt x="49" y="22"/>
                  </a:lnTo>
                  <a:lnTo>
                    <a:pt x="51" y="22"/>
                  </a:lnTo>
                  <a:lnTo>
                    <a:pt x="51" y="22"/>
                  </a:lnTo>
                  <a:lnTo>
                    <a:pt x="51" y="21"/>
                  </a:lnTo>
                  <a:lnTo>
                    <a:pt x="49" y="22"/>
                  </a:lnTo>
                  <a:lnTo>
                    <a:pt x="49" y="22"/>
                  </a:lnTo>
                  <a:lnTo>
                    <a:pt x="49" y="24"/>
                  </a:lnTo>
                  <a:lnTo>
                    <a:pt x="49" y="24"/>
                  </a:lnTo>
                  <a:lnTo>
                    <a:pt x="47" y="24"/>
                  </a:lnTo>
                  <a:lnTo>
                    <a:pt x="47" y="26"/>
                  </a:lnTo>
                  <a:lnTo>
                    <a:pt x="47" y="28"/>
                  </a:lnTo>
                  <a:lnTo>
                    <a:pt x="47" y="30"/>
                  </a:lnTo>
                  <a:lnTo>
                    <a:pt x="47" y="32"/>
                  </a:lnTo>
                  <a:lnTo>
                    <a:pt x="45" y="32"/>
                  </a:lnTo>
                  <a:lnTo>
                    <a:pt x="45" y="34"/>
                  </a:lnTo>
                  <a:lnTo>
                    <a:pt x="45" y="34"/>
                  </a:lnTo>
                  <a:lnTo>
                    <a:pt x="47" y="38"/>
                  </a:lnTo>
                  <a:lnTo>
                    <a:pt x="47" y="42"/>
                  </a:lnTo>
                  <a:lnTo>
                    <a:pt x="45" y="42"/>
                  </a:lnTo>
                  <a:lnTo>
                    <a:pt x="45" y="42"/>
                  </a:lnTo>
                  <a:lnTo>
                    <a:pt x="44" y="42"/>
                  </a:lnTo>
                  <a:lnTo>
                    <a:pt x="44" y="40"/>
                  </a:lnTo>
                  <a:lnTo>
                    <a:pt x="42" y="38"/>
                  </a:lnTo>
                  <a:lnTo>
                    <a:pt x="42" y="38"/>
                  </a:lnTo>
                  <a:lnTo>
                    <a:pt x="44" y="38"/>
                  </a:lnTo>
                  <a:lnTo>
                    <a:pt x="44" y="38"/>
                  </a:lnTo>
                  <a:lnTo>
                    <a:pt x="44" y="38"/>
                  </a:lnTo>
                  <a:lnTo>
                    <a:pt x="44" y="38"/>
                  </a:lnTo>
                  <a:lnTo>
                    <a:pt x="42" y="36"/>
                  </a:lnTo>
                  <a:lnTo>
                    <a:pt x="42" y="36"/>
                  </a:lnTo>
                  <a:lnTo>
                    <a:pt x="41" y="36"/>
                  </a:lnTo>
                  <a:lnTo>
                    <a:pt x="41" y="38"/>
                  </a:lnTo>
                  <a:lnTo>
                    <a:pt x="41" y="38"/>
                  </a:lnTo>
                  <a:lnTo>
                    <a:pt x="41" y="40"/>
                  </a:lnTo>
                  <a:lnTo>
                    <a:pt x="39" y="36"/>
                  </a:lnTo>
                  <a:lnTo>
                    <a:pt x="37" y="34"/>
                  </a:lnTo>
                  <a:lnTo>
                    <a:pt x="37" y="36"/>
                  </a:lnTo>
                  <a:lnTo>
                    <a:pt x="39" y="38"/>
                  </a:lnTo>
                  <a:lnTo>
                    <a:pt x="39" y="38"/>
                  </a:lnTo>
                  <a:lnTo>
                    <a:pt x="39" y="38"/>
                  </a:lnTo>
                  <a:lnTo>
                    <a:pt x="37" y="40"/>
                  </a:lnTo>
                  <a:lnTo>
                    <a:pt x="37" y="40"/>
                  </a:lnTo>
                  <a:lnTo>
                    <a:pt x="37" y="40"/>
                  </a:lnTo>
                  <a:lnTo>
                    <a:pt x="37" y="42"/>
                  </a:lnTo>
                  <a:lnTo>
                    <a:pt x="35" y="43"/>
                  </a:lnTo>
                  <a:lnTo>
                    <a:pt x="33" y="42"/>
                  </a:lnTo>
                  <a:lnTo>
                    <a:pt x="33" y="42"/>
                  </a:lnTo>
                  <a:lnTo>
                    <a:pt x="33" y="42"/>
                  </a:lnTo>
                  <a:lnTo>
                    <a:pt x="35" y="43"/>
                  </a:lnTo>
                  <a:lnTo>
                    <a:pt x="33" y="43"/>
                  </a:lnTo>
                  <a:lnTo>
                    <a:pt x="33" y="45"/>
                  </a:lnTo>
                  <a:lnTo>
                    <a:pt x="33" y="46"/>
                  </a:lnTo>
                  <a:lnTo>
                    <a:pt x="32" y="48"/>
                  </a:lnTo>
                  <a:lnTo>
                    <a:pt x="32" y="48"/>
                  </a:lnTo>
                  <a:lnTo>
                    <a:pt x="30" y="48"/>
                  </a:lnTo>
                  <a:lnTo>
                    <a:pt x="26" y="46"/>
                  </a:lnTo>
                  <a:lnTo>
                    <a:pt x="25" y="46"/>
                  </a:lnTo>
                  <a:lnTo>
                    <a:pt x="23" y="46"/>
                  </a:lnTo>
                  <a:lnTo>
                    <a:pt x="19" y="46"/>
                  </a:lnTo>
                  <a:lnTo>
                    <a:pt x="19" y="45"/>
                  </a:lnTo>
                  <a:lnTo>
                    <a:pt x="19" y="45"/>
                  </a:lnTo>
                  <a:lnTo>
                    <a:pt x="19" y="45"/>
                  </a:lnTo>
                  <a:lnTo>
                    <a:pt x="21" y="45"/>
                  </a:lnTo>
                  <a:lnTo>
                    <a:pt x="23" y="45"/>
                  </a:lnTo>
                  <a:lnTo>
                    <a:pt x="23" y="43"/>
                  </a:lnTo>
                  <a:lnTo>
                    <a:pt x="21" y="43"/>
                  </a:lnTo>
                  <a:lnTo>
                    <a:pt x="21" y="43"/>
                  </a:lnTo>
                  <a:lnTo>
                    <a:pt x="19" y="43"/>
                  </a:lnTo>
                  <a:lnTo>
                    <a:pt x="17" y="43"/>
                  </a:lnTo>
                  <a:lnTo>
                    <a:pt x="15" y="43"/>
                  </a:lnTo>
                  <a:lnTo>
                    <a:pt x="15" y="40"/>
                  </a:lnTo>
                  <a:lnTo>
                    <a:pt x="15" y="38"/>
                  </a:lnTo>
                  <a:lnTo>
                    <a:pt x="15" y="38"/>
                  </a:lnTo>
                  <a:lnTo>
                    <a:pt x="13" y="38"/>
                  </a:lnTo>
                  <a:lnTo>
                    <a:pt x="13" y="38"/>
                  </a:lnTo>
                  <a:lnTo>
                    <a:pt x="9" y="32"/>
                  </a:lnTo>
                  <a:lnTo>
                    <a:pt x="9" y="30"/>
                  </a:lnTo>
                  <a:lnTo>
                    <a:pt x="9" y="26"/>
                  </a:lnTo>
                  <a:lnTo>
                    <a:pt x="11" y="28"/>
                  </a:lnTo>
                  <a:lnTo>
                    <a:pt x="13" y="30"/>
                  </a:lnTo>
                  <a:lnTo>
                    <a:pt x="13" y="30"/>
                  </a:lnTo>
                  <a:lnTo>
                    <a:pt x="13" y="28"/>
                  </a:lnTo>
                  <a:lnTo>
                    <a:pt x="13" y="28"/>
                  </a:lnTo>
                  <a:lnTo>
                    <a:pt x="11" y="26"/>
                  </a:lnTo>
                  <a:lnTo>
                    <a:pt x="11" y="26"/>
                  </a:lnTo>
                  <a:lnTo>
                    <a:pt x="11" y="24"/>
                  </a:lnTo>
                  <a:lnTo>
                    <a:pt x="9" y="26"/>
                  </a:lnTo>
                  <a:lnTo>
                    <a:pt x="9" y="26"/>
                  </a:lnTo>
                  <a:lnTo>
                    <a:pt x="9" y="24"/>
                  </a:lnTo>
                  <a:lnTo>
                    <a:pt x="9" y="22"/>
                  </a:lnTo>
                  <a:lnTo>
                    <a:pt x="7" y="19"/>
                  </a:lnTo>
                  <a:lnTo>
                    <a:pt x="4" y="15"/>
                  </a:lnTo>
                  <a:lnTo>
                    <a:pt x="2" y="12"/>
                  </a:lnTo>
                  <a:lnTo>
                    <a:pt x="2" y="12"/>
                  </a:lnTo>
                  <a:lnTo>
                    <a:pt x="2" y="12"/>
                  </a:lnTo>
                  <a:lnTo>
                    <a:pt x="2" y="9"/>
                  </a:lnTo>
                  <a:lnTo>
                    <a:pt x="0" y="7"/>
                  </a:lnTo>
                  <a:lnTo>
                    <a:pt x="0" y="5"/>
                  </a:lnTo>
                  <a:lnTo>
                    <a:pt x="2" y="2"/>
                  </a:lnTo>
                  <a:lnTo>
                    <a:pt x="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3" name="Freeform 11470"/>
            <p:cNvSpPr>
              <a:spLocks noChangeAspect="1"/>
            </p:cNvSpPr>
            <p:nvPr/>
          </p:nvSpPr>
          <p:spPr bwMode="auto">
            <a:xfrm>
              <a:off x="2441910" y="1906611"/>
              <a:ext cx="111757" cy="45719"/>
            </a:xfrm>
            <a:custGeom>
              <a:avLst/>
              <a:gdLst>
                <a:gd name="T0" fmla="*/ 2 w 66"/>
                <a:gd name="T1" fmla="*/ 0 h 27"/>
                <a:gd name="T2" fmla="*/ 4 w 66"/>
                <a:gd name="T3" fmla="*/ 0 h 27"/>
                <a:gd name="T4" fmla="*/ 10 w 66"/>
                <a:gd name="T5" fmla="*/ 2 h 27"/>
                <a:gd name="T6" fmla="*/ 12 w 66"/>
                <a:gd name="T7" fmla="*/ 2 h 27"/>
                <a:gd name="T8" fmla="*/ 17 w 66"/>
                <a:gd name="T9" fmla="*/ 2 h 27"/>
                <a:gd name="T10" fmla="*/ 21 w 66"/>
                <a:gd name="T11" fmla="*/ 4 h 27"/>
                <a:gd name="T12" fmla="*/ 34 w 66"/>
                <a:gd name="T13" fmla="*/ 2 h 27"/>
                <a:gd name="T14" fmla="*/ 38 w 66"/>
                <a:gd name="T15" fmla="*/ 4 h 27"/>
                <a:gd name="T16" fmla="*/ 47 w 66"/>
                <a:gd name="T17" fmla="*/ 6 h 27"/>
                <a:gd name="T18" fmla="*/ 50 w 66"/>
                <a:gd name="T19" fmla="*/ 8 h 27"/>
                <a:gd name="T20" fmla="*/ 50 w 66"/>
                <a:gd name="T21" fmla="*/ 8 h 27"/>
                <a:gd name="T22" fmla="*/ 51 w 66"/>
                <a:gd name="T23" fmla="*/ 11 h 27"/>
                <a:gd name="T24" fmla="*/ 51 w 66"/>
                <a:gd name="T25" fmla="*/ 11 h 27"/>
                <a:gd name="T26" fmla="*/ 55 w 66"/>
                <a:gd name="T27" fmla="*/ 13 h 27"/>
                <a:gd name="T28" fmla="*/ 57 w 66"/>
                <a:gd name="T29" fmla="*/ 13 h 27"/>
                <a:gd name="T30" fmla="*/ 57 w 66"/>
                <a:gd name="T31" fmla="*/ 15 h 27"/>
                <a:gd name="T32" fmla="*/ 59 w 66"/>
                <a:gd name="T33" fmla="*/ 17 h 27"/>
                <a:gd name="T34" fmla="*/ 60 w 66"/>
                <a:gd name="T35" fmla="*/ 17 h 27"/>
                <a:gd name="T36" fmla="*/ 62 w 66"/>
                <a:gd name="T37" fmla="*/ 19 h 27"/>
                <a:gd name="T38" fmla="*/ 62 w 66"/>
                <a:gd name="T39" fmla="*/ 19 h 27"/>
                <a:gd name="T40" fmla="*/ 62 w 66"/>
                <a:gd name="T41" fmla="*/ 20 h 27"/>
                <a:gd name="T42" fmla="*/ 62 w 66"/>
                <a:gd name="T43" fmla="*/ 22 h 27"/>
                <a:gd name="T44" fmla="*/ 64 w 66"/>
                <a:gd name="T45" fmla="*/ 24 h 27"/>
                <a:gd name="T46" fmla="*/ 66 w 66"/>
                <a:gd name="T47" fmla="*/ 24 h 27"/>
                <a:gd name="T48" fmla="*/ 64 w 66"/>
                <a:gd name="T49" fmla="*/ 25 h 27"/>
                <a:gd name="T50" fmla="*/ 60 w 66"/>
                <a:gd name="T51" fmla="*/ 25 h 27"/>
                <a:gd name="T52" fmla="*/ 51 w 66"/>
                <a:gd name="T53" fmla="*/ 25 h 27"/>
                <a:gd name="T54" fmla="*/ 41 w 66"/>
                <a:gd name="T55" fmla="*/ 24 h 27"/>
                <a:gd name="T56" fmla="*/ 34 w 66"/>
                <a:gd name="T57" fmla="*/ 24 h 27"/>
                <a:gd name="T58" fmla="*/ 31 w 66"/>
                <a:gd name="T59" fmla="*/ 24 h 27"/>
                <a:gd name="T60" fmla="*/ 22 w 66"/>
                <a:gd name="T61" fmla="*/ 27 h 27"/>
                <a:gd name="T62" fmla="*/ 21 w 66"/>
                <a:gd name="T63" fmla="*/ 27 h 27"/>
                <a:gd name="T64" fmla="*/ 19 w 66"/>
                <a:gd name="T65" fmla="*/ 27 h 27"/>
                <a:gd name="T66" fmla="*/ 13 w 66"/>
                <a:gd name="T67" fmla="*/ 25 h 27"/>
                <a:gd name="T68" fmla="*/ 12 w 66"/>
                <a:gd name="T69" fmla="*/ 24 h 27"/>
                <a:gd name="T70" fmla="*/ 12 w 66"/>
                <a:gd name="T71" fmla="*/ 24 h 27"/>
                <a:gd name="T72" fmla="*/ 10 w 66"/>
                <a:gd name="T73" fmla="*/ 22 h 27"/>
                <a:gd name="T74" fmla="*/ 10 w 66"/>
                <a:gd name="T75" fmla="*/ 19 h 27"/>
                <a:gd name="T76" fmla="*/ 8 w 66"/>
                <a:gd name="T77" fmla="*/ 17 h 27"/>
                <a:gd name="T78" fmla="*/ 8 w 66"/>
                <a:gd name="T79" fmla="*/ 15 h 27"/>
                <a:gd name="T80" fmla="*/ 6 w 66"/>
                <a:gd name="T81" fmla="*/ 15 h 27"/>
                <a:gd name="T82" fmla="*/ 2 w 66"/>
                <a:gd name="T83" fmla="*/ 13 h 27"/>
                <a:gd name="T84" fmla="*/ 1 w 66"/>
                <a:gd name="T85" fmla="*/ 13 h 27"/>
                <a:gd name="T86" fmla="*/ 0 w 66"/>
                <a:gd name="T87" fmla="*/ 11 h 27"/>
                <a:gd name="T88" fmla="*/ 0 w 66"/>
                <a:gd name="T89" fmla="*/ 11 h 27"/>
                <a:gd name="T90" fmla="*/ 0 w 66"/>
                <a:gd name="T91" fmla="*/ 9 h 27"/>
                <a:gd name="T92" fmla="*/ 0 w 66"/>
                <a:gd name="T93" fmla="*/ 8 h 27"/>
                <a:gd name="T94" fmla="*/ 0 w 66"/>
                <a:gd name="T95" fmla="*/ 8 h 27"/>
                <a:gd name="T96" fmla="*/ 1 w 66"/>
                <a:gd name="T97" fmla="*/ 8 h 27"/>
                <a:gd name="T98" fmla="*/ 0 w 66"/>
                <a:gd name="T99" fmla="*/ 6 h 27"/>
                <a:gd name="T100" fmla="*/ 0 w 66"/>
                <a:gd name="T101" fmla="*/ 4 h 27"/>
                <a:gd name="T102" fmla="*/ 0 w 66"/>
                <a:gd name="T103" fmla="*/ 2 h 27"/>
                <a:gd name="T104" fmla="*/ 0 w 66"/>
                <a:gd name="T105" fmla="*/ 0 h 27"/>
                <a:gd name="T106" fmla="*/ 0 w 66"/>
                <a:gd name="T107" fmla="*/ 0 h 27"/>
                <a:gd name="T108" fmla="*/ 1 w 66"/>
                <a:gd name="T109" fmla="*/ 0 h 27"/>
                <a:gd name="T110" fmla="*/ 2 w 66"/>
                <a:gd name="T11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6" h="27">
                  <a:moveTo>
                    <a:pt x="2" y="0"/>
                  </a:moveTo>
                  <a:lnTo>
                    <a:pt x="4" y="0"/>
                  </a:lnTo>
                  <a:lnTo>
                    <a:pt x="10" y="2"/>
                  </a:lnTo>
                  <a:lnTo>
                    <a:pt x="12" y="2"/>
                  </a:lnTo>
                  <a:lnTo>
                    <a:pt x="17" y="2"/>
                  </a:lnTo>
                  <a:lnTo>
                    <a:pt x="21" y="4"/>
                  </a:lnTo>
                  <a:lnTo>
                    <a:pt x="34" y="2"/>
                  </a:lnTo>
                  <a:lnTo>
                    <a:pt x="38" y="4"/>
                  </a:lnTo>
                  <a:lnTo>
                    <a:pt x="47" y="6"/>
                  </a:lnTo>
                  <a:lnTo>
                    <a:pt x="50" y="8"/>
                  </a:lnTo>
                  <a:lnTo>
                    <a:pt x="50" y="8"/>
                  </a:lnTo>
                  <a:lnTo>
                    <a:pt x="51" y="11"/>
                  </a:lnTo>
                  <a:lnTo>
                    <a:pt x="51" y="11"/>
                  </a:lnTo>
                  <a:lnTo>
                    <a:pt x="55" y="13"/>
                  </a:lnTo>
                  <a:lnTo>
                    <a:pt x="57" y="13"/>
                  </a:lnTo>
                  <a:lnTo>
                    <a:pt x="57" y="15"/>
                  </a:lnTo>
                  <a:lnTo>
                    <a:pt x="59" y="17"/>
                  </a:lnTo>
                  <a:lnTo>
                    <a:pt x="60" y="17"/>
                  </a:lnTo>
                  <a:lnTo>
                    <a:pt x="62" y="19"/>
                  </a:lnTo>
                  <a:lnTo>
                    <a:pt x="62" y="19"/>
                  </a:lnTo>
                  <a:lnTo>
                    <a:pt x="62" y="20"/>
                  </a:lnTo>
                  <a:lnTo>
                    <a:pt x="62" y="22"/>
                  </a:lnTo>
                  <a:lnTo>
                    <a:pt x="64" y="24"/>
                  </a:lnTo>
                  <a:lnTo>
                    <a:pt x="66" y="24"/>
                  </a:lnTo>
                  <a:lnTo>
                    <a:pt x="64" y="25"/>
                  </a:lnTo>
                  <a:lnTo>
                    <a:pt x="60" y="25"/>
                  </a:lnTo>
                  <a:lnTo>
                    <a:pt x="51" y="25"/>
                  </a:lnTo>
                  <a:lnTo>
                    <a:pt x="41" y="24"/>
                  </a:lnTo>
                  <a:lnTo>
                    <a:pt x="34" y="24"/>
                  </a:lnTo>
                  <a:lnTo>
                    <a:pt x="31" y="24"/>
                  </a:lnTo>
                  <a:lnTo>
                    <a:pt x="22" y="27"/>
                  </a:lnTo>
                  <a:lnTo>
                    <a:pt x="21" y="27"/>
                  </a:lnTo>
                  <a:lnTo>
                    <a:pt x="19" y="27"/>
                  </a:lnTo>
                  <a:lnTo>
                    <a:pt x="13" y="25"/>
                  </a:lnTo>
                  <a:lnTo>
                    <a:pt x="12" y="24"/>
                  </a:lnTo>
                  <a:lnTo>
                    <a:pt x="12" y="24"/>
                  </a:lnTo>
                  <a:lnTo>
                    <a:pt x="10" y="22"/>
                  </a:lnTo>
                  <a:lnTo>
                    <a:pt x="10" y="19"/>
                  </a:lnTo>
                  <a:lnTo>
                    <a:pt x="8" y="17"/>
                  </a:lnTo>
                  <a:lnTo>
                    <a:pt x="8" y="15"/>
                  </a:lnTo>
                  <a:lnTo>
                    <a:pt x="6" y="15"/>
                  </a:lnTo>
                  <a:lnTo>
                    <a:pt x="2" y="13"/>
                  </a:lnTo>
                  <a:lnTo>
                    <a:pt x="1" y="13"/>
                  </a:lnTo>
                  <a:lnTo>
                    <a:pt x="0" y="11"/>
                  </a:lnTo>
                  <a:lnTo>
                    <a:pt x="0" y="11"/>
                  </a:lnTo>
                  <a:lnTo>
                    <a:pt x="0" y="9"/>
                  </a:lnTo>
                  <a:lnTo>
                    <a:pt x="0" y="8"/>
                  </a:lnTo>
                  <a:lnTo>
                    <a:pt x="0" y="8"/>
                  </a:lnTo>
                  <a:lnTo>
                    <a:pt x="1" y="8"/>
                  </a:lnTo>
                  <a:lnTo>
                    <a:pt x="0" y="6"/>
                  </a:lnTo>
                  <a:lnTo>
                    <a:pt x="0" y="4"/>
                  </a:lnTo>
                  <a:lnTo>
                    <a:pt x="0" y="2"/>
                  </a:lnTo>
                  <a:lnTo>
                    <a:pt x="0" y="0"/>
                  </a:lnTo>
                  <a:lnTo>
                    <a:pt x="0" y="0"/>
                  </a:lnTo>
                  <a:lnTo>
                    <a:pt x="1" y="0"/>
                  </a:lnTo>
                  <a:lnTo>
                    <a:pt x="2"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4" name="Freeform 11471"/>
            <p:cNvSpPr>
              <a:spLocks noChangeAspect="1"/>
            </p:cNvSpPr>
            <p:nvPr/>
          </p:nvSpPr>
          <p:spPr bwMode="auto">
            <a:xfrm>
              <a:off x="2419240" y="1624669"/>
              <a:ext cx="531384" cy="377843"/>
            </a:xfrm>
            <a:custGeom>
              <a:avLst/>
              <a:gdLst>
                <a:gd name="T0" fmla="*/ 51 w 398"/>
                <a:gd name="T1" fmla="*/ 44 h 283"/>
                <a:gd name="T2" fmla="*/ 70 w 398"/>
                <a:gd name="T3" fmla="*/ 72 h 283"/>
                <a:gd name="T4" fmla="*/ 57 w 398"/>
                <a:gd name="T5" fmla="*/ 50 h 283"/>
                <a:gd name="T6" fmla="*/ 63 w 398"/>
                <a:gd name="T7" fmla="*/ 37 h 283"/>
                <a:gd name="T8" fmla="*/ 85 w 398"/>
                <a:gd name="T9" fmla="*/ 11 h 283"/>
                <a:gd name="T10" fmla="*/ 132 w 398"/>
                <a:gd name="T11" fmla="*/ 28 h 283"/>
                <a:gd name="T12" fmla="*/ 126 w 398"/>
                <a:gd name="T13" fmla="*/ 51 h 283"/>
                <a:gd name="T14" fmla="*/ 149 w 398"/>
                <a:gd name="T15" fmla="*/ 39 h 283"/>
                <a:gd name="T16" fmla="*/ 171 w 398"/>
                <a:gd name="T17" fmla="*/ 44 h 283"/>
                <a:gd name="T18" fmla="*/ 206 w 398"/>
                <a:gd name="T19" fmla="*/ 41 h 283"/>
                <a:gd name="T20" fmla="*/ 218 w 398"/>
                <a:gd name="T21" fmla="*/ 51 h 283"/>
                <a:gd name="T22" fmla="*/ 220 w 398"/>
                <a:gd name="T23" fmla="*/ 58 h 283"/>
                <a:gd name="T24" fmla="*/ 241 w 398"/>
                <a:gd name="T25" fmla="*/ 60 h 283"/>
                <a:gd name="T26" fmla="*/ 246 w 398"/>
                <a:gd name="T27" fmla="*/ 77 h 283"/>
                <a:gd name="T28" fmla="*/ 253 w 398"/>
                <a:gd name="T29" fmla="*/ 89 h 283"/>
                <a:gd name="T30" fmla="*/ 286 w 398"/>
                <a:gd name="T31" fmla="*/ 80 h 283"/>
                <a:gd name="T32" fmla="*/ 279 w 398"/>
                <a:gd name="T33" fmla="*/ 99 h 283"/>
                <a:gd name="T34" fmla="*/ 300 w 398"/>
                <a:gd name="T35" fmla="*/ 95 h 283"/>
                <a:gd name="T36" fmla="*/ 290 w 398"/>
                <a:gd name="T37" fmla="*/ 111 h 283"/>
                <a:gd name="T38" fmla="*/ 311 w 398"/>
                <a:gd name="T39" fmla="*/ 119 h 283"/>
                <a:gd name="T40" fmla="*/ 286 w 398"/>
                <a:gd name="T41" fmla="*/ 127 h 283"/>
                <a:gd name="T42" fmla="*/ 320 w 398"/>
                <a:gd name="T43" fmla="*/ 138 h 283"/>
                <a:gd name="T44" fmla="*/ 328 w 398"/>
                <a:gd name="T45" fmla="*/ 151 h 283"/>
                <a:gd name="T46" fmla="*/ 349 w 398"/>
                <a:gd name="T47" fmla="*/ 147 h 283"/>
                <a:gd name="T48" fmla="*/ 360 w 398"/>
                <a:gd name="T49" fmla="*/ 165 h 283"/>
                <a:gd name="T50" fmla="*/ 386 w 398"/>
                <a:gd name="T51" fmla="*/ 170 h 283"/>
                <a:gd name="T52" fmla="*/ 380 w 398"/>
                <a:gd name="T53" fmla="*/ 185 h 283"/>
                <a:gd name="T54" fmla="*/ 375 w 398"/>
                <a:gd name="T55" fmla="*/ 204 h 283"/>
                <a:gd name="T56" fmla="*/ 356 w 398"/>
                <a:gd name="T57" fmla="*/ 214 h 283"/>
                <a:gd name="T58" fmla="*/ 349 w 398"/>
                <a:gd name="T59" fmla="*/ 193 h 283"/>
                <a:gd name="T60" fmla="*/ 328 w 398"/>
                <a:gd name="T61" fmla="*/ 189 h 283"/>
                <a:gd name="T62" fmla="*/ 307 w 398"/>
                <a:gd name="T63" fmla="*/ 185 h 283"/>
                <a:gd name="T64" fmla="*/ 302 w 398"/>
                <a:gd name="T65" fmla="*/ 196 h 283"/>
                <a:gd name="T66" fmla="*/ 318 w 398"/>
                <a:gd name="T67" fmla="*/ 210 h 283"/>
                <a:gd name="T68" fmla="*/ 332 w 398"/>
                <a:gd name="T69" fmla="*/ 221 h 283"/>
                <a:gd name="T70" fmla="*/ 344 w 398"/>
                <a:gd name="T71" fmla="*/ 236 h 283"/>
                <a:gd name="T72" fmla="*/ 352 w 398"/>
                <a:gd name="T73" fmla="*/ 256 h 283"/>
                <a:gd name="T74" fmla="*/ 347 w 398"/>
                <a:gd name="T75" fmla="*/ 263 h 283"/>
                <a:gd name="T76" fmla="*/ 328 w 398"/>
                <a:gd name="T77" fmla="*/ 261 h 283"/>
                <a:gd name="T78" fmla="*/ 307 w 398"/>
                <a:gd name="T79" fmla="*/ 247 h 283"/>
                <a:gd name="T80" fmla="*/ 314 w 398"/>
                <a:gd name="T81" fmla="*/ 263 h 283"/>
                <a:gd name="T82" fmla="*/ 326 w 398"/>
                <a:gd name="T83" fmla="*/ 283 h 283"/>
                <a:gd name="T84" fmla="*/ 264 w 398"/>
                <a:gd name="T85" fmla="*/ 261 h 283"/>
                <a:gd name="T86" fmla="*/ 251 w 398"/>
                <a:gd name="T87" fmla="*/ 245 h 283"/>
                <a:gd name="T88" fmla="*/ 230 w 398"/>
                <a:gd name="T89" fmla="*/ 226 h 283"/>
                <a:gd name="T90" fmla="*/ 211 w 398"/>
                <a:gd name="T91" fmla="*/ 221 h 283"/>
                <a:gd name="T92" fmla="*/ 179 w 398"/>
                <a:gd name="T93" fmla="*/ 233 h 283"/>
                <a:gd name="T94" fmla="*/ 175 w 398"/>
                <a:gd name="T95" fmla="*/ 209 h 283"/>
                <a:gd name="T96" fmla="*/ 202 w 398"/>
                <a:gd name="T97" fmla="*/ 215 h 283"/>
                <a:gd name="T98" fmla="*/ 228 w 398"/>
                <a:gd name="T99" fmla="*/ 205 h 283"/>
                <a:gd name="T100" fmla="*/ 245 w 398"/>
                <a:gd name="T101" fmla="*/ 168 h 283"/>
                <a:gd name="T102" fmla="*/ 225 w 398"/>
                <a:gd name="T103" fmla="*/ 132 h 283"/>
                <a:gd name="T104" fmla="*/ 209 w 398"/>
                <a:gd name="T105" fmla="*/ 124 h 283"/>
                <a:gd name="T106" fmla="*/ 187 w 398"/>
                <a:gd name="T107" fmla="*/ 123 h 283"/>
                <a:gd name="T108" fmla="*/ 187 w 398"/>
                <a:gd name="T109" fmla="*/ 107 h 283"/>
                <a:gd name="T110" fmla="*/ 164 w 398"/>
                <a:gd name="T111" fmla="*/ 95 h 283"/>
                <a:gd name="T112" fmla="*/ 155 w 398"/>
                <a:gd name="T113" fmla="*/ 100 h 283"/>
                <a:gd name="T114" fmla="*/ 117 w 398"/>
                <a:gd name="T115" fmla="*/ 101 h 283"/>
                <a:gd name="T116" fmla="*/ 51 w 398"/>
                <a:gd name="T117" fmla="*/ 88 h 283"/>
                <a:gd name="T118" fmla="*/ 10 w 398"/>
                <a:gd name="T119" fmla="*/ 79 h 283"/>
                <a:gd name="T120" fmla="*/ 4 w 398"/>
                <a:gd name="T121" fmla="*/ 63 h 283"/>
                <a:gd name="T122" fmla="*/ 10 w 398"/>
                <a:gd name="T123" fmla="*/ 22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8" h="283">
                  <a:moveTo>
                    <a:pt x="51" y="0"/>
                  </a:moveTo>
                  <a:lnTo>
                    <a:pt x="56" y="0"/>
                  </a:lnTo>
                  <a:lnTo>
                    <a:pt x="68" y="3"/>
                  </a:lnTo>
                  <a:lnTo>
                    <a:pt x="70" y="3"/>
                  </a:lnTo>
                  <a:lnTo>
                    <a:pt x="70" y="3"/>
                  </a:lnTo>
                  <a:lnTo>
                    <a:pt x="70" y="3"/>
                  </a:lnTo>
                  <a:lnTo>
                    <a:pt x="70" y="5"/>
                  </a:lnTo>
                  <a:lnTo>
                    <a:pt x="66" y="7"/>
                  </a:lnTo>
                  <a:lnTo>
                    <a:pt x="63" y="9"/>
                  </a:lnTo>
                  <a:lnTo>
                    <a:pt x="61" y="11"/>
                  </a:lnTo>
                  <a:lnTo>
                    <a:pt x="56" y="16"/>
                  </a:lnTo>
                  <a:lnTo>
                    <a:pt x="54" y="16"/>
                  </a:lnTo>
                  <a:lnTo>
                    <a:pt x="49" y="25"/>
                  </a:lnTo>
                  <a:lnTo>
                    <a:pt x="47" y="27"/>
                  </a:lnTo>
                  <a:lnTo>
                    <a:pt x="47" y="27"/>
                  </a:lnTo>
                  <a:lnTo>
                    <a:pt x="47" y="30"/>
                  </a:lnTo>
                  <a:lnTo>
                    <a:pt x="47" y="30"/>
                  </a:lnTo>
                  <a:lnTo>
                    <a:pt x="47" y="31"/>
                  </a:lnTo>
                  <a:lnTo>
                    <a:pt x="51" y="35"/>
                  </a:lnTo>
                  <a:lnTo>
                    <a:pt x="51" y="37"/>
                  </a:lnTo>
                  <a:lnTo>
                    <a:pt x="51" y="39"/>
                  </a:lnTo>
                  <a:lnTo>
                    <a:pt x="51" y="42"/>
                  </a:lnTo>
                  <a:lnTo>
                    <a:pt x="51" y="44"/>
                  </a:lnTo>
                  <a:lnTo>
                    <a:pt x="51" y="46"/>
                  </a:lnTo>
                  <a:lnTo>
                    <a:pt x="53" y="50"/>
                  </a:lnTo>
                  <a:lnTo>
                    <a:pt x="53" y="52"/>
                  </a:lnTo>
                  <a:lnTo>
                    <a:pt x="56" y="54"/>
                  </a:lnTo>
                  <a:lnTo>
                    <a:pt x="59" y="58"/>
                  </a:lnTo>
                  <a:lnTo>
                    <a:pt x="63" y="61"/>
                  </a:lnTo>
                  <a:lnTo>
                    <a:pt x="64" y="61"/>
                  </a:lnTo>
                  <a:lnTo>
                    <a:pt x="68" y="65"/>
                  </a:lnTo>
                  <a:lnTo>
                    <a:pt x="70" y="65"/>
                  </a:lnTo>
                  <a:lnTo>
                    <a:pt x="68" y="67"/>
                  </a:lnTo>
                  <a:lnTo>
                    <a:pt x="64" y="69"/>
                  </a:lnTo>
                  <a:lnTo>
                    <a:pt x="59" y="70"/>
                  </a:lnTo>
                  <a:lnTo>
                    <a:pt x="56" y="70"/>
                  </a:lnTo>
                  <a:lnTo>
                    <a:pt x="54" y="72"/>
                  </a:lnTo>
                  <a:lnTo>
                    <a:pt x="49" y="74"/>
                  </a:lnTo>
                  <a:lnTo>
                    <a:pt x="47" y="74"/>
                  </a:lnTo>
                  <a:lnTo>
                    <a:pt x="49" y="75"/>
                  </a:lnTo>
                  <a:lnTo>
                    <a:pt x="51" y="74"/>
                  </a:lnTo>
                  <a:lnTo>
                    <a:pt x="54" y="74"/>
                  </a:lnTo>
                  <a:lnTo>
                    <a:pt x="57" y="72"/>
                  </a:lnTo>
                  <a:lnTo>
                    <a:pt x="61" y="70"/>
                  </a:lnTo>
                  <a:lnTo>
                    <a:pt x="68" y="70"/>
                  </a:lnTo>
                  <a:lnTo>
                    <a:pt x="70" y="72"/>
                  </a:lnTo>
                  <a:lnTo>
                    <a:pt x="70" y="72"/>
                  </a:lnTo>
                  <a:lnTo>
                    <a:pt x="68" y="72"/>
                  </a:lnTo>
                  <a:lnTo>
                    <a:pt x="70" y="74"/>
                  </a:lnTo>
                  <a:lnTo>
                    <a:pt x="70" y="74"/>
                  </a:lnTo>
                  <a:lnTo>
                    <a:pt x="72" y="75"/>
                  </a:lnTo>
                  <a:lnTo>
                    <a:pt x="72" y="74"/>
                  </a:lnTo>
                  <a:lnTo>
                    <a:pt x="73" y="72"/>
                  </a:lnTo>
                  <a:lnTo>
                    <a:pt x="73" y="65"/>
                  </a:lnTo>
                  <a:lnTo>
                    <a:pt x="75" y="63"/>
                  </a:lnTo>
                  <a:lnTo>
                    <a:pt x="75" y="61"/>
                  </a:lnTo>
                  <a:lnTo>
                    <a:pt x="75" y="60"/>
                  </a:lnTo>
                  <a:lnTo>
                    <a:pt x="73" y="58"/>
                  </a:lnTo>
                  <a:lnTo>
                    <a:pt x="72" y="58"/>
                  </a:lnTo>
                  <a:lnTo>
                    <a:pt x="70" y="58"/>
                  </a:lnTo>
                  <a:lnTo>
                    <a:pt x="68" y="58"/>
                  </a:lnTo>
                  <a:lnTo>
                    <a:pt x="66" y="58"/>
                  </a:lnTo>
                  <a:lnTo>
                    <a:pt x="64" y="56"/>
                  </a:lnTo>
                  <a:lnTo>
                    <a:pt x="64" y="56"/>
                  </a:lnTo>
                  <a:lnTo>
                    <a:pt x="63" y="54"/>
                  </a:lnTo>
                  <a:lnTo>
                    <a:pt x="61" y="52"/>
                  </a:lnTo>
                  <a:lnTo>
                    <a:pt x="59" y="51"/>
                  </a:lnTo>
                  <a:lnTo>
                    <a:pt x="57" y="50"/>
                  </a:lnTo>
                  <a:lnTo>
                    <a:pt x="57" y="50"/>
                  </a:lnTo>
                  <a:lnTo>
                    <a:pt x="61" y="48"/>
                  </a:lnTo>
                  <a:lnTo>
                    <a:pt x="63" y="48"/>
                  </a:lnTo>
                  <a:lnTo>
                    <a:pt x="64" y="44"/>
                  </a:lnTo>
                  <a:lnTo>
                    <a:pt x="64" y="44"/>
                  </a:lnTo>
                  <a:lnTo>
                    <a:pt x="70" y="44"/>
                  </a:lnTo>
                  <a:lnTo>
                    <a:pt x="75" y="46"/>
                  </a:lnTo>
                  <a:lnTo>
                    <a:pt x="79" y="48"/>
                  </a:lnTo>
                  <a:lnTo>
                    <a:pt x="81" y="48"/>
                  </a:lnTo>
                  <a:lnTo>
                    <a:pt x="81" y="48"/>
                  </a:lnTo>
                  <a:lnTo>
                    <a:pt x="79" y="48"/>
                  </a:lnTo>
                  <a:lnTo>
                    <a:pt x="75" y="44"/>
                  </a:lnTo>
                  <a:lnTo>
                    <a:pt x="73" y="42"/>
                  </a:lnTo>
                  <a:lnTo>
                    <a:pt x="72" y="42"/>
                  </a:lnTo>
                  <a:lnTo>
                    <a:pt x="72" y="41"/>
                  </a:lnTo>
                  <a:lnTo>
                    <a:pt x="75" y="41"/>
                  </a:lnTo>
                  <a:lnTo>
                    <a:pt x="75" y="41"/>
                  </a:lnTo>
                  <a:lnTo>
                    <a:pt x="72" y="39"/>
                  </a:lnTo>
                  <a:lnTo>
                    <a:pt x="70" y="39"/>
                  </a:lnTo>
                  <a:lnTo>
                    <a:pt x="70" y="39"/>
                  </a:lnTo>
                  <a:lnTo>
                    <a:pt x="68" y="39"/>
                  </a:lnTo>
                  <a:lnTo>
                    <a:pt x="64" y="39"/>
                  </a:lnTo>
                  <a:lnTo>
                    <a:pt x="64" y="39"/>
                  </a:lnTo>
                  <a:lnTo>
                    <a:pt x="63" y="37"/>
                  </a:lnTo>
                  <a:lnTo>
                    <a:pt x="63" y="35"/>
                  </a:lnTo>
                  <a:lnTo>
                    <a:pt x="61" y="33"/>
                  </a:lnTo>
                  <a:lnTo>
                    <a:pt x="61" y="33"/>
                  </a:lnTo>
                  <a:lnTo>
                    <a:pt x="61" y="30"/>
                  </a:lnTo>
                  <a:lnTo>
                    <a:pt x="61" y="30"/>
                  </a:lnTo>
                  <a:lnTo>
                    <a:pt x="61" y="28"/>
                  </a:lnTo>
                  <a:lnTo>
                    <a:pt x="61" y="27"/>
                  </a:lnTo>
                  <a:lnTo>
                    <a:pt x="63" y="25"/>
                  </a:lnTo>
                  <a:lnTo>
                    <a:pt x="64" y="25"/>
                  </a:lnTo>
                  <a:lnTo>
                    <a:pt x="66" y="25"/>
                  </a:lnTo>
                  <a:lnTo>
                    <a:pt x="70" y="25"/>
                  </a:lnTo>
                  <a:lnTo>
                    <a:pt x="81" y="28"/>
                  </a:lnTo>
                  <a:lnTo>
                    <a:pt x="81" y="28"/>
                  </a:lnTo>
                  <a:lnTo>
                    <a:pt x="68" y="23"/>
                  </a:lnTo>
                  <a:lnTo>
                    <a:pt x="64" y="23"/>
                  </a:lnTo>
                  <a:lnTo>
                    <a:pt x="63" y="22"/>
                  </a:lnTo>
                  <a:lnTo>
                    <a:pt x="70" y="14"/>
                  </a:lnTo>
                  <a:lnTo>
                    <a:pt x="75" y="12"/>
                  </a:lnTo>
                  <a:lnTo>
                    <a:pt x="79" y="11"/>
                  </a:lnTo>
                  <a:lnTo>
                    <a:pt x="82" y="11"/>
                  </a:lnTo>
                  <a:lnTo>
                    <a:pt x="87" y="12"/>
                  </a:lnTo>
                  <a:lnTo>
                    <a:pt x="87" y="12"/>
                  </a:lnTo>
                  <a:lnTo>
                    <a:pt x="85" y="11"/>
                  </a:lnTo>
                  <a:lnTo>
                    <a:pt x="85" y="9"/>
                  </a:lnTo>
                  <a:lnTo>
                    <a:pt x="87" y="9"/>
                  </a:lnTo>
                  <a:lnTo>
                    <a:pt x="92" y="7"/>
                  </a:lnTo>
                  <a:lnTo>
                    <a:pt x="98" y="5"/>
                  </a:lnTo>
                  <a:lnTo>
                    <a:pt x="98" y="5"/>
                  </a:lnTo>
                  <a:lnTo>
                    <a:pt x="100" y="3"/>
                  </a:lnTo>
                  <a:lnTo>
                    <a:pt x="103" y="3"/>
                  </a:lnTo>
                  <a:lnTo>
                    <a:pt x="108" y="3"/>
                  </a:lnTo>
                  <a:lnTo>
                    <a:pt x="111" y="3"/>
                  </a:lnTo>
                  <a:lnTo>
                    <a:pt x="117" y="5"/>
                  </a:lnTo>
                  <a:lnTo>
                    <a:pt x="119" y="7"/>
                  </a:lnTo>
                  <a:lnTo>
                    <a:pt x="121" y="7"/>
                  </a:lnTo>
                  <a:lnTo>
                    <a:pt x="122" y="11"/>
                  </a:lnTo>
                  <a:lnTo>
                    <a:pt x="122" y="16"/>
                  </a:lnTo>
                  <a:lnTo>
                    <a:pt x="124" y="18"/>
                  </a:lnTo>
                  <a:lnTo>
                    <a:pt x="128" y="18"/>
                  </a:lnTo>
                  <a:lnTo>
                    <a:pt x="129" y="20"/>
                  </a:lnTo>
                  <a:lnTo>
                    <a:pt x="130" y="20"/>
                  </a:lnTo>
                  <a:lnTo>
                    <a:pt x="130" y="22"/>
                  </a:lnTo>
                  <a:lnTo>
                    <a:pt x="130" y="23"/>
                  </a:lnTo>
                  <a:lnTo>
                    <a:pt x="130" y="25"/>
                  </a:lnTo>
                  <a:lnTo>
                    <a:pt x="132" y="27"/>
                  </a:lnTo>
                  <a:lnTo>
                    <a:pt x="132" y="28"/>
                  </a:lnTo>
                  <a:lnTo>
                    <a:pt x="134" y="30"/>
                  </a:lnTo>
                  <a:lnTo>
                    <a:pt x="134" y="30"/>
                  </a:lnTo>
                  <a:lnTo>
                    <a:pt x="134" y="30"/>
                  </a:lnTo>
                  <a:lnTo>
                    <a:pt x="132" y="31"/>
                  </a:lnTo>
                  <a:lnTo>
                    <a:pt x="129" y="35"/>
                  </a:lnTo>
                  <a:lnTo>
                    <a:pt x="126" y="39"/>
                  </a:lnTo>
                  <a:lnTo>
                    <a:pt x="122" y="41"/>
                  </a:lnTo>
                  <a:lnTo>
                    <a:pt x="122" y="42"/>
                  </a:lnTo>
                  <a:lnTo>
                    <a:pt x="129" y="37"/>
                  </a:lnTo>
                  <a:lnTo>
                    <a:pt x="130" y="37"/>
                  </a:lnTo>
                  <a:lnTo>
                    <a:pt x="130" y="39"/>
                  </a:lnTo>
                  <a:lnTo>
                    <a:pt x="129" y="41"/>
                  </a:lnTo>
                  <a:lnTo>
                    <a:pt x="128" y="42"/>
                  </a:lnTo>
                  <a:lnTo>
                    <a:pt x="126" y="44"/>
                  </a:lnTo>
                  <a:lnTo>
                    <a:pt x="126" y="44"/>
                  </a:lnTo>
                  <a:lnTo>
                    <a:pt x="129" y="48"/>
                  </a:lnTo>
                  <a:lnTo>
                    <a:pt x="129" y="48"/>
                  </a:lnTo>
                  <a:lnTo>
                    <a:pt x="128" y="48"/>
                  </a:lnTo>
                  <a:lnTo>
                    <a:pt x="128" y="48"/>
                  </a:lnTo>
                  <a:lnTo>
                    <a:pt x="126" y="48"/>
                  </a:lnTo>
                  <a:lnTo>
                    <a:pt x="126" y="48"/>
                  </a:lnTo>
                  <a:lnTo>
                    <a:pt x="126" y="50"/>
                  </a:lnTo>
                  <a:lnTo>
                    <a:pt x="126" y="51"/>
                  </a:lnTo>
                  <a:lnTo>
                    <a:pt x="126" y="51"/>
                  </a:lnTo>
                  <a:lnTo>
                    <a:pt x="126" y="51"/>
                  </a:lnTo>
                  <a:lnTo>
                    <a:pt x="126" y="51"/>
                  </a:lnTo>
                  <a:lnTo>
                    <a:pt x="128" y="51"/>
                  </a:lnTo>
                  <a:lnTo>
                    <a:pt x="128" y="51"/>
                  </a:lnTo>
                  <a:lnTo>
                    <a:pt x="129" y="50"/>
                  </a:lnTo>
                  <a:lnTo>
                    <a:pt x="134" y="46"/>
                  </a:lnTo>
                  <a:lnTo>
                    <a:pt x="136" y="44"/>
                  </a:lnTo>
                  <a:lnTo>
                    <a:pt x="138" y="44"/>
                  </a:lnTo>
                  <a:lnTo>
                    <a:pt x="140" y="46"/>
                  </a:lnTo>
                  <a:lnTo>
                    <a:pt x="140" y="44"/>
                  </a:lnTo>
                  <a:lnTo>
                    <a:pt x="138" y="42"/>
                  </a:lnTo>
                  <a:lnTo>
                    <a:pt x="138" y="41"/>
                  </a:lnTo>
                  <a:lnTo>
                    <a:pt x="138" y="41"/>
                  </a:lnTo>
                  <a:lnTo>
                    <a:pt x="138" y="39"/>
                  </a:lnTo>
                  <a:lnTo>
                    <a:pt x="140" y="39"/>
                  </a:lnTo>
                  <a:lnTo>
                    <a:pt x="141" y="39"/>
                  </a:lnTo>
                  <a:lnTo>
                    <a:pt x="141" y="39"/>
                  </a:lnTo>
                  <a:lnTo>
                    <a:pt x="143" y="41"/>
                  </a:lnTo>
                  <a:lnTo>
                    <a:pt x="143" y="41"/>
                  </a:lnTo>
                  <a:lnTo>
                    <a:pt x="145" y="41"/>
                  </a:lnTo>
                  <a:lnTo>
                    <a:pt x="147" y="41"/>
                  </a:lnTo>
                  <a:lnTo>
                    <a:pt x="149" y="39"/>
                  </a:lnTo>
                  <a:lnTo>
                    <a:pt x="150" y="41"/>
                  </a:lnTo>
                  <a:lnTo>
                    <a:pt x="153" y="42"/>
                  </a:lnTo>
                  <a:lnTo>
                    <a:pt x="152" y="44"/>
                  </a:lnTo>
                  <a:lnTo>
                    <a:pt x="152" y="48"/>
                  </a:lnTo>
                  <a:lnTo>
                    <a:pt x="152" y="48"/>
                  </a:lnTo>
                  <a:lnTo>
                    <a:pt x="155" y="51"/>
                  </a:lnTo>
                  <a:lnTo>
                    <a:pt x="159" y="52"/>
                  </a:lnTo>
                  <a:lnTo>
                    <a:pt x="159" y="52"/>
                  </a:lnTo>
                  <a:lnTo>
                    <a:pt x="159" y="52"/>
                  </a:lnTo>
                  <a:lnTo>
                    <a:pt x="157" y="51"/>
                  </a:lnTo>
                  <a:lnTo>
                    <a:pt x="157" y="50"/>
                  </a:lnTo>
                  <a:lnTo>
                    <a:pt x="155" y="50"/>
                  </a:lnTo>
                  <a:lnTo>
                    <a:pt x="155" y="48"/>
                  </a:lnTo>
                  <a:lnTo>
                    <a:pt x="155" y="42"/>
                  </a:lnTo>
                  <a:lnTo>
                    <a:pt x="157" y="41"/>
                  </a:lnTo>
                  <a:lnTo>
                    <a:pt x="159" y="41"/>
                  </a:lnTo>
                  <a:lnTo>
                    <a:pt x="160" y="42"/>
                  </a:lnTo>
                  <a:lnTo>
                    <a:pt x="162" y="42"/>
                  </a:lnTo>
                  <a:lnTo>
                    <a:pt x="164" y="42"/>
                  </a:lnTo>
                  <a:lnTo>
                    <a:pt x="171" y="44"/>
                  </a:lnTo>
                  <a:lnTo>
                    <a:pt x="173" y="44"/>
                  </a:lnTo>
                  <a:lnTo>
                    <a:pt x="173" y="44"/>
                  </a:lnTo>
                  <a:lnTo>
                    <a:pt x="171" y="44"/>
                  </a:lnTo>
                  <a:lnTo>
                    <a:pt x="168" y="42"/>
                  </a:lnTo>
                  <a:lnTo>
                    <a:pt x="162" y="41"/>
                  </a:lnTo>
                  <a:lnTo>
                    <a:pt x="160" y="39"/>
                  </a:lnTo>
                  <a:lnTo>
                    <a:pt x="160" y="37"/>
                  </a:lnTo>
                  <a:lnTo>
                    <a:pt x="160" y="37"/>
                  </a:lnTo>
                  <a:lnTo>
                    <a:pt x="160" y="35"/>
                  </a:lnTo>
                  <a:lnTo>
                    <a:pt x="160" y="35"/>
                  </a:lnTo>
                  <a:lnTo>
                    <a:pt x="162" y="33"/>
                  </a:lnTo>
                  <a:lnTo>
                    <a:pt x="166" y="31"/>
                  </a:lnTo>
                  <a:lnTo>
                    <a:pt x="169" y="30"/>
                  </a:lnTo>
                  <a:lnTo>
                    <a:pt x="173" y="30"/>
                  </a:lnTo>
                  <a:lnTo>
                    <a:pt x="177" y="30"/>
                  </a:lnTo>
                  <a:lnTo>
                    <a:pt x="181" y="30"/>
                  </a:lnTo>
                  <a:lnTo>
                    <a:pt x="185" y="31"/>
                  </a:lnTo>
                  <a:lnTo>
                    <a:pt x="188" y="33"/>
                  </a:lnTo>
                  <a:lnTo>
                    <a:pt x="192" y="35"/>
                  </a:lnTo>
                  <a:lnTo>
                    <a:pt x="194" y="35"/>
                  </a:lnTo>
                  <a:lnTo>
                    <a:pt x="196" y="35"/>
                  </a:lnTo>
                  <a:lnTo>
                    <a:pt x="198" y="35"/>
                  </a:lnTo>
                  <a:lnTo>
                    <a:pt x="199" y="35"/>
                  </a:lnTo>
                  <a:lnTo>
                    <a:pt x="204" y="37"/>
                  </a:lnTo>
                  <a:lnTo>
                    <a:pt x="206" y="39"/>
                  </a:lnTo>
                  <a:lnTo>
                    <a:pt x="206" y="41"/>
                  </a:lnTo>
                  <a:lnTo>
                    <a:pt x="207" y="41"/>
                  </a:lnTo>
                  <a:lnTo>
                    <a:pt x="207" y="42"/>
                  </a:lnTo>
                  <a:lnTo>
                    <a:pt x="207" y="44"/>
                  </a:lnTo>
                  <a:lnTo>
                    <a:pt x="202" y="48"/>
                  </a:lnTo>
                  <a:lnTo>
                    <a:pt x="201" y="50"/>
                  </a:lnTo>
                  <a:lnTo>
                    <a:pt x="199" y="51"/>
                  </a:lnTo>
                  <a:lnTo>
                    <a:pt x="198" y="54"/>
                  </a:lnTo>
                  <a:lnTo>
                    <a:pt x="196" y="56"/>
                  </a:lnTo>
                  <a:lnTo>
                    <a:pt x="196" y="56"/>
                  </a:lnTo>
                  <a:lnTo>
                    <a:pt x="196" y="56"/>
                  </a:lnTo>
                  <a:lnTo>
                    <a:pt x="198" y="56"/>
                  </a:lnTo>
                  <a:lnTo>
                    <a:pt x="199" y="52"/>
                  </a:lnTo>
                  <a:lnTo>
                    <a:pt x="199" y="51"/>
                  </a:lnTo>
                  <a:lnTo>
                    <a:pt x="202" y="50"/>
                  </a:lnTo>
                  <a:lnTo>
                    <a:pt x="206" y="48"/>
                  </a:lnTo>
                  <a:lnTo>
                    <a:pt x="209" y="48"/>
                  </a:lnTo>
                  <a:lnTo>
                    <a:pt x="213" y="48"/>
                  </a:lnTo>
                  <a:lnTo>
                    <a:pt x="215" y="48"/>
                  </a:lnTo>
                  <a:lnTo>
                    <a:pt x="217" y="48"/>
                  </a:lnTo>
                  <a:lnTo>
                    <a:pt x="218" y="48"/>
                  </a:lnTo>
                  <a:lnTo>
                    <a:pt x="218" y="50"/>
                  </a:lnTo>
                  <a:lnTo>
                    <a:pt x="218" y="50"/>
                  </a:lnTo>
                  <a:lnTo>
                    <a:pt x="218" y="51"/>
                  </a:lnTo>
                  <a:lnTo>
                    <a:pt x="218" y="52"/>
                  </a:lnTo>
                  <a:lnTo>
                    <a:pt x="218" y="52"/>
                  </a:lnTo>
                  <a:lnTo>
                    <a:pt x="213" y="54"/>
                  </a:lnTo>
                  <a:lnTo>
                    <a:pt x="211" y="56"/>
                  </a:lnTo>
                  <a:lnTo>
                    <a:pt x="209" y="56"/>
                  </a:lnTo>
                  <a:lnTo>
                    <a:pt x="206" y="56"/>
                  </a:lnTo>
                  <a:lnTo>
                    <a:pt x="206" y="58"/>
                  </a:lnTo>
                  <a:lnTo>
                    <a:pt x="209" y="58"/>
                  </a:lnTo>
                  <a:lnTo>
                    <a:pt x="213" y="58"/>
                  </a:lnTo>
                  <a:lnTo>
                    <a:pt x="213" y="58"/>
                  </a:lnTo>
                  <a:lnTo>
                    <a:pt x="211" y="60"/>
                  </a:lnTo>
                  <a:lnTo>
                    <a:pt x="209" y="61"/>
                  </a:lnTo>
                  <a:lnTo>
                    <a:pt x="209" y="63"/>
                  </a:lnTo>
                  <a:lnTo>
                    <a:pt x="209" y="65"/>
                  </a:lnTo>
                  <a:lnTo>
                    <a:pt x="209" y="67"/>
                  </a:lnTo>
                  <a:lnTo>
                    <a:pt x="207" y="69"/>
                  </a:lnTo>
                  <a:lnTo>
                    <a:pt x="207" y="69"/>
                  </a:lnTo>
                  <a:lnTo>
                    <a:pt x="211" y="67"/>
                  </a:lnTo>
                  <a:lnTo>
                    <a:pt x="213" y="63"/>
                  </a:lnTo>
                  <a:lnTo>
                    <a:pt x="213" y="60"/>
                  </a:lnTo>
                  <a:lnTo>
                    <a:pt x="215" y="58"/>
                  </a:lnTo>
                  <a:lnTo>
                    <a:pt x="217" y="58"/>
                  </a:lnTo>
                  <a:lnTo>
                    <a:pt x="220" y="58"/>
                  </a:lnTo>
                  <a:lnTo>
                    <a:pt x="222" y="56"/>
                  </a:lnTo>
                  <a:lnTo>
                    <a:pt x="224" y="54"/>
                  </a:lnTo>
                  <a:lnTo>
                    <a:pt x="225" y="54"/>
                  </a:lnTo>
                  <a:lnTo>
                    <a:pt x="225" y="56"/>
                  </a:lnTo>
                  <a:lnTo>
                    <a:pt x="225" y="56"/>
                  </a:lnTo>
                  <a:lnTo>
                    <a:pt x="224" y="60"/>
                  </a:lnTo>
                  <a:lnTo>
                    <a:pt x="220" y="65"/>
                  </a:lnTo>
                  <a:lnTo>
                    <a:pt x="222" y="63"/>
                  </a:lnTo>
                  <a:lnTo>
                    <a:pt x="222" y="63"/>
                  </a:lnTo>
                  <a:lnTo>
                    <a:pt x="224" y="61"/>
                  </a:lnTo>
                  <a:lnTo>
                    <a:pt x="225" y="60"/>
                  </a:lnTo>
                  <a:lnTo>
                    <a:pt x="226" y="61"/>
                  </a:lnTo>
                  <a:lnTo>
                    <a:pt x="228" y="63"/>
                  </a:lnTo>
                  <a:lnTo>
                    <a:pt x="230" y="65"/>
                  </a:lnTo>
                  <a:lnTo>
                    <a:pt x="232" y="67"/>
                  </a:lnTo>
                  <a:lnTo>
                    <a:pt x="234" y="67"/>
                  </a:lnTo>
                  <a:lnTo>
                    <a:pt x="234" y="67"/>
                  </a:lnTo>
                  <a:lnTo>
                    <a:pt x="232" y="63"/>
                  </a:lnTo>
                  <a:lnTo>
                    <a:pt x="232" y="61"/>
                  </a:lnTo>
                  <a:lnTo>
                    <a:pt x="234" y="60"/>
                  </a:lnTo>
                  <a:lnTo>
                    <a:pt x="237" y="58"/>
                  </a:lnTo>
                  <a:lnTo>
                    <a:pt x="239" y="58"/>
                  </a:lnTo>
                  <a:lnTo>
                    <a:pt x="241" y="60"/>
                  </a:lnTo>
                  <a:lnTo>
                    <a:pt x="243" y="60"/>
                  </a:lnTo>
                  <a:lnTo>
                    <a:pt x="245" y="60"/>
                  </a:lnTo>
                  <a:lnTo>
                    <a:pt x="248" y="60"/>
                  </a:lnTo>
                  <a:lnTo>
                    <a:pt x="251" y="60"/>
                  </a:lnTo>
                  <a:lnTo>
                    <a:pt x="255" y="61"/>
                  </a:lnTo>
                  <a:lnTo>
                    <a:pt x="256" y="63"/>
                  </a:lnTo>
                  <a:lnTo>
                    <a:pt x="258" y="65"/>
                  </a:lnTo>
                  <a:lnTo>
                    <a:pt x="260" y="65"/>
                  </a:lnTo>
                  <a:lnTo>
                    <a:pt x="260" y="67"/>
                  </a:lnTo>
                  <a:lnTo>
                    <a:pt x="260" y="69"/>
                  </a:lnTo>
                  <a:lnTo>
                    <a:pt x="260" y="69"/>
                  </a:lnTo>
                  <a:lnTo>
                    <a:pt x="258" y="70"/>
                  </a:lnTo>
                  <a:lnTo>
                    <a:pt x="256" y="72"/>
                  </a:lnTo>
                  <a:lnTo>
                    <a:pt x="255" y="72"/>
                  </a:lnTo>
                  <a:lnTo>
                    <a:pt x="251" y="72"/>
                  </a:lnTo>
                  <a:lnTo>
                    <a:pt x="249" y="72"/>
                  </a:lnTo>
                  <a:lnTo>
                    <a:pt x="249" y="74"/>
                  </a:lnTo>
                  <a:lnTo>
                    <a:pt x="246" y="75"/>
                  </a:lnTo>
                  <a:lnTo>
                    <a:pt x="243" y="77"/>
                  </a:lnTo>
                  <a:lnTo>
                    <a:pt x="241" y="79"/>
                  </a:lnTo>
                  <a:lnTo>
                    <a:pt x="241" y="79"/>
                  </a:lnTo>
                  <a:lnTo>
                    <a:pt x="245" y="79"/>
                  </a:lnTo>
                  <a:lnTo>
                    <a:pt x="246" y="77"/>
                  </a:lnTo>
                  <a:lnTo>
                    <a:pt x="248" y="75"/>
                  </a:lnTo>
                  <a:lnTo>
                    <a:pt x="249" y="74"/>
                  </a:lnTo>
                  <a:lnTo>
                    <a:pt x="253" y="74"/>
                  </a:lnTo>
                  <a:lnTo>
                    <a:pt x="258" y="75"/>
                  </a:lnTo>
                  <a:lnTo>
                    <a:pt x="260" y="75"/>
                  </a:lnTo>
                  <a:lnTo>
                    <a:pt x="264" y="74"/>
                  </a:lnTo>
                  <a:lnTo>
                    <a:pt x="265" y="72"/>
                  </a:lnTo>
                  <a:lnTo>
                    <a:pt x="265" y="72"/>
                  </a:lnTo>
                  <a:lnTo>
                    <a:pt x="267" y="72"/>
                  </a:lnTo>
                  <a:lnTo>
                    <a:pt x="267" y="74"/>
                  </a:lnTo>
                  <a:lnTo>
                    <a:pt x="269" y="74"/>
                  </a:lnTo>
                  <a:lnTo>
                    <a:pt x="269" y="77"/>
                  </a:lnTo>
                  <a:lnTo>
                    <a:pt x="269" y="77"/>
                  </a:lnTo>
                  <a:lnTo>
                    <a:pt x="267" y="80"/>
                  </a:lnTo>
                  <a:lnTo>
                    <a:pt x="264" y="82"/>
                  </a:lnTo>
                  <a:lnTo>
                    <a:pt x="260" y="84"/>
                  </a:lnTo>
                  <a:lnTo>
                    <a:pt x="258" y="84"/>
                  </a:lnTo>
                  <a:lnTo>
                    <a:pt x="255" y="86"/>
                  </a:lnTo>
                  <a:lnTo>
                    <a:pt x="255" y="86"/>
                  </a:lnTo>
                  <a:lnTo>
                    <a:pt x="253" y="88"/>
                  </a:lnTo>
                  <a:lnTo>
                    <a:pt x="253" y="88"/>
                  </a:lnTo>
                  <a:lnTo>
                    <a:pt x="251" y="89"/>
                  </a:lnTo>
                  <a:lnTo>
                    <a:pt x="253" y="89"/>
                  </a:lnTo>
                  <a:lnTo>
                    <a:pt x="253" y="89"/>
                  </a:lnTo>
                  <a:lnTo>
                    <a:pt x="253" y="89"/>
                  </a:lnTo>
                  <a:lnTo>
                    <a:pt x="255" y="88"/>
                  </a:lnTo>
                  <a:lnTo>
                    <a:pt x="256" y="86"/>
                  </a:lnTo>
                  <a:lnTo>
                    <a:pt x="258" y="86"/>
                  </a:lnTo>
                  <a:lnTo>
                    <a:pt x="258" y="86"/>
                  </a:lnTo>
                  <a:lnTo>
                    <a:pt x="258" y="86"/>
                  </a:lnTo>
                  <a:lnTo>
                    <a:pt x="260" y="88"/>
                  </a:lnTo>
                  <a:lnTo>
                    <a:pt x="260" y="89"/>
                  </a:lnTo>
                  <a:lnTo>
                    <a:pt x="256" y="97"/>
                  </a:lnTo>
                  <a:lnTo>
                    <a:pt x="258" y="97"/>
                  </a:lnTo>
                  <a:lnTo>
                    <a:pt x="258" y="95"/>
                  </a:lnTo>
                  <a:lnTo>
                    <a:pt x="264" y="86"/>
                  </a:lnTo>
                  <a:lnTo>
                    <a:pt x="264" y="86"/>
                  </a:lnTo>
                  <a:lnTo>
                    <a:pt x="265" y="84"/>
                  </a:lnTo>
                  <a:lnTo>
                    <a:pt x="269" y="80"/>
                  </a:lnTo>
                  <a:lnTo>
                    <a:pt x="273" y="80"/>
                  </a:lnTo>
                  <a:lnTo>
                    <a:pt x="275" y="79"/>
                  </a:lnTo>
                  <a:lnTo>
                    <a:pt x="277" y="79"/>
                  </a:lnTo>
                  <a:lnTo>
                    <a:pt x="279" y="79"/>
                  </a:lnTo>
                  <a:lnTo>
                    <a:pt x="281" y="80"/>
                  </a:lnTo>
                  <a:lnTo>
                    <a:pt x="283" y="80"/>
                  </a:lnTo>
                  <a:lnTo>
                    <a:pt x="286" y="80"/>
                  </a:lnTo>
                  <a:lnTo>
                    <a:pt x="286" y="80"/>
                  </a:lnTo>
                  <a:lnTo>
                    <a:pt x="288" y="80"/>
                  </a:lnTo>
                  <a:lnTo>
                    <a:pt x="290" y="80"/>
                  </a:lnTo>
                  <a:lnTo>
                    <a:pt x="294" y="82"/>
                  </a:lnTo>
                  <a:lnTo>
                    <a:pt x="298" y="84"/>
                  </a:lnTo>
                  <a:lnTo>
                    <a:pt x="298" y="84"/>
                  </a:lnTo>
                  <a:lnTo>
                    <a:pt x="298" y="86"/>
                  </a:lnTo>
                  <a:lnTo>
                    <a:pt x="300" y="86"/>
                  </a:lnTo>
                  <a:lnTo>
                    <a:pt x="300" y="88"/>
                  </a:lnTo>
                  <a:lnTo>
                    <a:pt x="298" y="89"/>
                  </a:lnTo>
                  <a:lnTo>
                    <a:pt x="298" y="89"/>
                  </a:lnTo>
                  <a:lnTo>
                    <a:pt x="297" y="89"/>
                  </a:lnTo>
                  <a:lnTo>
                    <a:pt x="297" y="89"/>
                  </a:lnTo>
                  <a:lnTo>
                    <a:pt x="294" y="91"/>
                  </a:lnTo>
                  <a:lnTo>
                    <a:pt x="294" y="91"/>
                  </a:lnTo>
                  <a:lnTo>
                    <a:pt x="290" y="93"/>
                  </a:lnTo>
                  <a:lnTo>
                    <a:pt x="286" y="93"/>
                  </a:lnTo>
                  <a:lnTo>
                    <a:pt x="284" y="93"/>
                  </a:lnTo>
                  <a:lnTo>
                    <a:pt x="281" y="95"/>
                  </a:lnTo>
                  <a:lnTo>
                    <a:pt x="275" y="99"/>
                  </a:lnTo>
                  <a:lnTo>
                    <a:pt x="275" y="99"/>
                  </a:lnTo>
                  <a:lnTo>
                    <a:pt x="277" y="99"/>
                  </a:lnTo>
                  <a:lnTo>
                    <a:pt x="279" y="99"/>
                  </a:lnTo>
                  <a:lnTo>
                    <a:pt x="283" y="97"/>
                  </a:lnTo>
                  <a:lnTo>
                    <a:pt x="284" y="95"/>
                  </a:lnTo>
                  <a:lnTo>
                    <a:pt x="288" y="95"/>
                  </a:lnTo>
                  <a:lnTo>
                    <a:pt x="292" y="95"/>
                  </a:lnTo>
                  <a:lnTo>
                    <a:pt x="294" y="95"/>
                  </a:lnTo>
                  <a:lnTo>
                    <a:pt x="295" y="95"/>
                  </a:lnTo>
                  <a:lnTo>
                    <a:pt x="295" y="95"/>
                  </a:lnTo>
                  <a:lnTo>
                    <a:pt x="295" y="97"/>
                  </a:lnTo>
                  <a:lnTo>
                    <a:pt x="294" y="97"/>
                  </a:lnTo>
                  <a:lnTo>
                    <a:pt x="294" y="99"/>
                  </a:lnTo>
                  <a:lnTo>
                    <a:pt x="292" y="100"/>
                  </a:lnTo>
                  <a:lnTo>
                    <a:pt x="294" y="100"/>
                  </a:lnTo>
                  <a:lnTo>
                    <a:pt x="295" y="101"/>
                  </a:lnTo>
                  <a:lnTo>
                    <a:pt x="295" y="100"/>
                  </a:lnTo>
                  <a:lnTo>
                    <a:pt x="297" y="99"/>
                  </a:lnTo>
                  <a:lnTo>
                    <a:pt x="298" y="99"/>
                  </a:lnTo>
                  <a:lnTo>
                    <a:pt x="300" y="99"/>
                  </a:lnTo>
                  <a:lnTo>
                    <a:pt x="300" y="99"/>
                  </a:lnTo>
                  <a:lnTo>
                    <a:pt x="302" y="97"/>
                  </a:lnTo>
                  <a:lnTo>
                    <a:pt x="302" y="97"/>
                  </a:lnTo>
                  <a:lnTo>
                    <a:pt x="300" y="95"/>
                  </a:lnTo>
                  <a:lnTo>
                    <a:pt x="300" y="95"/>
                  </a:lnTo>
                  <a:lnTo>
                    <a:pt x="300" y="95"/>
                  </a:lnTo>
                  <a:lnTo>
                    <a:pt x="302" y="93"/>
                  </a:lnTo>
                  <a:lnTo>
                    <a:pt x="303" y="91"/>
                  </a:lnTo>
                  <a:lnTo>
                    <a:pt x="303" y="91"/>
                  </a:lnTo>
                  <a:lnTo>
                    <a:pt x="307" y="93"/>
                  </a:lnTo>
                  <a:lnTo>
                    <a:pt x="309" y="95"/>
                  </a:lnTo>
                  <a:lnTo>
                    <a:pt x="314" y="99"/>
                  </a:lnTo>
                  <a:lnTo>
                    <a:pt x="314" y="100"/>
                  </a:lnTo>
                  <a:lnTo>
                    <a:pt x="316" y="103"/>
                  </a:lnTo>
                  <a:lnTo>
                    <a:pt x="316" y="106"/>
                  </a:lnTo>
                  <a:lnTo>
                    <a:pt x="316" y="106"/>
                  </a:lnTo>
                  <a:lnTo>
                    <a:pt x="316" y="107"/>
                  </a:lnTo>
                  <a:lnTo>
                    <a:pt x="316" y="107"/>
                  </a:lnTo>
                  <a:lnTo>
                    <a:pt x="314" y="107"/>
                  </a:lnTo>
                  <a:lnTo>
                    <a:pt x="307" y="106"/>
                  </a:lnTo>
                  <a:lnTo>
                    <a:pt x="303" y="106"/>
                  </a:lnTo>
                  <a:lnTo>
                    <a:pt x="303" y="106"/>
                  </a:lnTo>
                  <a:lnTo>
                    <a:pt x="302" y="107"/>
                  </a:lnTo>
                  <a:lnTo>
                    <a:pt x="302" y="107"/>
                  </a:lnTo>
                  <a:lnTo>
                    <a:pt x="300" y="107"/>
                  </a:lnTo>
                  <a:lnTo>
                    <a:pt x="300" y="108"/>
                  </a:lnTo>
                  <a:lnTo>
                    <a:pt x="295" y="108"/>
                  </a:lnTo>
                  <a:lnTo>
                    <a:pt x="294" y="108"/>
                  </a:lnTo>
                  <a:lnTo>
                    <a:pt x="290" y="111"/>
                  </a:lnTo>
                  <a:lnTo>
                    <a:pt x="288" y="111"/>
                  </a:lnTo>
                  <a:lnTo>
                    <a:pt x="288" y="112"/>
                  </a:lnTo>
                  <a:lnTo>
                    <a:pt x="290" y="111"/>
                  </a:lnTo>
                  <a:lnTo>
                    <a:pt x="294" y="111"/>
                  </a:lnTo>
                  <a:lnTo>
                    <a:pt x="298" y="111"/>
                  </a:lnTo>
                  <a:lnTo>
                    <a:pt x="303" y="112"/>
                  </a:lnTo>
                  <a:lnTo>
                    <a:pt x="305" y="112"/>
                  </a:lnTo>
                  <a:lnTo>
                    <a:pt x="307" y="112"/>
                  </a:lnTo>
                  <a:lnTo>
                    <a:pt x="309" y="112"/>
                  </a:lnTo>
                  <a:lnTo>
                    <a:pt x="314" y="112"/>
                  </a:lnTo>
                  <a:lnTo>
                    <a:pt x="316" y="112"/>
                  </a:lnTo>
                  <a:lnTo>
                    <a:pt x="318" y="114"/>
                  </a:lnTo>
                  <a:lnTo>
                    <a:pt x="322" y="116"/>
                  </a:lnTo>
                  <a:lnTo>
                    <a:pt x="322" y="116"/>
                  </a:lnTo>
                  <a:lnTo>
                    <a:pt x="322" y="118"/>
                  </a:lnTo>
                  <a:lnTo>
                    <a:pt x="322" y="118"/>
                  </a:lnTo>
                  <a:lnTo>
                    <a:pt x="322" y="119"/>
                  </a:lnTo>
                  <a:lnTo>
                    <a:pt x="322" y="119"/>
                  </a:lnTo>
                  <a:lnTo>
                    <a:pt x="322" y="121"/>
                  </a:lnTo>
                  <a:lnTo>
                    <a:pt x="316" y="119"/>
                  </a:lnTo>
                  <a:lnTo>
                    <a:pt x="314" y="119"/>
                  </a:lnTo>
                  <a:lnTo>
                    <a:pt x="313" y="119"/>
                  </a:lnTo>
                  <a:lnTo>
                    <a:pt x="311" y="119"/>
                  </a:lnTo>
                  <a:lnTo>
                    <a:pt x="309" y="119"/>
                  </a:lnTo>
                  <a:lnTo>
                    <a:pt x="305" y="118"/>
                  </a:lnTo>
                  <a:lnTo>
                    <a:pt x="302" y="119"/>
                  </a:lnTo>
                  <a:lnTo>
                    <a:pt x="298" y="118"/>
                  </a:lnTo>
                  <a:lnTo>
                    <a:pt x="297" y="119"/>
                  </a:lnTo>
                  <a:lnTo>
                    <a:pt x="290" y="121"/>
                  </a:lnTo>
                  <a:lnTo>
                    <a:pt x="292" y="123"/>
                  </a:lnTo>
                  <a:lnTo>
                    <a:pt x="298" y="119"/>
                  </a:lnTo>
                  <a:lnTo>
                    <a:pt x="300" y="119"/>
                  </a:lnTo>
                  <a:lnTo>
                    <a:pt x="303" y="121"/>
                  </a:lnTo>
                  <a:lnTo>
                    <a:pt x="307" y="123"/>
                  </a:lnTo>
                  <a:lnTo>
                    <a:pt x="309" y="123"/>
                  </a:lnTo>
                  <a:lnTo>
                    <a:pt x="309" y="127"/>
                  </a:lnTo>
                  <a:lnTo>
                    <a:pt x="307" y="127"/>
                  </a:lnTo>
                  <a:lnTo>
                    <a:pt x="307" y="129"/>
                  </a:lnTo>
                  <a:lnTo>
                    <a:pt x="305" y="128"/>
                  </a:lnTo>
                  <a:lnTo>
                    <a:pt x="300" y="128"/>
                  </a:lnTo>
                  <a:lnTo>
                    <a:pt x="298" y="128"/>
                  </a:lnTo>
                  <a:lnTo>
                    <a:pt x="297" y="128"/>
                  </a:lnTo>
                  <a:lnTo>
                    <a:pt x="295" y="128"/>
                  </a:lnTo>
                  <a:lnTo>
                    <a:pt x="295" y="128"/>
                  </a:lnTo>
                  <a:lnTo>
                    <a:pt x="288" y="127"/>
                  </a:lnTo>
                  <a:lnTo>
                    <a:pt x="286" y="127"/>
                  </a:lnTo>
                  <a:lnTo>
                    <a:pt x="286" y="127"/>
                  </a:lnTo>
                  <a:lnTo>
                    <a:pt x="286" y="128"/>
                  </a:lnTo>
                  <a:lnTo>
                    <a:pt x="294" y="129"/>
                  </a:lnTo>
                  <a:lnTo>
                    <a:pt x="297" y="129"/>
                  </a:lnTo>
                  <a:lnTo>
                    <a:pt x="300" y="129"/>
                  </a:lnTo>
                  <a:lnTo>
                    <a:pt x="302" y="132"/>
                  </a:lnTo>
                  <a:lnTo>
                    <a:pt x="302" y="132"/>
                  </a:lnTo>
                  <a:lnTo>
                    <a:pt x="302" y="134"/>
                  </a:lnTo>
                  <a:lnTo>
                    <a:pt x="303" y="135"/>
                  </a:lnTo>
                  <a:lnTo>
                    <a:pt x="305" y="135"/>
                  </a:lnTo>
                  <a:lnTo>
                    <a:pt x="307" y="135"/>
                  </a:lnTo>
                  <a:lnTo>
                    <a:pt x="309" y="135"/>
                  </a:lnTo>
                  <a:lnTo>
                    <a:pt x="309" y="135"/>
                  </a:lnTo>
                  <a:lnTo>
                    <a:pt x="311" y="135"/>
                  </a:lnTo>
                  <a:lnTo>
                    <a:pt x="313" y="135"/>
                  </a:lnTo>
                  <a:lnTo>
                    <a:pt x="314" y="137"/>
                  </a:lnTo>
                  <a:lnTo>
                    <a:pt x="316" y="137"/>
                  </a:lnTo>
                  <a:lnTo>
                    <a:pt x="318" y="137"/>
                  </a:lnTo>
                  <a:lnTo>
                    <a:pt x="322" y="137"/>
                  </a:lnTo>
                  <a:lnTo>
                    <a:pt x="322" y="137"/>
                  </a:lnTo>
                  <a:lnTo>
                    <a:pt x="322" y="137"/>
                  </a:lnTo>
                  <a:lnTo>
                    <a:pt x="322" y="137"/>
                  </a:lnTo>
                  <a:lnTo>
                    <a:pt x="320" y="138"/>
                  </a:lnTo>
                  <a:lnTo>
                    <a:pt x="318" y="140"/>
                  </a:lnTo>
                  <a:lnTo>
                    <a:pt x="320" y="142"/>
                  </a:lnTo>
                  <a:lnTo>
                    <a:pt x="322" y="142"/>
                  </a:lnTo>
                  <a:lnTo>
                    <a:pt x="322" y="144"/>
                  </a:lnTo>
                  <a:lnTo>
                    <a:pt x="320" y="146"/>
                  </a:lnTo>
                  <a:lnTo>
                    <a:pt x="320" y="146"/>
                  </a:lnTo>
                  <a:lnTo>
                    <a:pt x="320" y="146"/>
                  </a:lnTo>
                  <a:lnTo>
                    <a:pt x="322" y="144"/>
                  </a:lnTo>
                  <a:lnTo>
                    <a:pt x="322" y="146"/>
                  </a:lnTo>
                  <a:lnTo>
                    <a:pt x="322" y="147"/>
                  </a:lnTo>
                  <a:lnTo>
                    <a:pt x="322" y="147"/>
                  </a:lnTo>
                  <a:lnTo>
                    <a:pt x="324" y="146"/>
                  </a:lnTo>
                  <a:lnTo>
                    <a:pt x="322" y="142"/>
                  </a:lnTo>
                  <a:lnTo>
                    <a:pt x="324" y="142"/>
                  </a:lnTo>
                  <a:lnTo>
                    <a:pt x="330" y="140"/>
                  </a:lnTo>
                  <a:lnTo>
                    <a:pt x="328" y="146"/>
                  </a:lnTo>
                  <a:lnTo>
                    <a:pt x="328" y="147"/>
                  </a:lnTo>
                  <a:lnTo>
                    <a:pt x="326" y="151"/>
                  </a:lnTo>
                  <a:lnTo>
                    <a:pt x="324" y="151"/>
                  </a:lnTo>
                  <a:lnTo>
                    <a:pt x="324" y="151"/>
                  </a:lnTo>
                  <a:lnTo>
                    <a:pt x="326" y="151"/>
                  </a:lnTo>
                  <a:lnTo>
                    <a:pt x="326" y="151"/>
                  </a:lnTo>
                  <a:lnTo>
                    <a:pt x="328" y="151"/>
                  </a:lnTo>
                  <a:lnTo>
                    <a:pt x="330" y="149"/>
                  </a:lnTo>
                  <a:lnTo>
                    <a:pt x="333" y="146"/>
                  </a:lnTo>
                  <a:lnTo>
                    <a:pt x="333" y="146"/>
                  </a:lnTo>
                  <a:lnTo>
                    <a:pt x="333" y="147"/>
                  </a:lnTo>
                  <a:lnTo>
                    <a:pt x="333" y="149"/>
                  </a:lnTo>
                  <a:lnTo>
                    <a:pt x="335" y="149"/>
                  </a:lnTo>
                  <a:lnTo>
                    <a:pt x="335" y="149"/>
                  </a:lnTo>
                  <a:lnTo>
                    <a:pt x="337" y="147"/>
                  </a:lnTo>
                  <a:lnTo>
                    <a:pt x="339" y="147"/>
                  </a:lnTo>
                  <a:lnTo>
                    <a:pt x="339" y="149"/>
                  </a:lnTo>
                  <a:lnTo>
                    <a:pt x="341" y="149"/>
                  </a:lnTo>
                  <a:lnTo>
                    <a:pt x="339" y="153"/>
                  </a:lnTo>
                  <a:lnTo>
                    <a:pt x="339" y="153"/>
                  </a:lnTo>
                  <a:lnTo>
                    <a:pt x="341" y="157"/>
                  </a:lnTo>
                  <a:lnTo>
                    <a:pt x="341" y="157"/>
                  </a:lnTo>
                  <a:lnTo>
                    <a:pt x="341" y="155"/>
                  </a:lnTo>
                  <a:lnTo>
                    <a:pt x="341" y="151"/>
                  </a:lnTo>
                  <a:lnTo>
                    <a:pt x="341" y="151"/>
                  </a:lnTo>
                  <a:lnTo>
                    <a:pt x="342" y="149"/>
                  </a:lnTo>
                  <a:lnTo>
                    <a:pt x="346" y="147"/>
                  </a:lnTo>
                  <a:lnTo>
                    <a:pt x="347" y="147"/>
                  </a:lnTo>
                  <a:lnTo>
                    <a:pt x="347" y="147"/>
                  </a:lnTo>
                  <a:lnTo>
                    <a:pt x="349" y="147"/>
                  </a:lnTo>
                  <a:lnTo>
                    <a:pt x="349" y="149"/>
                  </a:lnTo>
                  <a:lnTo>
                    <a:pt x="347" y="149"/>
                  </a:lnTo>
                  <a:lnTo>
                    <a:pt x="346" y="151"/>
                  </a:lnTo>
                  <a:lnTo>
                    <a:pt x="346" y="153"/>
                  </a:lnTo>
                  <a:lnTo>
                    <a:pt x="346" y="153"/>
                  </a:lnTo>
                  <a:lnTo>
                    <a:pt x="349" y="153"/>
                  </a:lnTo>
                  <a:lnTo>
                    <a:pt x="351" y="151"/>
                  </a:lnTo>
                  <a:lnTo>
                    <a:pt x="352" y="153"/>
                  </a:lnTo>
                  <a:lnTo>
                    <a:pt x="354" y="155"/>
                  </a:lnTo>
                  <a:lnTo>
                    <a:pt x="358" y="157"/>
                  </a:lnTo>
                  <a:lnTo>
                    <a:pt x="360" y="157"/>
                  </a:lnTo>
                  <a:lnTo>
                    <a:pt x="363" y="158"/>
                  </a:lnTo>
                  <a:lnTo>
                    <a:pt x="360" y="160"/>
                  </a:lnTo>
                  <a:lnTo>
                    <a:pt x="360" y="163"/>
                  </a:lnTo>
                  <a:lnTo>
                    <a:pt x="356" y="163"/>
                  </a:lnTo>
                  <a:lnTo>
                    <a:pt x="354" y="163"/>
                  </a:lnTo>
                  <a:lnTo>
                    <a:pt x="352" y="163"/>
                  </a:lnTo>
                  <a:lnTo>
                    <a:pt x="351" y="163"/>
                  </a:lnTo>
                  <a:lnTo>
                    <a:pt x="352" y="163"/>
                  </a:lnTo>
                  <a:lnTo>
                    <a:pt x="354" y="165"/>
                  </a:lnTo>
                  <a:lnTo>
                    <a:pt x="356" y="165"/>
                  </a:lnTo>
                  <a:lnTo>
                    <a:pt x="358" y="165"/>
                  </a:lnTo>
                  <a:lnTo>
                    <a:pt x="360" y="165"/>
                  </a:lnTo>
                  <a:lnTo>
                    <a:pt x="363" y="165"/>
                  </a:lnTo>
                  <a:lnTo>
                    <a:pt x="363" y="163"/>
                  </a:lnTo>
                  <a:lnTo>
                    <a:pt x="365" y="163"/>
                  </a:lnTo>
                  <a:lnTo>
                    <a:pt x="367" y="163"/>
                  </a:lnTo>
                  <a:lnTo>
                    <a:pt x="367" y="163"/>
                  </a:lnTo>
                  <a:lnTo>
                    <a:pt x="370" y="163"/>
                  </a:lnTo>
                  <a:lnTo>
                    <a:pt x="373" y="165"/>
                  </a:lnTo>
                  <a:lnTo>
                    <a:pt x="371" y="166"/>
                  </a:lnTo>
                  <a:lnTo>
                    <a:pt x="371" y="168"/>
                  </a:lnTo>
                  <a:lnTo>
                    <a:pt x="370" y="170"/>
                  </a:lnTo>
                  <a:lnTo>
                    <a:pt x="370" y="170"/>
                  </a:lnTo>
                  <a:lnTo>
                    <a:pt x="370" y="172"/>
                  </a:lnTo>
                  <a:lnTo>
                    <a:pt x="365" y="176"/>
                  </a:lnTo>
                  <a:lnTo>
                    <a:pt x="365" y="176"/>
                  </a:lnTo>
                  <a:lnTo>
                    <a:pt x="369" y="174"/>
                  </a:lnTo>
                  <a:lnTo>
                    <a:pt x="371" y="174"/>
                  </a:lnTo>
                  <a:lnTo>
                    <a:pt x="375" y="172"/>
                  </a:lnTo>
                  <a:lnTo>
                    <a:pt x="377" y="172"/>
                  </a:lnTo>
                  <a:lnTo>
                    <a:pt x="377" y="172"/>
                  </a:lnTo>
                  <a:lnTo>
                    <a:pt x="379" y="172"/>
                  </a:lnTo>
                  <a:lnTo>
                    <a:pt x="379" y="174"/>
                  </a:lnTo>
                  <a:lnTo>
                    <a:pt x="382" y="174"/>
                  </a:lnTo>
                  <a:lnTo>
                    <a:pt x="386" y="170"/>
                  </a:lnTo>
                  <a:lnTo>
                    <a:pt x="388" y="170"/>
                  </a:lnTo>
                  <a:lnTo>
                    <a:pt x="391" y="172"/>
                  </a:lnTo>
                  <a:lnTo>
                    <a:pt x="394" y="177"/>
                  </a:lnTo>
                  <a:lnTo>
                    <a:pt x="396" y="179"/>
                  </a:lnTo>
                  <a:lnTo>
                    <a:pt x="398" y="179"/>
                  </a:lnTo>
                  <a:lnTo>
                    <a:pt x="398" y="181"/>
                  </a:lnTo>
                  <a:lnTo>
                    <a:pt x="396" y="181"/>
                  </a:lnTo>
                  <a:lnTo>
                    <a:pt x="394" y="181"/>
                  </a:lnTo>
                  <a:lnTo>
                    <a:pt x="391" y="179"/>
                  </a:lnTo>
                  <a:lnTo>
                    <a:pt x="390" y="179"/>
                  </a:lnTo>
                  <a:lnTo>
                    <a:pt x="388" y="179"/>
                  </a:lnTo>
                  <a:lnTo>
                    <a:pt x="386" y="179"/>
                  </a:lnTo>
                  <a:lnTo>
                    <a:pt x="386" y="181"/>
                  </a:lnTo>
                  <a:lnTo>
                    <a:pt x="393" y="183"/>
                  </a:lnTo>
                  <a:lnTo>
                    <a:pt x="394" y="185"/>
                  </a:lnTo>
                  <a:lnTo>
                    <a:pt x="394" y="185"/>
                  </a:lnTo>
                  <a:lnTo>
                    <a:pt x="390" y="187"/>
                  </a:lnTo>
                  <a:lnTo>
                    <a:pt x="390" y="187"/>
                  </a:lnTo>
                  <a:lnTo>
                    <a:pt x="386" y="185"/>
                  </a:lnTo>
                  <a:lnTo>
                    <a:pt x="384" y="185"/>
                  </a:lnTo>
                  <a:lnTo>
                    <a:pt x="382" y="185"/>
                  </a:lnTo>
                  <a:lnTo>
                    <a:pt x="380" y="185"/>
                  </a:lnTo>
                  <a:lnTo>
                    <a:pt x="380" y="185"/>
                  </a:lnTo>
                  <a:lnTo>
                    <a:pt x="382" y="187"/>
                  </a:lnTo>
                  <a:lnTo>
                    <a:pt x="382" y="187"/>
                  </a:lnTo>
                  <a:lnTo>
                    <a:pt x="380" y="187"/>
                  </a:lnTo>
                  <a:lnTo>
                    <a:pt x="380" y="189"/>
                  </a:lnTo>
                  <a:lnTo>
                    <a:pt x="384" y="191"/>
                  </a:lnTo>
                  <a:lnTo>
                    <a:pt x="388" y="193"/>
                  </a:lnTo>
                  <a:lnTo>
                    <a:pt x="388" y="193"/>
                  </a:lnTo>
                  <a:lnTo>
                    <a:pt x="386" y="195"/>
                  </a:lnTo>
                  <a:lnTo>
                    <a:pt x="384" y="195"/>
                  </a:lnTo>
                  <a:lnTo>
                    <a:pt x="380" y="193"/>
                  </a:lnTo>
                  <a:lnTo>
                    <a:pt x="380" y="193"/>
                  </a:lnTo>
                  <a:lnTo>
                    <a:pt x="379" y="193"/>
                  </a:lnTo>
                  <a:lnTo>
                    <a:pt x="380" y="195"/>
                  </a:lnTo>
                  <a:lnTo>
                    <a:pt x="382" y="195"/>
                  </a:lnTo>
                  <a:lnTo>
                    <a:pt x="382" y="196"/>
                  </a:lnTo>
                  <a:lnTo>
                    <a:pt x="382" y="196"/>
                  </a:lnTo>
                  <a:lnTo>
                    <a:pt x="382" y="198"/>
                  </a:lnTo>
                  <a:lnTo>
                    <a:pt x="380" y="198"/>
                  </a:lnTo>
                  <a:lnTo>
                    <a:pt x="379" y="200"/>
                  </a:lnTo>
                  <a:lnTo>
                    <a:pt x="379" y="202"/>
                  </a:lnTo>
                  <a:lnTo>
                    <a:pt x="377" y="202"/>
                  </a:lnTo>
                  <a:lnTo>
                    <a:pt x="377" y="202"/>
                  </a:lnTo>
                  <a:lnTo>
                    <a:pt x="375" y="204"/>
                  </a:lnTo>
                  <a:lnTo>
                    <a:pt x="371" y="202"/>
                  </a:lnTo>
                  <a:lnTo>
                    <a:pt x="370" y="202"/>
                  </a:lnTo>
                  <a:lnTo>
                    <a:pt x="369" y="198"/>
                  </a:lnTo>
                  <a:lnTo>
                    <a:pt x="369" y="198"/>
                  </a:lnTo>
                  <a:lnTo>
                    <a:pt x="369" y="200"/>
                  </a:lnTo>
                  <a:lnTo>
                    <a:pt x="369" y="200"/>
                  </a:lnTo>
                  <a:lnTo>
                    <a:pt x="365" y="202"/>
                  </a:lnTo>
                  <a:lnTo>
                    <a:pt x="365" y="202"/>
                  </a:lnTo>
                  <a:lnTo>
                    <a:pt x="367" y="202"/>
                  </a:lnTo>
                  <a:lnTo>
                    <a:pt x="370" y="204"/>
                  </a:lnTo>
                  <a:lnTo>
                    <a:pt x="369" y="205"/>
                  </a:lnTo>
                  <a:lnTo>
                    <a:pt x="369" y="212"/>
                  </a:lnTo>
                  <a:lnTo>
                    <a:pt x="369" y="214"/>
                  </a:lnTo>
                  <a:lnTo>
                    <a:pt x="367" y="215"/>
                  </a:lnTo>
                  <a:lnTo>
                    <a:pt x="365" y="217"/>
                  </a:lnTo>
                  <a:lnTo>
                    <a:pt x="363" y="217"/>
                  </a:lnTo>
                  <a:lnTo>
                    <a:pt x="363" y="215"/>
                  </a:lnTo>
                  <a:lnTo>
                    <a:pt x="363" y="214"/>
                  </a:lnTo>
                  <a:lnTo>
                    <a:pt x="361" y="214"/>
                  </a:lnTo>
                  <a:lnTo>
                    <a:pt x="361" y="214"/>
                  </a:lnTo>
                  <a:lnTo>
                    <a:pt x="360" y="214"/>
                  </a:lnTo>
                  <a:lnTo>
                    <a:pt x="358" y="215"/>
                  </a:lnTo>
                  <a:lnTo>
                    <a:pt x="356" y="214"/>
                  </a:lnTo>
                  <a:lnTo>
                    <a:pt x="356" y="212"/>
                  </a:lnTo>
                  <a:lnTo>
                    <a:pt x="356" y="209"/>
                  </a:lnTo>
                  <a:lnTo>
                    <a:pt x="356" y="207"/>
                  </a:lnTo>
                  <a:lnTo>
                    <a:pt x="356" y="207"/>
                  </a:lnTo>
                  <a:lnTo>
                    <a:pt x="356" y="209"/>
                  </a:lnTo>
                  <a:lnTo>
                    <a:pt x="354" y="210"/>
                  </a:lnTo>
                  <a:lnTo>
                    <a:pt x="352" y="214"/>
                  </a:lnTo>
                  <a:lnTo>
                    <a:pt x="351" y="212"/>
                  </a:lnTo>
                  <a:lnTo>
                    <a:pt x="349" y="212"/>
                  </a:lnTo>
                  <a:lnTo>
                    <a:pt x="349" y="210"/>
                  </a:lnTo>
                  <a:lnTo>
                    <a:pt x="347" y="209"/>
                  </a:lnTo>
                  <a:lnTo>
                    <a:pt x="346" y="207"/>
                  </a:lnTo>
                  <a:lnTo>
                    <a:pt x="344" y="204"/>
                  </a:lnTo>
                  <a:lnTo>
                    <a:pt x="344" y="204"/>
                  </a:lnTo>
                  <a:lnTo>
                    <a:pt x="342" y="202"/>
                  </a:lnTo>
                  <a:lnTo>
                    <a:pt x="342" y="202"/>
                  </a:lnTo>
                  <a:lnTo>
                    <a:pt x="342" y="200"/>
                  </a:lnTo>
                  <a:lnTo>
                    <a:pt x="341" y="200"/>
                  </a:lnTo>
                  <a:lnTo>
                    <a:pt x="341" y="198"/>
                  </a:lnTo>
                  <a:lnTo>
                    <a:pt x="342" y="196"/>
                  </a:lnTo>
                  <a:lnTo>
                    <a:pt x="344" y="195"/>
                  </a:lnTo>
                  <a:lnTo>
                    <a:pt x="346" y="195"/>
                  </a:lnTo>
                  <a:lnTo>
                    <a:pt x="349" y="193"/>
                  </a:lnTo>
                  <a:lnTo>
                    <a:pt x="349" y="193"/>
                  </a:lnTo>
                  <a:lnTo>
                    <a:pt x="351" y="189"/>
                  </a:lnTo>
                  <a:lnTo>
                    <a:pt x="352" y="187"/>
                  </a:lnTo>
                  <a:lnTo>
                    <a:pt x="354" y="187"/>
                  </a:lnTo>
                  <a:lnTo>
                    <a:pt x="352" y="185"/>
                  </a:lnTo>
                  <a:lnTo>
                    <a:pt x="351" y="187"/>
                  </a:lnTo>
                  <a:lnTo>
                    <a:pt x="349" y="189"/>
                  </a:lnTo>
                  <a:lnTo>
                    <a:pt x="347" y="191"/>
                  </a:lnTo>
                  <a:lnTo>
                    <a:pt x="346" y="193"/>
                  </a:lnTo>
                  <a:lnTo>
                    <a:pt x="342" y="195"/>
                  </a:lnTo>
                  <a:lnTo>
                    <a:pt x="341" y="195"/>
                  </a:lnTo>
                  <a:lnTo>
                    <a:pt x="339" y="195"/>
                  </a:lnTo>
                  <a:lnTo>
                    <a:pt x="335" y="195"/>
                  </a:lnTo>
                  <a:lnTo>
                    <a:pt x="333" y="193"/>
                  </a:lnTo>
                  <a:lnTo>
                    <a:pt x="335" y="193"/>
                  </a:lnTo>
                  <a:lnTo>
                    <a:pt x="337" y="189"/>
                  </a:lnTo>
                  <a:lnTo>
                    <a:pt x="337" y="189"/>
                  </a:lnTo>
                  <a:lnTo>
                    <a:pt x="335" y="189"/>
                  </a:lnTo>
                  <a:lnTo>
                    <a:pt x="335" y="191"/>
                  </a:lnTo>
                  <a:lnTo>
                    <a:pt x="333" y="191"/>
                  </a:lnTo>
                  <a:lnTo>
                    <a:pt x="332" y="191"/>
                  </a:lnTo>
                  <a:lnTo>
                    <a:pt x="330" y="189"/>
                  </a:lnTo>
                  <a:lnTo>
                    <a:pt x="328" y="189"/>
                  </a:lnTo>
                  <a:lnTo>
                    <a:pt x="326" y="187"/>
                  </a:lnTo>
                  <a:lnTo>
                    <a:pt x="326" y="187"/>
                  </a:lnTo>
                  <a:lnTo>
                    <a:pt x="322" y="185"/>
                  </a:lnTo>
                  <a:lnTo>
                    <a:pt x="322" y="183"/>
                  </a:lnTo>
                  <a:lnTo>
                    <a:pt x="322" y="181"/>
                  </a:lnTo>
                  <a:lnTo>
                    <a:pt x="322" y="181"/>
                  </a:lnTo>
                  <a:lnTo>
                    <a:pt x="320" y="179"/>
                  </a:lnTo>
                  <a:lnTo>
                    <a:pt x="318" y="181"/>
                  </a:lnTo>
                  <a:lnTo>
                    <a:pt x="320" y="181"/>
                  </a:lnTo>
                  <a:lnTo>
                    <a:pt x="320" y="183"/>
                  </a:lnTo>
                  <a:lnTo>
                    <a:pt x="318" y="183"/>
                  </a:lnTo>
                  <a:lnTo>
                    <a:pt x="316" y="183"/>
                  </a:lnTo>
                  <a:lnTo>
                    <a:pt x="314" y="181"/>
                  </a:lnTo>
                  <a:lnTo>
                    <a:pt x="314" y="183"/>
                  </a:lnTo>
                  <a:lnTo>
                    <a:pt x="316" y="185"/>
                  </a:lnTo>
                  <a:lnTo>
                    <a:pt x="316" y="185"/>
                  </a:lnTo>
                  <a:lnTo>
                    <a:pt x="316" y="187"/>
                  </a:lnTo>
                  <a:lnTo>
                    <a:pt x="314" y="187"/>
                  </a:lnTo>
                  <a:lnTo>
                    <a:pt x="314" y="187"/>
                  </a:lnTo>
                  <a:lnTo>
                    <a:pt x="311" y="185"/>
                  </a:lnTo>
                  <a:lnTo>
                    <a:pt x="309" y="185"/>
                  </a:lnTo>
                  <a:lnTo>
                    <a:pt x="307" y="183"/>
                  </a:lnTo>
                  <a:lnTo>
                    <a:pt x="307" y="185"/>
                  </a:lnTo>
                  <a:lnTo>
                    <a:pt x="307" y="185"/>
                  </a:lnTo>
                  <a:lnTo>
                    <a:pt x="309" y="187"/>
                  </a:lnTo>
                  <a:lnTo>
                    <a:pt x="311" y="189"/>
                  </a:lnTo>
                  <a:lnTo>
                    <a:pt x="314" y="193"/>
                  </a:lnTo>
                  <a:lnTo>
                    <a:pt x="316" y="193"/>
                  </a:lnTo>
                  <a:lnTo>
                    <a:pt x="314" y="195"/>
                  </a:lnTo>
                  <a:lnTo>
                    <a:pt x="314" y="196"/>
                  </a:lnTo>
                  <a:lnTo>
                    <a:pt x="313" y="196"/>
                  </a:lnTo>
                  <a:lnTo>
                    <a:pt x="311" y="196"/>
                  </a:lnTo>
                  <a:lnTo>
                    <a:pt x="307" y="195"/>
                  </a:lnTo>
                  <a:lnTo>
                    <a:pt x="305" y="193"/>
                  </a:lnTo>
                  <a:lnTo>
                    <a:pt x="302" y="191"/>
                  </a:lnTo>
                  <a:lnTo>
                    <a:pt x="298" y="187"/>
                  </a:lnTo>
                  <a:lnTo>
                    <a:pt x="297" y="187"/>
                  </a:lnTo>
                  <a:lnTo>
                    <a:pt x="295" y="189"/>
                  </a:lnTo>
                  <a:lnTo>
                    <a:pt x="295" y="189"/>
                  </a:lnTo>
                  <a:lnTo>
                    <a:pt x="297" y="189"/>
                  </a:lnTo>
                  <a:lnTo>
                    <a:pt x="298" y="189"/>
                  </a:lnTo>
                  <a:lnTo>
                    <a:pt x="302" y="193"/>
                  </a:lnTo>
                  <a:lnTo>
                    <a:pt x="302" y="193"/>
                  </a:lnTo>
                  <a:lnTo>
                    <a:pt x="302" y="195"/>
                  </a:lnTo>
                  <a:lnTo>
                    <a:pt x="302" y="195"/>
                  </a:lnTo>
                  <a:lnTo>
                    <a:pt x="302" y="196"/>
                  </a:lnTo>
                  <a:lnTo>
                    <a:pt x="303" y="198"/>
                  </a:lnTo>
                  <a:lnTo>
                    <a:pt x="305" y="198"/>
                  </a:lnTo>
                  <a:lnTo>
                    <a:pt x="305" y="198"/>
                  </a:lnTo>
                  <a:lnTo>
                    <a:pt x="307" y="200"/>
                  </a:lnTo>
                  <a:lnTo>
                    <a:pt x="305" y="204"/>
                  </a:lnTo>
                  <a:lnTo>
                    <a:pt x="305" y="204"/>
                  </a:lnTo>
                  <a:lnTo>
                    <a:pt x="305" y="204"/>
                  </a:lnTo>
                  <a:lnTo>
                    <a:pt x="305" y="204"/>
                  </a:lnTo>
                  <a:lnTo>
                    <a:pt x="309" y="204"/>
                  </a:lnTo>
                  <a:lnTo>
                    <a:pt x="311" y="202"/>
                  </a:lnTo>
                  <a:lnTo>
                    <a:pt x="311" y="202"/>
                  </a:lnTo>
                  <a:lnTo>
                    <a:pt x="313" y="204"/>
                  </a:lnTo>
                  <a:lnTo>
                    <a:pt x="313" y="204"/>
                  </a:lnTo>
                  <a:lnTo>
                    <a:pt x="314" y="205"/>
                  </a:lnTo>
                  <a:lnTo>
                    <a:pt x="314" y="205"/>
                  </a:lnTo>
                  <a:lnTo>
                    <a:pt x="314" y="205"/>
                  </a:lnTo>
                  <a:lnTo>
                    <a:pt x="318" y="207"/>
                  </a:lnTo>
                  <a:lnTo>
                    <a:pt x="316" y="207"/>
                  </a:lnTo>
                  <a:lnTo>
                    <a:pt x="314" y="209"/>
                  </a:lnTo>
                  <a:lnTo>
                    <a:pt x="314" y="209"/>
                  </a:lnTo>
                  <a:lnTo>
                    <a:pt x="314" y="209"/>
                  </a:lnTo>
                  <a:lnTo>
                    <a:pt x="316" y="210"/>
                  </a:lnTo>
                  <a:lnTo>
                    <a:pt x="318" y="210"/>
                  </a:lnTo>
                  <a:lnTo>
                    <a:pt x="320" y="212"/>
                  </a:lnTo>
                  <a:lnTo>
                    <a:pt x="320" y="214"/>
                  </a:lnTo>
                  <a:lnTo>
                    <a:pt x="320" y="214"/>
                  </a:lnTo>
                  <a:lnTo>
                    <a:pt x="320" y="214"/>
                  </a:lnTo>
                  <a:lnTo>
                    <a:pt x="320" y="214"/>
                  </a:lnTo>
                  <a:lnTo>
                    <a:pt x="320" y="214"/>
                  </a:lnTo>
                  <a:lnTo>
                    <a:pt x="322" y="214"/>
                  </a:lnTo>
                  <a:lnTo>
                    <a:pt x="322" y="215"/>
                  </a:lnTo>
                  <a:lnTo>
                    <a:pt x="322" y="215"/>
                  </a:lnTo>
                  <a:lnTo>
                    <a:pt x="322" y="219"/>
                  </a:lnTo>
                  <a:lnTo>
                    <a:pt x="322" y="221"/>
                  </a:lnTo>
                  <a:lnTo>
                    <a:pt x="322" y="221"/>
                  </a:lnTo>
                  <a:lnTo>
                    <a:pt x="322" y="217"/>
                  </a:lnTo>
                  <a:lnTo>
                    <a:pt x="322" y="217"/>
                  </a:lnTo>
                  <a:lnTo>
                    <a:pt x="324" y="217"/>
                  </a:lnTo>
                  <a:lnTo>
                    <a:pt x="328" y="219"/>
                  </a:lnTo>
                  <a:lnTo>
                    <a:pt x="330" y="219"/>
                  </a:lnTo>
                  <a:lnTo>
                    <a:pt x="330" y="221"/>
                  </a:lnTo>
                  <a:lnTo>
                    <a:pt x="328" y="221"/>
                  </a:lnTo>
                  <a:lnTo>
                    <a:pt x="328" y="223"/>
                  </a:lnTo>
                  <a:lnTo>
                    <a:pt x="330" y="223"/>
                  </a:lnTo>
                  <a:lnTo>
                    <a:pt x="330" y="223"/>
                  </a:lnTo>
                  <a:lnTo>
                    <a:pt x="332" y="221"/>
                  </a:lnTo>
                  <a:lnTo>
                    <a:pt x="332" y="219"/>
                  </a:lnTo>
                  <a:lnTo>
                    <a:pt x="333" y="219"/>
                  </a:lnTo>
                  <a:lnTo>
                    <a:pt x="335" y="219"/>
                  </a:lnTo>
                  <a:lnTo>
                    <a:pt x="337" y="221"/>
                  </a:lnTo>
                  <a:lnTo>
                    <a:pt x="339" y="223"/>
                  </a:lnTo>
                  <a:lnTo>
                    <a:pt x="339" y="223"/>
                  </a:lnTo>
                  <a:lnTo>
                    <a:pt x="341" y="223"/>
                  </a:lnTo>
                  <a:lnTo>
                    <a:pt x="342" y="224"/>
                  </a:lnTo>
                  <a:lnTo>
                    <a:pt x="342" y="226"/>
                  </a:lnTo>
                  <a:lnTo>
                    <a:pt x="339" y="228"/>
                  </a:lnTo>
                  <a:lnTo>
                    <a:pt x="339" y="228"/>
                  </a:lnTo>
                  <a:lnTo>
                    <a:pt x="341" y="228"/>
                  </a:lnTo>
                  <a:lnTo>
                    <a:pt x="344" y="228"/>
                  </a:lnTo>
                  <a:lnTo>
                    <a:pt x="346" y="228"/>
                  </a:lnTo>
                  <a:lnTo>
                    <a:pt x="346" y="230"/>
                  </a:lnTo>
                  <a:lnTo>
                    <a:pt x="344" y="232"/>
                  </a:lnTo>
                  <a:lnTo>
                    <a:pt x="342" y="232"/>
                  </a:lnTo>
                  <a:lnTo>
                    <a:pt x="339" y="232"/>
                  </a:lnTo>
                  <a:lnTo>
                    <a:pt x="339" y="232"/>
                  </a:lnTo>
                  <a:lnTo>
                    <a:pt x="339" y="232"/>
                  </a:lnTo>
                  <a:lnTo>
                    <a:pt x="342" y="233"/>
                  </a:lnTo>
                  <a:lnTo>
                    <a:pt x="342" y="234"/>
                  </a:lnTo>
                  <a:lnTo>
                    <a:pt x="344" y="236"/>
                  </a:lnTo>
                  <a:lnTo>
                    <a:pt x="344" y="236"/>
                  </a:lnTo>
                  <a:lnTo>
                    <a:pt x="344" y="236"/>
                  </a:lnTo>
                  <a:lnTo>
                    <a:pt x="344" y="238"/>
                  </a:lnTo>
                  <a:lnTo>
                    <a:pt x="344" y="238"/>
                  </a:lnTo>
                  <a:lnTo>
                    <a:pt x="346" y="238"/>
                  </a:lnTo>
                  <a:lnTo>
                    <a:pt x="347" y="238"/>
                  </a:lnTo>
                  <a:lnTo>
                    <a:pt x="349" y="238"/>
                  </a:lnTo>
                  <a:lnTo>
                    <a:pt x="351" y="238"/>
                  </a:lnTo>
                  <a:lnTo>
                    <a:pt x="351" y="238"/>
                  </a:lnTo>
                  <a:lnTo>
                    <a:pt x="351" y="241"/>
                  </a:lnTo>
                  <a:lnTo>
                    <a:pt x="349" y="241"/>
                  </a:lnTo>
                  <a:lnTo>
                    <a:pt x="349" y="241"/>
                  </a:lnTo>
                  <a:lnTo>
                    <a:pt x="351" y="241"/>
                  </a:lnTo>
                  <a:lnTo>
                    <a:pt x="352" y="241"/>
                  </a:lnTo>
                  <a:lnTo>
                    <a:pt x="352" y="243"/>
                  </a:lnTo>
                  <a:lnTo>
                    <a:pt x="354" y="245"/>
                  </a:lnTo>
                  <a:lnTo>
                    <a:pt x="354" y="245"/>
                  </a:lnTo>
                  <a:lnTo>
                    <a:pt x="352" y="245"/>
                  </a:lnTo>
                  <a:lnTo>
                    <a:pt x="352" y="247"/>
                  </a:lnTo>
                  <a:lnTo>
                    <a:pt x="352" y="251"/>
                  </a:lnTo>
                  <a:lnTo>
                    <a:pt x="352" y="253"/>
                  </a:lnTo>
                  <a:lnTo>
                    <a:pt x="352" y="254"/>
                  </a:lnTo>
                  <a:lnTo>
                    <a:pt x="352" y="256"/>
                  </a:lnTo>
                  <a:lnTo>
                    <a:pt x="351" y="256"/>
                  </a:lnTo>
                  <a:lnTo>
                    <a:pt x="351" y="254"/>
                  </a:lnTo>
                  <a:lnTo>
                    <a:pt x="347" y="249"/>
                  </a:lnTo>
                  <a:lnTo>
                    <a:pt x="347" y="247"/>
                  </a:lnTo>
                  <a:lnTo>
                    <a:pt x="347" y="247"/>
                  </a:lnTo>
                  <a:lnTo>
                    <a:pt x="344" y="243"/>
                  </a:lnTo>
                  <a:lnTo>
                    <a:pt x="344" y="243"/>
                  </a:lnTo>
                  <a:lnTo>
                    <a:pt x="344" y="245"/>
                  </a:lnTo>
                  <a:lnTo>
                    <a:pt x="346" y="247"/>
                  </a:lnTo>
                  <a:lnTo>
                    <a:pt x="346" y="251"/>
                  </a:lnTo>
                  <a:lnTo>
                    <a:pt x="346" y="253"/>
                  </a:lnTo>
                  <a:lnTo>
                    <a:pt x="346" y="254"/>
                  </a:lnTo>
                  <a:lnTo>
                    <a:pt x="346" y="254"/>
                  </a:lnTo>
                  <a:lnTo>
                    <a:pt x="346" y="254"/>
                  </a:lnTo>
                  <a:lnTo>
                    <a:pt x="346" y="256"/>
                  </a:lnTo>
                  <a:lnTo>
                    <a:pt x="347" y="258"/>
                  </a:lnTo>
                  <a:lnTo>
                    <a:pt x="349" y="259"/>
                  </a:lnTo>
                  <a:lnTo>
                    <a:pt x="349" y="261"/>
                  </a:lnTo>
                  <a:lnTo>
                    <a:pt x="351" y="261"/>
                  </a:lnTo>
                  <a:lnTo>
                    <a:pt x="351" y="263"/>
                  </a:lnTo>
                  <a:lnTo>
                    <a:pt x="351" y="263"/>
                  </a:lnTo>
                  <a:lnTo>
                    <a:pt x="349" y="263"/>
                  </a:lnTo>
                  <a:lnTo>
                    <a:pt x="347" y="263"/>
                  </a:lnTo>
                  <a:lnTo>
                    <a:pt x="347" y="263"/>
                  </a:lnTo>
                  <a:lnTo>
                    <a:pt x="344" y="261"/>
                  </a:lnTo>
                  <a:lnTo>
                    <a:pt x="344" y="261"/>
                  </a:lnTo>
                  <a:lnTo>
                    <a:pt x="346" y="266"/>
                  </a:lnTo>
                  <a:lnTo>
                    <a:pt x="346" y="269"/>
                  </a:lnTo>
                  <a:lnTo>
                    <a:pt x="346" y="269"/>
                  </a:lnTo>
                  <a:lnTo>
                    <a:pt x="344" y="269"/>
                  </a:lnTo>
                  <a:lnTo>
                    <a:pt x="342" y="266"/>
                  </a:lnTo>
                  <a:lnTo>
                    <a:pt x="341" y="264"/>
                  </a:lnTo>
                  <a:lnTo>
                    <a:pt x="339" y="263"/>
                  </a:lnTo>
                  <a:lnTo>
                    <a:pt x="337" y="261"/>
                  </a:lnTo>
                  <a:lnTo>
                    <a:pt x="335" y="261"/>
                  </a:lnTo>
                  <a:lnTo>
                    <a:pt x="335" y="263"/>
                  </a:lnTo>
                  <a:lnTo>
                    <a:pt x="335" y="263"/>
                  </a:lnTo>
                  <a:lnTo>
                    <a:pt x="335" y="263"/>
                  </a:lnTo>
                  <a:lnTo>
                    <a:pt x="333" y="261"/>
                  </a:lnTo>
                  <a:lnTo>
                    <a:pt x="333" y="261"/>
                  </a:lnTo>
                  <a:lnTo>
                    <a:pt x="330" y="258"/>
                  </a:lnTo>
                  <a:lnTo>
                    <a:pt x="330" y="258"/>
                  </a:lnTo>
                  <a:lnTo>
                    <a:pt x="330" y="259"/>
                  </a:lnTo>
                  <a:lnTo>
                    <a:pt x="330" y="259"/>
                  </a:lnTo>
                  <a:lnTo>
                    <a:pt x="330" y="261"/>
                  </a:lnTo>
                  <a:lnTo>
                    <a:pt x="328" y="261"/>
                  </a:lnTo>
                  <a:lnTo>
                    <a:pt x="326" y="259"/>
                  </a:lnTo>
                  <a:lnTo>
                    <a:pt x="326" y="258"/>
                  </a:lnTo>
                  <a:lnTo>
                    <a:pt x="324" y="256"/>
                  </a:lnTo>
                  <a:lnTo>
                    <a:pt x="322" y="254"/>
                  </a:lnTo>
                  <a:lnTo>
                    <a:pt x="322" y="256"/>
                  </a:lnTo>
                  <a:lnTo>
                    <a:pt x="322" y="258"/>
                  </a:lnTo>
                  <a:lnTo>
                    <a:pt x="322" y="259"/>
                  </a:lnTo>
                  <a:lnTo>
                    <a:pt x="322" y="259"/>
                  </a:lnTo>
                  <a:lnTo>
                    <a:pt x="322" y="259"/>
                  </a:lnTo>
                  <a:lnTo>
                    <a:pt x="322" y="258"/>
                  </a:lnTo>
                  <a:lnTo>
                    <a:pt x="322" y="258"/>
                  </a:lnTo>
                  <a:lnTo>
                    <a:pt x="322" y="256"/>
                  </a:lnTo>
                  <a:lnTo>
                    <a:pt x="320" y="256"/>
                  </a:lnTo>
                  <a:lnTo>
                    <a:pt x="320" y="254"/>
                  </a:lnTo>
                  <a:lnTo>
                    <a:pt x="320" y="254"/>
                  </a:lnTo>
                  <a:lnTo>
                    <a:pt x="318" y="254"/>
                  </a:lnTo>
                  <a:lnTo>
                    <a:pt x="316" y="254"/>
                  </a:lnTo>
                  <a:lnTo>
                    <a:pt x="316" y="253"/>
                  </a:lnTo>
                  <a:lnTo>
                    <a:pt x="313" y="251"/>
                  </a:lnTo>
                  <a:lnTo>
                    <a:pt x="309" y="247"/>
                  </a:lnTo>
                  <a:lnTo>
                    <a:pt x="307" y="245"/>
                  </a:lnTo>
                  <a:lnTo>
                    <a:pt x="305" y="243"/>
                  </a:lnTo>
                  <a:lnTo>
                    <a:pt x="307" y="247"/>
                  </a:lnTo>
                  <a:lnTo>
                    <a:pt x="309" y="251"/>
                  </a:lnTo>
                  <a:lnTo>
                    <a:pt x="309" y="251"/>
                  </a:lnTo>
                  <a:lnTo>
                    <a:pt x="309" y="251"/>
                  </a:lnTo>
                  <a:lnTo>
                    <a:pt x="307" y="251"/>
                  </a:lnTo>
                  <a:lnTo>
                    <a:pt x="302" y="247"/>
                  </a:lnTo>
                  <a:lnTo>
                    <a:pt x="298" y="245"/>
                  </a:lnTo>
                  <a:lnTo>
                    <a:pt x="297" y="243"/>
                  </a:lnTo>
                  <a:lnTo>
                    <a:pt x="294" y="243"/>
                  </a:lnTo>
                  <a:lnTo>
                    <a:pt x="292" y="245"/>
                  </a:lnTo>
                  <a:lnTo>
                    <a:pt x="294" y="247"/>
                  </a:lnTo>
                  <a:lnTo>
                    <a:pt x="295" y="249"/>
                  </a:lnTo>
                  <a:lnTo>
                    <a:pt x="297" y="251"/>
                  </a:lnTo>
                  <a:lnTo>
                    <a:pt x="300" y="253"/>
                  </a:lnTo>
                  <a:lnTo>
                    <a:pt x="302" y="256"/>
                  </a:lnTo>
                  <a:lnTo>
                    <a:pt x="303" y="256"/>
                  </a:lnTo>
                  <a:lnTo>
                    <a:pt x="305" y="258"/>
                  </a:lnTo>
                  <a:lnTo>
                    <a:pt x="307" y="258"/>
                  </a:lnTo>
                  <a:lnTo>
                    <a:pt x="309" y="258"/>
                  </a:lnTo>
                  <a:lnTo>
                    <a:pt x="309" y="259"/>
                  </a:lnTo>
                  <a:lnTo>
                    <a:pt x="309" y="259"/>
                  </a:lnTo>
                  <a:lnTo>
                    <a:pt x="309" y="259"/>
                  </a:lnTo>
                  <a:lnTo>
                    <a:pt x="313" y="261"/>
                  </a:lnTo>
                  <a:lnTo>
                    <a:pt x="314" y="263"/>
                  </a:lnTo>
                  <a:lnTo>
                    <a:pt x="314" y="263"/>
                  </a:lnTo>
                  <a:lnTo>
                    <a:pt x="316" y="264"/>
                  </a:lnTo>
                  <a:lnTo>
                    <a:pt x="320" y="266"/>
                  </a:lnTo>
                  <a:lnTo>
                    <a:pt x="320" y="269"/>
                  </a:lnTo>
                  <a:lnTo>
                    <a:pt x="322" y="269"/>
                  </a:lnTo>
                  <a:lnTo>
                    <a:pt x="322" y="269"/>
                  </a:lnTo>
                  <a:lnTo>
                    <a:pt x="324" y="272"/>
                  </a:lnTo>
                  <a:lnTo>
                    <a:pt x="326" y="272"/>
                  </a:lnTo>
                  <a:lnTo>
                    <a:pt x="328" y="275"/>
                  </a:lnTo>
                  <a:lnTo>
                    <a:pt x="328" y="275"/>
                  </a:lnTo>
                  <a:lnTo>
                    <a:pt x="332" y="277"/>
                  </a:lnTo>
                  <a:lnTo>
                    <a:pt x="332" y="277"/>
                  </a:lnTo>
                  <a:lnTo>
                    <a:pt x="333" y="277"/>
                  </a:lnTo>
                  <a:lnTo>
                    <a:pt x="332" y="279"/>
                  </a:lnTo>
                  <a:lnTo>
                    <a:pt x="332" y="279"/>
                  </a:lnTo>
                  <a:lnTo>
                    <a:pt x="330" y="281"/>
                  </a:lnTo>
                  <a:lnTo>
                    <a:pt x="332" y="281"/>
                  </a:lnTo>
                  <a:lnTo>
                    <a:pt x="332" y="282"/>
                  </a:lnTo>
                  <a:lnTo>
                    <a:pt x="332" y="283"/>
                  </a:lnTo>
                  <a:lnTo>
                    <a:pt x="332" y="283"/>
                  </a:lnTo>
                  <a:lnTo>
                    <a:pt x="328" y="283"/>
                  </a:lnTo>
                  <a:lnTo>
                    <a:pt x="328" y="283"/>
                  </a:lnTo>
                  <a:lnTo>
                    <a:pt x="326" y="283"/>
                  </a:lnTo>
                  <a:lnTo>
                    <a:pt x="324" y="283"/>
                  </a:lnTo>
                  <a:lnTo>
                    <a:pt x="322" y="282"/>
                  </a:lnTo>
                  <a:lnTo>
                    <a:pt x="316" y="281"/>
                  </a:lnTo>
                  <a:lnTo>
                    <a:pt x="314" y="281"/>
                  </a:lnTo>
                  <a:lnTo>
                    <a:pt x="314" y="279"/>
                  </a:lnTo>
                  <a:lnTo>
                    <a:pt x="313" y="279"/>
                  </a:lnTo>
                  <a:lnTo>
                    <a:pt x="300" y="277"/>
                  </a:lnTo>
                  <a:lnTo>
                    <a:pt x="297" y="277"/>
                  </a:lnTo>
                  <a:lnTo>
                    <a:pt x="297" y="275"/>
                  </a:lnTo>
                  <a:lnTo>
                    <a:pt x="295" y="275"/>
                  </a:lnTo>
                  <a:lnTo>
                    <a:pt x="290" y="273"/>
                  </a:lnTo>
                  <a:lnTo>
                    <a:pt x="290" y="273"/>
                  </a:lnTo>
                  <a:lnTo>
                    <a:pt x="286" y="270"/>
                  </a:lnTo>
                  <a:lnTo>
                    <a:pt x="283" y="266"/>
                  </a:lnTo>
                  <a:lnTo>
                    <a:pt x="283" y="264"/>
                  </a:lnTo>
                  <a:lnTo>
                    <a:pt x="279" y="264"/>
                  </a:lnTo>
                  <a:lnTo>
                    <a:pt x="277" y="264"/>
                  </a:lnTo>
                  <a:lnTo>
                    <a:pt x="275" y="266"/>
                  </a:lnTo>
                  <a:lnTo>
                    <a:pt x="274" y="264"/>
                  </a:lnTo>
                  <a:lnTo>
                    <a:pt x="273" y="264"/>
                  </a:lnTo>
                  <a:lnTo>
                    <a:pt x="269" y="263"/>
                  </a:lnTo>
                  <a:lnTo>
                    <a:pt x="265" y="263"/>
                  </a:lnTo>
                  <a:lnTo>
                    <a:pt x="264" y="261"/>
                  </a:lnTo>
                  <a:lnTo>
                    <a:pt x="262" y="261"/>
                  </a:lnTo>
                  <a:lnTo>
                    <a:pt x="262" y="259"/>
                  </a:lnTo>
                  <a:lnTo>
                    <a:pt x="264" y="258"/>
                  </a:lnTo>
                  <a:lnTo>
                    <a:pt x="264" y="258"/>
                  </a:lnTo>
                  <a:lnTo>
                    <a:pt x="260" y="259"/>
                  </a:lnTo>
                  <a:lnTo>
                    <a:pt x="258" y="259"/>
                  </a:lnTo>
                  <a:lnTo>
                    <a:pt x="256" y="258"/>
                  </a:lnTo>
                  <a:lnTo>
                    <a:pt x="255" y="256"/>
                  </a:lnTo>
                  <a:lnTo>
                    <a:pt x="251" y="253"/>
                  </a:lnTo>
                  <a:lnTo>
                    <a:pt x="249" y="251"/>
                  </a:lnTo>
                  <a:lnTo>
                    <a:pt x="249" y="251"/>
                  </a:lnTo>
                  <a:lnTo>
                    <a:pt x="251" y="251"/>
                  </a:lnTo>
                  <a:lnTo>
                    <a:pt x="253" y="251"/>
                  </a:lnTo>
                  <a:lnTo>
                    <a:pt x="255" y="251"/>
                  </a:lnTo>
                  <a:lnTo>
                    <a:pt x="256" y="249"/>
                  </a:lnTo>
                  <a:lnTo>
                    <a:pt x="258" y="249"/>
                  </a:lnTo>
                  <a:lnTo>
                    <a:pt x="258" y="247"/>
                  </a:lnTo>
                  <a:lnTo>
                    <a:pt x="256" y="247"/>
                  </a:lnTo>
                  <a:lnTo>
                    <a:pt x="256" y="247"/>
                  </a:lnTo>
                  <a:lnTo>
                    <a:pt x="255" y="247"/>
                  </a:lnTo>
                  <a:lnTo>
                    <a:pt x="255" y="245"/>
                  </a:lnTo>
                  <a:lnTo>
                    <a:pt x="253" y="245"/>
                  </a:lnTo>
                  <a:lnTo>
                    <a:pt x="251" y="245"/>
                  </a:lnTo>
                  <a:lnTo>
                    <a:pt x="246" y="245"/>
                  </a:lnTo>
                  <a:lnTo>
                    <a:pt x="246" y="245"/>
                  </a:lnTo>
                  <a:lnTo>
                    <a:pt x="246" y="243"/>
                  </a:lnTo>
                  <a:lnTo>
                    <a:pt x="246" y="242"/>
                  </a:lnTo>
                  <a:lnTo>
                    <a:pt x="248" y="242"/>
                  </a:lnTo>
                  <a:lnTo>
                    <a:pt x="248" y="242"/>
                  </a:lnTo>
                  <a:lnTo>
                    <a:pt x="248" y="241"/>
                  </a:lnTo>
                  <a:lnTo>
                    <a:pt x="246" y="242"/>
                  </a:lnTo>
                  <a:lnTo>
                    <a:pt x="243" y="242"/>
                  </a:lnTo>
                  <a:lnTo>
                    <a:pt x="243" y="242"/>
                  </a:lnTo>
                  <a:lnTo>
                    <a:pt x="241" y="241"/>
                  </a:lnTo>
                  <a:lnTo>
                    <a:pt x="241" y="238"/>
                  </a:lnTo>
                  <a:lnTo>
                    <a:pt x="241" y="238"/>
                  </a:lnTo>
                  <a:lnTo>
                    <a:pt x="239" y="238"/>
                  </a:lnTo>
                  <a:lnTo>
                    <a:pt x="237" y="236"/>
                  </a:lnTo>
                  <a:lnTo>
                    <a:pt x="234" y="233"/>
                  </a:lnTo>
                  <a:lnTo>
                    <a:pt x="232" y="232"/>
                  </a:lnTo>
                  <a:lnTo>
                    <a:pt x="230" y="230"/>
                  </a:lnTo>
                  <a:lnTo>
                    <a:pt x="228" y="230"/>
                  </a:lnTo>
                  <a:lnTo>
                    <a:pt x="230" y="230"/>
                  </a:lnTo>
                  <a:lnTo>
                    <a:pt x="232" y="226"/>
                  </a:lnTo>
                  <a:lnTo>
                    <a:pt x="232" y="226"/>
                  </a:lnTo>
                  <a:lnTo>
                    <a:pt x="230" y="226"/>
                  </a:lnTo>
                  <a:lnTo>
                    <a:pt x="226" y="226"/>
                  </a:lnTo>
                  <a:lnTo>
                    <a:pt x="225" y="226"/>
                  </a:lnTo>
                  <a:lnTo>
                    <a:pt x="225" y="226"/>
                  </a:lnTo>
                  <a:lnTo>
                    <a:pt x="224" y="226"/>
                  </a:lnTo>
                  <a:lnTo>
                    <a:pt x="224" y="226"/>
                  </a:lnTo>
                  <a:lnTo>
                    <a:pt x="224" y="228"/>
                  </a:lnTo>
                  <a:lnTo>
                    <a:pt x="222" y="230"/>
                  </a:lnTo>
                  <a:lnTo>
                    <a:pt x="222" y="230"/>
                  </a:lnTo>
                  <a:lnTo>
                    <a:pt x="222" y="230"/>
                  </a:lnTo>
                  <a:lnTo>
                    <a:pt x="220" y="230"/>
                  </a:lnTo>
                  <a:lnTo>
                    <a:pt x="220" y="228"/>
                  </a:lnTo>
                  <a:lnTo>
                    <a:pt x="220" y="226"/>
                  </a:lnTo>
                  <a:lnTo>
                    <a:pt x="218" y="224"/>
                  </a:lnTo>
                  <a:lnTo>
                    <a:pt x="217" y="224"/>
                  </a:lnTo>
                  <a:lnTo>
                    <a:pt x="215" y="224"/>
                  </a:lnTo>
                  <a:lnTo>
                    <a:pt x="215" y="224"/>
                  </a:lnTo>
                  <a:lnTo>
                    <a:pt x="215" y="223"/>
                  </a:lnTo>
                  <a:lnTo>
                    <a:pt x="213" y="221"/>
                  </a:lnTo>
                  <a:lnTo>
                    <a:pt x="213" y="221"/>
                  </a:lnTo>
                  <a:lnTo>
                    <a:pt x="213" y="221"/>
                  </a:lnTo>
                  <a:lnTo>
                    <a:pt x="211" y="221"/>
                  </a:lnTo>
                  <a:lnTo>
                    <a:pt x="211" y="221"/>
                  </a:lnTo>
                  <a:lnTo>
                    <a:pt x="211" y="221"/>
                  </a:lnTo>
                  <a:lnTo>
                    <a:pt x="209" y="221"/>
                  </a:lnTo>
                  <a:lnTo>
                    <a:pt x="209" y="223"/>
                  </a:lnTo>
                  <a:lnTo>
                    <a:pt x="211" y="223"/>
                  </a:lnTo>
                  <a:lnTo>
                    <a:pt x="211" y="224"/>
                  </a:lnTo>
                  <a:lnTo>
                    <a:pt x="213" y="226"/>
                  </a:lnTo>
                  <a:lnTo>
                    <a:pt x="213" y="228"/>
                  </a:lnTo>
                  <a:lnTo>
                    <a:pt x="209" y="228"/>
                  </a:lnTo>
                  <a:lnTo>
                    <a:pt x="207" y="228"/>
                  </a:lnTo>
                  <a:lnTo>
                    <a:pt x="204" y="228"/>
                  </a:lnTo>
                  <a:lnTo>
                    <a:pt x="204" y="228"/>
                  </a:lnTo>
                  <a:lnTo>
                    <a:pt x="201" y="226"/>
                  </a:lnTo>
                  <a:lnTo>
                    <a:pt x="199" y="228"/>
                  </a:lnTo>
                  <a:lnTo>
                    <a:pt x="198" y="230"/>
                  </a:lnTo>
                  <a:lnTo>
                    <a:pt x="198" y="230"/>
                  </a:lnTo>
                  <a:lnTo>
                    <a:pt x="194" y="230"/>
                  </a:lnTo>
                  <a:lnTo>
                    <a:pt x="192" y="230"/>
                  </a:lnTo>
                  <a:lnTo>
                    <a:pt x="188" y="232"/>
                  </a:lnTo>
                  <a:lnTo>
                    <a:pt x="187" y="232"/>
                  </a:lnTo>
                  <a:lnTo>
                    <a:pt x="187" y="232"/>
                  </a:lnTo>
                  <a:lnTo>
                    <a:pt x="185" y="233"/>
                  </a:lnTo>
                  <a:lnTo>
                    <a:pt x="185" y="233"/>
                  </a:lnTo>
                  <a:lnTo>
                    <a:pt x="181" y="233"/>
                  </a:lnTo>
                  <a:lnTo>
                    <a:pt x="179" y="233"/>
                  </a:lnTo>
                  <a:lnTo>
                    <a:pt x="178" y="233"/>
                  </a:lnTo>
                  <a:lnTo>
                    <a:pt x="177" y="233"/>
                  </a:lnTo>
                  <a:lnTo>
                    <a:pt x="175" y="232"/>
                  </a:lnTo>
                  <a:lnTo>
                    <a:pt x="173" y="232"/>
                  </a:lnTo>
                  <a:lnTo>
                    <a:pt x="171" y="232"/>
                  </a:lnTo>
                  <a:lnTo>
                    <a:pt x="169" y="232"/>
                  </a:lnTo>
                  <a:lnTo>
                    <a:pt x="169" y="232"/>
                  </a:lnTo>
                  <a:lnTo>
                    <a:pt x="168" y="228"/>
                  </a:lnTo>
                  <a:lnTo>
                    <a:pt x="166" y="228"/>
                  </a:lnTo>
                  <a:lnTo>
                    <a:pt x="164" y="224"/>
                  </a:lnTo>
                  <a:lnTo>
                    <a:pt x="164" y="224"/>
                  </a:lnTo>
                  <a:lnTo>
                    <a:pt x="164" y="223"/>
                  </a:lnTo>
                  <a:lnTo>
                    <a:pt x="164" y="223"/>
                  </a:lnTo>
                  <a:lnTo>
                    <a:pt x="164" y="221"/>
                  </a:lnTo>
                  <a:lnTo>
                    <a:pt x="166" y="217"/>
                  </a:lnTo>
                  <a:lnTo>
                    <a:pt x="166" y="217"/>
                  </a:lnTo>
                  <a:lnTo>
                    <a:pt x="166" y="215"/>
                  </a:lnTo>
                  <a:lnTo>
                    <a:pt x="168" y="215"/>
                  </a:lnTo>
                  <a:lnTo>
                    <a:pt x="175" y="212"/>
                  </a:lnTo>
                  <a:lnTo>
                    <a:pt x="175" y="212"/>
                  </a:lnTo>
                  <a:lnTo>
                    <a:pt x="175" y="212"/>
                  </a:lnTo>
                  <a:lnTo>
                    <a:pt x="175" y="209"/>
                  </a:lnTo>
                  <a:lnTo>
                    <a:pt x="175" y="209"/>
                  </a:lnTo>
                  <a:lnTo>
                    <a:pt x="175" y="209"/>
                  </a:lnTo>
                  <a:lnTo>
                    <a:pt x="177" y="207"/>
                  </a:lnTo>
                  <a:lnTo>
                    <a:pt x="177" y="207"/>
                  </a:lnTo>
                  <a:lnTo>
                    <a:pt x="177" y="207"/>
                  </a:lnTo>
                  <a:lnTo>
                    <a:pt x="179" y="207"/>
                  </a:lnTo>
                  <a:lnTo>
                    <a:pt x="181" y="207"/>
                  </a:lnTo>
                  <a:lnTo>
                    <a:pt x="183" y="207"/>
                  </a:lnTo>
                  <a:lnTo>
                    <a:pt x="187" y="209"/>
                  </a:lnTo>
                  <a:lnTo>
                    <a:pt x="194" y="210"/>
                  </a:lnTo>
                  <a:lnTo>
                    <a:pt x="198" y="212"/>
                  </a:lnTo>
                  <a:lnTo>
                    <a:pt x="199" y="214"/>
                  </a:lnTo>
                  <a:lnTo>
                    <a:pt x="201" y="215"/>
                  </a:lnTo>
                  <a:lnTo>
                    <a:pt x="201" y="215"/>
                  </a:lnTo>
                  <a:lnTo>
                    <a:pt x="201" y="217"/>
                  </a:lnTo>
                  <a:lnTo>
                    <a:pt x="201" y="217"/>
                  </a:lnTo>
                  <a:lnTo>
                    <a:pt x="201" y="219"/>
                  </a:lnTo>
                  <a:lnTo>
                    <a:pt x="201" y="219"/>
                  </a:lnTo>
                  <a:lnTo>
                    <a:pt x="202" y="221"/>
                  </a:lnTo>
                  <a:lnTo>
                    <a:pt x="202" y="219"/>
                  </a:lnTo>
                  <a:lnTo>
                    <a:pt x="202" y="219"/>
                  </a:lnTo>
                  <a:lnTo>
                    <a:pt x="202" y="217"/>
                  </a:lnTo>
                  <a:lnTo>
                    <a:pt x="202" y="217"/>
                  </a:lnTo>
                  <a:lnTo>
                    <a:pt x="202" y="215"/>
                  </a:lnTo>
                  <a:lnTo>
                    <a:pt x="202" y="215"/>
                  </a:lnTo>
                  <a:lnTo>
                    <a:pt x="202" y="214"/>
                  </a:lnTo>
                  <a:lnTo>
                    <a:pt x="201" y="214"/>
                  </a:lnTo>
                  <a:lnTo>
                    <a:pt x="198" y="210"/>
                  </a:lnTo>
                  <a:lnTo>
                    <a:pt x="198" y="210"/>
                  </a:lnTo>
                  <a:lnTo>
                    <a:pt x="199" y="209"/>
                  </a:lnTo>
                  <a:lnTo>
                    <a:pt x="204" y="210"/>
                  </a:lnTo>
                  <a:lnTo>
                    <a:pt x="206" y="210"/>
                  </a:lnTo>
                  <a:lnTo>
                    <a:pt x="206" y="209"/>
                  </a:lnTo>
                  <a:lnTo>
                    <a:pt x="207" y="209"/>
                  </a:lnTo>
                  <a:lnTo>
                    <a:pt x="207" y="209"/>
                  </a:lnTo>
                  <a:lnTo>
                    <a:pt x="209" y="209"/>
                  </a:lnTo>
                  <a:lnTo>
                    <a:pt x="213" y="209"/>
                  </a:lnTo>
                  <a:lnTo>
                    <a:pt x="215" y="209"/>
                  </a:lnTo>
                  <a:lnTo>
                    <a:pt x="215" y="209"/>
                  </a:lnTo>
                  <a:lnTo>
                    <a:pt x="217" y="207"/>
                  </a:lnTo>
                  <a:lnTo>
                    <a:pt x="218" y="205"/>
                  </a:lnTo>
                  <a:lnTo>
                    <a:pt x="220" y="205"/>
                  </a:lnTo>
                  <a:lnTo>
                    <a:pt x="222" y="205"/>
                  </a:lnTo>
                  <a:lnTo>
                    <a:pt x="224" y="205"/>
                  </a:lnTo>
                  <a:lnTo>
                    <a:pt x="226" y="205"/>
                  </a:lnTo>
                  <a:lnTo>
                    <a:pt x="228" y="205"/>
                  </a:lnTo>
                  <a:lnTo>
                    <a:pt x="228" y="205"/>
                  </a:lnTo>
                  <a:lnTo>
                    <a:pt x="226" y="202"/>
                  </a:lnTo>
                  <a:lnTo>
                    <a:pt x="225" y="200"/>
                  </a:lnTo>
                  <a:lnTo>
                    <a:pt x="224" y="198"/>
                  </a:lnTo>
                  <a:lnTo>
                    <a:pt x="222" y="196"/>
                  </a:lnTo>
                  <a:lnTo>
                    <a:pt x="218" y="195"/>
                  </a:lnTo>
                  <a:lnTo>
                    <a:pt x="217" y="191"/>
                  </a:lnTo>
                  <a:lnTo>
                    <a:pt x="217" y="191"/>
                  </a:lnTo>
                  <a:lnTo>
                    <a:pt x="217" y="191"/>
                  </a:lnTo>
                  <a:lnTo>
                    <a:pt x="217" y="189"/>
                  </a:lnTo>
                  <a:lnTo>
                    <a:pt x="224" y="185"/>
                  </a:lnTo>
                  <a:lnTo>
                    <a:pt x="226" y="183"/>
                  </a:lnTo>
                  <a:lnTo>
                    <a:pt x="230" y="181"/>
                  </a:lnTo>
                  <a:lnTo>
                    <a:pt x="230" y="179"/>
                  </a:lnTo>
                  <a:lnTo>
                    <a:pt x="232" y="179"/>
                  </a:lnTo>
                  <a:lnTo>
                    <a:pt x="232" y="179"/>
                  </a:lnTo>
                  <a:lnTo>
                    <a:pt x="236" y="177"/>
                  </a:lnTo>
                  <a:lnTo>
                    <a:pt x="236" y="177"/>
                  </a:lnTo>
                  <a:lnTo>
                    <a:pt x="236" y="176"/>
                  </a:lnTo>
                  <a:lnTo>
                    <a:pt x="236" y="174"/>
                  </a:lnTo>
                  <a:lnTo>
                    <a:pt x="239" y="170"/>
                  </a:lnTo>
                  <a:lnTo>
                    <a:pt x="241" y="170"/>
                  </a:lnTo>
                  <a:lnTo>
                    <a:pt x="243" y="168"/>
                  </a:lnTo>
                  <a:lnTo>
                    <a:pt x="245" y="168"/>
                  </a:lnTo>
                  <a:lnTo>
                    <a:pt x="246" y="165"/>
                  </a:lnTo>
                  <a:lnTo>
                    <a:pt x="246" y="165"/>
                  </a:lnTo>
                  <a:lnTo>
                    <a:pt x="246" y="165"/>
                  </a:lnTo>
                  <a:lnTo>
                    <a:pt x="245" y="163"/>
                  </a:lnTo>
                  <a:lnTo>
                    <a:pt x="241" y="157"/>
                  </a:lnTo>
                  <a:lnTo>
                    <a:pt x="239" y="153"/>
                  </a:lnTo>
                  <a:lnTo>
                    <a:pt x="237" y="149"/>
                  </a:lnTo>
                  <a:lnTo>
                    <a:pt x="236" y="146"/>
                  </a:lnTo>
                  <a:lnTo>
                    <a:pt x="230" y="142"/>
                  </a:lnTo>
                  <a:lnTo>
                    <a:pt x="230" y="140"/>
                  </a:lnTo>
                  <a:lnTo>
                    <a:pt x="232" y="138"/>
                  </a:lnTo>
                  <a:lnTo>
                    <a:pt x="232" y="138"/>
                  </a:lnTo>
                  <a:lnTo>
                    <a:pt x="226" y="140"/>
                  </a:lnTo>
                  <a:lnTo>
                    <a:pt x="226" y="140"/>
                  </a:lnTo>
                  <a:lnTo>
                    <a:pt x="225" y="140"/>
                  </a:lnTo>
                  <a:lnTo>
                    <a:pt x="225" y="138"/>
                  </a:lnTo>
                  <a:lnTo>
                    <a:pt x="224" y="137"/>
                  </a:lnTo>
                  <a:lnTo>
                    <a:pt x="224" y="137"/>
                  </a:lnTo>
                  <a:lnTo>
                    <a:pt x="224" y="135"/>
                  </a:lnTo>
                  <a:lnTo>
                    <a:pt x="225" y="134"/>
                  </a:lnTo>
                  <a:lnTo>
                    <a:pt x="225" y="134"/>
                  </a:lnTo>
                  <a:lnTo>
                    <a:pt x="225" y="132"/>
                  </a:lnTo>
                  <a:lnTo>
                    <a:pt x="225" y="132"/>
                  </a:lnTo>
                  <a:lnTo>
                    <a:pt x="224" y="132"/>
                  </a:lnTo>
                  <a:lnTo>
                    <a:pt x="224" y="132"/>
                  </a:lnTo>
                  <a:lnTo>
                    <a:pt x="222" y="132"/>
                  </a:lnTo>
                  <a:lnTo>
                    <a:pt x="220" y="132"/>
                  </a:lnTo>
                  <a:lnTo>
                    <a:pt x="222" y="134"/>
                  </a:lnTo>
                  <a:lnTo>
                    <a:pt x="222" y="135"/>
                  </a:lnTo>
                  <a:lnTo>
                    <a:pt x="220" y="135"/>
                  </a:lnTo>
                  <a:lnTo>
                    <a:pt x="218" y="135"/>
                  </a:lnTo>
                  <a:lnTo>
                    <a:pt x="217" y="135"/>
                  </a:lnTo>
                  <a:lnTo>
                    <a:pt x="217" y="134"/>
                  </a:lnTo>
                  <a:lnTo>
                    <a:pt x="213" y="132"/>
                  </a:lnTo>
                  <a:lnTo>
                    <a:pt x="213" y="129"/>
                  </a:lnTo>
                  <a:lnTo>
                    <a:pt x="213" y="128"/>
                  </a:lnTo>
                  <a:lnTo>
                    <a:pt x="213" y="128"/>
                  </a:lnTo>
                  <a:lnTo>
                    <a:pt x="211" y="128"/>
                  </a:lnTo>
                  <a:lnTo>
                    <a:pt x="211" y="128"/>
                  </a:lnTo>
                  <a:lnTo>
                    <a:pt x="209" y="128"/>
                  </a:lnTo>
                  <a:lnTo>
                    <a:pt x="209" y="128"/>
                  </a:lnTo>
                  <a:lnTo>
                    <a:pt x="211" y="127"/>
                  </a:lnTo>
                  <a:lnTo>
                    <a:pt x="211" y="127"/>
                  </a:lnTo>
                  <a:lnTo>
                    <a:pt x="211" y="124"/>
                  </a:lnTo>
                  <a:lnTo>
                    <a:pt x="209" y="124"/>
                  </a:lnTo>
                  <a:lnTo>
                    <a:pt x="209" y="124"/>
                  </a:lnTo>
                  <a:lnTo>
                    <a:pt x="209" y="124"/>
                  </a:lnTo>
                  <a:lnTo>
                    <a:pt x="211" y="123"/>
                  </a:lnTo>
                  <a:lnTo>
                    <a:pt x="211" y="123"/>
                  </a:lnTo>
                  <a:lnTo>
                    <a:pt x="211" y="123"/>
                  </a:lnTo>
                  <a:lnTo>
                    <a:pt x="209" y="123"/>
                  </a:lnTo>
                  <a:lnTo>
                    <a:pt x="209" y="123"/>
                  </a:lnTo>
                  <a:lnTo>
                    <a:pt x="206" y="124"/>
                  </a:lnTo>
                  <a:lnTo>
                    <a:pt x="206" y="127"/>
                  </a:lnTo>
                  <a:lnTo>
                    <a:pt x="202" y="124"/>
                  </a:lnTo>
                  <a:lnTo>
                    <a:pt x="202" y="124"/>
                  </a:lnTo>
                  <a:lnTo>
                    <a:pt x="201" y="124"/>
                  </a:lnTo>
                  <a:lnTo>
                    <a:pt x="199" y="127"/>
                  </a:lnTo>
                  <a:lnTo>
                    <a:pt x="198" y="128"/>
                  </a:lnTo>
                  <a:lnTo>
                    <a:pt x="190" y="129"/>
                  </a:lnTo>
                  <a:lnTo>
                    <a:pt x="188" y="132"/>
                  </a:lnTo>
                  <a:lnTo>
                    <a:pt x="187" y="132"/>
                  </a:lnTo>
                  <a:lnTo>
                    <a:pt x="185" y="129"/>
                  </a:lnTo>
                  <a:lnTo>
                    <a:pt x="185" y="129"/>
                  </a:lnTo>
                  <a:lnTo>
                    <a:pt x="185" y="128"/>
                  </a:lnTo>
                  <a:lnTo>
                    <a:pt x="187" y="128"/>
                  </a:lnTo>
                  <a:lnTo>
                    <a:pt x="187" y="128"/>
                  </a:lnTo>
                  <a:lnTo>
                    <a:pt x="187" y="124"/>
                  </a:lnTo>
                  <a:lnTo>
                    <a:pt x="187" y="123"/>
                  </a:lnTo>
                  <a:lnTo>
                    <a:pt x="187" y="123"/>
                  </a:lnTo>
                  <a:lnTo>
                    <a:pt x="188" y="123"/>
                  </a:lnTo>
                  <a:lnTo>
                    <a:pt x="194" y="123"/>
                  </a:lnTo>
                  <a:lnTo>
                    <a:pt x="196" y="123"/>
                  </a:lnTo>
                  <a:lnTo>
                    <a:pt x="196" y="123"/>
                  </a:lnTo>
                  <a:lnTo>
                    <a:pt x="198" y="121"/>
                  </a:lnTo>
                  <a:lnTo>
                    <a:pt x="199" y="119"/>
                  </a:lnTo>
                  <a:lnTo>
                    <a:pt x="199" y="119"/>
                  </a:lnTo>
                  <a:lnTo>
                    <a:pt x="198" y="116"/>
                  </a:lnTo>
                  <a:lnTo>
                    <a:pt x="198" y="116"/>
                  </a:lnTo>
                  <a:lnTo>
                    <a:pt x="194" y="114"/>
                  </a:lnTo>
                  <a:lnTo>
                    <a:pt x="192" y="114"/>
                  </a:lnTo>
                  <a:lnTo>
                    <a:pt x="190" y="114"/>
                  </a:lnTo>
                  <a:lnTo>
                    <a:pt x="188" y="114"/>
                  </a:lnTo>
                  <a:lnTo>
                    <a:pt x="188" y="112"/>
                  </a:lnTo>
                  <a:lnTo>
                    <a:pt x="187" y="111"/>
                  </a:lnTo>
                  <a:lnTo>
                    <a:pt x="187" y="111"/>
                  </a:lnTo>
                  <a:lnTo>
                    <a:pt x="187" y="108"/>
                  </a:lnTo>
                  <a:lnTo>
                    <a:pt x="188" y="108"/>
                  </a:lnTo>
                  <a:lnTo>
                    <a:pt x="190" y="108"/>
                  </a:lnTo>
                  <a:lnTo>
                    <a:pt x="190" y="107"/>
                  </a:lnTo>
                  <a:lnTo>
                    <a:pt x="188" y="107"/>
                  </a:lnTo>
                  <a:lnTo>
                    <a:pt x="187" y="107"/>
                  </a:lnTo>
                  <a:lnTo>
                    <a:pt x="187" y="108"/>
                  </a:lnTo>
                  <a:lnTo>
                    <a:pt x="185" y="108"/>
                  </a:lnTo>
                  <a:lnTo>
                    <a:pt x="183" y="111"/>
                  </a:lnTo>
                  <a:lnTo>
                    <a:pt x="181" y="108"/>
                  </a:lnTo>
                  <a:lnTo>
                    <a:pt x="179" y="108"/>
                  </a:lnTo>
                  <a:lnTo>
                    <a:pt x="179" y="108"/>
                  </a:lnTo>
                  <a:lnTo>
                    <a:pt x="178" y="108"/>
                  </a:lnTo>
                  <a:lnTo>
                    <a:pt x="179" y="107"/>
                  </a:lnTo>
                  <a:lnTo>
                    <a:pt x="179" y="107"/>
                  </a:lnTo>
                  <a:lnTo>
                    <a:pt x="181" y="106"/>
                  </a:lnTo>
                  <a:lnTo>
                    <a:pt x="181" y="106"/>
                  </a:lnTo>
                  <a:lnTo>
                    <a:pt x="181" y="103"/>
                  </a:lnTo>
                  <a:lnTo>
                    <a:pt x="179" y="103"/>
                  </a:lnTo>
                  <a:lnTo>
                    <a:pt x="178" y="103"/>
                  </a:lnTo>
                  <a:lnTo>
                    <a:pt x="173" y="103"/>
                  </a:lnTo>
                  <a:lnTo>
                    <a:pt x="173" y="103"/>
                  </a:lnTo>
                  <a:lnTo>
                    <a:pt x="171" y="101"/>
                  </a:lnTo>
                  <a:lnTo>
                    <a:pt x="171" y="100"/>
                  </a:lnTo>
                  <a:lnTo>
                    <a:pt x="171" y="99"/>
                  </a:lnTo>
                  <a:lnTo>
                    <a:pt x="171" y="95"/>
                  </a:lnTo>
                  <a:lnTo>
                    <a:pt x="169" y="93"/>
                  </a:lnTo>
                  <a:lnTo>
                    <a:pt x="169" y="93"/>
                  </a:lnTo>
                  <a:lnTo>
                    <a:pt x="164" y="95"/>
                  </a:lnTo>
                  <a:lnTo>
                    <a:pt x="164" y="95"/>
                  </a:lnTo>
                  <a:lnTo>
                    <a:pt x="162" y="95"/>
                  </a:lnTo>
                  <a:lnTo>
                    <a:pt x="160" y="91"/>
                  </a:lnTo>
                  <a:lnTo>
                    <a:pt x="159" y="91"/>
                  </a:lnTo>
                  <a:lnTo>
                    <a:pt x="157" y="91"/>
                  </a:lnTo>
                  <a:lnTo>
                    <a:pt x="155" y="88"/>
                  </a:lnTo>
                  <a:lnTo>
                    <a:pt x="155" y="88"/>
                  </a:lnTo>
                  <a:lnTo>
                    <a:pt x="153" y="88"/>
                  </a:lnTo>
                  <a:lnTo>
                    <a:pt x="153" y="86"/>
                  </a:lnTo>
                  <a:lnTo>
                    <a:pt x="152" y="84"/>
                  </a:lnTo>
                  <a:lnTo>
                    <a:pt x="150" y="86"/>
                  </a:lnTo>
                  <a:lnTo>
                    <a:pt x="149" y="86"/>
                  </a:lnTo>
                  <a:lnTo>
                    <a:pt x="149" y="88"/>
                  </a:lnTo>
                  <a:lnTo>
                    <a:pt x="147" y="89"/>
                  </a:lnTo>
                  <a:lnTo>
                    <a:pt x="147" y="89"/>
                  </a:lnTo>
                  <a:lnTo>
                    <a:pt x="149" y="89"/>
                  </a:lnTo>
                  <a:lnTo>
                    <a:pt x="152" y="91"/>
                  </a:lnTo>
                  <a:lnTo>
                    <a:pt x="153" y="93"/>
                  </a:lnTo>
                  <a:lnTo>
                    <a:pt x="155" y="93"/>
                  </a:lnTo>
                  <a:lnTo>
                    <a:pt x="155" y="95"/>
                  </a:lnTo>
                  <a:lnTo>
                    <a:pt x="155" y="97"/>
                  </a:lnTo>
                  <a:lnTo>
                    <a:pt x="155" y="99"/>
                  </a:lnTo>
                  <a:lnTo>
                    <a:pt x="155" y="100"/>
                  </a:lnTo>
                  <a:lnTo>
                    <a:pt x="153" y="100"/>
                  </a:lnTo>
                  <a:lnTo>
                    <a:pt x="152" y="101"/>
                  </a:lnTo>
                  <a:lnTo>
                    <a:pt x="149" y="101"/>
                  </a:lnTo>
                  <a:lnTo>
                    <a:pt x="145" y="101"/>
                  </a:lnTo>
                  <a:lnTo>
                    <a:pt x="145" y="101"/>
                  </a:lnTo>
                  <a:lnTo>
                    <a:pt x="136" y="100"/>
                  </a:lnTo>
                  <a:lnTo>
                    <a:pt x="136" y="100"/>
                  </a:lnTo>
                  <a:lnTo>
                    <a:pt x="134" y="100"/>
                  </a:lnTo>
                  <a:lnTo>
                    <a:pt x="129" y="99"/>
                  </a:lnTo>
                  <a:lnTo>
                    <a:pt x="128" y="99"/>
                  </a:lnTo>
                  <a:lnTo>
                    <a:pt x="124" y="97"/>
                  </a:lnTo>
                  <a:lnTo>
                    <a:pt x="117" y="97"/>
                  </a:lnTo>
                  <a:lnTo>
                    <a:pt x="115" y="97"/>
                  </a:lnTo>
                  <a:lnTo>
                    <a:pt x="117" y="99"/>
                  </a:lnTo>
                  <a:lnTo>
                    <a:pt x="119" y="99"/>
                  </a:lnTo>
                  <a:lnTo>
                    <a:pt x="121" y="99"/>
                  </a:lnTo>
                  <a:lnTo>
                    <a:pt x="122" y="100"/>
                  </a:lnTo>
                  <a:lnTo>
                    <a:pt x="124" y="101"/>
                  </a:lnTo>
                  <a:lnTo>
                    <a:pt x="126" y="103"/>
                  </a:lnTo>
                  <a:lnTo>
                    <a:pt x="128" y="106"/>
                  </a:lnTo>
                  <a:lnTo>
                    <a:pt x="128" y="106"/>
                  </a:lnTo>
                  <a:lnTo>
                    <a:pt x="126" y="106"/>
                  </a:lnTo>
                  <a:lnTo>
                    <a:pt x="117" y="101"/>
                  </a:lnTo>
                  <a:lnTo>
                    <a:pt x="111" y="103"/>
                  </a:lnTo>
                  <a:lnTo>
                    <a:pt x="110" y="103"/>
                  </a:lnTo>
                  <a:lnTo>
                    <a:pt x="106" y="103"/>
                  </a:lnTo>
                  <a:lnTo>
                    <a:pt x="105" y="103"/>
                  </a:lnTo>
                  <a:lnTo>
                    <a:pt x="98" y="100"/>
                  </a:lnTo>
                  <a:lnTo>
                    <a:pt x="96" y="100"/>
                  </a:lnTo>
                  <a:lnTo>
                    <a:pt x="96" y="100"/>
                  </a:lnTo>
                  <a:lnTo>
                    <a:pt x="91" y="100"/>
                  </a:lnTo>
                  <a:lnTo>
                    <a:pt x="85" y="100"/>
                  </a:lnTo>
                  <a:lnTo>
                    <a:pt x="77" y="100"/>
                  </a:lnTo>
                  <a:lnTo>
                    <a:pt x="73" y="99"/>
                  </a:lnTo>
                  <a:lnTo>
                    <a:pt x="72" y="99"/>
                  </a:lnTo>
                  <a:lnTo>
                    <a:pt x="72" y="99"/>
                  </a:lnTo>
                  <a:lnTo>
                    <a:pt x="70" y="99"/>
                  </a:lnTo>
                  <a:lnTo>
                    <a:pt x="64" y="97"/>
                  </a:lnTo>
                  <a:lnTo>
                    <a:pt x="59" y="99"/>
                  </a:lnTo>
                  <a:lnTo>
                    <a:pt x="53" y="97"/>
                  </a:lnTo>
                  <a:lnTo>
                    <a:pt x="51" y="97"/>
                  </a:lnTo>
                  <a:lnTo>
                    <a:pt x="51" y="95"/>
                  </a:lnTo>
                  <a:lnTo>
                    <a:pt x="49" y="93"/>
                  </a:lnTo>
                  <a:lnTo>
                    <a:pt x="49" y="91"/>
                  </a:lnTo>
                  <a:lnTo>
                    <a:pt x="49" y="89"/>
                  </a:lnTo>
                  <a:lnTo>
                    <a:pt x="51" y="88"/>
                  </a:lnTo>
                  <a:lnTo>
                    <a:pt x="51" y="88"/>
                  </a:lnTo>
                  <a:lnTo>
                    <a:pt x="47" y="89"/>
                  </a:lnTo>
                  <a:lnTo>
                    <a:pt x="45" y="89"/>
                  </a:lnTo>
                  <a:lnTo>
                    <a:pt x="45" y="89"/>
                  </a:lnTo>
                  <a:lnTo>
                    <a:pt x="40" y="89"/>
                  </a:lnTo>
                  <a:lnTo>
                    <a:pt x="40" y="89"/>
                  </a:lnTo>
                  <a:lnTo>
                    <a:pt x="40" y="89"/>
                  </a:lnTo>
                  <a:lnTo>
                    <a:pt x="42" y="91"/>
                  </a:lnTo>
                  <a:lnTo>
                    <a:pt x="42" y="91"/>
                  </a:lnTo>
                  <a:lnTo>
                    <a:pt x="38" y="91"/>
                  </a:lnTo>
                  <a:lnTo>
                    <a:pt x="34" y="91"/>
                  </a:lnTo>
                  <a:lnTo>
                    <a:pt x="33" y="91"/>
                  </a:lnTo>
                  <a:lnTo>
                    <a:pt x="33" y="91"/>
                  </a:lnTo>
                  <a:lnTo>
                    <a:pt x="32" y="93"/>
                  </a:lnTo>
                  <a:lnTo>
                    <a:pt x="30" y="93"/>
                  </a:lnTo>
                  <a:lnTo>
                    <a:pt x="30" y="93"/>
                  </a:lnTo>
                  <a:lnTo>
                    <a:pt x="26" y="91"/>
                  </a:lnTo>
                  <a:lnTo>
                    <a:pt x="23" y="88"/>
                  </a:lnTo>
                  <a:lnTo>
                    <a:pt x="19" y="88"/>
                  </a:lnTo>
                  <a:lnTo>
                    <a:pt x="17" y="88"/>
                  </a:lnTo>
                  <a:lnTo>
                    <a:pt x="15" y="86"/>
                  </a:lnTo>
                  <a:lnTo>
                    <a:pt x="12" y="80"/>
                  </a:lnTo>
                  <a:lnTo>
                    <a:pt x="10" y="79"/>
                  </a:lnTo>
                  <a:lnTo>
                    <a:pt x="8" y="75"/>
                  </a:lnTo>
                  <a:lnTo>
                    <a:pt x="8" y="74"/>
                  </a:lnTo>
                  <a:lnTo>
                    <a:pt x="8" y="74"/>
                  </a:lnTo>
                  <a:lnTo>
                    <a:pt x="8" y="74"/>
                  </a:lnTo>
                  <a:lnTo>
                    <a:pt x="14" y="74"/>
                  </a:lnTo>
                  <a:lnTo>
                    <a:pt x="19" y="74"/>
                  </a:lnTo>
                  <a:lnTo>
                    <a:pt x="21" y="74"/>
                  </a:lnTo>
                  <a:lnTo>
                    <a:pt x="25" y="75"/>
                  </a:lnTo>
                  <a:lnTo>
                    <a:pt x="28" y="75"/>
                  </a:lnTo>
                  <a:lnTo>
                    <a:pt x="30" y="75"/>
                  </a:lnTo>
                  <a:lnTo>
                    <a:pt x="34" y="75"/>
                  </a:lnTo>
                  <a:lnTo>
                    <a:pt x="40" y="75"/>
                  </a:lnTo>
                  <a:lnTo>
                    <a:pt x="40" y="74"/>
                  </a:lnTo>
                  <a:lnTo>
                    <a:pt x="36" y="74"/>
                  </a:lnTo>
                  <a:lnTo>
                    <a:pt x="34" y="72"/>
                  </a:lnTo>
                  <a:lnTo>
                    <a:pt x="32" y="70"/>
                  </a:lnTo>
                  <a:lnTo>
                    <a:pt x="30" y="70"/>
                  </a:lnTo>
                  <a:lnTo>
                    <a:pt x="28" y="69"/>
                  </a:lnTo>
                  <a:lnTo>
                    <a:pt x="21" y="69"/>
                  </a:lnTo>
                  <a:lnTo>
                    <a:pt x="14" y="67"/>
                  </a:lnTo>
                  <a:lnTo>
                    <a:pt x="8" y="65"/>
                  </a:lnTo>
                  <a:lnTo>
                    <a:pt x="6" y="63"/>
                  </a:lnTo>
                  <a:lnTo>
                    <a:pt x="4" y="63"/>
                  </a:lnTo>
                  <a:lnTo>
                    <a:pt x="4" y="61"/>
                  </a:lnTo>
                  <a:lnTo>
                    <a:pt x="2" y="60"/>
                  </a:lnTo>
                  <a:lnTo>
                    <a:pt x="2" y="56"/>
                  </a:lnTo>
                  <a:lnTo>
                    <a:pt x="2" y="52"/>
                  </a:lnTo>
                  <a:lnTo>
                    <a:pt x="0" y="52"/>
                  </a:lnTo>
                  <a:lnTo>
                    <a:pt x="0" y="51"/>
                  </a:lnTo>
                  <a:lnTo>
                    <a:pt x="2" y="48"/>
                  </a:lnTo>
                  <a:lnTo>
                    <a:pt x="6" y="46"/>
                  </a:lnTo>
                  <a:lnTo>
                    <a:pt x="6" y="46"/>
                  </a:lnTo>
                  <a:lnTo>
                    <a:pt x="6" y="44"/>
                  </a:lnTo>
                  <a:lnTo>
                    <a:pt x="4" y="44"/>
                  </a:lnTo>
                  <a:lnTo>
                    <a:pt x="2" y="42"/>
                  </a:lnTo>
                  <a:lnTo>
                    <a:pt x="2" y="41"/>
                  </a:lnTo>
                  <a:lnTo>
                    <a:pt x="2" y="41"/>
                  </a:lnTo>
                  <a:lnTo>
                    <a:pt x="2" y="39"/>
                  </a:lnTo>
                  <a:lnTo>
                    <a:pt x="4" y="37"/>
                  </a:lnTo>
                  <a:lnTo>
                    <a:pt x="6" y="35"/>
                  </a:lnTo>
                  <a:lnTo>
                    <a:pt x="7" y="31"/>
                  </a:lnTo>
                  <a:lnTo>
                    <a:pt x="8" y="28"/>
                  </a:lnTo>
                  <a:lnTo>
                    <a:pt x="10" y="28"/>
                  </a:lnTo>
                  <a:lnTo>
                    <a:pt x="10" y="25"/>
                  </a:lnTo>
                  <a:lnTo>
                    <a:pt x="10" y="23"/>
                  </a:lnTo>
                  <a:lnTo>
                    <a:pt x="10" y="22"/>
                  </a:lnTo>
                  <a:lnTo>
                    <a:pt x="10" y="22"/>
                  </a:lnTo>
                  <a:lnTo>
                    <a:pt x="12" y="20"/>
                  </a:lnTo>
                  <a:lnTo>
                    <a:pt x="14" y="16"/>
                  </a:lnTo>
                  <a:lnTo>
                    <a:pt x="17" y="16"/>
                  </a:lnTo>
                  <a:lnTo>
                    <a:pt x="17" y="14"/>
                  </a:lnTo>
                  <a:lnTo>
                    <a:pt x="17" y="14"/>
                  </a:lnTo>
                  <a:lnTo>
                    <a:pt x="17" y="12"/>
                  </a:lnTo>
                  <a:lnTo>
                    <a:pt x="19" y="12"/>
                  </a:lnTo>
                  <a:lnTo>
                    <a:pt x="26" y="7"/>
                  </a:lnTo>
                  <a:lnTo>
                    <a:pt x="30" y="5"/>
                  </a:lnTo>
                  <a:lnTo>
                    <a:pt x="32" y="3"/>
                  </a:lnTo>
                  <a:lnTo>
                    <a:pt x="34" y="3"/>
                  </a:lnTo>
                  <a:lnTo>
                    <a:pt x="45" y="3"/>
                  </a:lnTo>
                  <a:lnTo>
                    <a:pt x="51"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5" name="Freeform 11479"/>
            <p:cNvSpPr>
              <a:spLocks noChangeAspect="1"/>
            </p:cNvSpPr>
            <p:nvPr/>
          </p:nvSpPr>
          <p:spPr bwMode="auto">
            <a:xfrm>
              <a:off x="2183430" y="1617591"/>
              <a:ext cx="97465" cy="77437"/>
            </a:xfrm>
            <a:custGeom>
              <a:avLst/>
              <a:gdLst>
                <a:gd name="T0" fmla="*/ 34 w 73"/>
                <a:gd name="T1" fmla="*/ 1 h 58"/>
                <a:gd name="T2" fmla="*/ 42 w 73"/>
                <a:gd name="T3" fmla="*/ 3 h 58"/>
                <a:gd name="T4" fmla="*/ 45 w 73"/>
                <a:gd name="T5" fmla="*/ 5 h 58"/>
                <a:gd name="T6" fmla="*/ 53 w 73"/>
                <a:gd name="T7" fmla="*/ 5 h 58"/>
                <a:gd name="T8" fmla="*/ 63 w 73"/>
                <a:gd name="T9" fmla="*/ 5 h 58"/>
                <a:gd name="T10" fmla="*/ 72 w 73"/>
                <a:gd name="T11" fmla="*/ 9 h 58"/>
                <a:gd name="T12" fmla="*/ 72 w 73"/>
                <a:gd name="T13" fmla="*/ 11 h 58"/>
                <a:gd name="T14" fmla="*/ 71 w 73"/>
                <a:gd name="T15" fmla="*/ 13 h 58"/>
                <a:gd name="T16" fmla="*/ 65 w 73"/>
                <a:gd name="T17" fmla="*/ 17 h 58"/>
                <a:gd name="T18" fmla="*/ 63 w 73"/>
                <a:gd name="T19" fmla="*/ 19 h 58"/>
                <a:gd name="T20" fmla="*/ 60 w 73"/>
                <a:gd name="T21" fmla="*/ 24 h 58"/>
                <a:gd name="T22" fmla="*/ 56 w 73"/>
                <a:gd name="T23" fmla="*/ 26 h 58"/>
                <a:gd name="T24" fmla="*/ 58 w 73"/>
                <a:gd name="T25" fmla="*/ 26 h 58"/>
                <a:gd name="T26" fmla="*/ 56 w 73"/>
                <a:gd name="T27" fmla="*/ 31 h 58"/>
                <a:gd name="T28" fmla="*/ 51 w 73"/>
                <a:gd name="T29" fmla="*/ 36 h 58"/>
                <a:gd name="T30" fmla="*/ 47 w 73"/>
                <a:gd name="T31" fmla="*/ 38 h 58"/>
                <a:gd name="T32" fmla="*/ 32 w 73"/>
                <a:gd name="T33" fmla="*/ 36 h 58"/>
                <a:gd name="T34" fmla="*/ 19 w 73"/>
                <a:gd name="T35" fmla="*/ 38 h 58"/>
                <a:gd name="T36" fmla="*/ 23 w 73"/>
                <a:gd name="T37" fmla="*/ 39 h 58"/>
                <a:gd name="T38" fmla="*/ 28 w 73"/>
                <a:gd name="T39" fmla="*/ 43 h 58"/>
                <a:gd name="T40" fmla="*/ 28 w 73"/>
                <a:gd name="T41" fmla="*/ 45 h 58"/>
                <a:gd name="T42" fmla="*/ 28 w 73"/>
                <a:gd name="T43" fmla="*/ 47 h 58"/>
                <a:gd name="T44" fmla="*/ 23 w 73"/>
                <a:gd name="T45" fmla="*/ 54 h 58"/>
                <a:gd name="T46" fmla="*/ 21 w 73"/>
                <a:gd name="T47" fmla="*/ 58 h 58"/>
                <a:gd name="T48" fmla="*/ 14 w 73"/>
                <a:gd name="T49" fmla="*/ 56 h 58"/>
                <a:gd name="T50" fmla="*/ 6 w 73"/>
                <a:gd name="T51" fmla="*/ 58 h 58"/>
                <a:gd name="T52" fmla="*/ 6 w 73"/>
                <a:gd name="T53" fmla="*/ 49 h 58"/>
                <a:gd name="T54" fmla="*/ 0 w 73"/>
                <a:gd name="T55" fmla="*/ 38 h 58"/>
                <a:gd name="T56" fmla="*/ 0 w 73"/>
                <a:gd name="T57" fmla="*/ 35 h 58"/>
                <a:gd name="T58" fmla="*/ 0 w 73"/>
                <a:gd name="T59" fmla="*/ 31 h 58"/>
                <a:gd name="T60" fmla="*/ 0 w 73"/>
                <a:gd name="T61" fmla="*/ 28 h 58"/>
                <a:gd name="T62" fmla="*/ 0 w 73"/>
                <a:gd name="T63" fmla="*/ 17 h 58"/>
                <a:gd name="T64" fmla="*/ 0 w 73"/>
                <a:gd name="T65" fmla="*/ 13 h 58"/>
                <a:gd name="T66" fmla="*/ 0 w 73"/>
                <a:gd name="T67" fmla="*/ 11 h 58"/>
                <a:gd name="T68" fmla="*/ 4 w 73"/>
                <a:gd name="T69" fmla="*/ 11 h 58"/>
                <a:gd name="T70" fmla="*/ 11 w 73"/>
                <a:gd name="T71" fmla="*/ 13 h 58"/>
                <a:gd name="T72" fmla="*/ 13 w 73"/>
                <a:gd name="T73" fmla="*/ 13 h 58"/>
                <a:gd name="T74" fmla="*/ 11 w 73"/>
                <a:gd name="T75" fmla="*/ 11 h 58"/>
                <a:gd name="T76" fmla="*/ 7 w 73"/>
                <a:gd name="T77" fmla="*/ 9 h 58"/>
                <a:gd name="T78" fmla="*/ 7 w 73"/>
                <a:gd name="T79" fmla="*/ 7 h 58"/>
                <a:gd name="T80" fmla="*/ 7 w 73"/>
                <a:gd name="T81" fmla="*/ 5 h 58"/>
                <a:gd name="T82" fmla="*/ 9 w 73"/>
                <a:gd name="T83" fmla="*/ 3 h 58"/>
                <a:gd name="T84" fmla="*/ 16 w 73"/>
                <a:gd name="T85" fmla="*/ 1 h 58"/>
                <a:gd name="T86" fmla="*/ 25 w 73"/>
                <a:gd name="T87" fmla="*/ 1 h 58"/>
                <a:gd name="T88" fmla="*/ 30 w 73"/>
                <a:gd name="T8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3" h="58">
                  <a:moveTo>
                    <a:pt x="30" y="0"/>
                  </a:moveTo>
                  <a:lnTo>
                    <a:pt x="34" y="1"/>
                  </a:lnTo>
                  <a:lnTo>
                    <a:pt x="38" y="1"/>
                  </a:lnTo>
                  <a:lnTo>
                    <a:pt x="42" y="3"/>
                  </a:lnTo>
                  <a:lnTo>
                    <a:pt x="44" y="3"/>
                  </a:lnTo>
                  <a:lnTo>
                    <a:pt x="45" y="5"/>
                  </a:lnTo>
                  <a:lnTo>
                    <a:pt x="47" y="7"/>
                  </a:lnTo>
                  <a:lnTo>
                    <a:pt x="53" y="5"/>
                  </a:lnTo>
                  <a:lnTo>
                    <a:pt x="54" y="5"/>
                  </a:lnTo>
                  <a:lnTo>
                    <a:pt x="63" y="5"/>
                  </a:lnTo>
                  <a:lnTo>
                    <a:pt x="68" y="7"/>
                  </a:lnTo>
                  <a:lnTo>
                    <a:pt x="72" y="9"/>
                  </a:lnTo>
                  <a:lnTo>
                    <a:pt x="73" y="9"/>
                  </a:lnTo>
                  <a:lnTo>
                    <a:pt x="72" y="11"/>
                  </a:lnTo>
                  <a:lnTo>
                    <a:pt x="72" y="11"/>
                  </a:lnTo>
                  <a:lnTo>
                    <a:pt x="71" y="13"/>
                  </a:lnTo>
                  <a:lnTo>
                    <a:pt x="66" y="17"/>
                  </a:lnTo>
                  <a:lnTo>
                    <a:pt x="65" y="17"/>
                  </a:lnTo>
                  <a:lnTo>
                    <a:pt x="65" y="19"/>
                  </a:lnTo>
                  <a:lnTo>
                    <a:pt x="63" y="19"/>
                  </a:lnTo>
                  <a:lnTo>
                    <a:pt x="63" y="20"/>
                  </a:lnTo>
                  <a:lnTo>
                    <a:pt x="60" y="24"/>
                  </a:lnTo>
                  <a:lnTo>
                    <a:pt x="60" y="24"/>
                  </a:lnTo>
                  <a:lnTo>
                    <a:pt x="56" y="26"/>
                  </a:lnTo>
                  <a:lnTo>
                    <a:pt x="58" y="26"/>
                  </a:lnTo>
                  <a:lnTo>
                    <a:pt x="58" y="26"/>
                  </a:lnTo>
                  <a:lnTo>
                    <a:pt x="58" y="28"/>
                  </a:lnTo>
                  <a:lnTo>
                    <a:pt x="56" y="31"/>
                  </a:lnTo>
                  <a:lnTo>
                    <a:pt x="53" y="35"/>
                  </a:lnTo>
                  <a:lnTo>
                    <a:pt x="51" y="36"/>
                  </a:lnTo>
                  <a:lnTo>
                    <a:pt x="49" y="38"/>
                  </a:lnTo>
                  <a:lnTo>
                    <a:pt x="47" y="38"/>
                  </a:lnTo>
                  <a:lnTo>
                    <a:pt x="44" y="38"/>
                  </a:lnTo>
                  <a:lnTo>
                    <a:pt x="32" y="36"/>
                  </a:lnTo>
                  <a:lnTo>
                    <a:pt x="28" y="36"/>
                  </a:lnTo>
                  <a:lnTo>
                    <a:pt x="19" y="38"/>
                  </a:lnTo>
                  <a:lnTo>
                    <a:pt x="19" y="38"/>
                  </a:lnTo>
                  <a:lnTo>
                    <a:pt x="23" y="39"/>
                  </a:lnTo>
                  <a:lnTo>
                    <a:pt x="25" y="39"/>
                  </a:lnTo>
                  <a:lnTo>
                    <a:pt x="28" y="43"/>
                  </a:lnTo>
                  <a:lnTo>
                    <a:pt x="28" y="43"/>
                  </a:lnTo>
                  <a:lnTo>
                    <a:pt x="28" y="45"/>
                  </a:lnTo>
                  <a:lnTo>
                    <a:pt x="28" y="47"/>
                  </a:lnTo>
                  <a:lnTo>
                    <a:pt x="28" y="47"/>
                  </a:lnTo>
                  <a:lnTo>
                    <a:pt x="25" y="50"/>
                  </a:lnTo>
                  <a:lnTo>
                    <a:pt x="23" y="54"/>
                  </a:lnTo>
                  <a:lnTo>
                    <a:pt x="21" y="58"/>
                  </a:lnTo>
                  <a:lnTo>
                    <a:pt x="21" y="58"/>
                  </a:lnTo>
                  <a:lnTo>
                    <a:pt x="16" y="56"/>
                  </a:lnTo>
                  <a:lnTo>
                    <a:pt x="14" y="56"/>
                  </a:lnTo>
                  <a:lnTo>
                    <a:pt x="9" y="58"/>
                  </a:lnTo>
                  <a:lnTo>
                    <a:pt x="6" y="58"/>
                  </a:lnTo>
                  <a:lnTo>
                    <a:pt x="6" y="52"/>
                  </a:lnTo>
                  <a:lnTo>
                    <a:pt x="6" y="49"/>
                  </a:lnTo>
                  <a:lnTo>
                    <a:pt x="6" y="45"/>
                  </a:lnTo>
                  <a:lnTo>
                    <a:pt x="0" y="38"/>
                  </a:lnTo>
                  <a:lnTo>
                    <a:pt x="0" y="36"/>
                  </a:lnTo>
                  <a:lnTo>
                    <a:pt x="0" y="35"/>
                  </a:lnTo>
                  <a:lnTo>
                    <a:pt x="0" y="33"/>
                  </a:lnTo>
                  <a:lnTo>
                    <a:pt x="0" y="31"/>
                  </a:lnTo>
                  <a:lnTo>
                    <a:pt x="0" y="30"/>
                  </a:lnTo>
                  <a:lnTo>
                    <a:pt x="0" y="28"/>
                  </a:lnTo>
                  <a:lnTo>
                    <a:pt x="0" y="22"/>
                  </a:lnTo>
                  <a:lnTo>
                    <a:pt x="0" y="17"/>
                  </a:lnTo>
                  <a:lnTo>
                    <a:pt x="0" y="15"/>
                  </a:lnTo>
                  <a:lnTo>
                    <a:pt x="0" y="13"/>
                  </a:lnTo>
                  <a:lnTo>
                    <a:pt x="0" y="13"/>
                  </a:lnTo>
                  <a:lnTo>
                    <a:pt x="0" y="11"/>
                  </a:lnTo>
                  <a:lnTo>
                    <a:pt x="2" y="11"/>
                  </a:lnTo>
                  <a:lnTo>
                    <a:pt x="4" y="11"/>
                  </a:lnTo>
                  <a:lnTo>
                    <a:pt x="9" y="13"/>
                  </a:lnTo>
                  <a:lnTo>
                    <a:pt x="11" y="13"/>
                  </a:lnTo>
                  <a:lnTo>
                    <a:pt x="13" y="13"/>
                  </a:lnTo>
                  <a:lnTo>
                    <a:pt x="13" y="13"/>
                  </a:lnTo>
                  <a:lnTo>
                    <a:pt x="11" y="13"/>
                  </a:lnTo>
                  <a:lnTo>
                    <a:pt x="11" y="11"/>
                  </a:lnTo>
                  <a:lnTo>
                    <a:pt x="7" y="11"/>
                  </a:lnTo>
                  <a:lnTo>
                    <a:pt x="7" y="9"/>
                  </a:lnTo>
                  <a:lnTo>
                    <a:pt x="7" y="9"/>
                  </a:lnTo>
                  <a:lnTo>
                    <a:pt x="7" y="7"/>
                  </a:lnTo>
                  <a:lnTo>
                    <a:pt x="7" y="7"/>
                  </a:lnTo>
                  <a:lnTo>
                    <a:pt x="7" y="5"/>
                  </a:lnTo>
                  <a:lnTo>
                    <a:pt x="7" y="5"/>
                  </a:lnTo>
                  <a:lnTo>
                    <a:pt x="9" y="3"/>
                  </a:lnTo>
                  <a:lnTo>
                    <a:pt x="13" y="3"/>
                  </a:lnTo>
                  <a:lnTo>
                    <a:pt x="16" y="1"/>
                  </a:lnTo>
                  <a:lnTo>
                    <a:pt x="23" y="1"/>
                  </a:lnTo>
                  <a:lnTo>
                    <a:pt x="25" y="1"/>
                  </a:lnTo>
                  <a:lnTo>
                    <a:pt x="28" y="1"/>
                  </a:lnTo>
                  <a:lnTo>
                    <a:pt x="3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6" name="Freeform 11484"/>
            <p:cNvSpPr>
              <a:spLocks noChangeAspect="1"/>
            </p:cNvSpPr>
            <p:nvPr/>
          </p:nvSpPr>
          <p:spPr bwMode="auto">
            <a:xfrm>
              <a:off x="1779725" y="1481766"/>
              <a:ext cx="193595" cy="117492"/>
            </a:xfrm>
            <a:custGeom>
              <a:avLst/>
              <a:gdLst>
                <a:gd name="T0" fmla="*/ 67 w 145"/>
                <a:gd name="T1" fmla="*/ 1 h 88"/>
                <a:gd name="T2" fmla="*/ 82 w 145"/>
                <a:gd name="T3" fmla="*/ 7 h 88"/>
                <a:gd name="T4" fmla="*/ 86 w 145"/>
                <a:gd name="T5" fmla="*/ 10 h 88"/>
                <a:gd name="T6" fmla="*/ 89 w 145"/>
                <a:gd name="T7" fmla="*/ 9 h 88"/>
                <a:gd name="T8" fmla="*/ 93 w 145"/>
                <a:gd name="T9" fmla="*/ 9 h 88"/>
                <a:gd name="T10" fmla="*/ 95 w 145"/>
                <a:gd name="T11" fmla="*/ 14 h 88"/>
                <a:gd name="T12" fmla="*/ 95 w 145"/>
                <a:gd name="T13" fmla="*/ 12 h 88"/>
                <a:gd name="T14" fmla="*/ 101 w 145"/>
                <a:gd name="T15" fmla="*/ 7 h 88"/>
                <a:gd name="T16" fmla="*/ 114 w 145"/>
                <a:gd name="T17" fmla="*/ 7 h 88"/>
                <a:gd name="T18" fmla="*/ 124 w 145"/>
                <a:gd name="T19" fmla="*/ 12 h 88"/>
                <a:gd name="T20" fmla="*/ 142 w 145"/>
                <a:gd name="T21" fmla="*/ 22 h 88"/>
                <a:gd name="T22" fmla="*/ 145 w 145"/>
                <a:gd name="T23" fmla="*/ 26 h 88"/>
                <a:gd name="T24" fmla="*/ 145 w 145"/>
                <a:gd name="T25" fmla="*/ 29 h 88"/>
                <a:gd name="T26" fmla="*/ 133 w 145"/>
                <a:gd name="T27" fmla="*/ 33 h 88"/>
                <a:gd name="T28" fmla="*/ 118 w 145"/>
                <a:gd name="T29" fmla="*/ 40 h 88"/>
                <a:gd name="T30" fmla="*/ 95 w 145"/>
                <a:gd name="T31" fmla="*/ 50 h 88"/>
                <a:gd name="T32" fmla="*/ 89 w 145"/>
                <a:gd name="T33" fmla="*/ 59 h 88"/>
                <a:gd name="T34" fmla="*/ 79 w 145"/>
                <a:gd name="T35" fmla="*/ 61 h 88"/>
                <a:gd name="T36" fmla="*/ 77 w 145"/>
                <a:gd name="T37" fmla="*/ 69 h 88"/>
                <a:gd name="T38" fmla="*/ 75 w 145"/>
                <a:gd name="T39" fmla="*/ 78 h 88"/>
                <a:gd name="T40" fmla="*/ 65 w 145"/>
                <a:gd name="T41" fmla="*/ 82 h 88"/>
                <a:gd name="T42" fmla="*/ 60 w 145"/>
                <a:gd name="T43" fmla="*/ 80 h 88"/>
                <a:gd name="T44" fmla="*/ 52 w 145"/>
                <a:gd name="T45" fmla="*/ 86 h 88"/>
                <a:gd name="T46" fmla="*/ 42 w 145"/>
                <a:gd name="T47" fmla="*/ 88 h 88"/>
                <a:gd name="T48" fmla="*/ 37 w 145"/>
                <a:gd name="T49" fmla="*/ 88 h 88"/>
                <a:gd name="T50" fmla="*/ 31 w 145"/>
                <a:gd name="T51" fmla="*/ 80 h 88"/>
                <a:gd name="T52" fmla="*/ 26 w 145"/>
                <a:gd name="T53" fmla="*/ 75 h 88"/>
                <a:gd name="T54" fmla="*/ 11 w 145"/>
                <a:gd name="T55" fmla="*/ 68 h 88"/>
                <a:gd name="T56" fmla="*/ 2 w 145"/>
                <a:gd name="T57" fmla="*/ 68 h 88"/>
                <a:gd name="T58" fmla="*/ 2 w 145"/>
                <a:gd name="T59" fmla="*/ 67 h 88"/>
                <a:gd name="T60" fmla="*/ 2 w 145"/>
                <a:gd name="T61" fmla="*/ 63 h 88"/>
                <a:gd name="T62" fmla="*/ 3 w 145"/>
                <a:gd name="T63" fmla="*/ 61 h 88"/>
                <a:gd name="T64" fmla="*/ 3 w 145"/>
                <a:gd name="T65" fmla="*/ 59 h 88"/>
                <a:gd name="T66" fmla="*/ 7 w 145"/>
                <a:gd name="T67" fmla="*/ 56 h 88"/>
                <a:gd name="T68" fmla="*/ 11 w 145"/>
                <a:gd name="T69" fmla="*/ 52 h 88"/>
                <a:gd name="T70" fmla="*/ 12 w 145"/>
                <a:gd name="T71" fmla="*/ 50 h 88"/>
                <a:gd name="T72" fmla="*/ 12 w 145"/>
                <a:gd name="T73" fmla="*/ 47 h 88"/>
                <a:gd name="T74" fmla="*/ 12 w 145"/>
                <a:gd name="T75" fmla="*/ 45 h 88"/>
                <a:gd name="T76" fmla="*/ 20 w 145"/>
                <a:gd name="T77" fmla="*/ 42 h 88"/>
                <a:gd name="T78" fmla="*/ 18 w 145"/>
                <a:gd name="T79" fmla="*/ 40 h 88"/>
                <a:gd name="T80" fmla="*/ 16 w 145"/>
                <a:gd name="T81" fmla="*/ 39 h 88"/>
                <a:gd name="T82" fmla="*/ 18 w 145"/>
                <a:gd name="T83" fmla="*/ 35 h 88"/>
                <a:gd name="T84" fmla="*/ 24 w 145"/>
                <a:gd name="T85" fmla="*/ 26 h 88"/>
                <a:gd name="T86" fmla="*/ 30 w 145"/>
                <a:gd name="T87" fmla="*/ 20 h 88"/>
                <a:gd name="T88" fmla="*/ 22 w 145"/>
                <a:gd name="T89" fmla="*/ 18 h 88"/>
                <a:gd name="T90" fmla="*/ 18 w 145"/>
                <a:gd name="T91" fmla="*/ 7 h 88"/>
                <a:gd name="T92" fmla="*/ 16 w 145"/>
                <a:gd name="T93" fmla="*/ 5 h 88"/>
                <a:gd name="T94" fmla="*/ 58 w 145"/>
                <a:gd name="T9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5" h="88">
                  <a:moveTo>
                    <a:pt x="61" y="0"/>
                  </a:moveTo>
                  <a:lnTo>
                    <a:pt x="63" y="0"/>
                  </a:lnTo>
                  <a:lnTo>
                    <a:pt x="67" y="1"/>
                  </a:lnTo>
                  <a:lnTo>
                    <a:pt x="70" y="3"/>
                  </a:lnTo>
                  <a:lnTo>
                    <a:pt x="73" y="5"/>
                  </a:lnTo>
                  <a:lnTo>
                    <a:pt x="82" y="7"/>
                  </a:lnTo>
                  <a:lnTo>
                    <a:pt x="88" y="9"/>
                  </a:lnTo>
                  <a:lnTo>
                    <a:pt x="86" y="10"/>
                  </a:lnTo>
                  <a:lnTo>
                    <a:pt x="86" y="10"/>
                  </a:lnTo>
                  <a:lnTo>
                    <a:pt x="86" y="10"/>
                  </a:lnTo>
                  <a:lnTo>
                    <a:pt x="86" y="10"/>
                  </a:lnTo>
                  <a:lnTo>
                    <a:pt x="89" y="9"/>
                  </a:lnTo>
                  <a:lnTo>
                    <a:pt x="91" y="9"/>
                  </a:lnTo>
                  <a:lnTo>
                    <a:pt x="93" y="9"/>
                  </a:lnTo>
                  <a:lnTo>
                    <a:pt x="93" y="9"/>
                  </a:lnTo>
                  <a:lnTo>
                    <a:pt x="93" y="10"/>
                  </a:lnTo>
                  <a:lnTo>
                    <a:pt x="95" y="10"/>
                  </a:lnTo>
                  <a:lnTo>
                    <a:pt x="95" y="14"/>
                  </a:lnTo>
                  <a:lnTo>
                    <a:pt x="95" y="14"/>
                  </a:lnTo>
                  <a:lnTo>
                    <a:pt x="95" y="14"/>
                  </a:lnTo>
                  <a:lnTo>
                    <a:pt x="95" y="12"/>
                  </a:lnTo>
                  <a:lnTo>
                    <a:pt x="99" y="9"/>
                  </a:lnTo>
                  <a:lnTo>
                    <a:pt x="101" y="9"/>
                  </a:lnTo>
                  <a:lnTo>
                    <a:pt x="101" y="7"/>
                  </a:lnTo>
                  <a:lnTo>
                    <a:pt x="107" y="7"/>
                  </a:lnTo>
                  <a:lnTo>
                    <a:pt x="110" y="7"/>
                  </a:lnTo>
                  <a:lnTo>
                    <a:pt x="114" y="7"/>
                  </a:lnTo>
                  <a:lnTo>
                    <a:pt x="116" y="9"/>
                  </a:lnTo>
                  <a:lnTo>
                    <a:pt x="120" y="9"/>
                  </a:lnTo>
                  <a:lnTo>
                    <a:pt x="124" y="12"/>
                  </a:lnTo>
                  <a:lnTo>
                    <a:pt x="127" y="14"/>
                  </a:lnTo>
                  <a:lnTo>
                    <a:pt x="138" y="20"/>
                  </a:lnTo>
                  <a:lnTo>
                    <a:pt x="142" y="22"/>
                  </a:lnTo>
                  <a:lnTo>
                    <a:pt x="143" y="24"/>
                  </a:lnTo>
                  <a:lnTo>
                    <a:pt x="145" y="24"/>
                  </a:lnTo>
                  <a:lnTo>
                    <a:pt x="145" y="26"/>
                  </a:lnTo>
                  <a:lnTo>
                    <a:pt x="145" y="28"/>
                  </a:lnTo>
                  <a:lnTo>
                    <a:pt x="145" y="28"/>
                  </a:lnTo>
                  <a:lnTo>
                    <a:pt x="145" y="29"/>
                  </a:lnTo>
                  <a:lnTo>
                    <a:pt x="143" y="29"/>
                  </a:lnTo>
                  <a:lnTo>
                    <a:pt x="137" y="31"/>
                  </a:lnTo>
                  <a:lnTo>
                    <a:pt x="133" y="33"/>
                  </a:lnTo>
                  <a:lnTo>
                    <a:pt x="131" y="33"/>
                  </a:lnTo>
                  <a:lnTo>
                    <a:pt x="122" y="39"/>
                  </a:lnTo>
                  <a:lnTo>
                    <a:pt x="118" y="40"/>
                  </a:lnTo>
                  <a:lnTo>
                    <a:pt x="110" y="44"/>
                  </a:lnTo>
                  <a:lnTo>
                    <a:pt x="96" y="48"/>
                  </a:lnTo>
                  <a:lnTo>
                    <a:pt x="95" y="50"/>
                  </a:lnTo>
                  <a:lnTo>
                    <a:pt x="95" y="50"/>
                  </a:lnTo>
                  <a:lnTo>
                    <a:pt x="89" y="58"/>
                  </a:lnTo>
                  <a:lnTo>
                    <a:pt x="89" y="59"/>
                  </a:lnTo>
                  <a:lnTo>
                    <a:pt x="86" y="59"/>
                  </a:lnTo>
                  <a:lnTo>
                    <a:pt x="80" y="61"/>
                  </a:lnTo>
                  <a:lnTo>
                    <a:pt x="79" y="61"/>
                  </a:lnTo>
                  <a:lnTo>
                    <a:pt x="79" y="63"/>
                  </a:lnTo>
                  <a:lnTo>
                    <a:pt x="77" y="67"/>
                  </a:lnTo>
                  <a:lnTo>
                    <a:pt x="77" y="69"/>
                  </a:lnTo>
                  <a:lnTo>
                    <a:pt x="75" y="75"/>
                  </a:lnTo>
                  <a:lnTo>
                    <a:pt x="75" y="77"/>
                  </a:lnTo>
                  <a:lnTo>
                    <a:pt x="75" y="78"/>
                  </a:lnTo>
                  <a:lnTo>
                    <a:pt x="73" y="78"/>
                  </a:lnTo>
                  <a:lnTo>
                    <a:pt x="69" y="80"/>
                  </a:lnTo>
                  <a:lnTo>
                    <a:pt x="65" y="82"/>
                  </a:lnTo>
                  <a:lnTo>
                    <a:pt x="61" y="82"/>
                  </a:lnTo>
                  <a:lnTo>
                    <a:pt x="60" y="82"/>
                  </a:lnTo>
                  <a:lnTo>
                    <a:pt x="60" y="80"/>
                  </a:lnTo>
                  <a:lnTo>
                    <a:pt x="58" y="80"/>
                  </a:lnTo>
                  <a:lnTo>
                    <a:pt x="58" y="80"/>
                  </a:lnTo>
                  <a:lnTo>
                    <a:pt x="52" y="86"/>
                  </a:lnTo>
                  <a:lnTo>
                    <a:pt x="46" y="87"/>
                  </a:lnTo>
                  <a:lnTo>
                    <a:pt x="44" y="88"/>
                  </a:lnTo>
                  <a:lnTo>
                    <a:pt x="42" y="88"/>
                  </a:lnTo>
                  <a:lnTo>
                    <a:pt x="41" y="88"/>
                  </a:lnTo>
                  <a:lnTo>
                    <a:pt x="39" y="88"/>
                  </a:lnTo>
                  <a:lnTo>
                    <a:pt x="37" y="88"/>
                  </a:lnTo>
                  <a:lnTo>
                    <a:pt x="35" y="87"/>
                  </a:lnTo>
                  <a:lnTo>
                    <a:pt x="35" y="86"/>
                  </a:lnTo>
                  <a:lnTo>
                    <a:pt x="31" y="80"/>
                  </a:lnTo>
                  <a:lnTo>
                    <a:pt x="31" y="78"/>
                  </a:lnTo>
                  <a:lnTo>
                    <a:pt x="30" y="78"/>
                  </a:lnTo>
                  <a:lnTo>
                    <a:pt x="26" y="75"/>
                  </a:lnTo>
                  <a:lnTo>
                    <a:pt x="26" y="75"/>
                  </a:lnTo>
                  <a:lnTo>
                    <a:pt x="16" y="69"/>
                  </a:lnTo>
                  <a:lnTo>
                    <a:pt x="11" y="68"/>
                  </a:lnTo>
                  <a:lnTo>
                    <a:pt x="9" y="68"/>
                  </a:lnTo>
                  <a:lnTo>
                    <a:pt x="9" y="67"/>
                  </a:lnTo>
                  <a:lnTo>
                    <a:pt x="2" y="68"/>
                  </a:lnTo>
                  <a:lnTo>
                    <a:pt x="2" y="68"/>
                  </a:lnTo>
                  <a:lnTo>
                    <a:pt x="0" y="67"/>
                  </a:lnTo>
                  <a:lnTo>
                    <a:pt x="2" y="67"/>
                  </a:lnTo>
                  <a:lnTo>
                    <a:pt x="2" y="65"/>
                  </a:lnTo>
                  <a:lnTo>
                    <a:pt x="2" y="65"/>
                  </a:lnTo>
                  <a:lnTo>
                    <a:pt x="2" y="63"/>
                  </a:lnTo>
                  <a:lnTo>
                    <a:pt x="2" y="63"/>
                  </a:lnTo>
                  <a:lnTo>
                    <a:pt x="3" y="61"/>
                  </a:lnTo>
                  <a:lnTo>
                    <a:pt x="3" y="61"/>
                  </a:lnTo>
                  <a:lnTo>
                    <a:pt x="3" y="61"/>
                  </a:lnTo>
                  <a:lnTo>
                    <a:pt x="3" y="61"/>
                  </a:lnTo>
                  <a:lnTo>
                    <a:pt x="3" y="59"/>
                  </a:lnTo>
                  <a:lnTo>
                    <a:pt x="5" y="59"/>
                  </a:lnTo>
                  <a:lnTo>
                    <a:pt x="5" y="59"/>
                  </a:lnTo>
                  <a:lnTo>
                    <a:pt x="7" y="56"/>
                  </a:lnTo>
                  <a:lnTo>
                    <a:pt x="7" y="56"/>
                  </a:lnTo>
                  <a:lnTo>
                    <a:pt x="9" y="54"/>
                  </a:lnTo>
                  <a:lnTo>
                    <a:pt x="11" y="52"/>
                  </a:lnTo>
                  <a:lnTo>
                    <a:pt x="12" y="52"/>
                  </a:lnTo>
                  <a:lnTo>
                    <a:pt x="12" y="50"/>
                  </a:lnTo>
                  <a:lnTo>
                    <a:pt x="12" y="50"/>
                  </a:lnTo>
                  <a:lnTo>
                    <a:pt x="12" y="50"/>
                  </a:lnTo>
                  <a:lnTo>
                    <a:pt x="12" y="50"/>
                  </a:lnTo>
                  <a:lnTo>
                    <a:pt x="12" y="47"/>
                  </a:lnTo>
                  <a:lnTo>
                    <a:pt x="12" y="47"/>
                  </a:lnTo>
                  <a:lnTo>
                    <a:pt x="12" y="45"/>
                  </a:lnTo>
                  <a:lnTo>
                    <a:pt x="12" y="45"/>
                  </a:lnTo>
                  <a:lnTo>
                    <a:pt x="14" y="44"/>
                  </a:lnTo>
                  <a:lnTo>
                    <a:pt x="18" y="42"/>
                  </a:lnTo>
                  <a:lnTo>
                    <a:pt x="20" y="42"/>
                  </a:lnTo>
                  <a:lnTo>
                    <a:pt x="20" y="42"/>
                  </a:lnTo>
                  <a:lnTo>
                    <a:pt x="18" y="40"/>
                  </a:lnTo>
                  <a:lnTo>
                    <a:pt x="18" y="40"/>
                  </a:lnTo>
                  <a:lnTo>
                    <a:pt x="18" y="40"/>
                  </a:lnTo>
                  <a:lnTo>
                    <a:pt x="16" y="40"/>
                  </a:lnTo>
                  <a:lnTo>
                    <a:pt x="16" y="39"/>
                  </a:lnTo>
                  <a:lnTo>
                    <a:pt x="14" y="39"/>
                  </a:lnTo>
                  <a:lnTo>
                    <a:pt x="16" y="37"/>
                  </a:lnTo>
                  <a:lnTo>
                    <a:pt x="18" y="35"/>
                  </a:lnTo>
                  <a:lnTo>
                    <a:pt x="18" y="35"/>
                  </a:lnTo>
                  <a:lnTo>
                    <a:pt x="22" y="29"/>
                  </a:lnTo>
                  <a:lnTo>
                    <a:pt x="24" y="26"/>
                  </a:lnTo>
                  <a:lnTo>
                    <a:pt x="26" y="24"/>
                  </a:lnTo>
                  <a:lnTo>
                    <a:pt x="30" y="20"/>
                  </a:lnTo>
                  <a:lnTo>
                    <a:pt x="30" y="20"/>
                  </a:lnTo>
                  <a:lnTo>
                    <a:pt x="28" y="20"/>
                  </a:lnTo>
                  <a:lnTo>
                    <a:pt x="24" y="18"/>
                  </a:lnTo>
                  <a:lnTo>
                    <a:pt x="22" y="18"/>
                  </a:lnTo>
                  <a:lnTo>
                    <a:pt x="22" y="16"/>
                  </a:lnTo>
                  <a:lnTo>
                    <a:pt x="18" y="7"/>
                  </a:lnTo>
                  <a:lnTo>
                    <a:pt x="18" y="7"/>
                  </a:lnTo>
                  <a:lnTo>
                    <a:pt x="18" y="5"/>
                  </a:lnTo>
                  <a:lnTo>
                    <a:pt x="16" y="5"/>
                  </a:lnTo>
                  <a:lnTo>
                    <a:pt x="16" y="5"/>
                  </a:lnTo>
                  <a:lnTo>
                    <a:pt x="33" y="1"/>
                  </a:lnTo>
                  <a:lnTo>
                    <a:pt x="46" y="1"/>
                  </a:lnTo>
                  <a:lnTo>
                    <a:pt x="58" y="0"/>
                  </a:lnTo>
                  <a:lnTo>
                    <a:pt x="61"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7" name="Freeform 11507"/>
            <p:cNvSpPr>
              <a:spLocks noChangeAspect="1"/>
            </p:cNvSpPr>
            <p:nvPr/>
          </p:nvSpPr>
          <p:spPr bwMode="auto">
            <a:xfrm>
              <a:off x="2151494" y="1507791"/>
              <a:ext cx="101471" cy="65422"/>
            </a:xfrm>
            <a:custGeom>
              <a:avLst/>
              <a:gdLst>
                <a:gd name="T0" fmla="*/ 64 w 76"/>
                <a:gd name="T1" fmla="*/ 4 h 49"/>
                <a:gd name="T2" fmla="*/ 68 w 76"/>
                <a:gd name="T3" fmla="*/ 5 h 49"/>
                <a:gd name="T4" fmla="*/ 70 w 76"/>
                <a:gd name="T5" fmla="*/ 9 h 49"/>
                <a:gd name="T6" fmla="*/ 70 w 76"/>
                <a:gd name="T7" fmla="*/ 10 h 49"/>
                <a:gd name="T8" fmla="*/ 74 w 76"/>
                <a:gd name="T9" fmla="*/ 15 h 49"/>
                <a:gd name="T10" fmla="*/ 72 w 76"/>
                <a:gd name="T11" fmla="*/ 19 h 49"/>
                <a:gd name="T12" fmla="*/ 72 w 76"/>
                <a:gd name="T13" fmla="*/ 24 h 49"/>
                <a:gd name="T14" fmla="*/ 68 w 76"/>
                <a:gd name="T15" fmla="*/ 28 h 49"/>
                <a:gd name="T16" fmla="*/ 76 w 76"/>
                <a:gd name="T17" fmla="*/ 30 h 49"/>
                <a:gd name="T18" fmla="*/ 76 w 76"/>
                <a:gd name="T19" fmla="*/ 36 h 49"/>
                <a:gd name="T20" fmla="*/ 68 w 76"/>
                <a:gd name="T21" fmla="*/ 36 h 49"/>
                <a:gd name="T22" fmla="*/ 72 w 76"/>
                <a:gd name="T23" fmla="*/ 43 h 49"/>
                <a:gd name="T24" fmla="*/ 68 w 76"/>
                <a:gd name="T25" fmla="*/ 45 h 49"/>
                <a:gd name="T26" fmla="*/ 65 w 76"/>
                <a:gd name="T27" fmla="*/ 42 h 49"/>
                <a:gd name="T28" fmla="*/ 67 w 76"/>
                <a:gd name="T29" fmla="*/ 45 h 49"/>
                <a:gd name="T30" fmla="*/ 65 w 76"/>
                <a:gd name="T31" fmla="*/ 47 h 49"/>
                <a:gd name="T32" fmla="*/ 57 w 76"/>
                <a:gd name="T33" fmla="*/ 49 h 49"/>
                <a:gd name="T34" fmla="*/ 51 w 76"/>
                <a:gd name="T35" fmla="*/ 47 h 49"/>
                <a:gd name="T36" fmla="*/ 48 w 76"/>
                <a:gd name="T37" fmla="*/ 47 h 49"/>
                <a:gd name="T38" fmla="*/ 36 w 76"/>
                <a:gd name="T39" fmla="*/ 47 h 49"/>
                <a:gd name="T40" fmla="*/ 32 w 76"/>
                <a:gd name="T41" fmla="*/ 43 h 49"/>
                <a:gd name="T42" fmla="*/ 38 w 76"/>
                <a:gd name="T43" fmla="*/ 42 h 49"/>
                <a:gd name="T44" fmla="*/ 29 w 76"/>
                <a:gd name="T45" fmla="*/ 38 h 49"/>
                <a:gd name="T46" fmla="*/ 36 w 76"/>
                <a:gd name="T47" fmla="*/ 34 h 49"/>
                <a:gd name="T48" fmla="*/ 42 w 76"/>
                <a:gd name="T49" fmla="*/ 32 h 49"/>
                <a:gd name="T50" fmla="*/ 51 w 76"/>
                <a:gd name="T51" fmla="*/ 30 h 49"/>
                <a:gd name="T52" fmla="*/ 23 w 76"/>
                <a:gd name="T53" fmla="*/ 32 h 49"/>
                <a:gd name="T54" fmla="*/ 4 w 76"/>
                <a:gd name="T55" fmla="*/ 34 h 49"/>
                <a:gd name="T56" fmla="*/ 2 w 76"/>
                <a:gd name="T57" fmla="*/ 32 h 49"/>
                <a:gd name="T58" fmla="*/ 8 w 76"/>
                <a:gd name="T59" fmla="*/ 26 h 49"/>
                <a:gd name="T60" fmla="*/ 17 w 76"/>
                <a:gd name="T61" fmla="*/ 24 h 49"/>
                <a:gd name="T62" fmla="*/ 23 w 76"/>
                <a:gd name="T63" fmla="*/ 28 h 49"/>
                <a:gd name="T64" fmla="*/ 21 w 76"/>
                <a:gd name="T65" fmla="*/ 26 h 49"/>
                <a:gd name="T66" fmla="*/ 18 w 76"/>
                <a:gd name="T67" fmla="*/ 24 h 49"/>
                <a:gd name="T68" fmla="*/ 19 w 76"/>
                <a:gd name="T69" fmla="*/ 21 h 49"/>
                <a:gd name="T70" fmla="*/ 13 w 76"/>
                <a:gd name="T71" fmla="*/ 17 h 49"/>
                <a:gd name="T72" fmla="*/ 18 w 76"/>
                <a:gd name="T73" fmla="*/ 13 h 49"/>
                <a:gd name="T74" fmla="*/ 11 w 76"/>
                <a:gd name="T75" fmla="*/ 13 h 49"/>
                <a:gd name="T76" fmla="*/ 13 w 76"/>
                <a:gd name="T77" fmla="*/ 9 h 49"/>
                <a:gd name="T78" fmla="*/ 17 w 76"/>
                <a:gd name="T79" fmla="*/ 7 h 49"/>
                <a:gd name="T80" fmla="*/ 23 w 76"/>
                <a:gd name="T81" fmla="*/ 10 h 49"/>
                <a:gd name="T82" fmla="*/ 25 w 76"/>
                <a:gd name="T83" fmla="*/ 13 h 49"/>
                <a:gd name="T84" fmla="*/ 38 w 76"/>
                <a:gd name="T85" fmla="*/ 21 h 49"/>
                <a:gd name="T86" fmla="*/ 42 w 76"/>
                <a:gd name="T87" fmla="*/ 23 h 49"/>
                <a:gd name="T88" fmla="*/ 39 w 76"/>
                <a:gd name="T89" fmla="*/ 19 h 49"/>
                <a:gd name="T90" fmla="*/ 38 w 76"/>
                <a:gd name="T91" fmla="*/ 17 h 49"/>
                <a:gd name="T92" fmla="*/ 46 w 76"/>
                <a:gd name="T93" fmla="*/ 15 h 49"/>
                <a:gd name="T94" fmla="*/ 38 w 76"/>
                <a:gd name="T95" fmla="*/ 15 h 49"/>
                <a:gd name="T96" fmla="*/ 34 w 76"/>
                <a:gd name="T97" fmla="*/ 12 h 49"/>
                <a:gd name="T98" fmla="*/ 39 w 76"/>
                <a:gd name="T99" fmla="*/ 12 h 49"/>
                <a:gd name="T100" fmla="*/ 30 w 76"/>
                <a:gd name="T101" fmla="*/ 9 h 49"/>
                <a:gd name="T102" fmla="*/ 27 w 76"/>
                <a:gd name="T103" fmla="*/ 7 h 49"/>
                <a:gd name="T104" fmla="*/ 34 w 76"/>
                <a:gd name="T105" fmla="*/ 4 h 49"/>
                <a:gd name="T106" fmla="*/ 44 w 76"/>
                <a:gd name="T107" fmla="*/ 4 h 49"/>
                <a:gd name="T108" fmla="*/ 55 w 76"/>
                <a:gd name="T109" fmla="*/ 7 h 49"/>
                <a:gd name="T110" fmla="*/ 55 w 76"/>
                <a:gd name="T111"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6" h="49">
                  <a:moveTo>
                    <a:pt x="57" y="0"/>
                  </a:moveTo>
                  <a:lnTo>
                    <a:pt x="60" y="2"/>
                  </a:lnTo>
                  <a:lnTo>
                    <a:pt x="64" y="4"/>
                  </a:lnTo>
                  <a:lnTo>
                    <a:pt x="64" y="4"/>
                  </a:lnTo>
                  <a:lnTo>
                    <a:pt x="67" y="5"/>
                  </a:lnTo>
                  <a:lnTo>
                    <a:pt x="68" y="5"/>
                  </a:lnTo>
                  <a:lnTo>
                    <a:pt x="70" y="7"/>
                  </a:lnTo>
                  <a:lnTo>
                    <a:pt x="70" y="7"/>
                  </a:lnTo>
                  <a:lnTo>
                    <a:pt x="70" y="9"/>
                  </a:lnTo>
                  <a:lnTo>
                    <a:pt x="70" y="9"/>
                  </a:lnTo>
                  <a:lnTo>
                    <a:pt x="70" y="10"/>
                  </a:lnTo>
                  <a:lnTo>
                    <a:pt x="70" y="10"/>
                  </a:lnTo>
                  <a:lnTo>
                    <a:pt x="70" y="12"/>
                  </a:lnTo>
                  <a:lnTo>
                    <a:pt x="72" y="13"/>
                  </a:lnTo>
                  <a:lnTo>
                    <a:pt x="74" y="15"/>
                  </a:lnTo>
                  <a:lnTo>
                    <a:pt x="74" y="17"/>
                  </a:lnTo>
                  <a:lnTo>
                    <a:pt x="74" y="17"/>
                  </a:lnTo>
                  <a:lnTo>
                    <a:pt x="72" y="19"/>
                  </a:lnTo>
                  <a:lnTo>
                    <a:pt x="72" y="21"/>
                  </a:lnTo>
                  <a:lnTo>
                    <a:pt x="72" y="23"/>
                  </a:lnTo>
                  <a:lnTo>
                    <a:pt x="72" y="24"/>
                  </a:lnTo>
                  <a:lnTo>
                    <a:pt x="72" y="24"/>
                  </a:lnTo>
                  <a:lnTo>
                    <a:pt x="70" y="26"/>
                  </a:lnTo>
                  <a:lnTo>
                    <a:pt x="68" y="28"/>
                  </a:lnTo>
                  <a:lnTo>
                    <a:pt x="68" y="28"/>
                  </a:lnTo>
                  <a:lnTo>
                    <a:pt x="74" y="30"/>
                  </a:lnTo>
                  <a:lnTo>
                    <a:pt x="76" y="30"/>
                  </a:lnTo>
                  <a:lnTo>
                    <a:pt x="76" y="33"/>
                  </a:lnTo>
                  <a:lnTo>
                    <a:pt x="76" y="36"/>
                  </a:lnTo>
                  <a:lnTo>
                    <a:pt x="76" y="36"/>
                  </a:lnTo>
                  <a:lnTo>
                    <a:pt x="74" y="34"/>
                  </a:lnTo>
                  <a:lnTo>
                    <a:pt x="72" y="34"/>
                  </a:lnTo>
                  <a:lnTo>
                    <a:pt x="68" y="36"/>
                  </a:lnTo>
                  <a:lnTo>
                    <a:pt x="68" y="42"/>
                  </a:lnTo>
                  <a:lnTo>
                    <a:pt x="70" y="43"/>
                  </a:lnTo>
                  <a:lnTo>
                    <a:pt x="72" y="43"/>
                  </a:lnTo>
                  <a:lnTo>
                    <a:pt x="72" y="45"/>
                  </a:lnTo>
                  <a:lnTo>
                    <a:pt x="70" y="45"/>
                  </a:lnTo>
                  <a:lnTo>
                    <a:pt x="68" y="45"/>
                  </a:lnTo>
                  <a:lnTo>
                    <a:pt x="67" y="43"/>
                  </a:lnTo>
                  <a:lnTo>
                    <a:pt x="67" y="42"/>
                  </a:lnTo>
                  <a:lnTo>
                    <a:pt x="65" y="42"/>
                  </a:lnTo>
                  <a:lnTo>
                    <a:pt x="65" y="43"/>
                  </a:lnTo>
                  <a:lnTo>
                    <a:pt x="65" y="43"/>
                  </a:lnTo>
                  <a:lnTo>
                    <a:pt x="67" y="45"/>
                  </a:lnTo>
                  <a:lnTo>
                    <a:pt x="67" y="47"/>
                  </a:lnTo>
                  <a:lnTo>
                    <a:pt x="67" y="47"/>
                  </a:lnTo>
                  <a:lnTo>
                    <a:pt x="65" y="47"/>
                  </a:lnTo>
                  <a:lnTo>
                    <a:pt x="64" y="47"/>
                  </a:lnTo>
                  <a:lnTo>
                    <a:pt x="58" y="47"/>
                  </a:lnTo>
                  <a:lnTo>
                    <a:pt x="57" y="49"/>
                  </a:lnTo>
                  <a:lnTo>
                    <a:pt x="55" y="47"/>
                  </a:lnTo>
                  <a:lnTo>
                    <a:pt x="53" y="47"/>
                  </a:lnTo>
                  <a:lnTo>
                    <a:pt x="51" y="47"/>
                  </a:lnTo>
                  <a:lnTo>
                    <a:pt x="49" y="47"/>
                  </a:lnTo>
                  <a:lnTo>
                    <a:pt x="48" y="47"/>
                  </a:lnTo>
                  <a:lnTo>
                    <a:pt x="48" y="47"/>
                  </a:lnTo>
                  <a:lnTo>
                    <a:pt x="44" y="49"/>
                  </a:lnTo>
                  <a:lnTo>
                    <a:pt x="41" y="49"/>
                  </a:lnTo>
                  <a:lnTo>
                    <a:pt x="36" y="47"/>
                  </a:lnTo>
                  <a:lnTo>
                    <a:pt x="36" y="47"/>
                  </a:lnTo>
                  <a:lnTo>
                    <a:pt x="34" y="47"/>
                  </a:lnTo>
                  <a:lnTo>
                    <a:pt x="32" y="43"/>
                  </a:lnTo>
                  <a:lnTo>
                    <a:pt x="32" y="42"/>
                  </a:lnTo>
                  <a:lnTo>
                    <a:pt x="38" y="42"/>
                  </a:lnTo>
                  <a:lnTo>
                    <a:pt x="38" y="42"/>
                  </a:lnTo>
                  <a:lnTo>
                    <a:pt x="34" y="40"/>
                  </a:lnTo>
                  <a:lnTo>
                    <a:pt x="30" y="40"/>
                  </a:lnTo>
                  <a:lnTo>
                    <a:pt x="29" y="38"/>
                  </a:lnTo>
                  <a:lnTo>
                    <a:pt x="30" y="36"/>
                  </a:lnTo>
                  <a:lnTo>
                    <a:pt x="29" y="36"/>
                  </a:lnTo>
                  <a:lnTo>
                    <a:pt x="36" y="34"/>
                  </a:lnTo>
                  <a:lnTo>
                    <a:pt x="39" y="33"/>
                  </a:lnTo>
                  <a:lnTo>
                    <a:pt x="42" y="32"/>
                  </a:lnTo>
                  <a:lnTo>
                    <a:pt x="42" y="32"/>
                  </a:lnTo>
                  <a:lnTo>
                    <a:pt x="44" y="30"/>
                  </a:lnTo>
                  <a:lnTo>
                    <a:pt x="49" y="30"/>
                  </a:lnTo>
                  <a:lnTo>
                    <a:pt x="51" y="30"/>
                  </a:lnTo>
                  <a:lnTo>
                    <a:pt x="41" y="30"/>
                  </a:lnTo>
                  <a:lnTo>
                    <a:pt x="27" y="32"/>
                  </a:lnTo>
                  <a:lnTo>
                    <a:pt x="23" y="32"/>
                  </a:lnTo>
                  <a:lnTo>
                    <a:pt x="19" y="32"/>
                  </a:lnTo>
                  <a:lnTo>
                    <a:pt x="4" y="34"/>
                  </a:lnTo>
                  <a:lnTo>
                    <a:pt x="4" y="34"/>
                  </a:lnTo>
                  <a:lnTo>
                    <a:pt x="2" y="33"/>
                  </a:lnTo>
                  <a:lnTo>
                    <a:pt x="0" y="32"/>
                  </a:lnTo>
                  <a:lnTo>
                    <a:pt x="2" y="32"/>
                  </a:lnTo>
                  <a:lnTo>
                    <a:pt x="6" y="28"/>
                  </a:lnTo>
                  <a:lnTo>
                    <a:pt x="8" y="26"/>
                  </a:lnTo>
                  <a:lnTo>
                    <a:pt x="8" y="26"/>
                  </a:lnTo>
                  <a:lnTo>
                    <a:pt x="10" y="24"/>
                  </a:lnTo>
                  <a:lnTo>
                    <a:pt x="13" y="24"/>
                  </a:lnTo>
                  <a:lnTo>
                    <a:pt x="17" y="24"/>
                  </a:lnTo>
                  <a:lnTo>
                    <a:pt x="19" y="26"/>
                  </a:lnTo>
                  <a:lnTo>
                    <a:pt x="21" y="28"/>
                  </a:lnTo>
                  <a:lnTo>
                    <a:pt x="23" y="28"/>
                  </a:lnTo>
                  <a:lnTo>
                    <a:pt x="25" y="26"/>
                  </a:lnTo>
                  <a:lnTo>
                    <a:pt x="25" y="26"/>
                  </a:lnTo>
                  <a:lnTo>
                    <a:pt x="21" y="26"/>
                  </a:lnTo>
                  <a:lnTo>
                    <a:pt x="21" y="26"/>
                  </a:lnTo>
                  <a:lnTo>
                    <a:pt x="19" y="24"/>
                  </a:lnTo>
                  <a:lnTo>
                    <a:pt x="18" y="24"/>
                  </a:lnTo>
                  <a:lnTo>
                    <a:pt x="18" y="23"/>
                  </a:lnTo>
                  <a:lnTo>
                    <a:pt x="18" y="23"/>
                  </a:lnTo>
                  <a:lnTo>
                    <a:pt x="19" y="21"/>
                  </a:lnTo>
                  <a:lnTo>
                    <a:pt x="17" y="21"/>
                  </a:lnTo>
                  <a:lnTo>
                    <a:pt x="15" y="19"/>
                  </a:lnTo>
                  <a:lnTo>
                    <a:pt x="13" y="17"/>
                  </a:lnTo>
                  <a:lnTo>
                    <a:pt x="13" y="17"/>
                  </a:lnTo>
                  <a:lnTo>
                    <a:pt x="15" y="15"/>
                  </a:lnTo>
                  <a:lnTo>
                    <a:pt x="18" y="13"/>
                  </a:lnTo>
                  <a:lnTo>
                    <a:pt x="18" y="13"/>
                  </a:lnTo>
                  <a:lnTo>
                    <a:pt x="13" y="13"/>
                  </a:lnTo>
                  <a:lnTo>
                    <a:pt x="11" y="13"/>
                  </a:lnTo>
                  <a:lnTo>
                    <a:pt x="10" y="12"/>
                  </a:lnTo>
                  <a:lnTo>
                    <a:pt x="10" y="10"/>
                  </a:lnTo>
                  <a:lnTo>
                    <a:pt x="13" y="9"/>
                  </a:lnTo>
                  <a:lnTo>
                    <a:pt x="13" y="9"/>
                  </a:lnTo>
                  <a:lnTo>
                    <a:pt x="15" y="7"/>
                  </a:lnTo>
                  <a:lnTo>
                    <a:pt x="17" y="7"/>
                  </a:lnTo>
                  <a:lnTo>
                    <a:pt x="19" y="9"/>
                  </a:lnTo>
                  <a:lnTo>
                    <a:pt x="21" y="9"/>
                  </a:lnTo>
                  <a:lnTo>
                    <a:pt x="23" y="10"/>
                  </a:lnTo>
                  <a:lnTo>
                    <a:pt x="25" y="12"/>
                  </a:lnTo>
                  <a:lnTo>
                    <a:pt x="23" y="12"/>
                  </a:lnTo>
                  <a:lnTo>
                    <a:pt x="25" y="13"/>
                  </a:lnTo>
                  <a:lnTo>
                    <a:pt x="27" y="13"/>
                  </a:lnTo>
                  <a:lnTo>
                    <a:pt x="36" y="21"/>
                  </a:lnTo>
                  <a:lnTo>
                    <a:pt x="38" y="21"/>
                  </a:lnTo>
                  <a:lnTo>
                    <a:pt x="39" y="23"/>
                  </a:lnTo>
                  <a:lnTo>
                    <a:pt x="41" y="23"/>
                  </a:lnTo>
                  <a:lnTo>
                    <a:pt x="42" y="23"/>
                  </a:lnTo>
                  <a:lnTo>
                    <a:pt x="44" y="23"/>
                  </a:lnTo>
                  <a:lnTo>
                    <a:pt x="44" y="21"/>
                  </a:lnTo>
                  <a:lnTo>
                    <a:pt x="39" y="19"/>
                  </a:lnTo>
                  <a:lnTo>
                    <a:pt x="39" y="19"/>
                  </a:lnTo>
                  <a:lnTo>
                    <a:pt x="38" y="17"/>
                  </a:lnTo>
                  <a:lnTo>
                    <a:pt x="38" y="17"/>
                  </a:lnTo>
                  <a:lnTo>
                    <a:pt x="39" y="15"/>
                  </a:lnTo>
                  <a:lnTo>
                    <a:pt x="42" y="17"/>
                  </a:lnTo>
                  <a:lnTo>
                    <a:pt x="46" y="15"/>
                  </a:lnTo>
                  <a:lnTo>
                    <a:pt x="42" y="15"/>
                  </a:lnTo>
                  <a:lnTo>
                    <a:pt x="39" y="15"/>
                  </a:lnTo>
                  <a:lnTo>
                    <a:pt x="38" y="15"/>
                  </a:lnTo>
                  <a:lnTo>
                    <a:pt x="34" y="13"/>
                  </a:lnTo>
                  <a:lnTo>
                    <a:pt x="34" y="13"/>
                  </a:lnTo>
                  <a:lnTo>
                    <a:pt x="34" y="12"/>
                  </a:lnTo>
                  <a:lnTo>
                    <a:pt x="39" y="12"/>
                  </a:lnTo>
                  <a:lnTo>
                    <a:pt x="39" y="12"/>
                  </a:lnTo>
                  <a:lnTo>
                    <a:pt x="39" y="12"/>
                  </a:lnTo>
                  <a:lnTo>
                    <a:pt x="38" y="10"/>
                  </a:lnTo>
                  <a:lnTo>
                    <a:pt x="38" y="10"/>
                  </a:lnTo>
                  <a:lnTo>
                    <a:pt x="30" y="9"/>
                  </a:lnTo>
                  <a:lnTo>
                    <a:pt x="29" y="9"/>
                  </a:lnTo>
                  <a:lnTo>
                    <a:pt x="27" y="7"/>
                  </a:lnTo>
                  <a:lnTo>
                    <a:pt x="27" y="7"/>
                  </a:lnTo>
                  <a:lnTo>
                    <a:pt x="29" y="5"/>
                  </a:lnTo>
                  <a:lnTo>
                    <a:pt x="32" y="4"/>
                  </a:lnTo>
                  <a:lnTo>
                    <a:pt x="34" y="4"/>
                  </a:lnTo>
                  <a:lnTo>
                    <a:pt x="39" y="2"/>
                  </a:lnTo>
                  <a:lnTo>
                    <a:pt x="42" y="2"/>
                  </a:lnTo>
                  <a:lnTo>
                    <a:pt x="44" y="4"/>
                  </a:lnTo>
                  <a:lnTo>
                    <a:pt x="48" y="5"/>
                  </a:lnTo>
                  <a:lnTo>
                    <a:pt x="51" y="7"/>
                  </a:lnTo>
                  <a:lnTo>
                    <a:pt x="55" y="7"/>
                  </a:lnTo>
                  <a:lnTo>
                    <a:pt x="53" y="5"/>
                  </a:lnTo>
                  <a:lnTo>
                    <a:pt x="53" y="4"/>
                  </a:lnTo>
                  <a:lnTo>
                    <a:pt x="55" y="2"/>
                  </a:lnTo>
                  <a:lnTo>
                    <a:pt x="57"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8" name="Freeform 11512"/>
            <p:cNvSpPr>
              <a:spLocks noChangeAspect="1"/>
            </p:cNvSpPr>
            <p:nvPr/>
          </p:nvSpPr>
          <p:spPr bwMode="auto">
            <a:xfrm>
              <a:off x="1895613" y="1501047"/>
              <a:ext cx="222968" cy="90790"/>
            </a:xfrm>
            <a:custGeom>
              <a:avLst/>
              <a:gdLst>
                <a:gd name="T0" fmla="*/ 125 w 167"/>
                <a:gd name="T1" fmla="*/ 4 h 68"/>
                <a:gd name="T2" fmla="*/ 123 w 167"/>
                <a:gd name="T3" fmla="*/ 9 h 68"/>
                <a:gd name="T4" fmla="*/ 128 w 167"/>
                <a:gd name="T5" fmla="*/ 14 h 68"/>
                <a:gd name="T6" fmla="*/ 126 w 167"/>
                <a:gd name="T7" fmla="*/ 21 h 68"/>
                <a:gd name="T8" fmla="*/ 134 w 167"/>
                <a:gd name="T9" fmla="*/ 23 h 68"/>
                <a:gd name="T10" fmla="*/ 136 w 167"/>
                <a:gd name="T11" fmla="*/ 27 h 68"/>
                <a:gd name="T12" fmla="*/ 136 w 167"/>
                <a:gd name="T13" fmla="*/ 28 h 68"/>
                <a:gd name="T14" fmla="*/ 145 w 167"/>
                <a:gd name="T15" fmla="*/ 28 h 68"/>
                <a:gd name="T16" fmla="*/ 146 w 167"/>
                <a:gd name="T17" fmla="*/ 32 h 68"/>
                <a:gd name="T18" fmla="*/ 147 w 167"/>
                <a:gd name="T19" fmla="*/ 28 h 68"/>
                <a:gd name="T20" fmla="*/ 151 w 167"/>
                <a:gd name="T21" fmla="*/ 23 h 68"/>
                <a:gd name="T22" fmla="*/ 165 w 167"/>
                <a:gd name="T23" fmla="*/ 27 h 68"/>
                <a:gd name="T24" fmla="*/ 164 w 167"/>
                <a:gd name="T25" fmla="*/ 38 h 68"/>
                <a:gd name="T26" fmla="*/ 151 w 167"/>
                <a:gd name="T27" fmla="*/ 51 h 68"/>
                <a:gd name="T28" fmla="*/ 134 w 167"/>
                <a:gd name="T29" fmla="*/ 53 h 68"/>
                <a:gd name="T30" fmla="*/ 123 w 167"/>
                <a:gd name="T31" fmla="*/ 53 h 68"/>
                <a:gd name="T32" fmla="*/ 120 w 167"/>
                <a:gd name="T33" fmla="*/ 51 h 68"/>
                <a:gd name="T34" fmla="*/ 98 w 167"/>
                <a:gd name="T35" fmla="*/ 58 h 68"/>
                <a:gd name="T36" fmla="*/ 79 w 167"/>
                <a:gd name="T37" fmla="*/ 65 h 68"/>
                <a:gd name="T38" fmla="*/ 51 w 167"/>
                <a:gd name="T39" fmla="*/ 66 h 68"/>
                <a:gd name="T40" fmla="*/ 47 w 167"/>
                <a:gd name="T41" fmla="*/ 58 h 68"/>
                <a:gd name="T42" fmla="*/ 75 w 167"/>
                <a:gd name="T43" fmla="*/ 51 h 68"/>
                <a:gd name="T44" fmla="*/ 87 w 167"/>
                <a:gd name="T45" fmla="*/ 49 h 68"/>
                <a:gd name="T46" fmla="*/ 83 w 167"/>
                <a:gd name="T47" fmla="*/ 47 h 68"/>
                <a:gd name="T48" fmla="*/ 73 w 167"/>
                <a:gd name="T49" fmla="*/ 49 h 68"/>
                <a:gd name="T50" fmla="*/ 66 w 167"/>
                <a:gd name="T51" fmla="*/ 47 h 68"/>
                <a:gd name="T52" fmla="*/ 51 w 167"/>
                <a:gd name="T53" fmla="*/ 49 h 68"/>
                <a:gd name="T54" fmla="*/ 50 w 167"/>
                <a:gd name="T55" fmla="*/ 46 h 68"/>
                <a:gd name="T56" fmla="*/ 53 w 167"/>
                <a:gd name="T57" fmla="*/ 40 h 68"/>
                <a:gd name="T58" fmla="*/ 49 w 167"/>
                <a:gd name="T59" fmla="*/ 40 h 68"/>
                <a:gd name="T60" fmla="*/ 43 w 167"/>
                <a:gd name="T61" fmla="*/ 44 h 68"/>
                <a:gd name="T62" fmla="*/ 43 w 167"/>
                <a:gd name="T63" fmla="*/ 47 h 68"/>
                <a:gd name="T64" fmla="*/ 32 w 167"/>
                <a:gd name="T65" fmla="*/ 51 h 68"/>
                <a:gd name="T66" fmla="*/ 29 w 167"/>
                <a:gd name="T67" fmla="*/ 49 h 68"/>
                <a:gd name="T68" fmla="*/ 26 w 167"/>
                <a:gd name="T69" fmla="*/ 53 h 68"/>
                <a:gd name="T70" fmla="*/ 0 w 167"/>
                <a:gd name="T71" fmla="*/ 46 h 68"/>
                <a:gd name="T72" fmla="*/ 0 w 167"/>
                <a:gd name="T73" fmla="*/ 42 h 68"/>
                <a:gd name="T74" fmla="*/ 8 w 167"/>
                <a:gd name="T75" fmla="*/ 38 h 68"/>
                <a:gd name="T76" fmla="*/ 32 w 167"/>
                <a:gd name="T77" fmla="*/ 34 h 68"/>
                <a:gd name="T78" fmla="*/ 6 w 167"/>
                <a:gd name="T79" fmla="*/ 36 h 68"/>
                <a:gd name="T80" fmla="*/ 10 w 167"/>
                <a:gd name="T81" fmla="*/ 30 h 68"/>
                <a:gd name="T82" fmla="*/ 34 w 167"/>
                <a:gd name="T83" fmla="*/ 27 h 68"/>
                <a:gd name="T84" fmla="*/ 11 w 167"/>
                <a:gd name="T85" fmla="*/ 25 h 68"/>
                <a:gd name="T86" fmla="*/ 15 w 167"/>
                <a:gd name="T87" fmla="*/ 19 h 68"/>
                <a:gd name="T88" fmla="*/ 38 w 167"/>
                <a:gd name="T89" fmla="*/ 19 h 68"/>
                <a:gd name="T90" fmla="*/ 24 w 167"/>
                <a:gd name="T91" fmla="*/ 16 h 68"/>
                <a:gd name="T92" fmla="*/ 34 w 167"/>
                <a:gd name="T93" fmla="*/ 11 h 68"/>
                <a:gd name="T94" fmla="*/ 47 w 167"/>
                <a:gd name="T95" fmla="*/ 13 h 68"/>
                <a:gd name="T96" fmla="*/ 50 w 167"/>
                <a:gd name="T97" fmla="*/ 17 h 68"/>
                <a:gd name="T98" fmla="*/ 68 w 167"/>
                <a:gd name="T99" fmla="*/ 17 h 68"/>
                <a:gd name="T100" fmla="*/ 75 w 167"/>
                <a:gd name="T101" fmla="*/ 28 h 68"/>
                <a:gd name="T102" fmla="*/ 83 w 167"/>
                <a:gd name="T103" fmla="*/ 30 h 68"/>
                <a:gd name="T104" fmla="*/ 90 w 167"/>
                <a:gd name="T105" fmla="*/ 37 h 68"/>
                <a:gd name="T106" fmla="*/ 118 w 167"/>
                <a:gd name="T107" fmla="*/ 37 h 68"/>
                <a:gd name="T108" fmla="*/ 118 w 167"/>
                <a:gd name="T109" fmla="*/ 34 h 68"/>
                <a:gd name="T110" fmla="*/ 113 w 167"/>
                <a:gd name="T111" fmla="*/ 23 h 68"/>
                <a:gd name="T112" fmla="*/ 100 w 167"/>
                <a:gd name="T113" fmla="*/ 16 h 68"/>
                <a:gd name="T114" fmla="*/ 100 w 167"/>
                <a:gd name="T115" fmla="*/ 13 h 68"/>
                <a:gd name="T116" fmla="*/ 115 w 167"/>
                <a:gd name="T117"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7" h="68">
                  <a:moveTo>
                    <a:pt x="120" y="0"/>
                  </a:moveTo>
                  <a:lnTo>
                    <a:pt x="123" y="2"/>
                  </a:lnTo>
                  <a:lnTo>
                    <a:pt x="125" y="2"/>
                  </a:lnTo>
                  <a:lnTo>
                    <a:pt x="125" y="4"/>
                  </a:lnTo>
                  <a:lnTo>
                    <a:pt x="125" y="4"/>
                  </a:lnTo>
                  <a:lnTo>
                    <a:pt x="125" y="6"/>
                  </a:lnTo>
                  <a:lnTo>
                    <a:pt x="123" y="8"/>
                  </a:lnTo>
                  <a:lnTo>
                    <a:pt x="123" y="8"/>
                  </a:lnTo>
                  <a:lnTo>
                    <a:pt x="123" y="8"/>
                  </a:lnTo>
                  <a:lnTo>
                    <a:pt x="123" y="9"/>
                  </a:lnTo>
                  <a:lnTo>
                    <a:pt x="123" y="11"/>
                  </a:lnTo>
                  <a:lnTo>
                    <a:pt x="125" y="13"/>
                  </a:lnTo>
                  <a:lnTo>
                    <a:pt x="125" y="13"/>
                  </a:lnTo>
                  <a:lnTo>
                    <a:pt x="126" y="13"/>
                  </a:lnTo>
                  <a:lnTo>
                    <a:pt x="128" y="14"/>
                  </a:lnTo>
                  <a:lnTo>
                    <a:pt x="130" y="17"/>
                  </a:lnTo>
                  <a:lnTo>
                    <a:pt x="128" y="19"/>
                  </a:lnTo>
                  <a:lnTo>
                    <a:pt x="126" y="19"/>
                  </a:lnTo>
                  <a:lnTo>
                    <a:pt x="126" y="21"/>
                  </a:lnTo>
                  <a:lnTo>
                    <a:pt x="126" y="21"/>
                  </a:lnTo>
                  <a:lnTo>
                    <a:pt x="126" y="23"/>
                  </a:lnTo>
                  <a:lnTo>
                    <a:pt x="126" y="23"/>
                  </a:lnTo>
                  <a:lnTo>
                    <a:pt x="128" y="23"/>
                  </a:lnTo>
                  <a:lnTo>
                    <a:pt x="132" y="23"/>
                  </a:lnTo>
                  <a:lnTo>
                    <a:pt x="134" y="23"/>
                  </a:lnTo>
                  <a:lnTo>
                    <a:pt x="136" y="23"/>
                  </a:lnTo>
                  <a:lnTo>
                    <a:pt x="136" y="25"/>
                  </a:lnTo>
                  <a:lnTo>
                    <a:pt x="136" y="25"/>
                  </a:lnTo>
                  <a:lnTo>
                    <a:pt x="136" y="25"/>
                  </a:lnTo>
                  <a:lnTo>
                    <a:pt x="136" y="27"/>
                  </a:lnTo>
                  <a:lnTo>
                    <a:pt x="132" y="28"/>
                  </a:lnTo>
                  <a:lnTo>
                    <a:pt x="132" y="30"/>
                  </a:lnTo>
                  <a:lnTo>
                    <a:pt x="132" y="30"/>
                  </a:lnTo>
                  <a:lnTo>
                    <a:pt x="132" y="30"/>
                  </a:lnTo>
                  <a:lnTo>
                    <a:pt x="136" y="28"/>
                  </a:lnTo>
                  <a:lnTo>
                    <a:pt x="137" y="27"/>
                  </a:lnTo>
                  <a:lnTo>
                    <a:pt x="139" y="27"/>
                  </a:lnTo>
                  <a:lnTo>
                    <a:pt x="143" y="27"/>
                  </a:lnTo>
                  <a:lnTo>
                    <a:pt x="145" y="28"/>
                  </a:lnTo>
                  <a:lnTo>
                    <a:pt x="145" y="28"/>
                  </a:lnTo>
                  <a:lnTo>
                    <a:pt x="145" y="28"/>
                  </a:lnTo>
                  <a:lnTo>
                    <a:pt x="146" y="30"/>
                  </a:lnTo>
                  <a:lnTo>
                    <a:pt x="146" y="34"/>
                  </a:lnTo>
                  <a:lnTo>
                    <a:pt x="146" y="34"/>
                  </a:lnTo>
                  <a:lnTo>
                    <a:pt x="146" y="32"/>
                  </a:lnTo>
                  <a:lnTo>
                    <a:pt x="147" y="30"/>
                  </a:lnTo>
                  <a:lnTo>
                    <a:pt x="149" y="30"/>
                  </a:lnTo>
                  <a:lnTo>
                    <a:pt x="149" y="30"/>
                  </a:lnTo>
                  <a:lnTo>
                    <a:pt x="149" y="28"/>
                  </a:lnTo>
                  <a:lnTo>
                    <a:pt x="147" y="28"/>
                  </a:lnTo>
                  <a:lnTo>
                    <a:pt x="147" y="27"/>
                  </a:lnTo>
                  <a:lnTo>
                    <a:pt x="147" y="27"/>
                  </a:lnTo>
                  <a:lnTo>
                    <a:pt x="147" y="25"/>
                  </a:lnTo>
                  <a:lnTo>
                    <a:pt x="149" y="23"/>
                  </a:lnTo>
                  <a:lnTo>
                    <a:pt x="151" y="23"/>
                  </a:lnTo>
                  <a:lnTo>
                    <a:pt x="153" y="23"/>
                  </a:lnTo>
                  <a:lnTo>
                    <a:pt x="160" y="25"/>
                  </a:lnTo>
                  <a:lnTo>
                    <a:pt x="164" y="25"/>
                  </a:lnTo>
                  <a:lnTo>
                    <a:pt x="165" y="27"/>
                  </a:lnTo>
                  <a:lnTo>
                    <a:pt x="165" y="27"/>
                  </a:lnTo>
                  <a:lnTo>
                    <a:pt x="165" y="28"/>
                  </a:lnTo>
                  <a:lnTo>
                    <a:pt x="167" y="32"/>
                  </a:lnTo>
                  <a:lnTo>
                    <a:pt x="167" y="34"/>
                  </a:lnTo>
                  <a:lnTo>
                    <a:pt x="165" y="36"/>
                  </a:lnTo>
                  <a:lnTo>
                    <a:pt x="164" y="38"/>
                  </a:lnTo>
                  <a:lnTo>
                    <a:pt x="164" y="40"/>
                  </a:lnTo>
                  <a:lnTo>
                    <a:pt x="162" y="47"/>
                  </a:lnTo>
                  <a:lnTo>
                    <a:pt x="160" y="49"/>
                  </a:lnTo>
                  <a:lnTo>
                    <a:pt x="158" y="49"/>
                  </a:lnTo>
                  <a:lnTo>
                    <a:pt x="151" y="51"/>
                  </a:lnTo>
                  <a:lnTo>
                    <a:pt x="146" y="55"/>
                  </a:lnTo>
                  <a:lnTo>
                    <a:pt x="145" y="55"/>
                  </a:lnTo>
                  <a:lnTo>
                    <a:pt x="143" y="55"/>
                  </a:lnTo>
                  <a:lnTo>
                    <a:pt x="139" y="53"/>
                  </a:lnTo>
                  <a:lnTo>
                    <a:pt x="134" y="53"/>
                  </a:lnTo>
                  <a:lnTo>
                    <a:pt x="132" y="53"/>
                  </a:lnTo>
                  <a:lnTo>
                    <a:pt x="128" y="53"/>
                  </a:lnTo>
                  <a:lnTo>
                    <a:pt x="126" y="55"/>
                  </a:lnTo>
                  <a:lnTo>
                    <a:pt x="125" y="53"/>
                  </a:lnTo>
                  <a:lnTo>
                    <a:pt x="123" y="53"/>
                  </a:lnTo>
                  <a:lnTo>
                    <a:pt x="122" y="53"/>
                  </a:lnTo>
                  <a:lnTo>
                    <a:pt x="122" y="53"/>
                  </a:lnTo>
                  <a:lnTo>
                    <a:pt x="123" y="51"/>
                  </a:lnTo>
                  <a:lnTo>
                    <a:pt x="122" y="51"/>
                  </a:lnTo>
                  <a:lnTo>
                    <a:pt x="120" y="51"/>
                  </a:lnTo>
                  <a:lnTo>
                    <a:pt x="118" y="51"/>
                  </a:lnTo>
                  <a:lnTo>
                    <a:pt x="111" y="55"/>
                  </a:lnTo>
                  <a:lnTo>
                    <a:pt x="102" y="56"/>
                  </a:lnTo>
                  <a:lnTo>
                    <a:pt x="99" y="58"/>
                  </a:lnTo>
                  <a:lnTo>
                    <a:pt x="98" y="58"/>
                  </a:lnTo>
                  <a:lnTo>
                    <a:pt x="96" y="58"/>
                  </a:lnTo>
                  <a:lnTo>
                    <a:pt x="94" y="60"/>
                  </a:lnTo>
                  <a:lnTo>
                    <a:pt x="90" y="61"/>
                  </a:lnTo>
                  <a:lnTo>
                    <a:pt x="87" y="63"/>
                  </a:lnTo>
                  <a:lnTo>
                    <a:pt x="79" y="65"/>
                  </a:lnTo>
                  <a:lnTo>
                    <a:pt x="69" y="68"/>
                  </a:lnTo>
                  <a:lnTo>
                    <a:pt x="62" y="68"/>
                  </a:lnTo>
                  <a:lnTo>
                    <a:pt x="55" y="66"/>
                  </a:lnTo>
                  <a:lnTo>
                    <a:pt x="53" y="66"/>
                  </a:lnTo>
                  <a:lnTo>
                    <a:pt x="51" y="66"/>
                  </a:lnTo>
                  <a:lnTo>
                    <a:pt x="47" y="63"/>
                  </a:lnTo>
                  <a:lnTo>
                    <a:pt x="45" y="63"/>
                  </a:lnTo>
                  <a:lnTo>
                    <a:pt x="43" y="61"/>
                  </a:lnTo>
                  <a:lnTo>
                    <a:pt x="45" y="60"/>
                  </a:lnTo>
                  <a:lnTo>
                    <a:pt x="47" y="58"/>
                  </a:lnTo>
                  <a:lnTo>
                    <a:pt x="50" y="58"/>
                  </a:lnTo>
                  <a:lnTo>
                    <a:pt x="59" y="56"/>
                  </a:lnTo>
                  <a:lnTo>
                    <a:pt x="64" y="53"/>
                  </a:lnTo>
                  <a:lnTo>
                    <a:pt x="68" y="53"/>
                  </a:lnTo>
                  <a:lnTo>
                    <a:pt x="75" y="51"/>
                  </a:lnTo>
                  <a:lnTo>
                    <a:pt x="76" y="53"/>
                  </a:lnTo>
                  <a:lnTo>
                    <a:pt x="79" y="53"/>
                  </a:lnTo>
                  <a:lnTo>
                    <a:pt x="81" y="51"/>
                  </a:lnTo>
                  <a:lnTo>
                    <a:pt x="83" y="51"/>
                  </a:lnTo>
                  <a:lnTo>
                    <a:pt x="87" y="49"/>
                  </a:lnTo>
                  <a:lnTo>
                    <a:pt x="88" y="47"/>
                  </a:lnTo>
                  <a:lnTo>
                    <a:pt x="90" y="46"/>
                  </a:lnTo>
                  <a:lnTo>
                    <a:pt x="88" y="46"/>
                  </a:lnTo>
                  <a:lnTo>
                    <a:pt x="88" y="46"/>
                  </a:lnTo>
                  <a:lnTo>
                    <a:pt x="83" y="47"/>
                  </a:lnTo>
                  <a:lnTo>
                    <a:pt x="81" y="47"/>
                  </a:lnTo>
                  <a:lnTo>
                    <a:pt x="79" y="47"/>
                  </a:lnTo>
                  <a:lnTo>
                    <a:pt x="76" y="47"/>
                  </a:lnTo>
                  <a:lnTo>
                    <a:pt x="73" y="49"/>
                  </a:lnTo>
                  <a:lnTo>
                    <a:pt x="73" y="49"/>
                  </a:lnTo>
                  <a:lnTo>
                    <a:pt x="69" y="46"/>
                  </a:lnTo>
                  <a:lnTo>
                    <a:pt x="68" y="46"/>
                  </a:lnTo>
                  <a:lnTo>
                    <a:pt x="68" y="46"/>
                  </a:lnTo>
                  <a:lnTo>
                    <a:pt x="66" y="47"/>
                  </a:lnTo>
                  <a:lnTo>
                    <a:pt x="66" y="47"/>
                  </a:lnTo>
                  <a:lnTo>
                    <a:pt x="64" y="49"/>
                  </a:lnTo>
                  <a:lnTo>
                    <a:pt x="64" y="49"/>
                  </a:lnTo>
                  <a:lnTo>
                    <a:pt x="57" y="49"/>
                  </a:lnTo>
                  <a:lnTo>
                    <a:pt x="51" y="51"/>
                  </a:lnTo>
                  <a:lnTo>
                    <a:pt x="51" y="49"/>
                  </a:lnTo>
                  <a:lnTo>
                    <a:pt x="50" y="49"/>
                  </a:lnTo>
                  <a:lnTo>
                    <a:pt x="50" y="49"/>
                  </a:lnTo>
                  <a:lnTo>
                    <a:pt x="50" y="47"/>
                  </a:lnTo>
                  <a:lnTo>
                    <a:pt x="50" y="46"/>
                  </a:lnTo>
                  <a:lnTo>
                    <a:pt x="50" y="46"/>
                  </a:lnTo>
                  <a:lnTo>
                    <a:pt x="51" y="44"/>
                  </a:lnTo>
                  <a:lnTo>
                    <a:pt x="51" y="44"/>
                  </a:lnTo>
                  <a:lnTo>
                    <a:pt x="55" y="40"/>
                  </a:lnTo>
                  <a:lnTo>
                    <a:pt x="55" y="40"/>
                  </a:lnTo>
                  <a:lnTo>
                    <a:pt x="53" y="40"/>
                  </a:lnTo>
                  <a:lnTo>
                    <a:pt x="50" y="42"/>
                  </a:lnTo>
                  <a:lnTo>
                    <a:pt x="50" y="40"/>
                  </a:lnTo>
                  <a:lnTo>
                    <a:pt x="49" y="40"/>
                  </a:lnTo>
                  <a:lnTo>
                    <a:pt x="49" y="40"/>
                  </a:lnTo>
                  <a:lnTo>
                    <a:pt x="49" y="40"/>
                  </a:lnTo>
                  <a:lnTo>
                    <a:pt x="49" y="40"/>
                  </a:lnTo>
                  <a:lnTo>
                    <a:pt x="47" y="44"/>
                  </a:lnTo>
                  <a:lnTo>
                    <a:pt x="47" y="46"/>
                  </a:lnTo>
                  <a:lnTo>
                    <a:pt x="45" y="46"/>
                  </a:lnTo>
                  <a:lnTo>
                    <a:pt x="43" y="44"/>
                  </a:lnTo>
                  <a:lnTo>
                    <a:pt x="41" y="44"/>
                  </a:lnTo>
                  <a:lnTo>
                    <a:pt x="41" y="44"/>
                  </a:lnTo>
                  <a:lnTo>
                    <a:pt x="41" y="46"/>
                  </a:lnTo>
                  <a:lnTo>
                    <a:pt x="43" y="47"/>
                  </a:lnTo>
                  <a:lnTo>
                    <a:pt x="43" y="47"/>
                  </a:lnTo>
                  <a:lnTo>
                    <a:pt x="43" y="49"/>
                  </a:lnTo>
                  <a:lnTo>
                    <a:pt x="36" y="53"/>
                  </a:lnTo>
                  <a:lnTo>
                    <a:pt x="34" y="53"/>
                  </a:lnTo>
                  <a:lnTo>
                    <a:pt x="34" y="53"/>
                  </a:lnTo>
                  <a:lnTo>
                    <a:pt x="32" y="51"/>
                  </a:lnTo>
                  <a:lnTo>
                    <a:pt x="32" y="51"/>
                  </a:lnTo>
                  <a:lnTo>
                    <a:pt x="30" y="49"/>
                  </a:lnTo>
                  <a:lnTo>
                    <a:pt x="30" y="49"/>
                  </a:lnTo>
                  <a:lnTo>
                    <a:pt x="29" y="49"/>
                  </a:lnTo>
                  <a:lnTo>
                    <a:pt x="29" y="49"/>
                  </a:lnTo>
                  <a:lnTo>
                    <a:pt x="27" y="49"/>
                  </a:lnTo>
                  <a:lnTo>
                    <a:pt x="27" y="51"/>
                  </a:lnTo>
                  <a:lnTo>
                    <a:pt x="26" y="51"/>
                  </a:lnTo>
                  <a:lnTo>
                    <a:pt x="26" y="53"/>
                  </a:lnTo>
                  <a:lnTo>
                    <a:pt x="26" y="53"/>
                  </a:lnTo>
                  <a:lnTo>
                    <a:pt x="19" y="51"/>
                  </a:lnTo>
                  <a:lnTo>
                    <a:pt x="15" y="47"/>
                  </a:lnTo>
                  <a:lnTo>
                    <a:pt x="10" y="47"/>
                  </a:lnTo>
                  <a:lnTo>
                    <a:pt x="6" y="47"/>
                  </a:lnTo>
                  <a:lnTo>
                    <a:pt x="0" y="46"/>
                  </a:lnTo>
                  <a:lnTo>
                    <a:pt x="0" y="46"/>
                  </a:lnTo>
                  <a:lnTo>
                    <a:pt x="0" y="44"/>
                  </a:lnTo>
                  <a:lnTo>
                    <a:pt x="0" y="44"/>
                  </a:lnTo>
                  <a:lnTo>
                    <a:pt x="0" y="44"/>
                  </a:lnTo>
                  <a:lnTo>
                    <a:pt x="0" y="42"/>
                  </a:lnTo>
                  <a:lnTo>
                    <a:pt x="2" y="40"/>
                  </a:lnTo>
                  <a:lnTo>
                    <a:pt x="3" y="40"/>
                  </a:lnTo>
                  <a:lnTo>
                    <a:pt x="3" y="38"/>
                  </a:lnTo>
                  <a:lnTo>
                    <a:pt x="4" y="38"/>
                  </a:lnTo>
                  <a:lnTo>
                    <a:pt x="8" y="38"/>
                  </a:lnTo>
                  <a:lnTo>
                    <a:pt x="19" y="38"/>
                  </a:lnTo>
                  <a:lnTo>
                    <a:pt x="21" y="38"/>
                  </a:lnTo>
                  <a:lnTo>
                    <a:pt x="30" y="36"/>
                  </a:lnTo>
                  <a:lnTo>
                    <a:pt x="30" y="36"/>
                  </a:lnTo>
                  <a:lnTo>
                    <a:pt x="32" y="34"/>
                  </a:lnTo>
                  <a:lnTo>
                    <a:pt x="32" y="34"/>
                  </a:lnTo>
                  <a:lnTo>
                    <a:pt x="32" y="32"/>
                  </a:lnTo>
                  <a:lnTo>
                    <a:pt x="21" y="36"/>
                  </a:lnTo>
                  <a:lnTo>
                    <a:pt x="15" y="36"/>
                  </a:lnTo>
                  <a:lnTo>
                    <a:pt x="6" y="36"/>
                  </a:lnTo>
                  <a:lnTo>
                    <a:pt x="4" y="36"/>
                  </a:lnTo>
                  <a:lnTo>
                    <a:pt x="4" y="34"/>
                  </a:lnTo>
                  <a:lnTo>
                    <a:pt x="6" y="32"/>
                  </a:lnTo>
                  <a:lnTo>
                    <a:pt x="8" y="32"/>
                  </a:lnTo>
                  <a:lnTo>
                    <a:pt x="10" y="30"/>
                  </a:lnTo>
                  <a:lnTo>
                    <a:pt x="15" y="30"/>
                  </a:lnTo>
                  <a:lnTo>
                    <a:pt x="24" y="28"/>
                  </a:lnTo>
                  <a:lnTo>
                    <a:pt x="29" y="28"/>
                  </a:lnTo>
                  <a:lnTo>
                    <a:pt x="32" y="28"/>
                  </a:lnTo>
                  <a:lnTo>
                    <a:pt x="34" y="27"/>
                  </a:lnTo>
                  <a:lnTo>
                    <a:pt x="27" y="27"/>
                  </a:lnTo>
                  <a:lnTo>
                    <a:pt x="17" y="28"/>
                  </a:lnTo>
                  <a:lnTo>
                    <a:pt x="15" y="27"/>
                  </a:lnTo>
                  <a:lnTo>
                    <a:pt x="11" y="27"/>
                  </a:lnTo>
                  <a:lnTo>
                    <a:pt x="11" y="25"/>
                  </a:lnTo>
                  <a:lnTo>
                    <a:pt x="13" y="25"/>
                  </a:lnTo>
                  <a:lnTo>
                    <a:pt x="13" y="23"/>
                  </a:lnTo>
                  <a:lnTo>
                    <a:pt x="13" y="23"/>
                  </a:lnTo>
                  <a:lnTo>
                    <a:pt x="13" y="21"/>
                  </a:lnTo>
                  <a:lnTo>
                    <a:pt x="15" y="19"/>
                  </a:lnTo>
                  <a:lnTo>
                    <a:pt x="19" y="19"/>
                  </a:lnTo>
                  <a:lnTo>
                    <a:pt x="21" y="17"/>
                  </a:lnTo>
                  <a:lnTo>
                    <a:pt x="24" y="19"/>
                  </a:lnTo>
                  <a:lnTo>
                    <a:pt x="36" y="19"/>
                  </a:lnTo>
                  <a:lnTo>
                    <a:pt x="38" y="19"/>
                  </a:lnTo>
                  <a:lnTo>
                    <a:pt x="36" y="19"/>
                  </a:lnTo>
                  <a:lnTo>
                    <a:pt x="34" y="17"/>
                  </a:lnTo>
                  <a:lnTo>
                    <a:pt x="26" y="17"/>
                  </a:lnTo>
                  <a:lnTo>
                    <a:pt x="24" y="17"/>
                  </a:lnTo>
                  <a:lnTo>
                    <a:pt x="24" y="16"/>
                  </a:lnTo>
                  <a:lnTo>
                    <a:pt x="24" y="16"/>
                  </a:lnTo>
                  <a:lnTo>
                    <a:pt x="24" y="14"/>
                  </a:lnTo>
                  <a:lnTo>
                    <a:pt x="24" y="14"/>
                  </a:lnTo>
                  <a:lnTo>
                    <a:pt x="27" y="13"/>
                  </a:lnTo>
                  <a:lnTo>
                    <a:pt x="34" y="11"/>
                  </a:lnTo>
                  <a:lnTo>
                    <a:pt x="38" y="11"/>
                  </a:lnTo>
                  <a:lnTo>
                    <a:pt x="41" y="11"/>
                  </a:lnTo>
                  <a:lnTo>
                    <a:pt x="45" y="11"/>
                  </a:lnTo>
                  <a:lnTo>
                    <a:pt x="47" y="11"/>
                  </a:lnTo>
                  <a:lnTo>
                    <a:pt x="47" y="13"/>
                  </a:lnTo>
                  <a:lnTo>
                    <a:pt x="47" y="13"/>
                  </a:lnTo>
                  <a:lnTo>
                    <a:pt x="47" y="14"/>
                  </a:lnTo>
                  <a:lnTo>
                    <a:pt x="47" y="14"/>
                  </a:lnTo>
                  <a:lnTo>
                    <a:pt x="49" y="16"/>
                  </a:lnTo>
                  <a:lnTo>
                    <a:pt x="50" y="17"/>
                  </a:lnTo>
                  <a:lnTo>
                    <a:pt x="51" y="17"/>
                  </a:lnTo>
                  <a:lnTo>
                    <a:pt x="57" y="17"/>
                  </a:lnTo>
                  <a:lnTo>
                    <a:pt x="60" y="17"/>
                  </a:lnTo>
                  <a:lnTo>
                    <a:pt x="62" y="17"/>
                  </a:lnTo>
                  <a:lnTo>
                    <a:pt x="68" y="17"/>
                  </a:lnTo>
                  <a:lnTo>
                    <a:pt x="71" y="23"/>
                  </a:lnTo>
                  <a:lnTo>
                    <a:pt x="78" y="27"/>
                  </a:lnTo>
                  <a:lnTo>
                    <a:pt x="78" y="27"/>
                  </a:lnTo>
                  <a:lnTo>
                    <a:pt x="76" y="28"/>
                  </a:lnTo>
                  <a:lnTo>
                    <a:pt x="75" y="28"/>
                  </a:lnTo>
                  <a:lnTo>
                    <a:pt x="76" y="28"/>
                  </a:lnTo>
                  <a:lnTo>
                    <a:pt x="78" y="30"/>
                  </a:lnTo>
                  <a:lnTo>
                    <a:pt x="79" y="28"/>
                  </a:lnTo>
                  <a:lnTo>
                    <a:pt x="83" y="30"/>
                  </a:lnTo>
                  <a:lnTo>
                    <a:pt x="83" y="30"/>
                  </a:lnTo>
                  <a:lnTo>
                    <a:pt x="83" y="32"/>
                  </a:lnTo>
                  <a:lnTo>
                    <a:pt x="85" y="34"/>
                  </a:lnTo>
                  <a:lnTo>
                    <a:pt x="87" y="36"/>
                  </a:lnTo>
                  <a:lnTo>
                    <a:pt x="88" y="37"/>
                  </a:lnTo>
                  <a:lnTo>
                    <a:pt x="90" y="37"/>
                  </a:lnTo>
                  <a:lnTo>
                    <a:pt x="92" y="37"/>
                  </a:lnTo>
                  <a:lnTo>
                    <a:pt x="94" y="37"/>
                  </a:lnTo>
                  <a:lnTo>
                    <a:pt x="98" y="37"/>
                  </a:lnTo>
                  <a:lnTo>
                    <a:pt x="117" y="38"/>
                  </a:lnTo>
                  <a:lnTo>
                    <a:pt x="118" y="37"/>
                  </a:lnTo>
                  <a:lnTo>
                    <a:pt x="118" y="37"/>
                  </a:lnTo>
                  <a:lnTo>
                    <a:pt x="120" y="36"/>
                  </a:lnTo>
                  <a:lnTo>
                    <a:pt x="120" y="36"/>
                  </a:lnTo>
                  <a:lnTo>
                    <a:pt x="118" y="34"/>
                  </a:lnTo>
                  <a:lnTo>
                    <a:pt x="118" y="34"/>
                  </a:lnTo>
                  <a:lnTo>
                    <a:pt x="107" y="28"/>
                  </a:lnTo>
                  <a:lnTo>
                    <a:pt x="106" y="27"/>
                  </a:lnTo>
                  <a:lnTo>
                    <a:pt x="111" y="23"/>
                  </a:lnTo>
                  <a:lnTo>
                    <a:pt x="111" y="23"/>
                  </a:lnTo>
                  <a:lnTo>
                    <a:pt x="113" y="23"/>
                  </a:lnTo>
                  <a:lnTo>
                    <a:pt x="111" y="21"/>
                  </a:lnTo>
                  <a:lnTo>
                    <a:pt x="111" y="19"/>
                  </a:lnTo>
                  <a:lnTo>
                    <a:pt x="107" y="17"/>
                  </a:lnTo>
                  <a:lnTo>
                    <a:pt x="106" y="17"/>
                  </a:lnTo>
                  <a:lnTo>
                    <a:pt x="100" y="16"/>
                  </a:lnTo>
                  <a:lnTo>
                    <a:pt x="100" y="16"/>
                  </a:lnTo>
                  <a:lnTo>
                    <a:pt x="100" y="14"/>
                  </a:lnTo>
                  <a:lnTo>
                    <a:pt x="99" y="14"/>
                  </a:lnTo>
                  <a:lnTo>
                    <a:pt x="99" y="13"/>
                  </a:lnTo>
                  <a:lnTo>
                    <a:pt x="100" y="13"/>
                  </a:lnTo>
                  <a:lnTo>
                    <a:pt x="104" y="11"/>
                  </a:lnTo>
                  <a:lnTo>
                    <a:pt x="106" y="9"/>
                  </a:lnTo>
                  <a:lnTo>
                    <a:pt x="111" y="6"/>
                  </a:lnTo>
                  <a:lnTo>
                    <a:pt x="113" y="2"/>
                  </a:lnTo>
                  <a:lnTo>
                    <a:pt x="115" y="2"/>
                  </a:lnTo>
                  <a:lnTo>
                    <a:pt x="117" y="2"/>
                  </a:lnTo>
                  <a:lnTo>
                    <a:pt x="12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29" name="Freeform 11516"/>
            <p:cNvSpPr>
              <a:spLocks noChangeAspect="1"/>
            </p:cNvSpPr>
            <p:nvPr/>
          </p:nvSpPr>
          <p:spPr bwMode="auto">
            <a:xfrm>
              <a:off x="2357721" y="1515732"/>
              <a:ext cx="275750" cy="83526"/>
            </a:xfrm>
            <a:custGeom>
              <a:avLst/>
              <a:gdLst>
                <a:gd name="T0" fmla="*/ 38 w 241"/>
                <a:gd name="T1" fmla="*/ 5 h 73"/>
                <a:gd name="T2" fmla="*/ 51 w 241"/>
                <a:gd name="T3" fmla="*/ 9 h 73"/>
                <a:gd name="T4" fmla="*/ 49 w 241"/>
                <a:gd name="T5" fmla="*/ 15 h 73"/>
                <a:gd name="T6" fmla="*/ 57 w 241"/>
                <a:gd name="T7" fmla="*/ 15 h 73"/>
                <a:gd name="T8" fmla="*/ 85 w 241"/>
                <a:gd name="T9" fmla="*/ 15 h 73"/>
                <a:gd name="T10" fmla="*/ 77 w 241"/>
                <a:gd name="T11" fmla="*/ 18 h 73"/>
                <a:gd name="T12" fmla="*/ 83 w 241"/>
                <a:gd name="T13" fmla="*/ 20 h 73"/>
                <a:gd name="T14" fmla="*/ 90 w 241"/>
                <a:gd name="T15" fmla="*/ 26 h 73"/>
                <a:gd name="T16" fmla="*/ 83 w 241"/>
                <a:gd name="T17" fmla="*/ 28 h 73"/>
                <a:gd name="T18" fmla="*/ 98 w 241"/>
                <a:gd name="T19" fmla="*/ 34 h 73"/>
                <a:gd name="T20" fmla="*/ 106 w 241"/>
                <a:gd name="T21" fmla="*/ 39 h 73"/>
                <a:gd name="T22" fmla="*/ 104 w 241"/>
                <a:gd name="T23" fmla="*/ 44 h 73"/>
                <a:gd name="T24" fmla="*/ 109 w 241"/>
                <a:gd name="T25" fmla="*/ 43 h 73"/>
                <a:gd name="T26" fmla="*/ 120 w 241"/>
                <a:gd name="T27" fmla="*/ 45 h 73"/>
                <a:gd name="T28" fmla="*/ 132 w 241"/>
                <a:gd name="T29" fmla="*/ 43 h 73"/>
                <a:gd name="T30" fmla="*/ 151 w 241"/>
                <a:gd name="T31" fmla="*/ 47 h 73"/>
                <a:gd name="T32" fmla="*/ 167 w 241"/>
                <a:gd name="T33" fmla="*/ 41 h 73"/>
                <a:gd name="T34" fmla="*/ 188 w 241"/>
                <a:gd name="T35" fmla="*/ 39 h 73"/>
                <a:gd name="T36" fmla="*/ 216 w 241"/>
                <a:gd name="T37" fmla="*/ 39 h 73"/>
                <a:gd name="T38" fmla="*/ 224 w 241"/>
                <a:gd name="T39" fmla="*/ 41 h 73"/>
                <a:gd name="T40" fmla="*/ 230 w 241"/>
                <a:gd name="T41" fmla="*/ 45 h 73"/>
                <a:gd name="T42" fmla="*/ 239 w 241"/>
                <a:gd name="T43" fmla="*/ 53 h 73"/>
                <a:gd name="T44" fmla="*/ 233 w 241"/>
                <a:gd name="T45" fmla="*/ 60 h 73"/>
                <a:gd name="T46" fmla="*/ 241 w 241"/>
                <a:gd name="T47" fmla="*/ 62 h 73"/>
                <a:gd name="T48" fmla="*/ 228 w 241"/>
                <a:gd name="T49" fmla="*/ 63 h 73"/>
                <a:gd name="T50" fmla="*/ 230 w 241"/>
                <a:gd name="T51" fmla="*/ 68 h 73"/>
                <a:gd name="T52" fmla="*/ 208 w 241"/>
                <a:gd name="T53" fmla="*/ 73 h 73"/>
                <a:gd name="T54" fmla="*/ 192 w 241"/>
                <a:gd name="T55" fmla="*/ 70 h 73"/>
                <a:gd name="T56" fmla="*/ 190 w 241"/>
                <a:gd name="T57" fmla="*/ 63 h 73"/>
                <a:gd name="T58" fmla="*/ 185 w 241"/>
                <a:gd name="T59" fmla="*/ 63 h 73"/>
                <a:gd name="T60" fmla="*/ 185 w 241"/>
                <a:gd name="T61" fmla="*/ 70 h 73"/>
                <a:gd name="T62" fmla="*/ 166 w 241"/>
                <a:gd name="T63" fmla="*/ 72 h 73"/>
                <a:gd name="T64" fmla="*/ 161 w 241"/>
                <a:gd name="T65" fmla="*/ 72 h 73"/>
                <a:gd name="T66" fmla="*/ 157 w 241"/>
                <a:gd name="T67" fmla="*/ 72 h 73"/>
                <a:gd name="T68" fmla="*/ 141 w 241"/>
                <a:gd name="T69" fmla="*/ 72 h 73"/>
                <a:gd name="T70" fmla="*/ 127 w 241"/>
                <a:gd name="T71" fmla="*/ 73 h 73"/>
                <a:gd name="T72" fmla="*/ 115 w 241"/>
                <a:gd name="T73" fmla="*/ 70 h 73"/>
                <a:gd name="T74" fmla="*/ 115 w 241"/>
                <a:gd name="T75" fmla="*/ 63 h 73"/>
                <a:gd name="T76" fmla="*/ 109 w 241"/>
                <a:gd name="T77" fmla="*/ 65 h 73"/>
                <a:gd name="T78" fmla="*/ 106 w 241"/>
                <a:gd name="T79" fmla="*/ 67 h 73"/>
                <a:gd name="T80" fmla="*/ 101 w 241"/>
                <a:gd name="T81" fmla="*/ 72 h 73"/>
                <a:gd name="T82" fmla="*/ 82 w 241"/>
                <a:gd name="T83" fmla="*/ 67 h 73"/>
                <a:gd name="T84" fmla="*/ 78 w 241"/>
                <a:gd name="T85" fmla="*/ 68 h 73"/>
                <a:gd name="T86" fmla="*/ 70 w 241"/>
                <a:gd name="T87" fmla="*/ 67 h 73"/>
                <a:gd name="T88" fmla="*/ 66 w 241"/>
                <a:gd name="T89" fmla="*/ 56 h 73"/>
                <a:gd name="T90" fmla="*/ 61 w 241"/>
                <a:gd name="T91" fmla="*/ 49 h 73"/>
                <a:gd name="T92" fmla="*/ 66 w 241"/>
                <a:gd name="T93" fmla="*/ 39 h 73"/>
                <a:gd name="T94" fmla="*/ 55 w 241"/>
                <a:gd name="T95" fmla="*/ 24 h 73"/>
                <a:gd name="T96" fmla="*/ 43 w 241"/>
                <a:gd name="T97" fmla="*/ 23 h 73"/>
                <a:gd name="T98" fmla="*/ 23 w 241"/>
                <a:gd name="T99" fmla="*/ 23 h 73"/>
                <a:gd name="T100" fmla="*/ 13 w 241"/>
                <a:gd name="T101" fmla="*/ 16 h 73"/>
                <a:gd name="T102" fmla="*/ 0 w 241"/>
                <a:gd name="T103" fmla="*/ 11 h 73"/>
                <a:gd name="T104" fmla="*/ 4 w 241"/>
                <a:gd name="T105" fmla="*/ 9 h 73"/>
                <a:gd name="T106" fmla="*/ 0 w 241"/>
                <a:gd name="T107" fmla="*/ 5 h 73"/>
                <a:gd name="T108" fmla="*/ 10 w 241"/>
                <a:gd name="T109" fmla="*/ 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73">
                  <a:moveTo>
                    <a:pt x="13" y="0"/>
                  </a:moveTo>
                  <a:lnTo>
                    <a:pt x="17" y="0"/>
                  </a:lnTo>
                  <a:lnTo>
                    <a:pt x="24" y="2"/>
                  </a:lnTo>
                  <a:lnTo>
                    <a:pt x="31" y="4"/>
                  </a:lnTo>
                  <a:lnTo>
                    <a:pt x="34" y="5"/>
                  </a:lnTo>
                  <a:lnTo>
                    <a:pt x="38" y="5"/>
                  </a:lnTo>
                  <a:lnTo>
                    <a:pt x="40" y="5"/>
                  </a:lnTo>
                  <a:lnTo>
                    <a:pt x="42" y="5"/>
                  </a:lnTo>
                  <a:lnTo>
                    <a:pt x="45" y="7"/>
                  </a:lnTo>
                  <a:lnTo>
                    <a:pt x="47" y="9"/>
                  </a:lnTo>
                  <a:lnTo>
                    <a:pt x="49" y="9"/>
                  </a:lnTo>
                  <a:lnTo>
                    <a:pt x="51" y="9"/>
                  </a:lnTo>
                  <a:lnTo>
                    <a:pt x="51" y="9"/>
                  </a:lnTo>
                  <a:lnTo>
                    <a:pt x="51" y="11"/>
                  </a:lnTo>
                  <a:lnTo>
                    <a:pt x="51" y="13"/>
                  </a:lnTo>
                  <a:lnTo>
                    <a:pt x="51" y="13"/>
                  </a:lnTo>
                  <a:lnTo>
                    <a:pt x="49" y="15"/>
                  </a:lnTo>
                  <a:lnTo>
                    <a:pt x="49" y="15"/>
                  </a:lnTo>
                  <a:lnTo>
                    <a:pt x="47" y="16"/>
                  </a:lnTo>
                  <a:lnTo>
                    <a:pt x="47" y="18"/>
                  </a:lnTo>
                  <a:lnTo>
                    <a:pt x="45" y="18"/>
                  </a:lnTo>
                  <a:lnTo>
                    <a:pt x="47" y="18"/>
                  </a:lnTo>
                  <a:lnTo>
                    <a:pt x="54" y="15"/>
                  </a:lnTo>
                  <a:lnTo>
                    <a:pt x="57" y="15"/>
                  </a:lnTo>
                  <a:lnTo>
                    <a:pt x="62" y="15"/>
                  </a:lnTo>
                  <a:lnTo>
                    <a:pt x="70" y="13"/>
                  </a:lnTo>
                  <a:lnTo>
                    <a:pt x="73" y="13"/>
                  </a:lnTo>
                  <a:lnTo>
                    <a:pt x="77" y="13"/>
                  </a:lnTo>
                  <a:lnTo>
                    <a:pt x="78" y="13"/>
                  </a:lnTo>
                  <a:lnTo>
                    <a:pt x="85" y="15"/>
                  </a:lnTo>
                  <a:lnTo>
                    <a:pt x="88" y="16"/>
                  </a:lnTo>
                  <a:lnTo>
                    <a:pt x="88" y="16"/>
                  </a:lnTo>
                  <a:lnTo>
                    <a:pt x="88" y="18"/>
                  </a:lnTo>
                  <a:lnTo>
                    <a:pt x="85" y="18"/>
                  </a:lnTo>
                  <a:lnTo>
                    <a:pt x="83" y="18"/>
                  </a:lnTo>
                  <a:lnTo>
                    <a:pt x="77" y="18"/>
                  </a:lnTo>
                  <a:lnTo>
                    <a:pt x="77" y="16"/>
                  </a:lnTo>
                  <a:lnTo>
                    <a:pt x="75" y="16"/>
                  </a:lnTo>
                  <a:lnTo>
                    <a:pt x="75" y="18"/>
                  </a:lnTo>
                  <a:lnTo>
                    <a:pt x="75" y="18"/>
                  </a:lnTo>
                  <a:lnTo>
                    <a:pt x="77" y="20"/>
                  </a:lnTo>
                  <a:lnTo>
                    <a:pt x="83" y="20"/>
                  </a:lnTo>
                  <a:lnTo>
                    <a:pt x="104" y="23"/>
                  </a:lnTo>
                  <a:lnTo>
                    <a:pt x="106" y="24"/>
                  </a:lnTo>
                  <a:lnTo>
                    <a:pt x="104" y="24"/>
                  </a:lnTo>
                  <a:lnTo>
                    <a:pt x="104" y="24"/>
                  </a:lnTo>
                  <a:lnTo>
                    <a:pt x="102" y="26"/>
                  </a:lnTo>
                  <a:lnTo>
                    <a:pt x="90" y="26"/>
                  </a:lnTo>
                  <a:lnTo>
                    <a:pt x="83" y="26"/>
                  </a:lnTo>
                  <a:lnTo>
                    <a:pt x="77" y="24"/>
                  </a:lnTo>
                  <a:lnTo>
                    <a:pt x="75" y="24"/>
                  </a:lnTo>
                  <a:lnTo>
                    <a:pt x="77" y="26"/>
                  </a:lnTo>
                  <a:lnTo>
                    <a:pt x="80" y="26"/>
                  </a:lnTo>
                  <a:lnTo>
                    <a:pt x="83" y="28"/>
                  </a:lnTo>
                  <a:lnTo>
                    <a:pt x="85" y="30"/>
                  </a:lnTo>
                  <a:lnTo>
                    <a:pt x="90" y="30"/>
                  </a:lnTo>
                  <a:lnTo>
                    <a:pt x="92" y="30"/>
                  </a:lnTo>
                  <a:lnTo>
                    <a:pt x="94" y="32"/>
                  </a:lnTo>
                  <a:lnTo>
                    <a:pt x="96" y="32"/>
                  </a:lnTo>
                  <a:lnTo>
                    <a:pt x="98" y="34"/>
                  </a:lnTo>
                  <a:lnTo>
                    <a:pt x="100" y="35"/>
                  </a:lnTo>
                  <a:lnTo>
                    <a:pt x="100" y="35"/>
                  </a:lnTo>
                  <a:lnTo>
                    <a:pt x="101" y="35"/>
                  </a:lnTo>
                  <a:lnTo>
                    <a:pt x="104" y="37"/>
                  </a:lnTo>
                  <a:lnTo>
                    <a:pt x="106" y="39"/>
                  </a:lnTo>
                  <a:lnTo>
                    <a:pt x="106" y="39"/>
                  </a:lnTo>
                  <a:lnTo>
                    <a:pt x="104" y="41"/>
                  </a:lnTo>
                  <a:lnTo>
                    <a:pt x="102" y="41"/>
                  </a:lnTo>
                  <a:lnTo>
                    <a:pt x="100" y="43"/>
                  </a:lnTo>
                  <a:lnTo>
                    <a:pt x="100" y="44"/>
                  </a:lnTo>
                  <a:lnTo>
                    <a:pt x="104" y="44"/>
                  </a:lnTo>
                  <a:lnTo>
                    <a:pt x="104" y="44"/>
                  </a:lnTo>
                  <a:lnTo>
                    <a:pt x="109" y="45"/>
                  </a:lnTo>
                  <a:lnTo>
                    <a:pt x="109" y="45"/>
                  </a:lnTo>
                  <a:lnTo>
                    <a:pt x="112" y="45"/>
                  </a:lnTo>
                  <a:lnTo>
                    <a:pt x="112" y="45"/>
                  </a:lnTo>
                  <a:lnTo>
                    <a:pt x="112" y="44"/>
                  </a:lnTo>
                  <a:lnTo>
                    <a:pt x="109" y="43"/>
                  </a:lnTo>
                  <a:lnTo>
                    <a:pt x="109" y="43"/>
                  </a:lnTo>
                  <a:lnTo>
                    <a:pt x="112" y="41"/>
                  </a:lnTo>
                  <a:lnTo>
                    <a:pt x="113" y="41"/>
                  </a:lnTo>
                  <a:lnTo>
                    <a:pt x="113" y="41"/>
                  </a:lnTo>
                  <a:lnTo>
                    <a:pt x="115" y="41"/>
                  </a:lnTo>
                  <a:lnTo>
                    <a:pt x="120" y="45"/>
                  </a:lnTo>
                  <a:lnTo>
                    <a:pt x="126" y="44"/>
                  </a:lnTo>
                  <a:lnTo>
                    <a:pt x="127" y="44"/>
                  </a:lnTo>
                  <a:lnTo>
                    <a:pt x="128" y="45"/>
                  </a:lnTo>
                  <a:lnTo>
                    <a:pt x="128" y="45"/>
                  </a:lnTo>
                  <a:lnTo>
                    <a:pt x="130" y="43"/>
                  </a:lnTo>
                  <a:lnTo>
                    <a:pt x="132" y="43"/>
                  </a:lnTo>
                  <a:lnTo>
                    <a:pt x="139" y="45"/>
                  </a:lnTo>
                  <a:lnTo>
                    <a:pt x="143" y="45"/>
                  </a:lnTo>
                  <a:lnTo>
                    <a:pt x="145" y="47"/>
                  </a:lnTo>
                  <a:lnTo>
                    <a:pt x="147" y="47"/>
                  </a:lnTo>
                  <a:lnTo>
                    <a:pt x="150" y="47"/>
                  </a:lnTo>
                  <a:lnTo>
                    <a:pt x="151" y="47"/>
                  </a:lnTo>
                  <a:lnTo>
                    <a:pt x="148" y="45"/>
                  </a:lnTo>
                  <a:lnTo>
                    <a:pt x="150" y="44"/>
                  </a:lnTo>
                  <a:lnTo>
                    <a:pt x="155" y="43"/>
                  </a:lnTo>
                  <a:lnTo>
                    <a:pt x="158" y="44"/>
                  </a:lnTo>
                  <a:lnTo>
                    <a:pt x="164" y="41"/>
                  </a:lnTo>
                  <a:lnTo>
                    <a:pt x="167" y="41"/>
                  </a:lnTo>
                  <a:lnTo>
                    <a:pt x="169" y="41"/>
                  </a:lnTo>
                  <a:lnTo>
                    <a:pt x="176" y="39"/>
                  </a:lnTo>
                  <a:lnTo>
                    <a:pt x="178" y="37"/>
                  </a:lnTo>
                  <a:lnTo>
                    <a:pt x="178" y="37"/>
                  </a:lnTo>
                  <a:lnTo>
                    <a:pt x="181" y="37"/>
                  </a:lnTo>
                  <a:lnTo>
                    <a:pt x="188" y="39"/>
                  </a:lnTo>
                  <a:lnTo>
                    <a:pt x="190" y="39"/>
                  </a:lnTo>
                  <a:lnTo>
                    <a:pt x="197" y="37"/>
                  </a:lnTo>
                  <a:lnTo>
                    <a:pt x="200" y="35"/>
                  </a:lnTo>
                  <a:lnTo>
                    <a:pt x="204" y="35"/>
                  </a:lnTo>
                  <a:lnTo>
                    <a:pt x="211" y="37"/>
                  </a:lnTo>
                  <a:lnTo>
                    <a:pt x="216" y="39"/>
                  </a:lnTo>
                  <a:lnTo>
                    <a:pt x="216" y="39"/>
                  </a:lnTo>
                  <a:lnTo>
                    <a:pt x="216" y="41"/>
                  </a:lnTo>
                  <a:lnTo>
                    <a:pt x="216" y="41"/>
                  </a:lnTo>
                  <a:lnTo>
                    <a:pt x="218" y="41"/>
                  </a:lnTo>
                  <a:lnTo>
                    <a:pt x="220" y="41"/>
                  </a:lnTo>
                  <a:lnTo>
                    <a:pt x="224" y="41"/>
                  </a:lnTo>
                  <a:lnTo>
                    <a:pt x="228" y="43"/>
                  </a:lnTo>
                  <a:lnTo>
                    <a:pt x="230" y="43"/>
                  </a:lnTo>
                  <a:lnTo>
                    <a:pt x="233" y="44"/>
                  </a:lnTo>
                  <a:lnTo>
                    <a:pt x="233" y="44"/>
                  </a:lnTo>
                  <a:lnTo>
                    <a:pt x="228" y="45"/>
                  </a:lnTo>
                  <a:lnTo>
                    <a:pt x="230" y="45"/>
                  </a:lnTo>
                  <a:lnTo>
                    <a:pt x="233" y="45"/>
                  </a:lnTo>
                  <a:lnTo>
                    <a:pt x="237" y="45"/>
                  </a:lnTo>
                  <a:lnTo>
                    <a:pt x="237" y="47"/>
                  </a:lnTo>
                  <a:lnTo>
                    <a:pt x="239" y="49"/>
                  </a:lnTo>
                  <a:lnTo>
                    <a:pt x="239" y="51"/>
                  </a:lnTo>
                  <a:lnTo>
                    <a:pt x="239" y="53"/>
                  </a:lnTo>
                  <a:lnTo>
                    <a:pt x="237" y="53"/>
                  </a:lnTo>
                  <a:lnTo>
                    <a:pt x="234" y="56"/>
                  </a:lnTo>
                  <a:lnTo>
                    <a:pt x="228" y="58"/>
                  </a:lnTo>
                  <a:lnTo>
                    <a:pt x="228" y="58"/>
                  </a:lnTo>
                  <a:lnTo>
                    <a:pt x="230" y="60"/>
                  </a:lnTo>
                  <a:lnTo>
                    <a:pt x="233" y="60"/>
                  </a:lnTo>
                  <a:lnTo>
                    <a:pt x="233" y="60"/>
                  </a:lnTo>
                  <a:lnTo>
                    <a:pt x="237" y="58"/>
                  </a:lnTo>
                  <a:lnTo>
                    <a:pt x="237" y="58"/>
                  </a:lnTo>
                  <a:lnTo>
                    <a:pt x="239" y="60"/>
                  </a:lnTo>
                  <a:lnTo>
                    <a:pt x="241" y="60"/>
                  </a:lnTo>
                  <a:lnTo>
                    <a:pt x="241" y="62"/>
                  </a:lnTo>
                  <a:lnTo>
                    <a:pt x="239" y="62"/>
                  </a:lnTo>
                  <a:lnTo>
                    <a:pt x="234" y="63"/>
                  </a:lnTo>
                  <a:lnTo>
                    <a:pt x="230" y="62"/>
                  </a:lnTo>
                  <a:lnTo>
                    <a:pt x="228" y="62"/>
                  </a:lnTo>
                  <a:lnTo>
                    <a:pt x="228" y="62"/>
                  </a:lnTo>
                  <a:lnTo>
                    <a:pt x="228" y="63"/>
                  </a:lnTo>
                  <a:lnTo>
                    <a:pt x="230" y="63"/>
                  </a:lnTo>
                  <a:lnTo>
                    <a:pt x="230" y="65"/>
                  </a:lnTo>
                  <a:lnTo>
                    <a:pt x="230" y="65"/>
                  </a:lnTo>
                  <a:lnTo>
                    <a:pt x="230" y="67"/>
                  </a:lnTo>
                  <a:lnTo>
                    <a:pt x="230" y="67"/>
                  </a:lnTo>
                  <a:lnTo>
                    <a:pt x="230" y="68"/>
                  </a:lnTo>
                  <a:lnTo>
                    <a:pt x="228" y="70"/>
                  </a:lnTo>
                  <a:lnTo>
                    <a:pt x="228" y="70"/>
                  </a:lnTo>
                  <a:lnTo>
                    <a:pt x="216" y="70"/>
                  </a:lnTo>
                  <a:lnTo>
                    <a:pt x="215" y="72"/>
                  </a:lnTo>
                  <a:lnTo>
                    <a:pt x="211" y="72"/>
                  </a:lnTo>
                  <a:lnTo>
                    <a:pt x="208" y="73"/>
                  </a:lnTo>
                  <a:lnTo>
                    <a:pt x="205" y="73"/>
                  </a:lnTo>
                  <a:lnTo>
                    <a:pt x="204" y="73"/>
                  </a:lnTo>
                  <a:lnTo>
                    <a:pt x="199" y="72"/>
                  </a:lnTo>
                  <a:lnTo>
                    <a:pt x="197" y="72"/>
                  </a:lnTo>
                  <a:lnTo>
                    <a:pt x="196" y="72"/>
                  </a:lnTo>
                  <a:lnTo>
                    <a:pt x="192" y="70"/>
                  </a:lnTo>
                  <a:lnTo>
                    <a:pt x="192" y="70"/>
                  </a:lnTo>
                  <a:lnTo>
                    <a:pt x="190" y="68"/>
                  </a:lnTo>
                  <a:lnTo>
                    <a:pt x="190" y="67"/>
                  </a:lnTo>
                  <a:lnTo>
                    <a:pt x="190" y="67"/>
                  </a:lnTo>
                  <a:lnTo>
                    <a:pt x="190" y="65"/>
                  </a:lnTo>
                  <a:lnTo>
                    <a:pt x="190" y="63"/>
                  </a:lnTo>
                  <a:lnTo>
                    <a:pt x="190" y="63"/>
                  </a:lnTo>
                  <a:lnTo>
                    <a:pt x="188" y="63"/>
                  </a:lnTo>
                  <a:lnTo>
                    <a:pt x="186" y="62"/>
                  </a:lnTo>
                  <a:lnTo>
                    <a:pt x="185" y="62"/>
                  </a:lnTo>
                  <a:lnTo>
                    <a:pt x="185" y="62"/>
                  </a:lnTo>
                  <a:lnTo>
                    <a:pt x="185" y="63"/>
                  </a:lnTo>
                  <a:lnTo>
                    <a:pt x="185" y="63"/>
                  </a:lnTo>
                  <a:lnTo>
                    <a:pt x="186" y="65"/>
                  </a:lnTo>
                  <a:lnTo>
                    <a:pt x="186" y="65"/>
                  </a:lnTo>
                  <a:lnTo>
                    <a:pt x="186" y="68"/>
                  </a:lnTo>
                  <a:lnTo>
                    <a:pt x="186" y="68"/>
                  </a:lnTo>
                  <a:lnTo>
                    <a:pt x="185" y="70"/>
                  </a:lnTo>
                  <a:lnTo>
                    <a:pt x="184" y="70"/>
                  </a:lnTo>
                  <a:lnTo>
                    <a:pt x="179" y="70"/>
                  </a:lnTo>
                  <a:lnTo>
                    <a:pt x="175" y="72"/>
                  </a:lnTo>
                  <a:lnTo>
                    <a:pt x="173" y="72"/>
                  </a:lnTo>
                  <a:lnTo>
                    <a:pt x="169" y="72"/>
                  </a:lnTo>
                  <a:lnTo>
                    <a:pt x="166" y="72"/>
                  </a:lnTo>
                  <a:lnTo>
                    <a:pt x="166" y="70"/>
                  </a:lnTo>
                  <a:lnTo>
                    <a:pt x="164" y="70"/>
                  </a:lnTo>
                  <a:lnTo>
                    <a:pt x="162" y="70"/>
                  </a:lnTo>
                  <a:lnTo>
                    <a:pt x="162" y="72"/>
                  </a:lnTo>
                  <a:lnTo>
                    <a:pt x="162" y="72"/>
                  </a:lnTo>
                  <a:lnTo>
                    <a:pt x="161" y="72"/>
                  </a:lnTo>
                  <a:lnTo>
                    <a:pt x="158" y="72"/>
                  </a:lnTo>
                  <a:lnTo>
                    <a:pt x="157" y="70"/>
                  </a:lnTo>
                  <a:lnTo>
                    <a:pt x="157" y="70"/>
                  </a:lnTo>
                  <a:lnTo>
                    <a:pt x="157" y="70"/>
                  </a:lnTo>
                  <a:lnTo>
                    <a:pt x="157" y="72"/>
                  </a:lnTo>
                  <a:lnTo>
                    <a:pt x="157" y="72"/>
                  </a:lnTo>
                  <a:lnTo>
                    <a:pt x="154" y="72"/>
                  </a:lnTo>
                  <a:lnTo>
                    <a:pt x="150" y="72"/>
                  </a:lnTo>
                  <a:lnTo>
                    <a:pt x="148" y="72"/>
                  </a:lnTo>
                  <a:lnTo>
                    <a:pt x="147" y="72"/>
                  </a:lnTo>
                  <a:lnTo>
                    <a:pt x="145" y="72"/>
                  </a:lnTo>
                  <a:lnTo>
                    <a:pt x="141" y="72"/>
                  </a:lnTo>
                  <a:lnTo>
                    <a:pt x="139" y="72"/>
                  </a:lnTo>
                  <a:lnTo>
                    <a:pt x="141" y="73"/>
                  </a:lnTo>
                  <a:lnTo>
                    <a:pt x="139" y="73"/>
                  </a:lnTo>
                  <a:lnTo>
                    <a:pt x="136" y="73"/>
                  </a:lnTo>
                  <a:lnTo>
                    <a:pt x="130" y="72"/>
                  </a:lnTo>
                  <a:lnTo>
                    <a:pt x="127" y="73"/>
                  </a:lnTo>
                  <a:lnTo>
                    <a:pt x="122" y="73"/>
                  </a:lnTo>
                  <a:lnTo>
                    <a:pt x="117" y="73"/>
                  </a:lnTo>
                  <a:lnTo>
                    <a:pt x="115" y="72"/>
                  </a:lnTo>
                  <a:lnTo>
                    <a:pt x="115" y="72"/>
                  </a:lnTo>
                  <a:lnTo>
                    <a:pt x="115" y="70"/>
                  </a:lnTo>
                  <a:lnTo>
                    <a:pt x="115" y="70"/>
                  </a:lnTo>
                  <a:lnTo>
                    <a:pt x="115" y="68"/>
                  </a:lnTo>
                  <a:lnTo>
                    <a:pt x="117" y="67"/>
                  </a:lnTo>
                  <a:lnTo>
                    <a:pt x="119" y="65"/>
                  </a:lnTo>
                  <a:lnTo>
                    <a:pt x="117" y="65"/>
                  </a:lnTo>
                  <a:lnTo>
                    <a:pt x="115" y="63"/>
                  </a:lnTo>
                  <a:lnTo>
                    <a:pt x="115" y="63"/>
                  </a:lnTo>
                  <a:lnTo>
                    <a:pt x="113" y="65"/>
                  </a:lnTo>
                  <a:lnTo>
                    <a:pt x="112" y="67"/>
                  </a:lnTo>
                  <a:lnTo>
                    <a:pt x="109" y="67"/>
                  </a:lnTo>
                  <a:lnTo>
                    <a:pt x="109" y="67"/>
                  </a:lnTo>
                  <a:lnTo>
                    <a:pt x="109" y="65"/>
                  </a:lnTo>
                  <a:lnTo>
                    <a:pt x="109" y="65"/>
                  </a:lnTo>
                  <a:lnTo>
                    <a:pt x="108" y="65"/>
                  </a:lnTo>
                  <a:lnTo>
                    <a:pt x="108" y="65"/>
                  </a:lnTo>
                  <a:lnTo>
                    <a:pt x="108" y="67"/>
                  </a:lnTo>
                  <a:lnTo>
                    <a:pt x="106" y="67"/>
                  </a:lnTo>
                  <a:lnTo>
                    <a:pt x="106" y="67"/>
                  </a:lnTo>
                  <a:lnTo>
                    <a:pt x="106" y="67"/>
                  </a:lnTo>
                  <a:lnTo>
                    <a:pt x="106" y="67"/>
                  </a:lnTo>
                  <a:lnTo>
                    <a:pt x="106" y="68"/>
                  </a:lnTo>
                  <a:lnTo>
                    <a:pt x="106" y="68"/>
                  </a:lnTo>
                  <a:lnTo>
                    <a:pt x="104" y="70"/>
                  </a:lnTo>
                  <a:lnTo>
                    <a:pt x="102" y="70"/>
                  </a:lnTo>
                  <a:lnTo>
                    <a:pt x="101" y="72"/>
                  </a:lnTo>
                  <a:lnTo>
                    <a:pt x="98" y="72"/>
                  </a:lnTo>
                  <a:lnTo>
                    <a:pt x="94" y="70"/>
                  </a:lnTo>
                  <a:lnTo>
                    <a:pt x="89" y="70"/>
                  </a:lnTo>
                  <a:lnTo>
                    <a:pt x="88" y="70"/>
                  </a:lnTo>
                  <a:lnTo>
                    <a:pt x="83" y="67"/>
                  </a:lnTo>
                  <a:lnTo>
                    <a:pt x="82" y="67"/>
                  </a:lnTo>
                  <a:lnTo>
                    <a:pt x="82" y="67"/>
                  </a:lnTo>
                  <a:lnTo>
                    <a:pt x="82" y="65"/>
                  </a:lnTo>
                  <a:lnTo>
                    <a:pt x="82" y="63"/>
                  </a:lnTo>
                  <a:lnTo>
                    <a:pt x="78" y="67"/>
                  </a:lnTo>
                  <a:lnTo>
                    <a:pt x="78" y="67"/>
                  </a:lnTo>
                  <a:lnTo>
                    <a:pt x="78" y="68"/>
                  </a:lnTo>
                  <a:lnTo>
                    <a:pt x="78" y="68"/>
                  </a:lnTo>
                  <a:lnTo>
                    <a:pt x="77" y="68"/>
                  </a:lnTo>
                  <a:lnTo>
                    <a:pt x="73" y="68"/>
                  </a:lnTo>
                  <a:lnTo>
                    <a:pt x="73" y="68"/>
                  </a:lnTo>
                  <a:lnTo>
                    <a:pt x="71" y="67"/>
                  </a:lnTo>
                  <a:lnTo>
                    <a:pt x="70" y="67"/>
                  </a:lnTo>
                  <a:lnTo>
                    <a:pt x="68" y="65"/>
                  </a:lnTo>
                  <a:lnTo>
                    <a:pt x="66" y="60"/>
                  </a:lnTo>
                  <a:lnTo>
                    <a:pt x="64" y="58"/>
                  </a:lnTo>
                  <a:lnTo>
                    <a:pt x="64" y="56"/>
                  </a:lnTo>
                  <a:lnTo>
                    <a:pt x="66" y="56"/>
                  </a:lnTo>
                  <a:lnTo>
                    <a:pt x="66" y="56"/>
                  </a:lnTo>
                  <a:lnTo>
                    <a:pt x="64" y="54"/>
                  </a:lnTo>
                  <a:lnTo>
                    <a:pt x="62" y="53"/>
                  </a:lnTo>
                  <a:lnTo>
                    <a:pt x="61" y="51"/>
                  </a:lnTo>
                  <a:lnTo>
                    <a:pt x="61" y="51"/>
                  </a:lnTo>
                  <a:lnTo>
                    <a:pt x="61" y="49"/>
                  </a:lnTo>
                  <a:lnTo>
                    <a:pt x="61" y="49"/>
                  </a:lnTo>
                  <a:lnTo>
                    <a:pt x="61" y="47"/>
                  </a:lnTo>
                  <a:lnTo>
                    <a:pt x="62" y="45"/>
                  </a:lnTo>
                  <a:lnTo>
                    <a:pt x="66" y="43"/>
                  </a:lnTo>
                  <a:lnTo>
                    <a:pt x="66" y="43"/>
                  </a:lnTo>
                  <a:lnTo>
                    <a:pt x="66" y="41"/>
                  </a:lnTo>
                  <a:lnTo>
                    <a:pt x="66" y="39"/>
                  </a:lnTo>
                  <a:lnTo>
                    <a:pt x="64" y="37"/>
                  </a:lnTo>
                  <a:lnTo>
                    <a:pt x="64" y="35"/>
                  </a:lnTo>
                  <a:lnTo>
                    <a:pt x="62" y="34"/>
                  </a:lnTo>
                  <a:lnTo>
                    <a:pt x="61" y="32"/>
                  </a:lnTo>
                  <a:lnTo>
                    <a:pt x="57" y="28"/>
                  </a:lnTo>
                  <a:lnTo>
                    <a:pt x="55" y="24"/>
                  </a:lnTo>
                  <a:lnTo>
                    <a:pt x="52" y="21"/>
                  </a:lnTo>
                  <a:lnTo>
                    <a:pt x="51" y="21"/>
                  </a:lnTo>
                  <a:lnTo>
                    <a:pt x="49" y="21"/>
                  </a:lnTo>
                  <a:lnTo>
                    <a:pt x="45" y="23"/>
                  </a:lnTo>
                  <a:lnTo>
                    <a:pt x="43" y="23"/>
                  </a:lnTo>
                  <a:lnTo>
                    <a:pt x="43" y="23"/>
                  </a:lnTo>
                  <a:lnTo>
                    <a:pt x="42" y="23"/>
                  </a:lnTo>
                  <a:lnTo>
                    <a:pt x="34" y="23"/>
                  </a:lnTo>
                  <a:lnTo>
                    <a:pt x="31" y="23"/>
                  </a:lnTo>
                  <a:lnTo>
                    <a:pt x="30" y="23"/>
                  </a:lnTo>
                  <a:lnTo>
                    <a:pt x="26" y="24"/>
                  </a:lnTo>
                  <a:lnTo>
                    <a:pt x="23" y="23"/>
                  </a:lnTo>
                  <a:lnTo>
                    <a:pt x="19" y="21"/>
                  </a:lnTo>
                  <a:lnTo>
                    <a:pt x="13" y="20"/>
                  </a:lnTo>
                  <a:lnTo>
                    <a:pt x="12" y="20"/>
                  </a:lnTo>
                  <a:lnTo>
                    <a:pt x="12" y="18"/>
                  </a:lnTo>
                  <a:lnTo>
                    <a:pt x="12" y="16"/>
                  </a:lnTo>
                  <a:lnTo>
                    <a:pt x="13" y="16"/>
                  </a:lnTo>
                  <a:lnTo>
                    <a:pt x="15" y="16"/>
                  </a:lnTo>
                  <a:lnTo>
                    <a:pt x="17" y="15"/>
                  </a:lnTo>
                  <a:lnTo>
                    <a:pt x="13" y="16"/>
                  </a:lnTo>
                  <a:lnTo>
                    <a:pt x="12" y="16"/>
                  </a:lnTo>
                  <a:lnTo>
                    <a:pt x="4" y="11"/>
                  </a:lnTo>
                  <a:lnTo>
                    <a:pt x="0" y="11"/>
                  </a:lnTo>
                  <a:lnTo>
                    <a:pt x="0" y="11"/>
                  </a:lnTo>
                  <a:lnTo>
                    <a:pt x="0" y="9"/>
                  </a:lnTo>
                  <a:lnTo>
                    <a:pt x="0" y="9"/>
                  </a:lnTo>
                  <a:lnTo>
                    <a:pt x="0" y="9"/>
                  </a:lnTo>
                  <a:lnTo>
                    <a:pt x="2" y="9"/>
                  </a:lnTo>
                  <a:lnTo>
                    <a:pt x="4" y="9"/>
                  </a:lnTo>
                  <a:lnTo>
                    <a:pt x="5" y="9"/>
                  </a:lnTo>
                  <a:lnTo>
                    <a:pt x="6" y="9"/>
                  </a:lnTo>
                  <a:lnTo>
                    <a:pt x="5" y="9"/>
                  </a:lnTo>
                  <a:lnTo>
                    <a:pt x="4" y="7"/>
                  </a:lnTo>
                  <a:lnTo>
                    <a:pt x="2" y="5"/>
                  </a:lnTo>
                  <a:lnTo>
                    <a:pt x="0" y="5"/>
                  </a:lnTo>
                  <a:lnTo>
                    <a:pt x="2" y="4"/>
                  </a:lnTo>
                  <a:lnTo>
                    <a:pt x="2" y="4"/>
                  </a:lnTo>
                  <a:lnTo>
                    <a:pt x="2" y="4"/>
                  </a:lnTo>
                  <a:lnTo>
                    <a:pt x="4" y="4"/>
                  </a:lnTo>
                  <a:lnTo>
                    <a:pt x="6" y="2"/>
                  </a:lnTo>
                  <a:lnTo>
                    <a:pt x="10" y="2"/>
                  </a:lnTo>
                  <a:lnTo>
                    <a:pt x="13"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0" name="Freeform 11531"/>
            <p:cNvSpPr>
              <a:spLocks noChangeAspect="1"/>
            </p:cNvSpPr>
            <p:nvPr/>
          </p:nvSpPr>
          <p:spPr bwMode="auto">
            <a:xfrm>
              <a:off x="1966889" y="1440633"/>
              <a:ext cx="99386" cy="45719"/>
            </a:xfrm>
            <a:custGeom>
              <a:avLst/>
              <a:gdLst>
                <a:gd name="T0" fmla="*/ 39 w 50"/>
                <a:gd name="T1" fmla="*/ 0 h 23"/>
                <a:gd name="T2" fmla="*/ 50 w 50"/>
                <a:gd name="T3" fmla="*/ 0 h 23"/>
                <a:gd name="T4" fmla="*/ 50 w 50"/>
                <a:gd name="T5" fmla="*/ 0 h 23"/>
                <a:gd name="T6" fmla="*/ 50 w 50"/>
                <a:gd name="T7" fmla="*/ 1 h 23"/>
                <a:gd name="T8" fmla="*/ 48 w 50"/>
                <a:gd name="T9" fmla="*/ 3 h 23"/>
                <a:gd name="T10" fmla="*/ 48 w 50"/>
                <a:gd name="T11" fmla="*/ 3 h 23"/>
                <a:gd name="T12" fmla="*/ 41 w 50"/>
                <a:gd name="T13" fmla="*/ 5 h 23"/>
                <a:gd name="T14" fmla="*/ 35 w 50"/>
                <a:gd name="T15" fmla="*/ 6 h 23"/>
                <a:gd name="T16" fmla="*/ 33 w 50"/>
                <a:gd name="T17" fmla="*/ 8 h 23"/>
                <a:gd name="T18" fmla="*/ 33 w 50"/>
                <a:gd name="T19" fmla="*/ 8 h 23"/>
                <a:gd name="T20" fmla="*/ 33 w 50"/>
                <a:gd name="T21" fmla="*/ 8 h 23"/>
                <a:gd name="T22" fmla="*/ 35 w 50"/>
                <a:gd name="T23" fmla="*/ 8 h 23"/>
                <a:gd name="T24" fmla="*/ 41 w 50"/>
                <a:gd name="T25" fmla="*/ 8 h 23"/>
                <a:gd name="T26" fmla="*/ 41 w 50"/>
                <a:gd name="T27" fmla="*/ 10 h 23"/>
                <a:gd name="T28" fmla="*/ 43 w 50"/>
                <a:gd name="T29" fmla="*/ 10 h 23"/>
                <a:gd name="T30" fmla="*/ 43 w 50"/>
                <a:gd name="T31" fmla="*/ 10 h 23"/>
                <a:gd name="T32" fmla="*/ 43 w 50"/>
                <a:gd name="T33" fmla="*/ 12 h 23"/>
                <a:gd name="T34" fmla="*/ 43 w 50"/>
                <a:gd name="T35" fmla="*/ 14 h 23"/>
                <a:gd name="T36" fmla="*/ 43 w 50"/>
                <a:gd name="T37" fmla="*/ 15 h 23"/>
                <a:gd name="T38" fmla="*/ 41 w 50"/>
                <a:gd name="T39" fmla="*/ 17 h 23"/>
                <a:gd name="T40" fmla="*/ 40 w 50"/>
                <a:gd name="T41" fmla="*/ 17 h 23"/>
                <a:gd name="T42" fmla="*/ 35 w 50"/>
                <a:gd name="T43" fmla="*/ 19 h 23"/>
                <a:gd name="T44" fmla="*/ 33 w 50"/>
                <a:gd name="T45" fmla="*/ 19 h 23"/>
                <a:gd name="T46" fmla="*/ 31 w 50"/>
                <a:gd name="T47" fmla="*/ 19 h 23"/>
                <a:gd name="T48" fmla="*/ 28 w 50"/>
                <a:gd name="T49" fmla="*/ 19 h 23"/>
                <a:gd name="T50" fmla="*/ 17 w 50"/>
                <a:gd name="T51" fmla="*/ 23 h 23"/>
                <a:gd name="T52" fmla="*/ 16 w 50"/>
                <a:gd name="T53" fmla="*/ 23 h 23"/>
                <a:gd name="T54" fmla="*/ 12 w 50"/>
                <a:gd name="T55" fmla="*/ 21 h 23"/>
                <a:gd name="T56" fmla="*/ 9 w 50"/>
                <a:gd name="T57" fmla="*/ 19 h 23"/>
                <a:gd name="T58" fmla="*/ 5 w 50"/>
                <a:gd name="T59" fmla="*/ 19 h 23"/>
                <a:gd name="T60" fmla="*/ 3 w 50"/>
                <a:gd name="T61" fmla="*/ 17 h 23"/>
                <a:gd name="T62" fmla="*/ 1 w 50"/>
                <a:gd name="T63" fmla="*/ 17 h 23"/>
                <a:gd name="T64" fmla="*/ 1 w 50"/>
                <a:gd name="T65" fmla="*/ 15 h 23"/>
                <a:gd name="T66" fmla="*/ 0 w 50"/>
                <a:gd name="T67" fmla="*/ 15 h 23"/>
                <a:gd name="T68" fmla="*/ 1 w 50"/>
                <a:gd name="T69" fmla="*/ 14 h 23"/>
                <a:gd name="T70" fmla="*/ 1 w 50"/>
                <a:gd name="T71" fmla="*/ 14 h 23"/>
                <a:gd name="T72" fmla="*/ 1 w 50"/>
                <a:gd name="T73" fmla="*/ 14 h 23"/>
                <a:gd name="T74" fmla="*/ 1 w 50"/>
                <a:gd name="T75" fmla="*/ 12 h 23"/>
                <a:gd name="T76" fmla="*/ 1 w 50"/>
                <a:gd name="T77" fmla="*/ 10 h 23"/>
                <a:gd name="T78" fmla="*/ 0 w 50"/>
                <a:gd name="T79" fmla="*/ 8 h 23"/>
                <a:gd name="T80" fmla="*/ 0 w 50"/>
                <a:gd name="T81" fmla="*/ 8 h 23"/>
                <a:gd name="T82" fmla="*/ 0 w 50"/>
                <a:gd name="T83" fmla="*/ 8 h 23"/>
                <a:gd name="T84" fmla="*/ 0 w 50"/>
                <a:gd name="T85" fmla="*/ 6 h 23"/>
                <a:gd name="T86" fmla="*/ 0 w 50"/>
                <a:gd name="T87" fmla="*/ 5 h 23"/>
                <a:gd name="T88" fmla="*/ 1 w 50"/>
                <a:gd name="T89" fmla="*/ 5 h 23"/>
                <a:gd name="T90" fmla="*/ 3 w 50"/>
                <a:gd name="T91" fmla="*/ 5 h 23"/>
                <a:gd name="T92" fmla="*/ 7 w 50"/>
                <a:gd name="T93" fmla="*/ 5 h 23"/>
                <a:gd name="T94" fmla="*/ 14 w 50"/>
                <a:gd name="T95" fmla="*/ 3 h 23"/>
                <a:gd name="T96" fmla="*/ 28 w 50"/>
                <a:gd name="T97" fmla="*/ 0 h 23"/>
                <a:gd name="T98" fmla="*/ 33 w 50"/>
                <a:gd name="T99" fmla="*/ 0 h 23"/>
                <a:gd name="T100" fmla="*/ 35 w 50"/>
                <a:gd name="T101" fmla="*/ 0 h 23"/>
                <a:gd name="T102" fmla="*/ 39 w 50"/>
                <a:gd name="T10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23">
                  <a:moveTo>
                    <a:pt x="39" y="0"/>
                  </a:moveTo>
                  <a:lnTo>
                    <a:pt x="50" y="0"/>
                  </a:lnTo>
                  <a:lnTo>
                    <a:pt x="50" y="0"/>
                  </a:lnTo>
                  <a:lnTo>
                    <a:pt x="50" y="1"/>
                  </a:lnTo>
                  <a:lnTo>
                    <a:pt x="48" y="3"/>
                  </a:lnTo>
                  <a:lnTo>
                    <a:pt x="48" y="3"/>
                  </a:lnTo>
                  <a:lnTo>
                    <a:pt x="41" y="5"/>
                  </a:lnTo>
                  <a:lnTo>
                    <a:pt x="35" y="6"/>
                  </a:lnTo>
                  <a:lnTo>
                    <a:pt x="33" y="8"/>
                  </a:lnTo>
                  <a:lnTo>
                    <a:pt x="33" y="8"/>
                  </a:lnTo>
                  <a:lnTo>
                    <a:pt x="33" y="8"/>
                  </a:lnTo>
                  <a:lnTo>
                    <a:pt x="35" y="8"/>
                  </a:lnTo>
                  <a:lnTo>
                    <a:pt x="41" y="8"/>
                  </a:lnTo>
                  <a:lnTo>
                    <a:pt x="41" y="10"/>
                  </a:lnTo>
                  <a:lnTo>
                    <a:pt x="43" y="10"/>
                  </a:lnTo>
                  <a:lnTo>
                    <a:pt x="43" y="10"/>
                  </a:lnTo>
                  <a:lnTo>
                    <a:pt x="43" y="12"/>
                  </a:lnTo>
                  <a:lnTo>
                    <a:pt x="43" y="14"/>
                  </a:lnTo>
                  <a:lnTo>
                    <a:pt x="43" y="15"/>
                  </a:lnTo>
                  <a:lnTo>
                    <a:pt x="41" y="17"/>
                  </a:lnTo>
                  <a:lnTo>
                    <a:pt x="40" y="17"/>
                  </a:lnTo>
                  <a:lnTo>
                    <a:pt x="35" y="19"/>
                  </a:lnTo>
                  <a:lnTo>
                    <a:pt x="33" y="19"/>
                  </a:lnTo>
                  <a:lnTo>
                    <a:pt x="31" y="19"/>
                  </a:lnTo>
                  <a:lnTo>
                    <a:pt x="28" y="19"/>
                  </a:lnTo>
                  <a:lnTo>
                    <a:pt x="17" y="23"/>
                  </a:lnTo>
                  <a:lnTo>
                    <a:pt x="16" y="23"/>
                  </a:lnTo>
                  <a:lnTo>
                    <a:pt x="12" y="21"/>
                  </a:lnTo>
                  <a:lnTo>
                    <a:pt x="9" y="19"/>
                  </a:lnTo>
                  <a:lnTo>
                    <a:pt x="5" y="19"/>
                  </a:lnTo>
                  <a:lnTo>
                    <a:pt x="3" y="17"/>
                  </a:lnTo>
                  <a:lnTo>
                    <a:pt x="1" y="17"/>
                  </a:lnTo>
                  <a:lnTo>
                    <a:pt x="1" y="15"/>
                  </a:lnTo>
                  <a:lnTo>
                    <a:pt x="0" y="15"/>
                  </a:lnTo>
                  <a:lnTo>
                    <a:pt x="1" y="14"/>
                  </a:lnTo>
                  <a:lnTo>
                    <a:pt x="1" y="14"/>
                  </a:lnTo>
                  <a:lnTo>
                    <a:pt x="1" y="14"/>
                  </a:lnTo>
                  <a:lnTo>
                    <a:pt x="1" y="12"/>
                  </a:lnTo>
                  <a:lnTo>
                    <a:pt x="1" y="10"/>
                  </a:lnTo>
                  <a:lnTo>
                    <a:pt x="0" y="8"/>
                  </a:lnTo>
                  <a:lnTo>
                    <a:pt x="0" y="8"/>
                  </a:lnTo>
                  <a:lnTo>
                    <a:pt x="0" y="8"/>
                  </a:lnTo>
                  <a:lnTo>
                    <a:pt x="0" y="6"/>
                  </a:lnTo>
                  <a:lnTo>
                    <a:pt x="0" y="5"/>
                  </a:lnTo>
                  <a:lnTo>
                    <a:pt x="1" y="5"/>
                  </a:lnTo>
                  <a:lnTo>
                    <a:pt x="3" y="5"/>
                  </a:lnTo>
                  <a:lnTo>
                    <a:pt x="7" y="5"/>
                  </a:lnTo>
                  <a:lnTo>
                    <a:pt x="14" y="3"/>
                  </a:lnTo>
                  <a:lnTo>
                    <a:pt x="28" y="0"/>
                  </a:lnTo>
                  <a:lnTo>
                    <a:pt x="33" y="0"/>
                  </a:lnTo>
                  <a:lnTo>
                    <a:pt x="35" y="0"/>
                  </a:lnTo>
                  <a:lnTo>
                    <a:pt x="39"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1" name="Freeform 11538"/>
            <p:cNvSpPr>
              <a:spLocks noChangeAspect="1"/>
            </p:cNvSpPr>
            <p:nvPr/>
          </p:nvSpPr>
          <p:spPr bwMode="auto">
            <a:xfrm>
              <a:off x="2236602" y="1421352"/>
              <a:ext cx="74674" cy="45719"/>
            </a:xfrm>
            <a:custGeom>
              <a:avLst/>
              <a:gdLst>
                <a:gd name="T0" fmla="*/ 10 w 49"/>
                <a:gd name="T1" fmla="*/ 0 h 30"/>
                <a:gd name="T2" fmla="*/ 17 w 49"/>
                <a:gd name="T3" fmla="*/ 2 h 30"/>
                <a:gd name="T4" fmla="*/ 25 w 49"/>
                <a:gd name="T5" fmla="*/ 4 h 30"/>
                <a:gd name="T6" fmla="*/ 29 w 49"/>
                <a:gd name="T7" fmla="*/ 8 h 30"/>
                <a:gd name="T8" fmla="*/ 29 w 49"/>
                <a:gd name="T9" fmla="*/ 8 h 30"/>
                <a:gd name="T10" fmla="*/ 33 w 49"/>
                <a:gd name="T11" fmla="*/ 9 h 30"/>
                <a:gd name="T12" fmla="*/ 40 w 49"/>
                <a:gd name="T13" fmla="*/ 9 h 30"/>
                <a:gd name="T14" fmla="*/ 47 w 49"/>
                <a:gd name="T15" fmla="*/ 13 h 30"/>
                <a:gd name="T16" fmla="*/ 49 w 49"/>
                <a:gd name="T17" fmla="*/ 15 h 30"/>
                <a:gd name="T18" fmla="*/ 44 w 49"/>
                <a:gd name="T19" fmla="*/ 17 h 30"/>
                <a:gd name="T20" fmla="*/ 45 w 49"/>
                <a:gd name="T21" fmla="*/ 20 h 30"/>
                <a:gd name="T22" fmla="*/ 47 w 49"/>
                <a:gd name="T23" fmla="*/ 22 h 30"/>
                <a:gd name="T24" fmla="*/ 45 w 49"/>
                <a:gd name="T25" fmla="*/ 25 h 30"/>
                <a:gd name="T26" fmla="*/ 42 w 49"/>
                <a:gd name="T27" fmla="*/ 25 h 30"/>
                <a:gd name="T28" fmla="*/ 36 w 49"/>
                <a:gd name="T29" fmla="*/ 27 h 30"/>
                <a:gd name="T30" fmla="*/ 26 w 49"/>
                <a:gd name="T31" fmla="*/ 28 h 30"/>
                <a:gd name="T32" fmla="*/ 21 w 49"/>
                <a:gd name="T33" fmla="*/ 30 h 30"/>
                <a:gd name="T34" fmla="*/ 19 w 49"/>
                <a:gd name="T35" fmla="*/ 30 h 30"/>
                <a:gd name="T36" fmla="*/ 17 w 49"/>
                <a:gd name="T37" fmla="*/ 28 h 30"/>
                <a:gd name="T38" fmla="*/ 17 w 49"/>
                <a:gd name="T39" fmla="*/ 27 h 30"/>
                <a:gd name="T40" fmla="*/ 10 w 49"/>
                <a:gd name="T41" fmla="*/ 23 h 30"/>
                <a:gd name="T42" fmla="*/ 10 w 49"/>
                <a:gd name="T43" fmla="*/ 22 h 30"/>
                <a:gd name="T44" fmla="*/ 19 w 49"/>
                <a:gd name="T45" fmla="*/ 22 h 30"/>
                <a:gd name="T46" fmla="*/ 19 w 49"/>
                <a:gd name="T47" fmla="*/ 20 h 30"/>
                <a:gd name="T48" fmla="*/ 14 w 49"/>
                <a:gd name="T49" fmla="*/ 18 h 30"/>
                <a:gd name="T50" fmla="*/ 6 w 49"/>
                <a:gd name="T51" fmla="*/ 17 h 30"/>
                <a:gd name="T52" fmla="*/ 3 w 49"/>
                <a:gd name="T53" fmla="*/ 13 h 30"/>
                <a:gd name="T54" fmla="*/ 2 w 49"/>
                <a:gd name="T55" fmla="*/ 11 h 30"/>
                <a:gd name="T56" fmla="*/ 0 w 49"/>
                <a:gd name="T57" fmla="*/ 11 h 30"/>
                <a:gd name="T58" fmla="*/ 0 w 49"/>
                <a:gd name="T59" fmla="*/ 9 h 30"/>
                <a:gd name="T60" fmla="*/ 3 w 49"/>
                <a:gd name="T61" fmla="*/ 8 h 30"/>
                <a:gd name="T62" fmla="*/ 0 w 49"/>
                <a:gd name="T63" fmla="*/ 2 h 30"/>
                <a:gd name="T64" fmla="*/ 2 w 49"/>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 h="30">
                  <a:moveTo>
                    <a:pt x="5" y="0"/>
                  </a:moveTo>
                  <a:lnTo>
                    <a:pt x="10" y="0"/>
                  </a:lnTo>
                  <a:lnTo>
                    <a:pt x="14" y="0"/>
                  </a:lnTo>
                  <a:lnTo>
                    <a:pt x="17" y="2"/>
                  </a:lnTo>
                  <a:lnTo>
                    <a:pt x="19" y="2"/>
                  </a:lnTo>
                  <a:lnTo>
                    <a:pt x="25" y="4"/>
                  </a:lnTo>
                  <a:lnTo>
                    <a:pt x="26" y="4"/>
                  </a:lnTo>
                  <a:lnTo>
                    <a:pt x="29" y="8"/>
                  </a:lnTo>
                  <a:lnTo>
                    <a:pt x="29" y="8"/>
                  </a:lnTo>
                  <a:lnTo>
                    <a:pt x="29" y="8"/>
                  </a:lnTo>
                  <a:lnTo>
                    <a:pt x="29" y="9"/>
                  </a:lnTo>
                  <a:lnTo>
                    <a:pt x="33" y="9"/>
                  </a:lnTo>
                  <a:lnTo>
                    <a:pt x="38" y="9"/>
                  </a:lnTo>
                  <a:lnTo>
                    <a:pt x="40" y="9"/>
                  </a:lnTo>
                  <a:lnTo>
                    <a:pt x="45" y="11"/>
                  </a:lnTo>
                  <a:lnTo>
                    <a:pt x="47" y="13"/>
                  </a:lnTo>
                  <a:lnTo>
                    <a:pt x="49" y="15"/>
                  </a:lnTo>
                  <a:lnTo>
                    <a:pt x="49" y="15"/>
                  </a:lnTo>
                  <a:lnTo>
                    <a:pt x="47" y="15"/>
                  </a:lnTo>
                  <a:lnTo>
                    <a:pt x="44" y="17"/>
                  </a:lnTo>
                  <a:lnTo>
                    <a:pt x="42" y="18"/>
                  </a:lnTo>
                  <a:lnTo>
                    <a:pt x="45" y="20"/>
                  </a:lnTo>
                  <a:lnTo>
                    <a:pt x="47" y="20"/>
                  </a:lnTo>
                  <a:lnTo>
                    <a:pt x="47" y="22"/>
                  </a:lnTo>
                  <a:lnTo>
                    <a:pt x="47" y="22"/>
                  </a:lnTo>
                  <a:lnTo>
                    <a:pt x="45" y="25"/>
                  </a:lnTo>
                  <a:lnTo>
                    <a:pt x="44" y="25"/>
                  </a:lnTo>
                  <a:lnTo>
                    <a:pt x="42" y="25"/>
                  </a:lnTo>
                  <a:lnTo>
                    <a:pt x="40" y="25"/>
                  </a:lnTo>
                  <a:lnTo>
                    <a:pt x="36" y="27"/>
                  </a:lnTo>
                  <a:lnTo>
                    <a:pt x="33" y="28"/>
                  </a:lnTo>
                  <a:lnTo>
                    <a:pt x="26" y="28"/>
                  </a:lnTo>
                  <a:lnTo>
                    <a:pt x="25" y="28"/>
                  </a:lnTo>
                  <a:lnTo>
                    <a:pt x="21" y="30"/>
                  </a:lnTo>
                  <a:lnTo>
                    <a:pt x="19" y="30"/>
                  </a:lnTo>
                  <a:lnTo>
                    <a:pt x="19" y="30"/>
                  </a:lnTo>
                  <a:lnTo>
                    <a:pt x="17" y="28"/>
                  </a:lnTo>
                  <a:lnTo>
                    <a:pt x="17" y="28"/>
                  </a:lnTo>
                  <a:lnTo>
                    <a:pt x="19" y="27"/>
                  </a:lnTo>
                  <a:lnTo>
                    <a:pt x="17" y="27"/>
                  </a:lnTo>
                  <a:lnTo>
                    <a:pt x="14" y="25"/>
                  </a:lnTo>
                  <a:lnTo>
                    <a:pt x="10" y="23"/>
                  </a:lnTo>
                  <a:lnTo>
                    <a:pt x="10" y="23"/>
                  </a:lnTo>
                  <a:lnTo>
                    <a:pt x="10" y="22"/>
                  </a:lnTo>
                  <a:lnTo>
                    <a:pt x="15" y="22"/>
                  </a:lnTo>
                  <a:lnTo>
                    <a:pt x="19" y="22"/>
                  </a:lnTo>
                  <a:lnTo>
                    <a:pt x="19" y="20"/>
                  </a:lnTo>
                  <a:lnTo>
                    <a:pt x="19" y="20"/>
                  </a:lnTo>
                  <a:lnTo>
                    <a:pt x="19" y="20"/>
                  </a:lnTo>
                  <a:lnTo>
                    <a:pt x="14" y="18"/>
                  </a:lnTo>
                  <a:lnTo>
                    <a:pt x="6" y="18"/>
                  </a:lnTo>
                  <a:lnTo>
                    <a:pt x="6" y="17"/>
                  </a:lnTo>
                  <a:lnTo>
                    <a:pt x="5" y="15"/>
                  </a:lnTo>
                  <a:lnTo>
                    <a:pt x="3" y="13"/>
                  </a:lnTo>
                  <a:lnTo>
                    <a:pt x="3" y="13"/>
                  </a:lnTo>
                  <a:lnTo>
                    <a:pt x="2" y="11"/>
                  </a:lnTo>
                  <a:lnTo>
                    <a:pt x="2" y="11"/>
                  </a:lnTo>
                  <a:lnTo>
                    <a:pt x="0" y="11"/>
                  </a:lnTo>
                  <a:lnTo>
                    <a:pt x="0" y="9"/>
                  </a:lnTo>
                  <a:lnTo>
                    <a:pt x="0" y="9"/>
                  </a:lnTo>
                  <a:lnTo>
                    <a:pt x="3" y="8"/>
                  </a:lnTo>
                  <a:lnTo>
                    <a:pt x="3" y="8"/>
                  </a:lnTo>
                  <a:lnTo>
                    <a:pt x="2" y="4"/>
                  </a:lnTo>
                  <a:lnTo>
                    <a:pt x="0" y="2"/>
                  </a:lnTo>
                  <a:lnTo>
                    <a:pt x="0" y="2"/>
                  </a:lnTo>
                  <a:lnTo>
                    <a:pt x="2" y="0"/>
                  </a:lnTo>
                  <a:lnTo>
                    <a:pt x="5"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2" name="Freeform 11542"/>
            <p:cNvSpPr>
              <a:spLocks noChangeAspect="1"/>
            </p:cNvSpPr>
            <p:nvPr/>
          </p:nvSpPr>
          <p:spPr bwMode="auto">
            <a:xfrm>
              <a:off x="2111570" y="1422148"/>
              <a:ext cx="121497" cy="62752"/>
            </a:xfrm>
            <a:custGeom>
              <a:avLst/>
              <a:gdLst>
                <a:gd name="T0" fmla="*/ 30 w 91"/>
                <a:gd name="T1" fmla="*/ 2 h 47"/>
                <a:gd name="T2" fmla="*/ 37 w 91"/>
                <a:gd name="T3" fmla="*/ 6 h 47"/>
                <a:gd name="T4" fmla="*/ 40 w 91"/>
                <a:gd name="T5" fmla="*/ 9 h 47"/>
                <a:gd name="T6" fmla="*/ 40 w 91"/>
                <a:gd name="T7" fmla="*/ 11 h 47"/>
                <a:gd name="T8" fmla="*/ 38 w 91"/>
                <a:gd name="T9" fmla="*/ 13 h 47"/>
                <a:gd name="T10" fmla="*/ 42 w 91"/>
                <a:gd name="T11" fmla="*/ 15 h 47"/>
                <a:gd name="T12" fmla="*/ 42 w 91"/>
                <a:gd name="T13" fmla="*/ 15 h 47"/>
                <a:gd name="T14" fmla="*/ 44 w 91"/>
                <a:gd name="T15" fmla="*/ 15 h 47"/>
                <a:gd name="T16" fmla="*/ 44 w 91"/>
                <a:gd name="T17" fmla="*/ 11 h 47"/>
                <a:gd name="T18" fmla="*/ 49 w 91"/>
                <a:gd name="T19" fmla="*/ 9 h 47"/>
                <a:gd name="T20" fmla="*/ 55 w 91"/>
                <a:gd name="T21" fmla="*/ 9 h 47"/>
                <a:gd name="T22" fmla="*/ 61 w 91"/>
                <a:gd name="T23" fmla="*/ 13 h 47"/>
                <a:gd name="T24" fmla="*/ 63 w 91"/>
                <a:gd name="T25" fmla="*/ 15 h 47"/>
                <a:gd name="T26" fmla="*/ 61 w 91"/>
                <a:gd name="T27" fmla="*/ 15 h 47"/>
                <a:gd name="T28" fmla="*/ 61 w 91"/>
                <a:gd name="T29" fmla="*/ 17 h 47"/>
                <a:gd name="T30" fmla="*/ 72 w 91"/>
                <a:gd name="T31" fmla="*/ 17 h 47"/>
                <a:gd name="T32" fmla="*/ 80 w 91"/>
                <a:gd name="T33" fmla="*/ 23 h 47"/>
                <a:gd name="T34" fmla="*/ 82 w 91"/>
                <a:gd name="T35" fmla="*/ 25 h 47"/>
                <a:gd name="T36" fmla="*/ 82 w 91"/>
                <a:gd name="T37" fmla="*/ 26 h 47"/>
                <a:gd name="T38" fmla="*/ 79 w 91"/>
                <a:gd name="T39" fmla="*/ 28 h 47"/>
                <a:gd name="T40" fmla="*/ 80 w 91"/>
                <a:gd name="T41" fmla="*/ 32 h 47"/>
                <a:gd name="T42" fmla="*/ 80 w 91"/>
                <a:gd name="T43" fmla="*/ 34 h 47"/>
                <a:gd name="T44" fmla="*/ 89 w 91"/>
                <a:gd name="T45" fmla="*/ 39 h 47"/>
                <a:gd name="T46" fmla="*/ 91 w 91"/>
                <a:gd name="T47" fmla="*/ 40 h 47"/>
                <a:gd name="T48" fmla="*/ 91 w 91"/>
                <a:gd name="T49" fmla="*/ 42 h 47"/>
                <a:gd name="T50" fmla="*/ 89 w 91"/>
                <a:gd name="T51" fmla="*/ 45 h 47"/>
                <a:gd name="T52" fmla="*/ 82 w 91"/>
                <a:gd name="T53" fmla="*/ 47 h 47"/>
                <a:gd name="T54" fmla="*/ 74 w 91"/>
                <a:gd name="T55" fmla="*/ 47 h 47"/>
                <a:gd name="T56" fmla="*/ 68 w 91"/>
                <a:gd name="T57" fmla="*/ 44 h 47"/>
                <a:gd name="T58" fmla="*/ 67 w 91"/>
                <a:gd name="T59" fmla="*/ 42 h 47"/>
                <a:gd name="T60" fmla="*/ 67 w 91"/>
                <a:gd name="T61" fmla="*/ 39 h 47"/>
                <a:gd name="T62" fmla="*/ 63 w 91"/>
                <a:gd name="T63" fmla="*/ 35 h 47"/>
                <a:gd name="T64" fmla="*/ 53 w 91"/>
                <a:gd name="T65" fmla="*/ 34 h 47"/>
                <a:gd name="T66" fmla="*/ 46 w 91"/>
                <a:gd name="T67" fmla="*/ 34 h 47"/>
                <a:gd name="T68" fmla="*/ 40 w 91"/>
                <a:gd name="T69" fmla="*/ 34 h 47"/>
                <a:gd name="T70" fmla="*/ 38 w 91"/>
                <a:gd name="T71" fmla="*/ 34 h 47"/>
                <a:gd name="T72" fmla="*/ 38 w 91"/>
                <a:gd name="T73" fmla="*/ 30 h 47"/>
                <a:gd name="T74" fmla="*/ 23 w 91"/>
                <a:gd name="T75" fmla="*/ 34 h 47"/>
                <a:gd name="T76" fmla="*/ 14 w 91"/>
                <a:gd name="T77" fmla="*/ 34 h 47"/>
                <a:gd name="T78" fmla="*/ 9 w 91"/>
                <a:gd name="T79" fmla="*/ 30 h 47"/>
                <a:gd name="T80" fmla="*/ 9 w 91"/>
                <a:gd name="T81" fmla="*/ 26 h 47"/>
                <a:gd name="T82" fmla="*/ 10 w 91"/>
                <a:gd name="T83" fmla="*/ 25 h 47"/>
                <a:gd name="T84" fmla="*/ 19 w 91"/>
                <a:gd name="T85" fmla="*/ 26 h 47"/>
                <a:gd name="T86" fmla="*/ 29 w 91"/>
                <a:gd name="T87" fmla="*/ 26 h 47"/>
                <a:gd name="T88" fmla="*/ 29 w 91"/>
                <a:gd name="T89" fmla="*/ 23 h 47"/>
                <a:gd name="T90" fmla="*/ 23 w 91"/>
                <a:gd name="T91" fmla="*/ 21 h 47"/>
                <a:gd name="T92" fmla="*/ 30 w 91"/>
                <a:gd name="T93" fmla="*/ 19 h 47"/>
                <a:gd name="T94" fmla="*/ 29 w 91"/>
                <a:gd name="T95" fmla="*/ 19 h 47"/>
                <a:gd name="T96" fmla="*/ 19 w 91"/>
                <a:gd name="T97" fmla="*/ 17 h 47"/>
                <a:gd name="T98" fmla="*/ 19 w 91"/>
                <a:gd name="T99" fmla="*/ 17 h 47"/>
                <a:gd name="T100" fmla="*/ 23 w 91"/>
                <a:gd name="T101" fmla="*/ 15 h 47"/>
                <a:gd name="T102" fmla="*/ 21 w 91"/>
                <a:gd name="T103" fmla="*/ 13 h 47"/>
                <a:gd name="T104" fmla="*/ 16 w 91"/>
                <a:gd name="T105" fmla="*/ 13 h 47"/>
                <a:gd name="T106" fmla="*/ 10 w 91"/>
                <a:gd name="T107" fmla="*/ 17 h 47"/>
                <a:gd name="T108" fmla="*/ 9 w 91"/>
                <a:gd name="T109" fmla="*/ 17 h 47"/>
                <a:gd name="T110" fmla="*/ 9 w 91"/>
                <a:gd name="T111" fmla="*/ 15 h 47"/>
                <a:gd name="T112" fmla="*/ 12 w 91"/>
                <a:gd name="T113" fmla="*/ 11 h 47"/>
                <a:gd name="T114" fmla="*/ 4 w 91"/>
                <a:gd name="T115" fmla="*/ 11 h 47"/>
                <a:gd name="T116" fmla="*/ 0 w 91"/>
                <a:gd name="T117" fmla="*/ 11 h 47"/>
                <a:gd name="T118" fmla="*/ 0 w 91"/>
                <a:gd name="T119" fmla="*/ 7 h 47"/>
                <a:gd name="T120" fmla="*/ 2 w 91"/>
                <a:gd name="T121" fmla="*/ 2 h 47"/>
                <a:gd name="T122" fmla="*/ 10 w 91"/>
                <a:gd name="T123" fmla="*/ 2 h 47"/>
                <a:gd name="T124" fmla="*/ 27 w 91"/>
                <a:gd name="T125"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1" h="47">
                  <a:moveTo>
                    <a:pt x="27" y="0"/>
                  </a:moveTo>
                  <a:lnTo>
                    <a:pt x="30" y="2"/>
                  </a:lnTo>
                  <a:lnTo>
                    <a:pt x="33" y="2"/>
                  </a:lnTo>
                  <a:lnTo>
                    <a:pt x="37" y="6"/>
                  </a:lnTo>
                  <a:lnTo>
                    <a:pt x="40" y="9"/>
                  </a:lnTo>
                  <a:lnTo>
                    <a:pt x="40" y="9"/>
                  </a:lnTo>
                  <a:lnTo>
                    <a:pt x="40" y="11"/>
                  </a:lnTo>
                  <a:lnTo>
                    <a:pt x="40" y="11"/>
                  </a:lnTo>
                  <a:lnTo>
                    <a:pt x="40" y="13"/>
                  </a:lnTo>
                  <a:lnTo>
                    <a:pt x="38" y="13"/>
                  </a:lnTo>
                  <a:lnTo>
                    <a:pt x="42" y="15"/>
                  </a:lnTo>
                  <a:lnTo>
                    <a:pt x="42" y="15"/>
                  </a:lnTo>
                  <a:lnTo>
                    <a:pt x="42" y="15"/>
                  </a:lnTo>
                  <a:lnTo>
                    <a:pt x="42" y="15"/>
                  </a:lnTo>
                  <a:lnTo>
                    <a:pt x="42" y="15"/>
                  </a:lnTo>
                  <a:lnTo>
                    <a:pt x="44" y="15"/>
                  </a:lnTo>
                  <a:lnTo>
                    <a:pt x="44" y="13"/>
                  </a:lnTo>
                  <a:lnTo>
                    <a:pt x="44" y="11"/>
                  </a:lnTo>
                  <a:lnTo>
                    <a:pt x="48" y="11"/>
                  </a:lnTo>
                  <a:lnTo>
                    <a:pt x="49" y="9"/>
                  </a:lnTo>
                  <a:lnTo>
                    <a:pt x="51" y="9"/>
                  </a:lnTo>
                  <a:lnTo>
                    <a:pt x="55" y="9"/>
                  </a:lnTo>
                  <a:lnTo>
                    <a:pt x="59" y="13"/>
                  </a:lnTo>
                  <a:lnTo>
                    <a:pt x="61" y="13"/>
                  </a:lnTo>
                  <a:lnTo>
                    <a:pt x="63" y="13"/>
                  </a:lnTo>
                  <a:lnTo>
                    <a:pt x="63" y="15"/>
                  </a:lnTo>
                  <a:lnTo>
                    <a:pt x="63" y="15"/>
                  </a:lnTo>
                  <a:lnTo>
                    <a:pt x="61" y="15"/>
                  </a:lnTo>
                  <a:lnTo>
                    <a:pt x="61" y="17"/>
                  </a:lnTo>
                  <a:lnTo>
                    <a:pt x="61" y="17"/>
                  </a:lnTo>
                  <a:lnTo>
                    <a:pt x="65" y="17"/>
                  </a:lnTo>
                  <a:lnTo>
                    <a:pt x="72" y="17"/>
                  </a:lnTo>
                  <a:lnTo>
                    <a:pt x="77" y="19"/>
                  </a:lnTo>
                  <a:lnTo>
                    <a:pt x="80" y="23"/>
                  </a:lnTo>
                  <a:lnTo>
                    <a:pt x="82" y="25"/>
                  </a:lnTo>
                  <a:lnTo>
                    <a:pt x="82" y="25"/>
                  </a:lnTo>
                  <a:lnTo>
                    <a:pt x="82" y="25"/>
                  </a:lnTo>
                  <a:lnTo>
                    <a:pt x="82" y="26"/>
                  </a:lnTo>
                  <a:lnTo>
                    <a:pt x="80" y="28"/>
                  </a:lnTo>
                  <a:lnTo>
                    <a:pt x="79" y="28"/>
                  </a:lnTo>
                  <a:lnTo>
                    <a:pt x="80" y="30"/>
                  </a:lnTo>
                  <a:lnTo>
                    <a:pt x="80" y="32"/>
                  </a:lnTo>
                  <a:lnTo>
                    <a:pt x="80" y="32"/>
                  </a:lnTo>
                  <a:lnTo>
                    <a:pt x="80" y="34"/>
                  </a:lnTo>
                  <a:lnTo>
                    <a:pt x="84" y="34"/>
                  </a:lnTo>
                  <a:lnTo>
                    <a:pt x="89" y="39"/>
                  </a:lnTo>
                  <a:lnTo>
                    <a:pt x="91" y="40"/>
                  </a:lnTo>
                  <a:lnTo>
                    <a:pt x="91" y="40"/>
                  </a:lnTo>
                  <a:lnTo>
                    <a:pt x="91" y="42"/>
                  </a:lnTo>
                  <a:lnTo>
                    <a:pt x="91" y="42"/>
                  </a:lnTo>
                  <a:lnTo>
                    <a:pt x="89" y="45"/>
                  </a:lnTo>
                  <a:lnTo>
                    <a:pt x="89" y="45"/>
                  </a:lnTo>
                  <a:lnTo>
                    <a:pt x="86" y="45"/>
                  </a:lnTo>
                  <a:lnTo>
                    <a:pt x="82" y="47"/>
                  </a:lnTo>
                  <a:lnTo>
                    <a:pt x="77" y="47"/>
                  </a:lnTo>
                  <a:lnTo>
                    <a:pt x="74" y="47"/>
                  </a:lnTo>
                  <a:lnTo>
                    <a:pt x="68" y="45"/>
                  </a:lnTo>
                  <a:lnTo>
                    <a:pt x="68" y="44"/>
                  </a:lnTo>
                  <a:lnTo>
                    <a:pt x="67" y="42"/>
                  </a:lnTo>
                  <a:lnTo>
                    <a:pt x="67" y="42"/>
                  </a:lnTo>
                  <a:lnTo>
                    <a:pt x="67" y="40"/>
                  </a:lnTo>
                  <a:lnTo>
                    <a:pt x="67" y="39"/>
                  </a:lnTo>
                  <a:lnTo>
                    <a:pt x="65" y="39"/>
                  </a:lnTo>
                  <a:lnTo>
                    <a:pt x="63" y="35"/>
                  </a:lnTo>
                  <a:lnTo>
                    <a:pt x="59" y="35"/>
                  </a:lnTo>
                  <a:lnTo>
                    <a:pt x="53" y="34"/>
                  </a:lnTo>
                  <a:lnTo>
                    <a:pt x="49" y="34"/>
                  </a:lnTo>
                  <a:lnTo>
                    <a:pt x="46" y="34"/>
                  </a:lnTo>
                  <a:lnTo>
                    <a:pt x="40" y="35"/>
                  </a:lnTo>
                  <a:lnTo>
                    <a:pt x="40" y="34"/>
                  </a:lnTo>
                  <a:lnTo>
                    <a:pt x="40" y="34"/>
                  </a:lnTo>
                  <a:lnTo>
                    <a:pt x="38" y="34"/>
                  </a:lnTo>
                  <a:lnTo>
                    <a:pt x="38" y="32"/>
                  </a:lnTo>
                  <a:lnTo>
                    <a:pt x="38" y="30"/>
                  </a:lnTo>
                  <a:lnTo>
                    <a:pt x="27" y="32"/>
                  </a:lnTo>
                  <a:lnTo>
                    <a:pt x="23" y="34"/>
                  </a:lnTo>
                  <a:lnTo>
                    <a:pt x="18" y="34"/>
                  </a:lnTo>
                  <a:lnTo>
                    <a:pt x="14" y="34"/>
                  </a:lnTo>
                  <a:lnTo>
                    <a:pt x="10" y="32"/>
                  </a:lnTo>
                  <a:lnTo>
                    <a:pt x="9" y="30"/>
                  </a:lnTo>
                  <a:lnTo>
                    <a:pt x="9" y="28"/>
                  </a:lnTo>
                  <a:lnTo>
                    <a:pt x="9" y="26"/>
                  </a:lnTo>
                  <a:lnTo>
                    <a:pt x="9" y="25"/>
                  </a:lnTo>
                  <a:lnTo>
                    <a:pt x="10" y="25"/>
                  </a:lnTo>
                  <a:lnTo>
                    <a:pt x="12" y="25"/>
                  </a:lnTo>
                  <a:lnTo>
                    <a:pt x="19" y="26"/>
                  </a:lnTo>
                  <a:lnTo>
                    <a:pt x="25" y="26"/>
                  </a:lnTo>
                  <a:lnTo>
                    <a:pt x="29" y="26"/>
                  </a:lnTo>
                  <a:lnTo>
                    <a:pt x="30" y="25"/>
                  </a:lnTo>
                  <a:lnTo>
                    <a:pt x="29" y="23"/>
                  </a:lnTo>
                  <a:lnTo>
                    <a:pt x="21" y="23"/>
                  </a:lnTo>
                  <a:lnTo>
                    <a:pt x="23" y="21"/>
                  </a:lnTo>
                  <a:lnTo>
                    <a:pt x="29" y="21"/>
                  </a:lnTo>
                  <a:lnTo>
                    <a:pt x="30" y="19"/>
                  </a:lnTo>
                  <a:lnTo>
                    <a:pt x="30" y="19"/>
                  </a:lnTo>
                  <a:lnTo>
                    <a:pt x="29" y="19"/>
                  </a:lnTo>
                  <a:lnTo>
                    <a:pt x="21" y="19"/>
                  </a:lnTo>
                  <a:lnTo>
                    <a:pt x="19" y="17"/>
                  </a:lnTo>
                  <a:lnTo>
                    <a:pt x="19" y="17"/>
                  </a:lnTo>
                  <a:lnTo>
                    <a:pt x="19" y="17"/>
                  </a:lnTo>
                  <a:lnTo>
                    <a:pt x="23" y="15"/>
                  </a:lnTo>
                  <a:lnTo>
                    <a:pt x="23" y="15"/>
                  </a:lnTo>
                  <a:lnTo>
                    <a:pt x="21" y="13"/>
                  </a:lnTo>
                  <a:lnTo>
                    <a:pt x="21" y="13"/>
                  </a:lnTo>
                  <a:lnTo>
                    <a:pt x="19" y="13"/>
                  </a:lnTo>
                  <a:lnTo>
                    <a:pt x="16" y="13"/>
                  </a:lnTo>
                  <a:lnTo>
                    <a:pt x="12" y="17"/>
                  </a:lnTo>
                  <a:lnTo>
                    <a:pt x="10" y="17"/>
                  </a:lnTo>
                  <a:lnTo>
                    <a:pt x="9" y="17"/>
                  </a:lnTo>
                  <a:lnTo>
                    <a:pt x="9" y="17"/>
                  </a:lnTo>
                  <a:lnTo>
                    <a:pt x="9" y="15"/>
                  </a:lnTo>
                  <a:lnTo>
                    <a:pt x="9" y="15"/>
                  </a:lnTo>
                  <a:lnTo>
                    <a:pt x="12" y="13"/>
                  </a:lnTo>
                  <a:lnTo>
                    <a:pt x="12" y="11"/>
                  </a:lnTo>
                  <a:lnTo>
                    <a:pt x="9" y="11"/>
                  </a:lnTo>
                  <a:lnTo>
                    <a:pt x="4" y="11"/>
                  </a:lnTo>
                  <a:lnTo>
                    <a:pt x="0" y="11"/>
                  </a:lnTo>
                  <a:lnTo>
                    <a:pt x="0" y="11"/>
                  </a:lnTo>
                  <a:lnTo>
                    <a:pt x="0" y="9"/>
                  </a:lnTo>
                  <a:lnTo>
                    <a:pt x="0" y="7"/>
                  </a:lnTo>
                  <a:lnTo>
                    <a:pt x="0" y="4"/>
                  </a:lnTo>
                  <a:lnTo>
                    <a:pt x="2" y="2"/>
                  </a:lnTo>
                  <a:lnTo>
                    <a:pt x="2" y="2"/>
                  </a:lnTo>
                  <a:lnTo>
                    <a:pt x="10" y="2"/>
                  </a:lnTo>
                  <a:lnTo>
                    <a:pt x="23" y="0"/>
                  </a:lnTo>
                  <a:lnTo>
                    <a:pt x="27"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3" name="Freeform 11573"/>
            <p:cNvSpPr>
              <a:spLocks noChangeAspect="1"/>
            </p:cNvSpPr>
            <p:nvPr/>
          </p:nvSpPr>
          <p:spPr bwMode="auto">
            <a:xfrm>
              <a:off x="2258675" y="1324297"/>
              <a:ext cx="216291" cy="132178"/>
            </a:xfrm>
            <a:custGeom>
              <a:avLst/>
              <a:gdLst>
                <a:gd name="T0" fmla="*/ 66 w 162"/>
                <a:gd name="T1" fmla="*/ 5 h 99"/>
                <a:gd name="T2" fmla="*/ 83 w 162"/>
                <a:gd name="T3" fmla="*/ 20 h 99"/>
                <a:gd name="T4" fmla="*/ 90 w 162"/>
                <a:gd name="T5" fmla="*/ 26 h 99"/>
                <a:gd name="T6" fmla="*/ 102 w 162"/>
                <a:gd name="T7" fmla="*/ 26 h 99"/>
                <a:gd name="T8" fmla="*/ 104 w 162"/>
                <a:gd name="T9" fmla="*/ 31 h 99"/>
                <a:gd name="T10" fmla="*/ 104 w 162"/>
                <a:gd name="T11" fmla="*/ 34 h 99"/>
                <a:gd name="T12" fmla="*/ 118 w 162"/>
                <a:gd name="T13" fmla="*/ 39 h 99"/>
                <a:gd name="T14" fmla="*/ 111 w 162"/>
                <a:gd name="T15" fmla="*/ 34 h 99"/>
                <a:gd name="T16" fmla="*/ 118 w 162"/>
                <a:gd name="T17" fmla="*/ 29 h 99"/>
                <a:gd name="T18" fmla="*/ 125 w 162"/>
                <a:gd name="T19" fmla="*/ 37 h 99"/>
                <a:gd name="T20" fmla="*/ 125 w 162"/>
                <a:gd name="T21" fmla="*/ 41 h 99"/>
                <a:gd name="T22" fmla="*/ 134 w 162"/>
                <a:gd name="T23" fmla="*/ 49 h 99"/>
                <a:gd name="T24" fmla="*/ 136 w 162"/>
                <a:gd name="T25" fmla="*/ 55 h 99"/>
                <a:gd name="T26" fmla="*/ 146 w 162"/>
                <a:gd name="T27" fmla="*/ 55 h 99"/>
                <a:gd name="T28" fmla="*/ 151 w 162"/>
                <a:gd name="T29" fmla="*/ 55 h 99"/>
                <a:gd name="T30" fmla="*/ 160 w 162"/>
                <a:gd name="T31" fmla="*/ 64 h 99"/>
                <a:gd name="T32" fmla="*/ 141 w 162"/>
                <a:gd name="T33" fmla="*/ 73 h 99"/>
                <a:gd name="T34" fmla="*/ 134 w 162"/>
                <a:gd name="T35" fmla="*/ 77 h 99"/>
                <a:gd name="T36" fmla="*/ 122 w 162"/>
                <a:gd name="T37" fmla="*/ 83 h 99"/>
                <a:gd name="T38" fmla="*/ 122 w 162"/>
                <a:gd name="T39" fmla="*/ 75 h 99"/>
                <a:gd name="T40" fmla="*/ 118 w 162"/>
                <a:gd name="T41" fmla="*/ 75 h 99"/>
                <a:gd name="T42" fmla="*/ 117 w 162"/>
                <a:gd name="T43" fmla="*/ 83 h 99"/>
                <a:gd name="T44" fmla="*/ 120 w 162"/>
                <a:gd name="T45" fmla="*/ 87 h 99"/>
                <a:gd name="T46" fmla="*/ 113 w 162"/>
                <a:gd name="T47" fmla="*/ 85 h 99"/>
                <a:gd name="T48" fmla="*/ 111 w 162"/>
                <a:gd name="T49" fmla="*/ 92 h 99"/>
                <a:gd name="T50" fmla="*/ 107 w 162"/>
                <a:gd name="T51" fmla="*/ 99 h 99"/>
                <a:gd name="T52" fmla="*/ 92 w 162"/>
                <a:gd name="T53" fmla="*/ 85 h 99"/>
                <a:gd name="T54" fmla="*/ 98 w 162"/>
                <a:gd name="T55" fmla="*/ 96 h 99"/>
                <a:gd name="T56" fmla="*/ 98 w 162"/>
                <a:gd name="T57" fmla="*/ 97 h 99"/>
                <a:gd name="T58" fmla="*/ 88 w 162"/>
                <a:gd name="T59" fmla="*/ 94 h 99"/>
                <a:gd name="T60" fmla="*/ 87 w 162"/>
                <a:gd name="T61" fmla="*/ 97 h 99"/>
                <a:gd name="T62" fmla="*/ 79 w 162"/>
                <a:gd name="T63" fmla="*/ 99 h 99"/>
                <a:gd name="T64" fmla="*/ 53 w 162"/>
                <a:gd name="T65" fmla="*/ 90 h 99"/>
                <a:gd name="T66" fmla="*/ 66 w 162"/>
                <a:gd name="T67" fmla="*/ 87 h 99"/>
                <a:gd name="T68" fmla="*/ 45 w 162"/>
                <a:gd name="T69" fmla="*/ 85 h 99"/>
                <a:gd name="T70" fmla="*/ 49 w 162"/>
                <a:gd name="T71" fmla="*/ 81 h 99"/>
                <a:gd name="T72" fmla="*/ 34 w 162"/>
                <a:gd name="T73" fmla="*/ 75 h 99"/>
                <a:gd name="T74" fmla="*/ 50 w 162"/>
                <a:gd name="T75" fmla="*/ 69 h 99"/>
                <a:gd name="T76" fmla="*/ 75 w 162"/>
                <a:gd name="T77" fmla="*/ 62 h 99"/>
                <a:gd name="T78" fmla="*/ 55 w 162"/>
                <a:gd name="T79" fmla="*/ 60 h 99"/>
                <a:gd name="T80" fmla="*/ 38 w 162"/>
                <a:gd name="T81" fmla="*/ 64 h 99"/>
                <a:gd name="T82" fmla="*/ 38 w 162"/>
                <a:gd name="T83" fmla="*/ 62 h 99"/>
                <a:gd name="T84" fmla="*/ 26 w 162"/>
                <a:gd name="T85" fmla="*/ 64 h 99"/>
                <a:gd name="T86" fmla="*/ 13 w 162"/>
                <a:gd name="T87" fmla="*/ 60 h 99"/>
                <a:gd name="T88" fmla="*/ 30 w 162"/>
                <a:gd name="T89" fmla="*/ 53 h 99"/>
                <a:gd name="T90" fmla="*/ 15 w 162"/>
                <a:gd name="T91" fmla="*/ 53 h 99"/>
                <a:gd name="T92" fmla="*/ 2 w 162"/>
                <a:gd name="T93" fmla="*/ 45 h 99"/>
                <a:gd name="T94" fmla="*/ 19 w 162"/>
                <a:gd name="T95" fmla="*/ 41 h 99"/>
                <a:gd name="T96" fmla="*/ 29 w 162"/>
                <a:gd name="T97" fmla="*/ 39 h 99"/>
                <a:gd name="T98" fmla="*/ 21 w 162"/>
                <a:gd name="T99" fmla="*/ 39 h 99"/>
                <a:gd name="T100" fmla="*/ 6 w 162"/>
                <a:gd name="T101" fmla="*/ 37 h 99"/>
                <a:gd name="T102" fmla="*/ 4 w 162"/>
                <a:gd name="T103" fmla="*/ 32 h 99"/>
                <a:gd name="T104" fmla="*/ 15 w 162"/>
                <a:gd name="T105" fmla="*/ 31 h 99"/>
                <a:gd name="T106" fmla="*/ 13 w 162"/>
                <a:gd name="T107" fmla="*/ 20 h 99"/>
                <a:gd name="T108" fmla="*/ 28 w 162"/>
                <a:gd name="T109" fmla="*/ 26 h 99"/>
                <a:gd name="T110" fmla="*/ 29 w 162"/>
                <a:gd name="T111" fmla="*/ 22 h 99"/>
                <a:gd name="T112" fmla="*/ 21 w 162"/>
                <a:gd name="T113" fmla="*/ 11 h 99"/>
                <a:gd name="T114" fmla="*/ 45 w 162"/>
                <a:gd name="T115" fmla="*/ 8 h 99"/>
                <a:gd name="T116" fmla="*/ 47 w 162"/>
                <a:gd name="T117" fmla="*/ 5 h 99"/>
                <a:gd name="T118" fmla="*/ 34 w 162"/>
                <a:gd name="T119" fmla="*/ 3 h 99"/>
                <a:gd name="T120" fmla="*/ 36 w 162"/>
                <a:gd name="T12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99">
                  <a:moveTo>
                    <a:pt x="47" y="0"/>
                  </a:moveTo>
                  <a:lnTo>
                    <a:pt x="50" y="0"/>
                  </a:lnTo>
                  <a:lnTo>
                    <a:pt x="59" y="3"/>
                  </a:lnTo>
                  <a:lnTo>
                    <a:pt x="62" y="3"/>
                  </a:lnTo>
                  <a:lnTo>
                    <a:pt x="66" y="5"/>
                  </a:lnTo>
                  <a:lnTo>
                    <a:pt x="66" y="7"/>
                  </a:lnTo>
                  <a:lnTo>
                    <a:pt x="68" y="10"/>
                  </a:lnTo>
                  <a:lnTo>
                    <a:pt x="75" y="17"/>
                  </a:lnTo>
                  <a:lnTo>
                    <a:pt x="78" y="19"/>
                  </a:lnTo>
                  <a:lnTo>
                    <a:pt x="83" y="20"/>
                  </a:lnTo>
                  <a:lnTo>
                    <a:pt x="83" y="22"/>
                  </a:lnTo>
                  <a:lnTo>
                    <a:pt x="83" y="22"/>
                  </a:lnTo>
                  <a:lnTo>
                    <a:pt x="83" y="24"/>
                  </a:lnTo>
                  <a:lnTo>
                    <a:pt x="85" y="26"/>
                  </a:lnTo>
                  <a:lnTo>
                    <a:pt x="90" y="26"/>
                  </a:lnTo>
                  <a:lnTo>
                    <a:pt x="94" y="28"/>
                  </a:lnTo>
                  <a:lnTo>
                    <a:pt x="96" y="28"/>
                  </a:lnTo>
                  <a:lnTo>
                    <a:pt x="98" y="26"/>
                  </a:lnTo>
                  <a:lnTo>
                    <a:pt x="99" y="26"/>
                  </a:lnTo>
                  <a:lnTo>
                    <a:pt x="102" y="26"/>
                  </a:lnTo>
                  <a:lnTo>
                    <a:pt x="102" y="28"/>
                  </a:lnTo>
                  <a:lnTo>
                    <a:pt x="104" y="28"/>
                  </a:lnTo>
                  <a:lnTo>
                    <a:pt x="104" y="29"/>
                  </a:lnTo>
                  <a:lnTo>
                    <a:pt x="104" y="29"/>
                  </a:lnTo>
                  <a:lnTo>
                    <a:pt x="104" y="31"/>
                  </a:lnTo>
                  <a:lnTo>
                    <a:pt x="104" y="31"/>
                  </a:lnTo>
                  <a:lnTo>
                    <a:pt x="104" y="31"/>
                  </a:lnTo>
                  <a:lnTo>
                    <a:pt x="104" y="31"/>
                  </a:lnTo>
                  <a:lnTo>
                    <a:pt x="104" y="34"/>
                  </a:lnTo>
                  <a:lnTo>
                    <a:pt x="104" y="34"/>
                  </a:lnTo>
                  <a:lnTo>
                    <a:pt x="106" y="37"/>
                  </a:lnTo>
                  <a:lnTo>
                    <a:pt x="107" y="38"/>
                  </a:lnTo>
                  <a:lnTo>
                    <a:pt x="113" y="39"/>
                  </a:lnTo>
                  <a:lnTo>
                    <a:pt x="117" y="39"/>
                  </a:lnTo>
                  <a:lnTo>
                    <a:pt x="118" y="39"/>
                  </a:lnTo>
                  <a:lnTo>
                    <a:pt x="118" y="39"/>
                  </a:lnTo>
                  <a:lnTo>
                    <a:pt x="117" y="38"/>
                  </a:lnTo>
                  <a:lnTo>
                    <a:pt x="115" y="37"/>
                  </a:lnTo>
                  <a:lnTo>
                    <a:pt x="111" y="34"/>
                  </a:lnTo>
                  <a:lnTo>
                    <a:pt x="111" y="34"/>
                  </a:lnTo>
                  <a:lnTo>
                    <a:pt x="111" y="32"/>
                  </a:lnTo>
                  <a:lnTo>
                    <a:pt x="111" y="31"/>
                  </a:lnTo>
                  <a:lnTo>
                    <a:pt x="113" y="29"/>
                  </a:lnTo>
                  <a:lnTo>
                    <a:pt x="115" y="29"/>
                  </a:lnTo>
                  <a:lnTo>
                    <a:pt x="118" y="29"/>
                  </a:lnTo>
                  <a:lnTo>
                    <a:pt x="122" y="29"/>
                  </a:lnTo>
                  <a:lnTo>
                    <a:pt x="125" y="31"/>
                  </a:lnTo>
                  <a:lnTo>
                    <a:pt x="125" y="32"/>
                  </a:lnTo>
                  <a:lnTo>
                    <a:pt x="125" y="34"/>
                  </a:lnTo>
                  <a:lnTo>
                    <a:pt x="125" y="37"/>
                  </a:lnTo>
                  <a:lnTo>
                    <a:pt x="125" y="38"/>
                  </a:lnTo>
                  <a:lnTo>
                    <a:pt x="122" y="39"/>
                  </a:lnTo>
                  <a:lnTo>
                    <a:pt x="122" y="39"/>
                  </a:lnTo>
                  <a:lnTo>
                    <a:pt x="122" y="39"/>
                  </a:lnTo>
                  <a:lnTo>
                    <a:pt x="125" y="41"/>
                  </a:lnTo>
                  <a:lnTo>
                    <a:pt x="130" y="41"/>
                  </a:lnTo>
                  <a:lnTo>
                    <a:pt x="132" y="41"/>
                  </a:lnTo>
                  <a:lnTo>
                    <a:pt x="134" y="45"/>
                  </a:lnTo>
                  <a:lnTo>
                    <a:pt x="134" y="47"/>
                  </a:lnTo>
                  <a:lnTo>
                    <a:pt x="134" y="49"/>
                  </a:lnTo>
                  <a:lnTo>
                    <a:pt x="132" y="53"/>
                  </a:lnTo>
                  <a:lnTo>
                    <a:pt x="130" y="55"/>
                  </a:lnTo>
                  <a:lnTo>
                    <a:pt x="130" y="55"/>
                  </a:lnTo>
                  <a:lnTo>
                    <a:pt x="130" y="57"/>
                  </a:lnTo>
                  <a:lnTo>
                    <a:pt x="136" y="55"/>
                  </a:lnTo>
                  <a:lnTo>
                    <a:pt x="136" y="55"/>
                  </a:lnTo>
                  <a:lnTo>
                    <a:pt x="139" y="53"/>
                  </a:lnTo>
                  <a:lnTo>
                    <a:pt x="143" y="53"/>
                  </a:lnTo>
                  <a:lnTo>
                    <a:pt x="145" y="55"/>
                  </a:lnTo>
                  <a:lnTo>
                    <a:pt x="146" y="55"/>
                  </a:lnTo>
                  <a:lnTo>
                    <a:pt x="146" y="57"/>
                  </a:lnTo>
                  <a:lnTo>
                    <a:pt x="148" y="58"/>
                  </a:lnTo>
                  <a:lnTo>
                    <a:pt x="148" y="58"/>
                  </a:lnTo>
                  <a:lnTo>
                    <a:pt x="151" y="57"/>
                  </a:lnTo>
                  <a:lnTo>
                    <a:pt x="151" y="55"/>
                  </a:lnTo>
                  <a:lnTo>
                    <a:pt x="154" y="55"/>
                  </a:lnTo>
                  <a:lnTo>
                    <a:pt x="154" y="55"/>
                  </a:lnTo>
                  <a:lnTo>
                    <a:pt x="155" y="57"/>
                  </a:lnTo>
                  <a:lnTo>
                    <a:pt x="160" y="62"/>
                  </a:lnTo>
                  <a:lnTo>
                    <a:pt x="160" y="64"/>
                  </a:lnTo>
                  <a:lnTo>
                    <a:pt x="162" y="66"/>
                  </a:lnTo>
                  <a:lnTo>
                    <a:pt x="160" y="66"/>
                  </a:lnTo>
                  <a:lnTo>
                    <a:pt x="158" y="68"/>
                  </a:lnTo>
                  <a:lnTo>
                    <a:pt x="146" y="71"/>
                  </a:lnTo>
                  <a:lnTo>
                    <a:pt x="141" y="73"/>
                  </a:lnTo>
                  <a:lnTo>
                    <a:pt x="139" y="75"/>
                  </a:lnTo>
                  <a:lnTo>
                    <a:pt x="137" y="75"/>
                  </a:lnTo>
                  <a:lnTo>
                    <a:pt x="136" y="75"/>
                  </a:lnTo>
                  <a:lnTo>
                    <a:pt x="134" y="75"/>
                  </a:lnTo>
                  <a:lnTo>
                    <a:pt x="134" y="77"/>
                  </a:lnTo>
                  <a:lnTo>
                    <a:pt x="132" y="77"/>
                  </a:lnTo>
                  <a:lnTo>
                    <a:pt x="130" y="79"/>
                  </a:lnTo>
                  <a:lnTo>
                    <a:pt x="126" y="81"/>
                  </a:lnTo>
                  <a:lnTo>
                    <a:pt x="125" y="83"/>
                  </a:lnTo>
                  <a:lnTo>
                    <a:pt x="122" y="83"/>
                  </a:lnTo>
                  <a:lnTo>
                    <a:pt x="122" y="81"/>
                  </a:lnTo>
                  <a:lnTo>
                    <a:pt x="122" y="77"/>
                  </a:lnTo>
                  <a:lnTo>
                    <a:pt x="122" y="77"/>
                  </a:lnTo>
                  <a:lnTo>
                    <a:pt x="122" y="77"/>
                  </a:lnTo>
                  <a:lnTo>
                    <a:pt x="122" y="75"/>
                  </a:lnTo>
                  <a:lnTo>
                    <a:pt x="124" y="73"/>
                  </a:lnTo>
                  <a:lnTo>
                    <a:pt x="124" y="73"/>
                  </a:lnTo>
                  <a:lnTo>
                    <a:pt x="122" y="73"/>
                  </a:lnTo>
                  <a:lnTo>
                    <a:pt x="120" y="75"/>
                  </a:lnTo>
                  <a:lnTo>
                    <a:pt x="118" y="75"/>
                  </a:lnTo>
                  <a:lnTo>
                    <a:pt x="118" y="77"/>
                  </a:lnTo>
                  <a:lnTo>
                    <a:pt x="118" y="77"/>
                  </a:lnTo>
                  <a:lnTo>
                    <a:pt x="118" y="81"/>
                  </a:lnTo>
                  <a:lnTo>
                    <a:pt x="118" y="83"/>
                  </a:lnTo>
                  <a:lnTo>
                    <a:pt x="117" y="83"/>
                  </a:lnTo>
                  <a:lnTo>
                    <a:pt x="117" y="85"/>
                  </a:lnTo>
                  <a:lnTo>
                    <a:pt x="120" y="85"/>
                  </a:lnTo>
                  <a:lnTo>
                    <a:pt x="120" y="85"/>
                  </a:lnTo>
                  <a:lnTo>
                    <a:pt x="120" y="87"/>
                  </a:lnTo>
                  <a:lnTo>
                    <a:pt x="120" y="87"/>
                  </a:lnTo>
                  <a:lnTo>
                    <a:pt x="120" y="88"/>
                  </a:lnTo>
                  <a:lnTo>
                    <a:pt x="120" y="88"/>
                  </a:lnTo>
                  <a:lnTo>
                    <a:pt x="118" y="90"/>
                  </a:lnTo>
                  <a:lnTo>
                    <a:pt x="117" y="88"/>
                  </a:lnTo>
                  <a:lnTo>
                    <a:pt x="113" y="85"/>
                  </a:lnTo>
                  <a:lnTo>
                    <a:pt x="111" y="87"/>
                  </a:lnTo>
                  <a:lnTo>
                    <a:pt x="109" y="87"/>
                  </a:lnTo>
                  <a:lnTo>
                    <a:pt x="111" y="87"/>
                  </a:lnTo>
                  <a:lnTo>
                    <a:pt x="111" y="90"/>
                  </a:lnTo>
                  <a:lnTo>
                    <a:pt x="111" y="92"/>
                  </a:lnTo>
                  <a:lnTo>
                    <a:pt x="111" y="94"/>
                  </a:lnTo>
                  <a:lnTo>
                    <a:pt x="109" y="97"/>
                  </a:lnTo>
                  <a:lnTo>
                    <a:pt x="109" y="97"/>
                  </a:lnTo>
                  <a:lnTo>
                    <a:pt x="109" y="99"/>
                  </a:lnTo>
                  <a:lnTo>
                    <a:pt x="107" y="99"/>
                  </a:lnTo>
                  <a:lnTo>
                    <a:pt x="106" y="97"/>
                  </a:lnTo>
                  <a:lnTo>
                    <a:pt x="100" y="92"/>
                  </a:lnTo>
                  <a:lnTo>
                    <a:pt x="98" y="90"/>
                  </a:lnTo>
                  <a:lnTo>
                    <a:pt x="94" y="87"/>
                  </a:lnTo>
                  <a:lnTo>
                    <a:pt x="92" y="85"/>
                  </a:lnTo>
                  <a:lnTo>
                    <a:pt x="92" y="85"/>
                  </a:lnTo>
                  <a:lnTo>
                    <a:pt x="92" y="87"/>
                  </a:lnTo>
                  <a:lnTo>
                    <a:pt x="92" y="88"/>
                  </a:lnTo>
                  <a:lnTo>
                    <a:pt x="96" y="92"/>
                  </a:lnTo>
                  <a:lnTo>
                    <a:pt x="98" y="96"/>
                  </a:lnTo>
                  <a:lnTo>
                    <a:pt x="99" y="97"/>
                  </a:lnTo>
                  <a:lnTo>
                    <a:pt x="99" y="99"/>
                  </a:lnTo>
                  <a:lnTo>
                    <a:pt x="99" y="99"/>
                  </a:lnTo>
                  <a:lnTo>
                    <a:pt x="99" y="99"/>
                  </a:lnTo>
                  <a:lnTo>
                    <a:pt x="98" y="97"/>
                  </a:lnTo>
                  <a:lnTo>
                    <a:pt x="94" y="97"/>
                  </a:lnTo>
                  <a:lnTo>
                    <a:pt x="94" y="96"/>
                  </a:lnTo>
                  <a:lnTo>
                    <a:pt x="92" y="96"/>
                  </a:lnTo>
                  <a:lnTo>
                    <a:pt x="90" y="94"/>
                  </a:lnTo>
                  <a:lnTo>
                    <a:pt x="88" y="94"/>
                  </a:lnTo>
                  <a:lnTo>
                    <a:pt x="87" y="94"/>
                  </a:lnTo>
                  <a:lnTo>
                    <a:pt x="83" y="94"/>
                  </a:lnTo>
                  <a:lnTo>
                    <a:pt x="83" y="96"/>
                  </a:lnTo>
                  <a:lnTo>
                    <a:pt x="87" y="96"/>
                  </a:lnTo>
                  <a:lnTo>
                    <a:pt x="87" y="97"/>
                  </a:lnTo>
                  <a:lnTo>
                    <a:pt x="88" y="97"/>
                  </a:lnTo>
                  <a:lnTo>
                    <a:pt x="88" y="99"/>
                  </a:lnTo>
                  <a:lnTo>
                    <a:pt x="87" y="99"/>
                  </a:lnTo>
                  <a:lnTo>
                    <a:pt x="83" y="99"/>
                  </a:lnTo>
                  <a:lnTo>
                    <a:pt x="79" y="99"/>
                  </a:lnTo>
                  <a:lnTo>
                    <a:pt x="73" y="99"/>
                  </a:lnTo>
                  <a:lnTo>
                    <a:pt x="66" y="97"/>
                  </a:lnTo>
                  <a:lnTo>
                    <a:pt x="60" y="94"/>
                  </a:lnTo>
                  <a:lnTo>
                    <a:pt x="55" y="92"/>
                  </a:lnTo>
                  <a:lnTo>
                    <a:pt x="53" y="90"/>
                  </a:lnTo>
                  <a:lnTo>
                    <a:pt x="53" y="90"/>
                  </a:lnTo>
                  <a:lnTo>
                    <a:pt x="55" y="88"/>
                  </a:lnTo>
                  <a:lnTo>
                    <a:pt x="60" y="88"/>
                  </a:lnTo>
                  <a:lnTo>
                    <a:pt x="68" y="87"/>
                  </a:lnTo>
                  <a:lnTo>
                    <a:pt x="66" y="87"/>
                  </a:lnTo>
                  <a:lnTo>
                    <a:pt x="55" y="85"/>
                  </a:lnTo>
                  <a:lnTo>
                    <a:pt x="52" y="85"/>
                  </a:lnTo>
                  <a:lnTo>
                    <a:pt x="50" y="85"/>
                  </a:lnTo>
                  <a:lnTo>
                    <a:pt x="47" y="85"/>
                  </a:lnTo>
                  <a:lnTo>
                    <a:pt x="45" y="85"/>
                  </a:lnTo>
                  <a:lnTo>
                    <a:pt x="43" y="83"/>
                  </a:lnTo>
                  <a:lnTo>
                    <a:pt x="43" y="81"/>
                  </a:lnTo>
                  <a:lnTo>
                    <a:pt x="43" y="81"/>
                  </a:lnTo>
                  <a:lnTo>
                    <a:pt x="43" y="79"/>
                  </a:lnTo>
                  <a:lnTo>
                    <a:pt x="49" y="81"/>
                  </a:lnTo>
                  <a:lnTo>
                    <a:pt x="49" y="79"/>
                  </a:lnTo>
                  <a:lnTo>
                    <a:pt x="47" y="79"/>
                  </a:lnTo>
                  <a:lnTo>
                    <a:pt x="38" y="77"/>
                  </a:lnTo>
                  <a:lnTo>
                    <a:pt x="36" y="77"/>
                  </a:lnTo>
                  <a:lnTo>
                    <a:pt x="34" y="75"/>
                  </a:lnTo>
                  <a:lnTo>
                    <a:pt x="34" y="75"/>
                  </a:lnTo>
                  <a:lnTo>
                    <a:pt x="34" y="75"/>
                  </a:lnTo>
                  <a:lnTo>
                    <a:pt x="38" y="73"/>
                  </a:lnTo>
                  <a:lnTo>
                    <a:pt x="47" y="69"/>
                  </a:lnTo>
                  <a:lnTo>
                    <a:pt x="50" y="69"/>
                  </a:lnTo>
                  <a:lnTo>
                    <a:pt x="53" y="69"/>
                  </a:lnTo>
                  <a:lnTo>
                    <a:pt x="55" y="68"/>
                  </a:lnTo>
                  <a:lnTo>
                    <a:pt x="57" y="66"/>
                  </a:lnTo>
                  <a:lnTo>
                    <a:pt x="68" y="64"/>
                  </a:lnTo>
                  <a:lnTo>
                    <a:pt x="75" y="62"/>
                  </a:lnTo>
                  <a:lnTo>
                    <a:pt x="75" y="62"/>
                  </a:lnTo>
                  <a:lnTo>
                    <a:pt x="69" y="62"/>
                  </a:lnTo>
                  <a:lnTo>
                    <a:pt x="62" y="62"/>
                  </a:lnTo>
                  <a:lnTo>
                    <a:pt x="59" y="60"/>
                  </a:lnTo>
                  <a:lnTo>
                    <a:pt x="55" y="60"/>
                  </a:lnTo>
                  <a:lnTo>
                    <a:pt x="53" y="60"/>
                  </a:lnTo>
                  <a:lnTo>
                    <a:pt x="50" y="60"/>
                  </a:lnTo>
                  <a:lnTo>
                    <a:pt x="47" y="62"/>
                  </a:lnTo>
                  <a:lnTo>
                    <a:pt x="43" y="62"/>
                  </a:lnTo>
                  <a:lnTo>
                    <a:pt x="38" y="64"/>
                  </a:lnTo>
                  <a:lnTo>
                    <a:pt x="36" y="64"/>
                  </a:lnTo>
                  <a:lnTo>
                    <a:pt x="36" y="64"/>
                  </a:lnTo>
                  <a:lnTo>
                    <a:pt x="36" y="64"/>
                  </a:lnTo>
                  <a:lnTo>
                    <a:pt x="36" y="62"/>
                  </a:lnTo>
                  <a:lnTo>
                    <a:pt x="38" y="62"/>
                  </a:lnTo>
                  <a:lnTo>
                    <a:pt x="38" y="62"/>
                  </a:lnTo>
                  <a:lnTo>
                    <a:pt x="36" y="62"/>
                  </a:lnTo>
                  <a:lnTo>
                    <a:pt x="32" y="62"/>
                  </a:lnTo>
                  <a:lnTo>
                    <a:pt x="30" y="62"/>
                  </a:lnTo>
                  <a:lnTo>
                    <a:pt x="26" y="64"/>
                  </a:lnTo>
                  <a:lnTo>
                    <a:pt x="22" y="64"/>
                  </a:lnTo>
                  <a:lnTo>
                    <a:pt x="22" y="66"/>
                  </a:lnTo>
                  <a:lnTo>
                    <a:pt x="19" y="62"/>
                  </a:lnTo>
                  <a:lnTo>
                    <a:pt x="15" y="62"/>
                  </a:lnTo>
                  <a:lnTo>
                    <a:pt x="13" y="60"/>
                  </a:lnTo>
                  <a:lnTo>
                    <a:pt x="13" y="57"/>
                  </a:lnTo>
                  <a:lnTo>
                    <a:pt x="15" y="57"/>
                  </a:lnTo>
                  <a:lnTo>
                    <a:pt x="19" y="57"/>
                  </a:lnTo>
                  <a:lnTo>
                    <a:pt x="30" y="53"/>
                  </a:lnTo>
                  <a:lnTo>
                    <a:pt x="30" y="53"/>
                  </a:lnTo>
                  <a:lnTo>
                    <a:pt x="30" y="52"/>
                  </a:lnTo>
                  <a:lnTo>
                    <a:pt x="29" y="52"/>
                  </a:lnTo>
                  <a:lnTo>
                    <a:pt x="24" y="53"/>
                  </a:lnTo>
                  <a:lnTo>
                    <a:pt x="19" y="53"/>
                  </a:lnTo>
                  <a:lnTo>
                    <a:pt x="15" y="53"/>
                  </a:lnTo>
                  <a:lnTo>
                    <a:pt x="13" y="53"/>
                  </a:lnTo>
                  <a:lnTo>
                    <a:pt x="11" y="53"/>
                  </a:lnTo>
                  <a:lnTo>
                    <a:pt x="10" y="52"/>
                  </a:lnTo>
                  <a:lnTo>
                    <a:pt x="3" y="49"/>
                  </a:lnTo>
                  <a:lnTo>
                    <a:pt x="2" y="45"/>
                  </a:lnTo>
                  <a:lnTo>
                    <a:pt x="2" y="43"/>
                  </a:lnTo>
                  <a:lnTo>
                    <a:pt x="2" y="41"/>
                  </a:lnTo>
                  <a:lnTo>
                    <a:pt x="0" y="38"/>
                  </a:lnTo>
                  <a:lnTo>
                    <a:pt x="13" y="41"/>
                  </a:lnTo>
                  <a:lnTo>
                    <a:pt x="19" y="41"/>
                  </a:lnTo>
                  <a:lnTo>
                    <a:pt x="29" y="41"/>
                  </a:lnTo>
                  <a:lnTo>
                    <a:pt x="29" y="41"/>
                  </a:lnTo>
                  <a:lnTo>
                    <a:pt x="29" y="41"/>
                  </a:lnTo>
                  <a:lnTo>
                    <a:pt x="29" y="39"/>
                  </a:lnTo>
                  <a:lnTo>
                    <a:pt x="29" y="39"/>
                  </a:lnTo>
                  <a:lnTo>
                    <a:pt x="29" y="38"/>
                  </a:lnTo>
                  <a:lnTo>
                    <a:pt x="32" y="38"/>
                  </a:lnTo>
                  <a:lnTo>
                    <a:pt x="34" y="37"/>
                  </a:lnTo>
                  <a:lnTo>
                    <a:pt x="29" y="37"/>
                  </a:lnTo>
                  <a:lnTo>
                    <a:pt x="21" y="39"/>
                  </a:lnTo>
                  <a:lnTo>
                    <a:pt x="19" y="39"/>
                  </a:lnTo>
                  <a:lnTo>
                    <a:pt x="15" y="37"/>
                  </a:lnTo>
                  <a:lnTo>
                    <a:pt x="11" y="37"/>
                  </a:lnTo>
                  <a:lnTo>
                    <a:pt x="10" y="37"/>
                  </a:lnTo>
                  <a:lnTo>
                    <a:pt x="6" y="37"/>
                  </a:lnTo>
                  <a:lnTo>
                    <a:pt x="4" y="34"/>
                  </a:lnTo>
                  <a:lnTo>
                    <a:pt x="4" y="34"/>
                  </a:lnTo>
                  <a:lnTo>
                    <a:pt x="4" y="32"/>
                  </a:lnTo>
                  <a:lnTo>
                    <a:pt x="4" y="32"/>
                  </a:lnTo>
                  <a:lnTo>
                    <a:pt x="4" y="32"/>
                  </a:lnTo>
                  <a:lnTo>
                    <a:pt x="8" y="31"/>
                  </a:lnTo>
                  <a:lnTo>
                    <a:pt x="10" y="31"/>
                  </a:lnTo>
                  <a:lnTo>
                    <a:pt x="13" y="31"/>
                  </a:lnTo>
                  <a:lnTo>
                    <a:pt x="15" y="31"/>
                  </a:lnTo>
                  <a:lnTo>
                    <a:pt x="15" y="31"/>
                  </a:lnTo>
                  <a:lnTo>
                    <a:pt x="11" y="28"/>
                  </a:lnTo>
                  <a:lnTo>
                    <a:pt x="8" y="26"/>
                  </a:lnTo>
                  <a:lnTo>
                    <a:pt x="8" y="20"/>
                  </a:lnTo>
                  <a:lnTo>
                    <a:pt x="10" y="20"/>
                  </a:lnTo>
                  <a:lnTo>
                    <a:pt x="13" y="20"/>
                  </a:lnTo>
                  <a:lnTo>
                    <a:pt x="17" y="20"/>
                  </a:lnTo>
                  <a:lnTo>
                    <a:pt x="21" y="22"/>
                  </a:lnTo>
                  <a:lnTo>
                    <a:pt x="24" y="22"/>
                  </a:lnTo>
                  <a:lnTo>
                    <a:pt x="26" y="26"/>
                  </a:lnTo>
                  <a:lnTo>
                    <a:pt x="28" y="26"/>
                  </a:lnTo>
                  <a:lnTo>
                    <a:pt x="30" y="26"/>
                  </a:lnTo>
                  <a:lnTo>
                    <a:pt x="38" y="26"/>
                  </a:lnTo>
                  <a:lnTo>
                    <a:pt x="36" y="24"/>
                  </a:lnTo>
                  <a:lnTo>
                    <a:pt x="34" y="24"/>
                  </a:lnTo>
                  <a:lnTo>
                    <a:pt x="29" y="22"/>
                  </a:lnTo>
                  <a:lnTo>
                    <a:pt x="26" y="19"/>
                  </a:lnTo>
                  <a:lnTo>
                    <a:pt x="21" y="17"/>
                  </a:lnTo>
                  <a:lnTo>
                    <a:pt x="17" y="17"/>
                  </a:lnTo>
                  <a:lnTo>
                    <a:pt x="17" y="15"/>
                  </a:lnTo>
                  <a:lnTo>
                    <a:pt x="21" y="11"/>
                  </a:lnTo>
                  <a:lnTo>
                    <a:pt x="24" y="10"/>
                  </a:lnTo>
                  <a:lnTo>
                    <a:pt x="30" y="10"/>
                  </a:lnTo>
                  <a:lnTo>
                    <a:pt x="34" y="10"/>
                  </a:lnTo>
                  <a:lnTo>
                    <a:pt x="40" y="8"/>
                  </a:lnTo>
                  <a:lnTo>
                    <a:pt x="45" y="8"/>
                  </a:lnTo>
                  <a:lnTo>
                    <a:pt x="47" y="8"/>
                  </a:lnTo>
                  <a:lnTo>
                    <a:pt x="47" y="8"/>
                  </a:lnTo>
                  <a:lnTo>
                    <a:pt x="49" y="7"/>
                  </a:lnTo>
                  <a:lnTo>
                    <a:pt x="49" y="7"/>
                  </a:lnTo>
                  <a:lnTo>
                    <a:pt x="47" y="5"/>
                  </a:lnTo>
                  <a:lnTo>
                    <a:pt x="45" y="5"/>
                  </a:lnTo>
                  <a:lnTo>
                    <a:pt x="40" y="5"/>
                  </a:lnTo>
                  <a:lnTo>
                    <a:pt x="36" y="5"/>
                  </a:lnTo>
                  <a:lnTo>
                    <a:pt x="34" y="3"/>
                  </a:lnTo>
                  <a:lnTo>
                    <a:pt x="34" y="3"/>
                  </a:lnTo>
                  <a:lnTo>
                    <a:pt x="34" y="1"/>
                  </a:lnTo>
                  <a:lnTo>
                    <a:pt x="34" y="1"/>
                  </a:lnTo>
                  <a:lnTo>
                    <a:pt x="34" y="1"/>
                  </a:lnTo>
                  <a:lnTo>
                    <a:pt x="34" y="0"/>
                  </a:lnTo>
                  <a:lnTo>
                    <a:pt x="36" y="0"/>
                  </a:lnTo>
                  <a:lnTo>
                    <a:pt x="43" y="0"/>
                  </a:lnTo>
                  <a:lnTo>
                    <a:pt x="47"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4" name="Freeform 11581"/>
            <p:cNvSpPr>
              <a:spLocks noChangeAspect="1"/>
            </p:cNvSpPr>
            <p:nvPr/>
          </p:nvSpPr>
          <p:spPr bwMode="auto">
            <a:xfrm>
              <a:off x="2369587" y="1249377"/>
              <a:ext cx="563427" cy="287055"/>
            </a:xfrm>
            <a:custGeom>
              <a:avLst/>
              <a:gdLst>
                <a:gd name="T0" fmla="*/ 349 w 422"/>
                <a:gd name="T1" fmla="*/ 6 h 215"/>
                <a:gd name="T2" fmla="*/ 360 w 422"/>
                <a:gd name="T3" fmla="*/ 10 h 215"/>
                <a:gd name="T4" fmla="*/ 381 w 422"/>
                <a:gd name="T5" fmla="*/ 10 h 215"/>
                <a:gd name="T6" fmla="*/ 394 w 422"/>
                <a:gd name="T7" fmla="*/ 22 h 215"/>
                <a:gd name="T8" fmla="*/ 381 w 422"/>
                <a:gd name="T9" fmla="*/ 45 h 215"/>
                <a:gd name="T10" fmla="*/ 318 w 422"/>
                <a:gd name="T11" fmla="*/ 60 h 215"/>
                <a:gd name="T12" fmla="*/ 315 w 422"/>
                <a:gd name="T13" fmla="*/ 83 h 215"/>
                <a:gd name="T14" fmla="*/ 279 w 422"/>
                <a:gd name="T15" fmla="*/ 97 h 215"/>
                <a:gd name="T16" fmla="*/ 282 w 422"/>
                <a:gd name="T17" fmla="*/ 106 h 215"/>
                <a:gd name="T18" fmla="*/ 236 w 422"/>
                <a:gd name="T19" fmla="*/ 108 h 215"/>
                <a:gd name="T20" fmla="*/ 245 w 422"/>
                <a:gd name="T21" fmla="*/ 117 h 215"/>
                <a:gd name="T22" fmla="*/ 215 w 422"/>
                <a:gd name="T23" fmla="*/ 123 h 215"/>
                <a:gd name="T24" fmla="*/ 215 w 422"/>
                <a:gd name="T25" fmla="*/ 130 h 215"/>
                <a:gd name="T26" fmla="*/ 191 w 422"/>
                <a:gd name="T27" fmla="*/ 136 h 215"/>
                <a:gd name="T28" fmla="*/ 240 w 422"/>
                <a:gd name="T29" fmla="*/ 140 h 215"/>
                <a:gd name="T30" fmla="*/ 219 w 422"/>
                <a:gd name="T31" fmla="*/ 163 h 215"/>
                <a:gd name="T32" fmla="*/ 187 w 422"/>
                <a:gd name="T33" fmla="*/ 179 h 215"/>
                <a:gd name="T34" fmla="*/ 138 w 422"/>
                <a:gd name="T35" fmla="*/ 177 h 215"/>
                <a:gd name="T36" fmla="*/ 144 w 422"/>
                <a:gd name="T37" fmla="*/ 185 h 215"/>
                <a:gd name="T38" fmla="*/ 176 w 422"/>
                <a:gd name="T39" fmla="*/ 194 h 215"/>
                <a:gd name="T40" fmla="*/ 172 w 422"/>
                <a:gd name="T41" fmla="*/ 210 h 215"/>
                <a:gd name="T42" fmla="*/ 147 w 422"/>
                <a:gd name="T43" fmla="*/ 207 h 215"/>
                <a:gd name="T44" fmla="*/ 128 w 422"/>
                <a:gd name="T45" fmla="*/ 200 h 215"/>
                <a:gd name="T46" fmla="*/ 77 w 422"/>
                <a:gd name="T47" fmla="*/ 209 h 215"/>
                <a:gd name="T48" fmla="*/ 44 w 422"/>
                <a:gd name="T49" fmla="*/ 204 h 215"/>
                <a:gd name="T50" fmla="*/ 49 w 422"/>
                <a:gd name="T51" fmla="*/ 187 h 215"/>
                <a:gd name="T52" fmla="*/ 56 w 422"/>
                <a:gd name="T53" fmla="*/ 179 h 215"/>
                <a:gd name="T54" fmla="*/ 82 w 422"/>
                <a:gd name="T55" fmla="*/ 177 h 215"/>
                <a:gd name="T56" fmla="*/ 125 w 422"/>
                <a:gd name="T57" fmla="*/ 166 h 215"/>
                <a:gd name="T58" fmla="*/ 89 w 422"/>
                <a:gd name="T59" fmla="*/ 170 h 215"/>
                <a:gd name="T60" fmla="*/ 87 w 422"/>
                <a:gd name="T61" fmla="*/ 158 h 215"/>
                <a:gd name="T62" fmla="*/ 59 w 422"/>
                <a:gd name="T63" fmla="*/ 149 h 215"/>
                <a:gd name="T64" fmla="*/ 119 w 422"/>
                <a:gd name="T65" fmla="*/ 138 h 215"/>
                <a:gd name="T66" fmla="*/ 119 w 422"/>
                <a:gd name="T67" fmla="*/ 136 h 215"/>
                <a:gd name="T68" fmla="*/ 112 w 422"/>
                <a:gd name="T69" fmla="*/ 130 h 215"/>
                <a:gd name="T70" fmla="*/ 70 w 422"/>
                <a:gd name="T71" fmla="*/ 98 h 215"/>
                <a:gd name="T72" fmla="*/ 138 w 422"/>
                <a:gd name="T73" fmla="*/ 112 h 215"/>
                <a:gd name="T74" fmla="*/ 136 w 422"/>
                <a:gd name="T75" fmla="*/ 104 h 215"/>
                <a:gd name="T76" fmla="*/ 201 w 422"/>
                <a:gd name="T77" fmla="*/ 76 h 215"/>
                <a:gd name="T78" fmla="*/ 202 w 422"/>
                <a:gd name="T79" fmla="*/ 59 h 215"/>
                <a:gd name="T80" fmla="*/ 164 w 422"/>
                <a:gd name="T81" fmla="*/ 76 h 215"/>
                <a:gd name="T82" fmla="*/ 115 w 422"/>
                <a:gd name="T83" fmla="*/ 79 h 215"/>
                <a:gd name="T84" fmla="*/ 70 w 422"/>
                <a:gd name="T85" fmla="*/ 81 h 215"/>
                <a:gd name="T86" fmla="*/ 61 w 422"/>
                <a:gd name="T87" fmla="*/ 81 h 215"/>
                <a:gd name="T88" fmla="*/ 67 w 422"/>
                <a:gd name="T89" fmla="*/ 70 h 215"/>
                <a:gd name="T90" fmla="*/ 27 w 422"/>
                <a:gd name="T91" fmla="*/ 69 h 215"/>
                <a:gd name="T92" fmla="*/ 56 w 422"/>
                <a:gd name="T93" fmla="*/ 53 h 215"/>
                <a:gd name="T94" fmla="*/ 12 w 422"/>
                <a:gd name="T95" fmla="*/ 51 h 215"/>
                <a:gd name="T96" fmla="*/ 35 w 422"/>
                <a:gd name="T97" fmla="*/ 40 h 215"/>
                <a:gd name="T98" fmla="*/ 80 w 422"/>
                <a:gd name="T99" fmla="*/ 40 h 215"/>
                <a:gd name="T100" fmla="*/ 86 w 422"/>
                <a:gd name="T101" fmla="*/ 25 h 215"/>
                <a:gd name="T102" fmla="*/ 129 w 422"/>
                <a:gd name="T103" fmla="*/ 34 h 215"/>
                <a:gd name="T104" fmla="*/ 170 w 422"/>
                <a:gd name="T105" fmla="*/ 42 h 215"/>
                <a:gd name="T106" fmla="*/ 133 w 422"/>
                <a:gd name="T107" fmla="*/ 19 h 215"/>
                <a:gd name="T108" fmla="*/ 175 w 422"/>
                <a:gd name="T109" fmla="*/ 15 h 215"/>
                <a:gd name="T110" fmla="*/ 194 w 422"/>
                <a:gd name="T111" fmla="*/ 8 h 215"/>
                <a:gd name="T112" fmla="*/ 211 w 422"/>
                <a:gd name="T113" fmla="*/ 10 h 215"/>
                <a:gd name="T114" fmla="*/ 255 w 422"/>
                <a:gd name="T115" fmla="*/ 10 h 215"/>
                <a:gd name="T116" fmla="*/ 282 w 422"/>
                <a:gd name="T117"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2" h="215">
                  <a:moveTo>
                    <a:pt x="300" y="0"/>
                  </a:moveTo>
                  <a:lnTo>
                    <a:pt x="303" y="2"/>
                  </a:lnTo>
                  <a:lnTo>
                    <a:pt x="304" y="2"/>
                  </a:lnTo>
                  <a:lnTo>
                    <a:pt x="306" y="3"/>
                  </a:lnTo>
                  <a:lnTo>
                    <a:pt x="307" y="3"/>
                  </a:lnTo>
                  <a:lnTo>
                    <a:pt x="318" y="4"/>
                  </a:lnTo>
                  <a:lnTo>
                    <a:pt x="321" y="4"/>
                  </a:lnTo>
                  <a:lnTo>
                    <a:pt x="327" y="6"/>
                  </a:lnTo>
                  <a:lnTo>
                    <a:pt x="328" y="6"/>
                  </a:lnTo>
                  <a:lnTo>
                    <a:pt x="334" y="4"/>
                  </a:lnTo>
                  <a:lnTo>
                    <a:pt x="336" y="6"/>
                  </a:lnTo>
                  <a:lnTo>
                    <a:pt x="348" y="6"/>
                  </a:lnTo>
                  <a:lnTo>
                    <a:pt x="349" y="6"/>
                  </a:lnTo>
                  <a:lnTo>
                    <a:pt x="349" y="8"/>
                  </a:lnTo>
                  <a:lnTo>
                    <a:pt x="348" y="8"/>
                  </a:lnTo>
                  <a:lnTo>
                    <a:pt x="345" y="10"/>
                  </a:lnTo>
                  <a:lnTo>
                    <a:pt x="324" y="15"/>
                  </a:lnTo>
                  <a:lnTo>
                    <a:pt x="321" y="16"/>
                  </a:lnTo>
                  <a:lnTo>
                    <a:pt x="325" y="16"/>
                  </a:lnTo>
                  <a:lnTo>
                    <a:pt x="333" y="16"/>
                  </a:lnTo>
                  <a:lnTo>
                    <a:pt x="336" y="15"/>
                  </a:lnTo>
                  <a:lnTo>
                    <a:pt x="343" y="13"/>
                  </a:lnTo>
                  <a:lnTo>
                    <a:pt x="345" y="13"/>
                  </a:lnTo>
                  <a:lnTo>
                    <a:pt x="348" y="13"/>
                  </a:lnTo>
                  <a:lnTo>
                    <a:pt x="355" y="12"/>
                  </a:lnTo>
                  <a:lnTo>
                    <a:pt x="360" y="10"/>
                  </a:lnTo>
                  <a:lnTo>
                    <a:pt x="362" y="10"/>
                  </a:lnTo>
                  <a:lnTo>
                    <a:pt x="364" y="12"/>
                  </a:lnTo>
                  <a:lnTo>
                    <a:pt x="365" y="12"/>
                  </a:lnTo>
                  <a:lnTo>
                    <a:pt x="365" y="10"/>
                  </a:lnTo>
                  <a:lnTo>
                    <a:pt x="367" y="8"/>
                  </a:lnTo>
                  <a:lnTo>
                    <a:pt x="369" y="8"/>
                  </a:lnTo>
                  <a:lnTo>
                    <a:pt x="370" y="8"/>
                  </a:lnTo>
                  <a:lnTo>
                    <a:pt x="370" y="8"/>
                  </a:lnTo>
                  <a:lnTo>
                    <a:pt x="373" y="8"/>
                  </a:lnTo>
                  <a:lnTo>
                    <a:pt x="375" y="10"/>
                  </a:lnTo>
                  <a:lnTo>
                    <a:pt x="376" y="12"/>
                  </a:lnTo>
                  <a:lnTo>
                    <a:pt x="378" y="12"/>
                  </a:lnTo>
                  <a:lnTo>
                    <a:pt x="381" y="10"/>
                  </a:lnTo>
                  <a:lnTo>
                    <a:pt x="383" y="10"/>
                  </a:lnTo>
                  <a:lnTo>
                    <a:pt x="388" y="10"/>
                  </a:lnTo>
                  <a:lnTo>
                    <a:pt x="390" y="12"/>
                  </a:lnTo>
                  <a:lnTo>
                    <a:pt x="392" y="12"/>
                  </a:lnTo>
                  <a:lnTo>
                    <a:pt x="390" y="13"/>
                  </a:lnTo>
                  <a:lnTo>
                    <a:pt x="388" y="13"/>
                  </a:lnTo>
                  <a:lnTo>
                    <a:pt x="388" y="13"/>
                  </a:lnTo>
                  <a:lnTo>
                    <a:pt x="390" y="15"/>
                  </a:lnTo>
                  <a:lnTo>
                    <a:pt x="392" y="16"/>
                  </a:lnTo>
                  <a:lnTo>
                    <a:pt x="397" y="19"/>
                  </a:lnTo>
                  <a:lnTo>
                    <a:pt x="397" y="21"/>
                  </a:lnTo>
                  <a:lnTo>
                    <a:pt x="394" y="22"/>
                  </a:lnTo>
                  <a:lnTo>
                    <a:pt x="394" y="22"/>
                  </a:lnTo>
                  <a:lnTo>
                    <a:pt x="404" y="21"/>
                  </a:lnTo>
                  <a:lnTo>
                    <a:pt x="416" y="22"/>
                  </a:lnTo>
                  <a:lnTo>
                    <a:pt x="418" y="22"/>
                  </a:lnTo>
                  <a:lnTo>
                    <a:pt x="420" y="24"/>
                  </a:lnTo>
                  <a:lnTo>
                    <a:pt x="422" y="24"/>
                  </a:lnTo>
                  <a:lnTo>
                    <a:pt x="422" y="28"/>
                  </a:lnTo>
                  <a:lnTo>
                    <a:pt x="422" y="29"/>
                  </a:lnTo>
                  <a:lnTo>
                    <a:pt x="416" y="32"/>
                  </a:lnTo>
                  <a:lnTo>
                    <a:pt x="411" y="34"/>
                  </a:lnTo>
                  <a:lnTo>
                    <a:pt x="409" y="36"/>
                  </a:lnTo>
                  <a:lnTo>
                    <a:pt x="404" y="38"/>
                  </a:lnTo>
                  <a:lnTo>
                    <a:pt x="390" y="42"/>
                  </a:lnTo>
                  <a:lnTo>
                    <a:pt x="381" y="45"/>
                  </a:lnTo>
                  <a:lnTo>
                    <a:pt x="378" y="46"/>
                  </a:lnTo>
                  <a:lnTo>
                    <a:pt x="376" y="46"/>
                  </a:lnTo>
                  <a:lnTo>
                    <a:pt x="367" y="46"/>
                  </a:lnTo>
                  <a:lnTo>
                    <a:pt x="364" y="46"/>
                  </a:lnTo>
                  <a:lnTo>
                    <a:pt x="362" y="48"/>
                  </a:lnTo>
                  <a:lnTo>
                    <a:pt x="360" y="51"/>
                  </a:lnTo>
                  <a:lnTo>
                    <a:pt x="355" y="51"/>
                  </a:lnTo>
                  <a:lnTo>
                    <a:pt x="348" y="51"/>
                  </a:lnTo>
                  <a:lnTo>
                    <a:pt x="345" y="51"/>
                  </a:lnTo>
                  <a:lnTo>
                    <a:pt x="345" y="53"/>
                  </a:lnTo>
                  <a:lnTo>
                    <a:pt x="345" y="55"/>
                  </a:lnTo>
                  <a:lnTo>
                    <a:pt x="343" y="55"/>
                  </a:lnTo>
                  <a:lnTo>
                    <a:pt x="318" y="60"/>
                  </a:lnTo>
                  <a:lnTo>
                    <a:pt x="318" y="62"/>
                  </a:lnTo>
                  <a:lnTo>
                    <a:pt x="320" y="62"/>
                  </a:lnTo>
                  <a:lnTo>
                    <a:pt x="324" y="62"/>
                  </a:lnTo>
                  <a:lnTo>
                    <a:pt x="360" y="55"/>
                  </a:lnTo>
                  <a:lnTo>
                    <a:pt x="367" y="53"/>
                  </a:lnTo>
                  <a:lnTo>
                    <a:pt x="373" y="55"/>
                  </a:lnTo>
                  <a:lnTo>
                    <a:pt x="373" y="57"/>
                  </a:lnTo>
                  <a:lnTo>
                    <a:pt x="364" y="60"/>
                  </a:lnTo>
                  <a:lnTo>
                    <a:pt x="352" y="66"/>
                  </a:lnTo>
                  <a:lnTo>
                    <a:pt x="346" y="69"/>
                  </a:lnTo>
                  <a:lnTo>
                    <a:pt x="330" y="74"/>
                  </a:lnTo>
                  <a:lnTo>
                    <a:pt x="320" y="81"/>
                  </a:lnTo>
                  <a:lnTo>
                    <a:pt x="315" y="83"/>
                  </a:lnTo>
                  <a:lnTo>
                    <a:pt x="309" y="88"/>
                  </a:lnTo>
                  <a:lnTo>
                    <a:pt x="306" y="89"/>
                  </a:lnTo>
                  <a:lnTo>
                    <a:pt x="304" y="89"/>
                  </a:lnTo>
                  <a:lnTo>
                    <a:pt x="300" y="89"/>
                  </a:lnTo>
                  <a:lnTo>
                    <a:pt x="298" y="89"/>
                  </a:lnTo>
                  <a:lnTo>
                    <a:pt x="296" y="88"/>
                  </a:lnTo>
                  <a:lnTo>
                    <a:pt x="292" y="85"/>
                  </a:lnTo>
                  <a:lnTo>
                    <a:pt x="290" y="85"/>
                  </a:lnTo>
                  <a:lnTo>
                    <a:pt x="292" y="87"/>
                  </a:lnTo>
                  <a:lnTo>
                    <a:pt x="297" y="93"/>
                  </a:lnTo>
                  <a:lnTo>
                    <a:pt x="297" y="95"/>
                  </a:lnTo>
                  <a:lnTo>
                    <a:pt x="285" y="97"/>
                  </a:lnTo>
                  <a:lnTo>
                    <a:pt x="279" y="97"/>
                  </a:lnTo>
                  <a:lnTo>
                    <a:pt x="279" y="97"/>
                  </a:lnTo>
                  <a:lnTo>
                    <a:pt x="276" y="97"/>
                  </a:lnTo>
                  <a:lnTo>
                    <a:pt x="274" y="97"/>
                  </a:lnTo>
                  <a:lnTo>
                    <a:pt x="273" y="98"/>
                  </a:lnTo>
                  <a:lnTo>
                    <a:pt x="271" y="98"/>
                  </a:lnTo>
                  <a:lnTo>
                    <a:pt x="273" y="98"/>
                  </a:lnTo>
                  <a:lnTo>
                    <a:pt x="279" y="100"/>
                  </a:lnTo>
                  <a:lnTo>
                    <a:pt x="288" y="98"/>
                  </a:lnTo>
                  <a:lnTo>
                    <a:pt x="290" y="98"/>
                  </a:lnTo>
                  <a:lnTo>
                    <a:pt x="292" y="98"/>
                  </a:lnTo>
                  <a:lnTo>
                    <a:pt x="292" y="100"/>
                  </a:lnTo>
                  <a:lnTo>
                    <a:pt x="290" y="102"/>
                  </a:lnTo>
                  <a:lnTo>
                    <a:pt x="282" y="106"/>
                  </a:lnTo>
                  <a:lnTo>
                    <a:pt x="283" y="106"/>
                  </a:lnTo>
                  <a:lnTo>
                    <a:pt x="285" y="106"/>
                  </a:lnTo>
                  <a:lnTo>
                    <a:pt x="285" y="108"/>
                  </a:lnTo>
                  <a:lnTo>
                    <a:pt x="283" y="109"/>
                  </a:lnTo>
                  <a:lnTo>
                    <a:pt x="282" y="109"/>
                  </a:lnTo>
                  <a:lnTo>
                    <a:pt x="273" y="111"/>
                  </a:lnTo>
                  <a:lnTo>
                    <a:pt x="269" y="112"/>
                  </a:lnTo>
                  <a:lnTo>
                    <a:pt x="268" y="111"/>
                  </a:lnTo>
                  <a:lnTo>
                    <a:pt x="252" y="108"/>
                  </a:lnTo>
                  <a:lnTo>
                    <a:pt x="248" y="108"/>
                  </a:lnTo>
                  <a:lnTo>
                    <a:pt x="243" y="106"/>
                  </a:lnTo>
                  <a:lnTo>
                    <a:pt x="240" y="106"/>
                  </a:lnTo>
                  <a:lnTo>
                    <a:pt x="236" y="108"/>
                  </a:lnTo>
                  <a:lnTo>
                    <a:pt x="238" y="108"/>
                  </a:lnTo>
                  <a:lnTo>
                    <a:pt x="245" y="109"/>
                  </a:lnTo>
                  <a:lnTo>
                    <a:pt x="249" y="109"/>
                  </a:lnTo>
                  <a:lnTo>
                    <a:pt x="252" y="109"/>
                  </a:lnTo>
                  <a:lnTo>
                    <a:pt x="253" y="111"/>
                  </a:lnTo>
                  <a:lnTo>
                    <a:pt x="255" y="112"/>
                  </a:lnTo>
                  <a:lnTo>
                    <a:pt x="255" y="114"/>
                  </a:lnTo>
                  <a:lnTo>
                    <a:pt x="255" y="116"/>
                  </a:lnTo>
                  <a:lnTo>
                    <a:pt x="255" y="116"/>
                  </a:lnTo>
                  <a:lnTo>
                    <a:pt x="253" y="117"/>
                  </a:lnTo>
                  <a:lnTo>
                    <a:pt x="252" y="117"/>
                  </a:lnTo>
                  <a:lnTo>
                    <a:pt x="247" y="117"/>
                  </a:lnTo>
                  <a:lnTo>
                    <a:pt x="245" y="117"/>
                  </a:lnTo>
                  <a:lnTo>
                    <a:pt x="243" y="117"/>
                  </a:lnTo>
                  <a:lnTo>
                    <a:pt x="240" y="119"/>
                  </a:lnTo>
                  <a:lnTo>
                    <a:pt x="234" y="119"/>
                  </a:lnTo>
                  <a:lnTo>
                    <a:pt x="227" y="119"/>
                  </a:lnTo>
                  <a:lnTo>
                    <a:pt x="224" y="119"/>
                  </a:lnTo>
                  <a:lnTo>
                    <a:pt x="221" y="119"/>
                  </a:lnTo>
                  <a:lnTo>
                    <a:pt x="217" y="117"/>
                  </a:lnTo>
                  <a:lnTo>
                    <a:pt x="211" y="117"/>
                  </a:lnTo>
                  <a:lnTo>
                    <a:pt x="204" y="117"/>
                  </a:lnTo>
                  <a:lnTo>
                    <a:pt x="204" y="117"/>
                  </a:lnTo>
                  <a:lnTo>
                    <a:pt x="208" y="117"/>
                  </a:lnTo>
                  <a:lnTo>
                    <a:pt x="213" y="119"/>
                  </a:lnTo>
                  <a:lnTo>
                    <a:pt x="215" y="123"/>
                  </a:lnTo>
                  <a:lnTo>
                    <a:pt x="219" y="123"/>
                  </a:lnTo>
                  <a:lnTo>
                    <a:pt x="222" y="125"/>
                  </a:lnTo>
                  <a:lnTo>
                    <a:pt x="225" y="127"/>
                  </a:lnTo>
                  <a:lnTo>
                    <a:pt x="229" y="127"/>
                  </a:lnTo>
                  <a:lnTo>
                    <a:pt x="234" y="125"/>
                  </a:lnTo>
                  <a:lnTo>
                    <a:pt x="238" y="127"/>
                  </a:lnTo>
                  <a:lnTo>
                    <a:pt x="238" y="132"/>
                  </a:lnTo>
                  <a:lnTo>
                    <a:pt x="236" y="132"/>
                  </a:lnTo>
                  <a:lnTo>
                    <a:pt x="227" y="132"/>
                  </a:lnTo>
                  <a:lnTo>
                    <a:pt x="224" y="132"/>
                  </a:lnTo>
                  <a:lnTo>
                    <a:pt x="222" y="130"/>
                  </a:lnTo>
                  <a:lnTo>
                    <a:pt x="219" y="130"/>
                  </a:lnTo>
                  <a:lnTo>
                    <a:pt x="215" y="130"/>
                  </a:lnTo>
                  <a:lnTo>
                    <a:pt x="211" y="130"/>
                  </a:lnTo>
                  <a:lnTo>
                    <a:pt x="210" y="130"/>
                  </a:lnTo>
                  <a:lnTo>
                    <a:pt x="206" y="130"/>
                  </a:lnTo>
                  <a:lnTo>
                    <a:pt x="198" y="132"/>
                  </a:lnTo>
                  <a:lnTo>
                    <a:pt x="194" y="132"/>
                  </a:lnTo>
                  <a:lnTo>
                    <a:pt x="191" y="130"/>
                  </a:lnTo>
                  <a:lnTo>
                    <a:pt x="185" y="130"/>
                  </a:lnTo>
                  <a:lnTo>
                    <a:pt x="182" y="130"/>
                  </a:lnTo>
                  <a:lnTo>
                    <a:pt x="182" y="132"/>
                  </a:lnTo>
                  <a:lnTo>
                    <a:pt x="183" y="132"/>
                  </a:lnTo>
                  <a:lnTo>
                    <a:pt x="187" y="132"/>
                  </a:lnTo>
                  <a:lnTo>
                    <a:pt x="189" y="134"/>
                  </a:lnTo>
                  <a:lnTo>
                    <a:pt x="191" y="136"/>
                  </a:lnTo>
                  <a:lnTo>
                    <a:pt x="194" y="134"/>
                  </a:lnTo>
                  <a:lnTo>
                    <a:pt x="196" y="134"/>
                  </a:lnTo>
                  <a:lnTo>
                    <a:pt x="206" y="132"/>
                  </a:lnTo>
                  <a:lnTo>
                    <a:pt x="210" y="132"/>
                  </a:lnTo>
                  <a:lnTo>
                    <a:pt x="213" y="132"/>
                  </a:lnTo>
                  <a:lnTo>
                    <a:pt x="217" y="134"/>
                  </a:lnTo>
                  <a:lnTo>
                    <a:pt x="219" y="134"/>
                  </a:lnTo>
                  <a:lnTo>
                    <a:pt x="221" y="136"/>
                  </a:lnTo>
                  <a:lnTo>
                    <a:pt x="225" y="136"/>
                  </a:lnTo>
                  <a:lnTo>
                    <a:pt x="229" y="136"/>
                  </a:lnTo>
                  <a:lnTo>
                    <a:pt x="236" y="140"/>
                  </a:lnTo>
                  <a:lnTo>
                    <a:pt x="238" y="140"/>
                  </a:lnTo>
                  <a:lnTo>
                    <a:pt x="240" y="140"/>
                  </a:lnTo>
                  <a:lnTo>
                    <a:pt x="238" y="142"/>
                  </a:lnTo>
                  <a:lnTo>
                    <a:pt x="238" y="144"/>
                  </a:lnTo>
                  <a:lnTo>
                    <a:pt x="232" y="146"/>
                  </a:lnTo>
                  <a:lnTo>
                    <a:pt x="225" y="147"/>
                  </a:lnTo>
                  <a:lnTo>
                    <a:pt x="219" y="147"/>
                  </a:lnTo>
                  <a:lnTo>
                    <a:pt x="211" y="147"/>
                  </a:lnTo>
                  <a:lnTo>
                    <a:pt x="211" y="147"/>
                  </a:lnTo>
                  <a:lnTo>
                    <a:pt x="215" y="147"/>
                  </a:lnTo>
                  <a:lnTo>
                    <a:pt x="224" y="151"/>
                  </a:lnTo>
                  <a:lnTo>
                    <a:pt x="227" y="153"/>
                  </a:lnTo>
                  <a:lnTo>
                    <a:pt x="229" y="153"/>
                  </a:lnTo>
                  <a:lnTo>
                    <a:pt x="224" y="156"/>
                  </a:lnTo>
                  <a:lnTo>
                    <a:pt x="219" y="163"/>
                  </a:lnTo>
                  <a:lnTo>
                    <a:pt x="219" y="163"/>
                  </a:lnTo>
                  <a:lnTo>
                    <a:pt x="217" y="163"/>
                  </a:lnTo>
                  <a:lnTo>
                    <a:pt x="211" y="163"/>
                  </a:lnTo>
                  <a:lnTo>
                    <a:pt x="208" y="165"/>
                  </a:lnTo>
                  <a:lnTo>
                    <a:pt x="204" y="165"/>
                  </a:lnTo>
                  <a:lnTo>
                    <a:pt x="198" y="165"/>
                  </a:lnTo>
                  <a:lnTo>
                    <a:pt x="189" y="165"/>
                  </a:lnTo>
                  <a:lnTo>
                    <a:pt x="189" y="165"/>
                  </a:lnTo>
                  <a:lnTo>
                    <a:pt x="189" y="166"/>
                  </a:lnTo>
                  <a:lnTo>
                    <a:pt x="189" y="170"/>
                  </a:lnTo>
                  <a:lnTo>
                    <a:pt x="189" y="174"/>
                  </a:lnTo>
                  <a:lnTo>
                    <a:pt x="189" y="177"/>
                  </a:lnTo>
                  <a:lnTo>
                    <a:pt x="187" y="179"/>
                  </a:lnTo>
                  <a:lnTo>
                    <a:pt x="185" y="181"/>
                  </a:lnTo>
                  <a:lnTo>
                    <a:pt x="183" y="181"/>
                  </a:lnTo>
                  <a:lnTo>
                    <a:pt x="180" y="183"/>
                  </a:lnTo>
                  <a:lnTo>
                    <a:pt x="178" y="183"/>
                  </a:lnTo>
                  <a:lnTo>
                    <a:pt x="173" y="183"/>
                  </a:lnTo>
                  <a:lnTo>
                    <a:pt x="163" y="183"/>
                  </a:lnTo>
                  <a:lnTo>
                    <a:pt x="157" y="183"/>
                  </a:lnTo>
                  <a:lnTo>
                    <a:pt x="153" y="183"/>
                  </a:lnTo>
                  <a:lnTo>
                    <a:pt x="151" y="183"/>
                  </a:lnTo>
                  <a:lnTo>
                    <a:pt x="144" y="177"/>
                  </a:lnTo>
                  <a:lnTo>
                    <a:pt x="142" y="177"/>
                  </a:lnTo>
                  <a:lnTo>
                    <a:pt x="138" y="177"/>
                  </a:lnTo>
                  <a:lnTo>
                    <a:pt x="138" y="177"/>
                  </a:lnTo>
                  <a:lnTo>
                    <a:pt x="142" y="179"/>
                  </a:lnTo>
                  <a:lnTo>
                    <a:pt x="144" y="181"/>
                  </a:lnTo>
                  <a:lnTo>
                    <a:pt x="144" y="181"/>
                  </a:lnTo>
                  <a:lnTo>
                    <a:pt x="144" y="183"/>
                  </a:lnTo>
                  <a:lnTo>
                    <a:pt x="142" y="183"/>
                  </a:lnTo>
                  <a:lnTo>
                    <a:pt x="138" y="185"/>
                  </a:lnTo>
                  <a:lnTo>
                    <a:pt x="133" y="185"/>
                  </a:lnTo>
                  <a:lnTo>
                    <a:pt x="133" y="185"/>
                  </a:lnTo>
                  <a:lnTo>
                    <a:pt x="134" y="185"/>
                  </a:lnTo>
                  <a:lnTo>
                    <a:pt x="136" y="185"/>
                  </a:lnTo>
                  <a:lnTo>
                    <a:pt x="138" y="185"/>
                  </a:lnTo>
                  <a:lnTo>
                    <a:pt x="140" y="185"/>
                  </a:lnTo>
                  <a:lnTo>
                    <a:pt x="144" y="185"/>
                  </a:lnTo>
                  <a:lnTo>
                    <a:pt x="147" y="185"/>
                  </a:lnTo>
                  <a:lnTo>
                    <a:pt x="151" y="185"/>
                  </a:lnTo>
                  <a:lnTo>
                    <a:pt x="152" y="185"/>
                  </a:lnTo>
                  <a:lnTo>
                    <a:pt x="157" y="187"/>
                  </a:lnTo>
                  <a:lnTo>
                    <a:pt x="159" y="187"/>
                  </a:lnTo>
                  <a:lnTo>
                    <a:pt x="163" y="185"/>
                  </a:lnTo>
                  <a:lnTo>
                    <a:pt x="170" y="185"/>
                  </a:lnTo>
                  <a:lnTo>
                    <a:pt x="172" y="187"/>
                  </a:lnTo>
                  <a:lnTo>
                    <a:pt x="172" y="189"/>
                  </a:lnTo>
                  <a:lnTo>
                    <a:pt x="172" y="191"/>
                  </a:lnTo>
                  <a:lnTo>
                    <a:pt x="172" y="193"/>
                  </a:lnTo>
                  <a:lnTo>
                    <a:pt x="173" y="194"/>
                  </a:lnTo>
                  <a:lnTo>
                    <a:pt x="176" y="194"/>
                  </a:lnTo>
                  <a:lnTo>
                    <a:pt x="178" y="194"/>
                  </a:lnTo>
                  <a:lnTo>
                    <a:pt x="180" y="194"/>
                  </a:lnTo>
                  <a:lnTo>
                    <a:pt x="183" y="193"/>
                  </a:lnTo>
                  <a:lnTo>
                    <a:pt x="183" y="193"/>
                  </a:lnTo>
                  <a:lnTo>
                    <a:pt x="185" y="193"/>
                  </a:lnTo>
                  <a:lnTo>
                    <a:pt x="187" y="194"/>
                  </a:lnTo>
                  <a:lnTo>
                    <a:pt x="189" y="196"/>
                  </a:lnTo>
                  <a:lnTo>
                    <a:pt x="191" y="198"/>
                  </a:lnTo>
                  <a:lnTo>
                    <a:pt x="187" y="202"/>
                  </a:lnTo>
                  <a:lnTo>
                    <a:pt x="185" y="204"/>
                  </a:lnTo>
                  <a:lnTo>
                    <a:pt x="176" y="207"/>
                  </a:lnTo>
                  <a:lnTo>
                    <a:pt x="173" y="209"/>
                  </a:lnTo>
                  <a:lnTo>
                    <a:pt x="172" y="210"/>
                  </a:lnTo>
                  <a:lnTo>
                    <a:pt x="168" y="212"/>
                  </a:lnTo>
                  <a:lnTo>
                    <a:pt x="163" y="213"/>
                  </a:lnTo>
                  <a:lnTo>
                    <a:pt x="159" y="213"/>
                  </a:lnTo>
                  <a:lnTo>
                    <a:pt x="152" y="215"/>
                  </a:lnTo>
                  <a:lnTo>
                    <a:pt x="151" y="215"/>
                  </a:lnTo>
                  <a:lnTo>
                    <a:pt x="149" y="215"/>
                  </a:lnTo>
                  <a:lnTo>
                    <a:pt x="149" y="213"/>
                  </a:lnTo>
                  <a:lnTo>
                    <a:pt x="149" y="212"/>
                  </a:lnTo>
                  <a:lnTo>
                    <a:pt x="149" y="212"/>
                  </a:lnTo>
                  <a:lnTo>
                    <a:pt x="151" y="210"/>
                  </a:lnTo>
                  <a:lnTo>
                    <a:pt x="151" y="209"/>
                  </a:lnTo>
                  <a:lnTo>
                    <a:pt x="149" y="207"/>
                  </a:lnTo>
                  <a:lnTo>
                    <a:pt x="147" y="207"/>
                  </a:lnTo>
                  <a:lnTo>
                    <a:pt x="145" y="205"/>
                  </a:lnTo>
                  <a:lnTo>
                    <a:pt x="144" y="207"/>
                  </a:lnTo>
                  <a:lnTo>
                    <a:pt x="142" y="207"/>
                  </a:lnTo>
                  <a:lnTo>
                    <a:pt x="140" y="207"/>
                  </a:lnTo>
                  <a:lnTo>
                    <a:pt x="138" y="207"/>
                  </a:lnTo>
                  <a:lnTo>
                    <a:pt x="136" y="205"/>
                  </a:lnTo>
                  <a:lnTo>
                    <a:pt x="133" y="204"/>
                  </a:lnTo>
                  <a:lnTo>
                    <a:pt x="133" y="202"/>
                  </a:lnTo>
                  <a:lnTo>
                    <a:pt x="131" y="202"/>
                  </a:lnTo>
                  <a:lnTo>
                    <a:pt x="129" y="202"/>
                  </a:lnTo>
                  <a:lnTo>
                    <a:pt x="129" y="202"/>
                  </a:lnTo>
                  <a:lnTo>
                    <a:pt x="128" y="200"/>
                  </a:lnTo>
                  <a:lnTo>
                    <a:pt x="128" y="200"/>
                  </a:lnTo>
                  <a:lnTo>
                    <a:pt x="129" y="202"/>
                  </a:lnTo>
                  <a:lnTo>
                    <a:pt x="131" y="204"/>
                  </a:lnTo>
                  <a:lnTo>
                    <a:pt x="131" y="205"/>
                  </a:lnTo>
                  <a:lnTo>
                    <a:pt x="131" y="207"/>
                  </a:lnTo>
                  <a:lnTo>
                    <a:pt x="115" y="209"/>
                  </a:lnTo>
                  <a:lnTo>
                    <a:pt x="108" y="207"/>
                  </a:lnTo>
                  <a:lnTo>
                    <a:pt x="106" y="207"/>
                  </a:lnTo>
                  <a:lnTo>
                    <a:pt x="104" y="202"/>
                  </a:lnTo>
                  <a:lnTo>
                    <a:pt x="104" y="210"/>
                  </a:lnTo>
                  <a:lnTo>
                    <a:pt x="91" y="212"/>
                  </a:lnTo>
                  <a:lnTo>
                    <a:pt x="87" y="212"/>
                  </a:lnTo>
                  <a:lnTo>
                    <a:pt x="84" y="210"/>
                  </a:lnTo>
                  <a:lnTo>
                    <a:pt x="77" y="209"/>
                  </a:lnTo>
                  <a:lnTo>
                    <a:pt x="76" y="207"/>
                  </a:lnTo>
                  <a:lnTo>
                    <a:pt x="74" y="205"/>
                  </a:lnTo>
                  <a:lnTo>
                    <a:pt x="74" y="204"/>
                  </a:lnTo>
                  <a:lnTo>
                    <a:pt x="72" y="204"/>
                  </a:lnTo>
                  <a:lnTo>
                    <a:pt x="72" y="205"/>
                  </a:lnTo>
                  <a:lnTo>
                    <a:pt x="70" y="210"/>
                  </a:lnTo>
                  <a:lnTo>
                    <a:pt x="65" y="209"/>
                  </a:lnTo>
                  <a:lnTo>
                    <a:pt x="59" y="207"/>
                  </a:lnTo>
                  <a:lnTo>
                    <a:pt x="57" y="204"/>
                  </a:lnTo>
                  <a:lnTo>
                    <a:pt x="57" y="209"/>
                  </a:lnTo>
                  <a:lnTo>
                    <a:pt x="49" y="209"/>
                  </a:lnTo>
                  <a:lnTo>
                    <a:pt x="46" y="209"/>
                  </a:lnTo>
                  <a:lnTo>
                    <a:pt x="44" y="204"/>
                  </a:lnTo>
                  <a:lnTo>
                    <a:pt x="44" y="198"/>
                  </a:lnTo>
                  <a:lnTo>
                    <a:pt x="42" y="202"/>
                  </a:lnTo>
                  <a:lnTo>
                    <a:pt x="44" y="205"/>
                  </a:lnTo>
                  <a:lnTo>
                    <a:pt x="44" y="209"/>
                  </a:lnTo>
                  <a:lnTo>
                    <a:pt x="40" y="207"/>
                  </a:lnTo>
                  <a:lnTo>
                    <a:pt x="31" y="207"/>
                  </a:lnTo>
                  <a:lnTo>
                    <a:pt x="30" y="207"/>
                  </a:lnTo>
                  <a:lnTo>
                    <a:pt x="30" y="202"/>
                  </a:lnTo>
                  <a:lnTo>
                    <a:pt x="30" y="196"/>
                  </a:lnTo>
                  <a:lnTo>
                    <a:pt x="40" y="193"/>
                  </a:lnTo>
                  <a:lnTo>
                    <a:pt x="44" y="189"/>
                  </a:lnTo>
                  <a:lnTo>
                    <a:pt x="46" y="189"/>
                  </a:lnTo>
                  <a:lnTo>
                    <a:pt x="49" y="187"/>
                  </a:lnTo>
                  <a:lnTo>
                    <a:pt x="55" y="187"/>
                  </a:lnTo>
                  <a:lnTo>
                    <a:pt x="56" y="187"/>
                  </a:lnTo>
                  <a:lnTo>
                    <a:pt x="59" y="187"/>
                  </a:lnTo>
                  <a:lnTo>
                    <a:pt x="65" y="187"/>
                  </a:lnTo>
                  <a:lnTo>
                    <a:pt x="67" y="187"/>
                  </a:lnTo>
                  <a:lnTo>
                    <a:pt x="68" y="185"/>
                  </a:lnTo>
                  <a:lnTo>
                    <a:pt x="67" y="185"/>
                  </a:lnTo>
                  <a:lnTo>
                    <a:pt x="63" y="183"/>
                  </a:lnTo>
                  <a:lnTo>
                    <a:pt x="63" y="183"/>
                  </a:lnTo>
                  <a:lnTo>
                    <a:pt x="61" y="183"/>
                  </a:lnTo>
                  <a:lnTo>
                    <a:pt x="59" y="183"/>
                  </a:lnTo>
                  <a:lnTo>
                    <a:pt x="56" y="181"/>
                  </a:lnTo>
                  <a:lnTo>
                    <a:pt x="56" y="179"/>
                  </a:lnTo>
                  <a:lnTo>
                    <a:pt x="55" y="177"/>
                  </a:lnTo>
                  <a:lnTo>
                    <a:pt x="53" y="174"/>
                  </a:lnTo>
                  <a:lnTo>
                    <a:pt x="49" y="170"/>
                  </a:lnTo>
                  <a:lnTo>
                    <a:pt x="51" y="168"/>
                  </a:lnTo>
                  <a:lnTo>
                    <a:pt x="55" y="168"/>
                  </a:lnTo>
                  <a:lnTo>
                    <a:pt x="57" y="166"/>
                  </a:lnTo>
                  <a:lnTo>
                    <a:pt x="61" y="166"/>
                  </a:lnTo>
                  <a:lnTo>
                    <a:pt x="65" y="166"/>
                  </a:lnTo>
                  <a:lnTo>
                    <a:pt x="68" y="166"/>
                  </a:lnTo>
                  <a:lnTo>
                    <a:pt x="74" y="168"/>
                  </a:lnTo>
                  <a:lnTo>
                    <a:pt x="77" y="170"/>
                  </a:lnTo>
                  <a:lnTo>
                    <a:pt x="80" y="174"/>
                  </a:lnTo>
                  <a:lnTo>
                    <a:pt x="82" y="177"/>
                  </a:lnTo>
                  <a:lnTo>
                    <a:pt x="84" y="179"/>
                  </a:lnTo>
                  <a:lnTo>
                    <a:pt x="93" y="181"/>
                  </a:lnTo>
                  <a:lnTo>
                    <a:pt x="96" y="181"/>
                  </a:lnTo>
                  <a:lnTo>
                    <a:pt x="100" y="181"/>
                  </a:lnTo>
                  <a:lnTo>
                    <a:pt x="106" y="181"/>
                  </a:lnTo>
                  <a:lnTo>
                    <a:pt x="110" y="181"/>
                  </a:lnTo>
                  <a:lnTo>
                    <a:pt x="112" y="179"/>
                  </a:lnTo>
                  <a:lnTo>
                    <a:pt x="112" y="177"/>
                  </a:lnTo>
                  <a:lnTo>
                    <a:pt x="114" y="177"/>
                  </a:lnTo>
                  <a:lnTo>
                    <a:pt x="117" y="175"/>
                  </a:lnTo>
                  <a:lnTo>
                    <a:pt x="123" y="170"/>
                  </a:lnTo>
                  <a:lnTo>
                    <a:pt x="125" y="166"/>
                  </a:lnTo>
                  <a:lnTo>
                    <a:pt x="125" y="166"/>
                  </a:lnTo>
                  <a:lnTo>
                    <a:pt x="126" y="165"/>
                  </a:lnTo>
                  <a:lnTo>
                    <a:pt x="126" y="163"/>
                  </a:lnTo>
                  <a:lnTo>
                    <a:pt x="125" y="163"/>
                  </a:lnTo>
                  <a:lnTo>
                    <a:pt x="115" y="172"/>
                  </a:lnTo>
                  <a:lnTo>
                    <a:pt x="114" y="174"/>
                  </a:lnTo>
                  <a:lnTo>
                    <a:pt x="110" y="177"/>
                  </a:lnTo>
                  <a:lnTo>
                    <a:pt x="106" y="177"/>
                  </a:lnTo>
                  <a:lnTo>
                    <a:pt x="105" y="177"/>
                  </a:lnTo>
                  <a:lnTo>
                    <a:pt x="100" y="175"/>
                  </a:lnTo>
                  <a:lnTo>
                    <a:pt x="95" y="177"/>
                  </a:lnTo>
                  <a:lnTo>
                    <a:pt x="91" y="177"/>
                  </a:lnTo>
                  <a:lnTo>
                    <a:pt x="89" y="175"/>
                  </a:lnTo>
                  <a:lnTo>
                    <a:pt x="89" y="170"/>
                  </a:lnTo>
                  <a:lnTo>
                    <a:pt x="86" y="165"/>
                  </a:lnTo>
                  <a:lnTo>
                    <a:pt x="89" y="163"/>
                  </a:lnTo>
                  <a:lnTo>
                    <a:pt x="93" y="161"/>
                  </a:lnTo>
                  <a:lnTo>
                    <a:pt x="98" y="156"/>
                  </a:lnTo>
                  <a:lnTo>
                    <a:pt x="100" y="156"/>
                  </a:lnTo>
                  <a:lnTo>
                    <a:pt x="104" y="158"/>
                  </a:lnTo>
                  <a:lnTo>
                    <a:pt x="102" y="156"/>
                  </a:lnTo>
                  <a:lnTo>
                    <a:pt x="100" y="155"/>
                  </a:lnTo>
                  <a:lnTo>
                    <a:pt x="95" y="156"/>
                  </a:lnTo>
                  <a:lnTo>
                    <a:pt x="96" y="147"/>
                  </a:lnTo>
                  <a:lnTo>
                    <a:pt x="93" y="153"/>
                  </a:lnTo>
                  <a:lnTo>
                    <a:pt x="89" y="156"/>
                  </a:lnTo>
                  <a:lnTo>
                    <a:pt x="87" y="158"/>
                  </a:lnTo>
                  <a:lnTo>
                    <a:pt x="84" y="160"/>
                  </a:lnTo>
                  <a:lnTo>
                    <a:pt x="76" y="160"/>
                  </a:lnTo>
                  <a:lnTo>
                    <a:pt x="79" y="158"/>
                  </a:lnTo>
                  <a:lnTo>
                    <a:pt x="80" y="153"/>
                  </a:lnTo>
                  <a:lnTo>
                    <a:pt x="77" y="155"/>
                  </a:lnTo>
                  <a:lnTo>
                    <a:pt x="74" y="156"/>
                  </a:lnTo>
                  <a:lnTo>
                    <a:pt x="70" y="158"/>
                  </a:lnTo>
                  <a:lnTo>
                    <a:pt x="67" y="160"/>
                  </a:lnTo>
                  <a:lnTo>
                    <a:pt x="59" y="158"/>
                  </a:lnTo>
                  <a:lnTo>
                    <a:pt x="57" y="158"/>
                  </a:lnTo>
                  <a:lnTo>
                    <a:pt x="57" y="155"/>
                  </a:lnTo>
                  <a:lnTo>
                    <a:pt x="57" y="151"/>
                  </a:lnTo>
                  <a:lnTo>
                    <a:pt x="59" y="149"/>
                  </a:lnTo>
                  <a:lnTo>
                    <a:pt x="63" y="146"/>
                  </a:lnTo>
                  <a:lnTo>
                    <a:pt x="65" y="142"/>
                  </a:lnTo>
                  <a:lnTo>
                    <a:pt x="68" y="138"/>
                  </a:lnTo>
                  <a:lnTo>
                    <a:pt x="76" y="138"/>
                  </a:lnTo>
                  <a:lnTo>
                    <a:pt x="82" y="136"/>
                  </a:lnTo>
                  <a:lnTo>
                    <a:pt x="89" y="136"/>
                  </a:lnTo>
                  <a:lnTo>
                    <a:pt x="93" y="136"/>
                  </a:lnTo>
                  <a:lnTo>
                    <a:pt x="96" y="136"/>
                  </a:lnTo>
                  <a:lnTo>
                    <a:pt x="108" y="136"/>
                  </a:lnTo>
                  <a:lnTo>
                    <a:pt x="112" y="138"/>
                  </a:lnTo>
                  <a:lnTo>
                    <a:pt x="115" y="138"/>
                  </a:lnTo>
                  <a:lnTo>
                    <a:pt x="117" y="140"/>
                  </a:lnTo>
                  <a:lnTo>
                    <a:pt x="119" y="138"/>
                  </a:lnTo>
                  <a:lnTo>
                    <a:pt x="121" y="136"/>
                  </a:lnTo>
                  <a:lnTo>
                    <a:pt x="128" y="136"/>
                  </a:lnTo>
                  <a:lnTo>
                    <a:pt x="129" y="136"/>
                  </a:lnTo>
                  <a:lnTo>
                    <a:pt x="133" y="136"/>
                  </a:lnTo>
                  <a:lnTo>
                    <a:pt x="134" y="136"/>
                  </a:lnTo>
                  <a:lnTo>
                    <a:pt x="136" y="134"/>
                  </a:lnTo>
                  <a:lnTo>
                    <a:pt x="138" y="134"/>
                  </a:lnTo>
                  <a:lnTo>
                    <a:pt x="136" y="134"/>
                  </a:lnTo>
                  <a:lnTo>
                    <a:pt x="134" y="134"/>
                  </a:lnTo>
                  <a:lnTo>
                    <a:pt x="131" y="136"/>
                  </a:lnTo>
                  <a:lnTo>
                    <a:pt x="128" y="136"/>
                  </a:lnTo>
                  <a:lnTo>
                    <a:pt x="126" y="136"/>
                  </a:lnTo>
                  <a:lnTo>
                    <a:pt x="119" y="136"/>
                  </a:lnTo>
                  <a:lnTo>
                    <a:pt x="110" y="136"/>
                  </a:lnTo>
                  <a:lnTo>
                    <a:pt x="105" y="134"/>
                  </a:lnTo>
                  <a:lnTo>
                    <a:pt x="102" y="134"/>
                  </a:lnTo>
                  <a:lnTo>
                    <a:pt x="102" y="134"/>
                  </a:lnTo>
                  <a:lnTo>
                    <a:pt x="100" y="132"/>
                  </a:lnTo>
                  <a:lnTo>
                    <a:pt x="98" y="130"/>
                  </a:lnTo>
                  <a:lnTo>
                    <a:pt x="100" y="130"/>
                  </a:lnTo>
                  <a:lnTo>
                    <a:pt x="102" y="130"/>
                  </a:lnTo>
                  <a:lnTo>
                    <a:pt x="104" y="128"/>
                  </a:lnTo>
                  <a:lnTo>
                    <a:pt x="105" y="130"/>
                  </a:lnTo>
                  <a:lnTo>
                    <a:pt x="108" y="132"/>
                  </a:lnTo>
                  <a:lnTo>
                    <a:pt x="112" y="132"/>
                  </a:lnTo>
                  <a:lnTo>
                    <a:pt x="112" y="130"/>
                  </a:lnTo>
                  <a:lnTo>
                    <a:pt x="106" y="128"/>
                  </a:lnTo>
                  <a:lnTo>
                    <a:pt x="104" y="127"/>
                  </a:lnTo>
                  <a:lnTo>
                    <a:pt x="102" y="123"/>
                  </a:lnTo>
                  <a:lnTo>
                    <a:pt x="100" y="121"/>
                  </a:lnTo>
                  <a:lnTo>
                    <a:pt x="95" y="117"/>
                  </a:lnTo>
                  <a:lnTo>
                    <a:pt x="91" y="114"/>
                  </a:lnTo>
                  <a:lnTo>
                    <a:pt x="89" y="112"/>
                  </a:lnTo>
                  <a:lnTo>
                    <a:pt x="86" y="111"/>
                  </a:lnTo>
                  <a:lnTo>
                    <a:pt x="79" y="111"/>
                  </a:lnTo>
                  <a:lnTo>
                    <a:pt x="77" y="111"/>
                  </a:lnTo>
                  <a:lnTo>
                    <a:pt x="74" y="108"/>
                  </a:lnTo>
                  <a:lnTo>
                    <a:pt x="72" y="102"/>
                  </a:lnTo>
                  <a:lnTo>
                    <a:pt x="70" y="98"/>
                  </a:lnTo>
                  <a:lnTo>
                    <a:pt x="72" y="93"/>
                  </a:lnTo>
                  <a:lnTo>
                    <a:pt x="76" y="91"/>
                  </a:lnTo>
                  <a:lnTo>
                    <a:pt x="91" y="93"/>
                  </a:lnTo>
                  <a:lnTo>
                    <a:pt x="98" y="93"/>
                  </a:lnTo>
                  <a:lnTo>
                    <a:pt x="105" y="93"/>
                  </a:lnTo>
                  <a:lnTo>
                    <a:pt x="110" y="95"/>
                  </a:lnTo>
                  <a:lnTo>
                    <a:pt x="115" y="97"/>
                  </a:lnTo>
                  <a:lnTo>
                    <a:pt x="121" y="100"/>
                  </a:lnTo>
                  <a:lnTo>
                    <a:pt x="125" y="102"/>
                  </a:lnTo>
                  <a:lnTo>
                    <a:pt x="129" y="106"/>
                  </a:lnTo>
                  <a:lnTo>
                    <a:pt x="133" y="109"/>
                  </a:lnTo>
                  <a:lnTo>
                    <a:pt x="136" y="111"/>
                  </a:lnTo>
                  <a:lnTo>
                    <a:pt x="138" y="112"/>
                  </a:lnTo>
                  <a:lnTo>
                    <a:pt x="142" y="112"/>
                  </a:lnTo>
                  <a:lnTo>
                    <a:pt x="147" y="114"/>
                  </a:lnTo>
                  <a:lnTo>
                    <a:pt x="152" y="114"/>
                  </a:lnTo>
                  <a:lnTo>
                    <a:pt x="155" y="114"/>
                  </a:lnTo>
                  <a:lnTo>
                    <a:pt x="157" y="112"/>
                  </a:lnTo>
                  <a:lnTo>
                    <a:pt x="161" y="112"/>
                  </a:lnTo>
                  <a:lnTo>
                    <a:pt x="157" y="112"/>
                  </a:lnTo>
                  <a:lnTo>
                    <a:pt x="152" y="112"/>
                  </a:lnTo>
                  <a:lnTo>
                    <a:pt x="149" y="111"/>
                  </a:lnTo>
                  <a:lnTo>
                    <a:pt x="145" y="111"/>
                  </a:lnTo>
                  <a:lnTo>
                    <a:pt x="144" y="109"/>
                  </a:lnTo>
                  <a:lnTo>
                    <a:pt x="140" y="106"/>
                  </a:lnTo>
                  <a:lnTo>
                    <a:pt x="136" y="104"/>
                  </a:lnTo>
                  <a:lnTo>
                    <a:pt x="129" y="100"/>
                  </a:lnTo>
                  <a:lnTo>
                    <a:pt x="125" y="97"/>
                  </a:lnTo>
                  <a:lnTo>
                    <a:pt x="121" y="93"/>
                  </a:lnTo>
                  <a:lnTo>
                    <a:pt x="121" y="91"/>
                  </a:lnTo>
                  <a:lnTo>
                    <a:pt x="125" y="91"/>
                  </a:lnTo>
                  <a:lnTo>
                    <a:pt x="126" y="89"/>
                  </a:lnTo>
                  <a:lnTo>
                    <a:pt x="149" y="88"/>
                  </a:lnTo>
                  <a:lnTo>
                    <a:pt x="161" y="85"/>
                  </a:lnTo>
                  <a:lnTo>
                    <a:pt x="166" y="83"/>
                  </a:lnTo>
                  <a:lnTo>
                    <a:pt x="168" y="81"/>
                  </a:lnTo>
                  <a:lnTo>
                    <a:pt x="183" y="78"/>
                  </a:lnTo>
                  <a:lnTo>
                    <a:pt x="196" y="76"/>
                  </a:lnTo>
                  <a:lnTo>
                    <a:pt x="201" y="76"/>
                  </a:lnTo>
                  <a:lnTo>
                    <a:pt x="204" y="74"/>
                  </a:lnTo>
                  <a:lnTo>
                    <a:pt x="206" y="74"/>
                  </a:lnTo>
                  <a:lnTo>
                    <a:pt x="201" y="74"/>
                  </a:lnTo>
                  <a:lnTo>
                    <a:pt x="198" y="74"/>
                  </a:lnTo>
                  <a:lnTo>
                    <a:pt x="189" y="74"/>
                  </a:lnTo>
                  <a:lnTo>
                    <a:pt x="182" y="72"/>
                  </a:lnTo>
                  <a:lnTo>
                    <a:pt x="180" y="72"/>
                  </a:lnTo>
                  <a:lnTo>
                    <a:pt x="180" y="70"/>
                  </a:lnTo>
                  <a:lnTo>
                    <a:pt x="180" y="69"/>
                  </a:lnTo>
                  <a:lnTo>
                    <a:pt x="183" y="67"/>
                  </a:lnTo>
                  <a:lnTo>
                    <a:pt x="185" y="66"/>
                  </a:lnTo>
                  <a:lnTo>
                    <a:pt x="196" y="60"/>
                  </a:lnTo>
                  <a:lnTo>
                    <a:pt x="202" y="59"/>
                  </a:lnTo>
                  <a:lnTo>
                    <a:pt x="204" y="57"/>
                  </a:lnTo>
                  <a:lnTo>
                    <a:pt x="191" y="60"/>
                  </a:lnTo>
                  <a:lnTo>
                    <a:pt x="185" y="62"/>
                  </a:lnTo>
                  <a:lnTo>
                    <a:pt x="180" y="66"/>
                  </a:lnTo>
                  <a:lnTo>
                    <a:pt x="176" y="67"/>
                  </a:lnTo>
                  <a:lnTo>
                    <a:pt x="175" y="66"/>
                  </a:lnTo>
                  <a:lnTo>
                    <a:pt x="173" y="67"/>
                  </a:lnTo>
                  <a:lnTo>
                    <a:pt x="172" y="67"/>
                  </a:lnTo>
                  <a:lnTo>
                    <a:pt x="170" y="69"/>
                  </a:lnTo>
                  <a:lnTo>
                    <a:pt x="170" y="70"/>
                  </a:lnTo>
                  <a:lnTo>
                    <a:pt x="168" y="72"/>
                  </a:lnTo>
                  <a:lnTo>
                    <a:pt x="168" y="74"/>
                  </a:lnTo>
                  <a:lnTo>
                    <a:pt x="164" y="76"/>
                  </a:lnTo>
                  <a:lnTo>
                    <a:pt x="161" y="78"/>
                  </a:lnTo>
                  <a:lnTo>
                    <a:pt x="149" y="81"/>
                  </a:lnTo>
                  <a:lnTo>
                    <a:pt x="144" y="83"/>
                  </a:lnTo>
                  <a:lnTo>
                    <a:pt x="140" y="83"/>
                  </a:lnTo>
                  <a:lnTo>
                    <a:pt x="129" y="85"/>
                  </a:lnTo>
                  <a:lnTo>
                    <a:pt x="126" y="85"/>
                  </a:lnTo>
                  <a:lnTo>
                    <a:pt x="123" y="83"/>
                  </a:lnTo>
                  <a:lnTo>
                    <a:pt x="125" y="83"/>
                  </a:lnTo>
                  <a:lnTo>
                    <a:pt x="129" y="79"/>
                  </a:lnTo>
                  <a:lnTo>
                    <a:pt x="131" y="78"/>
                  </a:lnTo>
                  <a:lnTo>
                    <a:pt x="128" y="78"/>
                  </a:lnTo>
                  <a:lnTo>
                    <a:pt x="125" y="79"/>
                  </a:lnTo>
                  <a:lnTo>
                    <a:pt x="115" y="79"/>
                  </a:lnTo>
                  <a:lnTo>
                    <a:pt x="112" y="81"/>
                  </a:lnTo>
                  <a:lnTo>
                    <a:pt x="108" y="83"/>
                  </a:lnTo>
                  <a:lnTo>
                    <a:pt x="105" y="85"/>
                  </a:lnTo>
                  <a:lnTo>
                    <a:pt x="104" y="85"/>
                  </a:lnTo>
                  <a:lnTo>
                    <a:pt x="102" y="85"/>
                  </a:lnTo>
                  <a:lnTo>
                    <a:pt x="91" y="87"/>
                  </a:lnTo>
                  <a:lnTo>
                    <a:pt x="89" y="85"/>
                  </a:lnTo>
                  <a:lnTo>
                    <a:pt x="82" y="83"/>
                  </a:lnTo>
                  <a:lnTo>
                    <a:pt x="77" y="85"/>
                  </a:lnTo>
                  <a:lnTo>
                    <a:pt x="76" y="85"/>
                  </a:lnTo>
                  <a:lnTo>
                    <a:pt x="72" y="83"/>
                  </a:lnTo>
                  <a:lnTo>
                    <a:pt x="70" y="83"/>
                  </a:lnTo>
                  <a:lnTo>
                    <a:pt x="70" y="81"/>
                  </a:lnTo>
                  <a:lnTo>
                    <a:pt x="74" y="79"/>
                  </a:lnTo>
                  <a:lnTo>
                    <a:pt x="76" y="78"/>
                  </a:lnTo>
                  <a:lnTo>
                    <a:pt x="84" y="72"/>
                  </a:lnTo>
                  <a:lnTo>
                    <a:pt x="89" y="70"/>
                  </a:lnTo>
                  <a:lnTo>
                    <a:pt x="98" y="69"/>
                  </a:lnTo>
                  <a:lnTo>
                    <a:pt x="115" y="67"/>
                  </a:lnTo>
                  <a:lnTo>
                    <a:pt x="117" y="66"/>
                  </a:lnTo>
                  <a:lnTo>
                    <a:pt x="98" y="67"/>
                  </a:lnTo>
                  <a:lnTo>
                    <a:pt x="82" y="69"/>
                  </a:lnTo>
                  <a:lnTo>
                    <a:pt x="79" y="70"/>
                  </a:lnTo>
                  <a:lnTo>
                    <a:pt x="76" y="72"/>
                  </a:lnTo>
                  <a:lnTo>
                    <a:pt x="63" y="79"/>
                  </a:lnTo>
                  <a:lnTo>
                    <a:pt x="61" y="81"/>
                  </a:lnTo>
                  <a:lnTo>
                    <a:pt x="55" y="81"/>
                  </a:lnTo>
                  <a:lnTo>
                    <a:pt x="51" y="81"/>
                  </a:lnTo>
                  <a:lnTo>
                    <a:pt x="48" y="79"/>
                  </a:lnTo>
                  <a:lnTo>
                    <a:pt x="42" y="78"/>
                  </a:lnTo>
                  <a:lnTo>
                    <a:pt x="38" y="76"/>
                  </a:lnTo>
                  <a:lnTo>
                    <a:pt x="37" y="76"/>
                  </a:lnTo>
                  <a:lnTo>
                    <a:pt x="35" y="74"/>
                  </a:lnTo>
                  <a:lnTo>
                    <a:pt x="35" y="74"/>
                  </a:lnTo>
                  <a:lnTo>
                    <a:pt x="33" y="72"/>
                  </a:lnTo>
                  <a:lnTo>
                    <a:pt x="35" y="72"/>
                  </a:lnTo>
                  <a:lnTo>
                    <a:pt x="46" y="70"/>
                  </a:lnTo>
                  <a:lnTo>
                    <a:pt x="59" y="70"/>
                  </a:lnTo>
                  <a:lnTo>
                    <a:pt x="67" y="70"/>
                  </a:lnTo>
                  <a:lnTo>
                    <a:pt x="72" y="69"/>
                  </a:lnTo>
                  <a:lnTo>
                    <a:pt x="82" y="66"/>
                  </a:lnTo>
                  <a:lnTo>
                    <a:pt x="91" y="62"/>
                  </a:lnTo>
                  <a:lnTo>
                    <a:pt x="93" y="60"/>
                  </a:lnTo>
                  <a:lnTo>
                    <a:pt x="89" y="60"/>
                  </a:lnTo>
                  <a:lnTo>
                    <a:pt x="87" y="60"/>
                  </a:lnTo>
                  <a:lnTo>
                    <a:pt x="80" y="62"/>
                  </a:lnTo>
                  <a:lnTo>
                    <a:pt x="70" y="67"/>
                  </a:lnTo>
                  <a:lnTo>
                    <a:pt x="61" y="67"/>
                  </a:lnTo>
                  <a:lnTo>
                    <a:pt x="38" y="69"/>
                  </a:lnTo>
                  <a:lnTo>
                    <a:pt x="31" y="69"/>
                  </a:lnTo>
                  <a:lnTo>
                    <a:pt x="29" y="69"/>
                  </a:lnTo>
                  <a:lnTo>
                    <a:pt x="27" y="69"/>
                  </a:lnTo>
                  <a:lnTo>
                    <a:pt x="25" y="66"/>
                  </a:lnTo>
                  <a:lnTo>
                    <a:pt x="25" y="66"/>
                  </a:lnTo>
                  <a:lnTo>
                    <a:pt x="30" y="64"/>
                  </a:lnTo>
                  <a:lnTo>
                    <a:pt x="33" y="62"/>
                  </a:lnTo>
                  <a:lnTo>
                    <a:pt x="35" y="62"/>
                  </a:lnTo>
                  <a:lnTo>
                    <a:pt x="29" y="60"/>
                  </a:lnTo>
                  <a:lnTo>
                    <a:pt x="29" y="60"/>
                  </a:lnTo>
                  <a:lnTo>
                    <a:pt x="31" y="59"/>
                  </a:lnTo>
                  <a:lnTo>
                    <a:pt x="38" y="55"/>
                  </a:lnTo>
                  <a:lnTo>
                    <a:pt x="42" y="53"/>
                  </a:lnTo>
                  <a:lnTo>
                    <a:pt x="49" y="53"/>
                  </a:lnTo>
                  <a:lnTo>
                    <a:pt x="56" y="53"/>
                  </a:lnTo>
                  <a:lnTo>
                    <a:pt x="56" y="53"/>
                  </a:lnTo>
                  <a:lnTo>
                    <a:pt x="49" y="51"/>
                  </a:lnTo>
                  <a:lnTo>
                    <a:pt x="44" y="51"/>
                  </a:lnTo>
                  <a:lnTo>
                    <a:pt x="37" y="53"/>
                  </a:lnTo>
                  <a:lnTo>
                    <a:pt x="19" y="57"/>
                  </a:lnTo>
                  <a:lnTo>
                    <a:pt x="18" y="57"/>
                  </a:lnTo>
                  <a:lnTo>
                    <a:pt x="16" y="57"/>
                  </a:lnTo>
                  <a:lnTo>
                    <a:pt x="16" y="55"/>
                  </a:lnTo>
                  <a:lnTo>
                    <a:pt x="27" y="51"/>
                  </a:lnTo>
                  <a:lnTo>
                    <a:pt x="27" y="51"/>
                  </a:lnTo>
                  <a:lnTo>
                    <a:pt x="19" y="51"/>
                  </a:lnTo>
                  <a:lnTo>
                    <a:pt x="18" y="51"/>
                  </a:lnTo>
                  <a:lnTo>
                    <a:pt x="14" y="51"/>
                  </a:lnTo>
                  <a:lnTo>
                    <a:pt x="12" y="51"/>
                  </a:lnTo>
                  <a:lnTo>
                    <a:pt x="9" y="51"/>
                  </a:lnTo>
                  <a:lnTo>
                    <a:pt x="6" y="51"/>
                  </a:lnTo>
                  <a:lnTo>
                    <a:pt x="4" y="51"/>
                  </a:lnTo>
                  <a:lnTo>
                    <a:pt x="0" y="51"/>
                  </a:lnTo>
                  <a:lnTo>
                    <a:pt x="0" y="48"/>
                  </a:lnTo>
                  <a:lnTo>
                    <a:pt x="4" y="46"/>
                  </a:lnTo>
                  <a:lnTo>
                    <a:pt x="7" y="45"/>
                  </a:lnTo>
                  <a:lnTo>
                    <a:pt x="10" y="42"/>
                  </a:lnTo>
                  <a:lnTo>
                    <a:pt x="16" y="40"/>
                  </a:lnTo>
                  <a:lnTo>
                    <a:pt x="21" y="40"/>
                  </a:lnTo>
                  <a:lnTo>
                    <a:pt x="29" y="40"/>
                  </a:lnTo>
                  <a:lnTo>
                    <a:pt x="31" y="40"/>
                  </a:lnTo>
                  <a:lnTo>
                    <a:pt x="35" y="40"/>
                  </a:lnTo>
                  <a:lnTo>
                    <a:pt x="38" y="38"/>
                  </a:lnTo>
                  <a:lnTo>
                    <a:pt x="44" y="36"/>
                  </a:lnTo>
                  <a:lnTo>
                    <a:pt x="51" y="34"/>
                  </a:lnTo>
                  <a:lnTo>
                    <a:pt x="56" y="34"/>
                  </a:lnTo>
                  <a:lnTo>
                    <a:pt x="59" y="36"/>
                  </a:lnTo>
                  <a:lnTo>
                    <a:pt x="61" y="38"/>
                  </a:lnTo>
                  <a:lnTo>
                    <a:pt x="65" y="40"/>
                  </a:lnTo>
                  <a:lnTo>
                    <a:pt x="65" y="38"/>
                  </a:lnTo>
                  <a:lnTo>
                    <a:pt x="67" y="36"/>
                  </a:lnTo>
                  <a:lnTo>
                    <a:pt x="70" y="36"/>
                  </a:lnTo>
                  <a:lnTo>
                    <a:pt x="74" y="36"/>
                  </a:lnTo>
                  <a:lnTo>
                    <a:pt x="77" y="38"/>
                  </a:lnTo>
                  <a:lnTo>
                    <a:pt x="80" y="40"/>
                  </a:lnTo>
                  <a:lnTo>
                    <a:pt x="84" y="40"/>
                  </a:lnTo>
                  <a:lnTo>
                    <a:pt x="86" y="40"/>
                  </a:lnTo>
                  <a:lnTo>
                    <a:pt x="87" y="38"/>
                  </a:lnTo>
                  <a:lnTo>
                    <a:pt x="93" y="38"/>
                  </a:lnTo>
                  <a:lnTo>
                    <a:pt x="93" y="38"/>
                  </a:lnTo>
                  <a:lnTo>
                    <a:pt x="91" y="38"/>
                  </a:lnTo>
                  <a:lnTo>
                    <a:pt x="89" y="36"/>
                  </a:lnTo>
                  <a:lnTo>
                    <a:pt x="70" y="31"/>
                  </a:lnTo>
                  <a:lnTo>
                    <a:pt x="70" y="31"/>
                  </a:lnTo>
                  <a:lnTo>
                    <a:pt x="77" y="29"/>
                  </a:lnTo>
                  <a:lnTo>
                    <a:pt x="80" y="29"/>
                  </a:lnTo>
                  <a:lnTo>
                    <a:pt x="82" y="28"/>
                  </a:lnTo>
                  <a:lnTo>
                    <a:pt x="86" y="25"/>
                  </a:lnTo>
                  <a:lnTo>
                    <a:pt x="89" y="24"/>
                  </a:lnTo>
                  <a:lnTo>
                    <a:pt x="95" y="22"/>
                  </a:lnTo>
                  <a:lnTo>
                    <a:pt x="96" y="24"/>
                  </a:lnTo>
                  <a:lnTo>
                    <a:pt x="100" y="24"/>
                  </a:lnTo>
                  <a:lnTo>
                    <a:pt x="102" y="25"/>
                  </a:lnTo>
                  <a:lnTo>
                    <a:pt x="108" y="25"/>
                  </a:lnTo>
                  <a:lnTo>
                    <a:pt x="112" y="28"/>
                  </a:lnTo>
                  <a:lnTo>
                    <a:pt x="117" y="31"/>
                  </a:lnTo>
                  <a:lnTo>
                    <a:pt x="121" y="32"/>
                  </a:lnTo>
                  <a:lnTo>
                    <a:pt x="125" y="34"/>
                  </a:lnTo>
                  <a:lnTo>
                    <a:pt x="126" y="36"/>
                  </a:lnTo>
                  <a:lnTo>
                    <a:pt x="129" y="36"/>
                  </a:lnTo>
                  <a:lnTo>
                    <a:pt x="129" y="34"/>
                  </a:lnTo>
                  <a:lnTo>
                    <a:pt x="126" y="32"/>
                  </a:lnTo>
                  <a:lnTo>
                    <a:pt x="125" y="31"/>
                  </a:lnTo>
                  <a:lnTo>
                    <a:pt x="125" y="31"/>
                  </a:lnTo>
                  <a:lnTo>
                    <a:pt x="126" y="29"/>
                  </a:lnTo>
                  <a:lnTo>
                    <a:pt x="126" y="29"/>
                  </a:lnTo>
                  <a:lnTo>
                    <a:pt x="131" y="31"/>
                  </a:lnTo>
                  <a:lnTo>
                    <a:pt x="140" y="34"/>
                  </a:lnTo>
                  <a:lnTo>
                    <a:pt x="153" y="38"/>
                  </a:lnTo>
                  <a:lnTo>
                    <a:pt x="159" y="38"/>
                  </a:lnTo>
                  <a:lnTo>
                    <a:pt x="163" y="40"/>
                  </a:lnTo>
                  <a:lnTo>
                    <a:pt x="166" y="40"/>
                  </a:lnTo>
                  <a:lnTo>
                    <a:pt x="170" y="42"/>
                  </a:lnTo>
                  <a:lnTo>
                    <a:pt x="170" y="42"/>
                  </a:lnTo>
                  <a:lnTo>
                    <a:pt x="168" y="40"/>
                  </a:lnTo>
                  <a:lnTo>
                    <a:pt x="161" y="38"/>
                  </a:lnTo>
                  <a:lnTo>
                    <a:pt x="142" y="31"/>
                  </a:lnTo>
                  <a:lnTo>
                    <a:pt x="134" y="29"/>
                  </a:lnTo>
                  <a:lnTo>
                    <a:pt x="131" y="28"/>
                  </a:lnTo>
                  <a:lnTo>
                    <a:pt x="128" y="25"/>
                  </a:lnTo>
                  <a:lnTo>
                    <a:pt x="128" y="24"/>
                  </a:lnTo>
                  <a:lnTo>
                    <a:pt x="131" y="22"/>
                  </a:lnTo>
                  <a:lnTo>
                    <a:pt x="134" y="22"/>
                  </a:lnTo>
                  <a:lnTo>
                    <a:pt x="138" y="21"/>
                  </a:lnTo>
                  <a:lnTo>
                    <a:pt x="138" y="21"/>
                  </a:lnTo>
                  <a:lnTo>
                    <a:pt x="134" y="19"/>
                  </a:lnTo>
                  <a:lnTo>
                    <a:pt x="133" y="19"/>
                  </a:lnTo>
                  <a:lnTo>
                    <a:pt x="133" y="16"/>
                  </a:lnTo>
                  <a:lnTo>
                    <a:pt x="136" y="16"/>
                  </a:lnTo>
                  <a:lnTo>
                    <a:pt x="140" y="16"/>
                  </a:lnTo>
                  <a:lnTo>
                    <a:pt x="145" y="19"/>
                  </a:lnTo>
                  <a:lnTo>
                    <a:pt x="151" y="19"/>
                  </a:lnTo>
                  <a:lnTo>
                    <a:pt x="151" y="19"/>
                  </a:lnTo>
                  <a:lnTo>
                    <a:pt x="145" y="13"/>
                  </a:lnTo>
                  <a:lnTo>
                    <a:pt x="145" y="13"/>
                  </a:lnTo>
                  <a:lnTo>
                    <a:pt x="147" y="12"/>
                  </a:lnTo>
                  <a:lnTo>
                    <a:pt x="149" y="12"/>
                  </a:lnTo>
                  <a:lnTo>
                    <a:pt x="152" y="12"/>
                  </a:lnTo>
                  <a:lnTo>
                    <a:pt x="161" y="15"/>
                  </a:lnTo>
                  <a:lnTo>
                    <a:pt x="175" y="15"/>
                  </a:lnTo>
                  <a:lnTo>
                    <a:pt x="178" y="15"/>
                  </a:lnTo>
                  <a:lnTo>
                    <a:pt x="178" y="15"/>
                  </a:lnTo>
                  <a:lnTo>
                    <a:pt x="173" y="13"/>
                  </a:lnTo>
                  <a:lnTo>
                    <a:pt x="166" y="12"/>
                  </a:lnTo>
                  <a:lnTo>
                    <a:pt x="164" y="10"/>
                  </a:lnTo>
                  <a:lnTo>
                    <a:pt x="163" y="10"/>
                  </a:lnTo>
                  <a:lnTo>
                    <a:pt x="159" y="8"/>
                  </a:lnTo>
                  <a:lnTo>
                    <a:pt x="159" y="8"/>
                  </a:lnTo>
                  <a:lnTo>
                    <a:pt x="163" y="6"/>
                  </a:lnTo>
                  <a:lnTo>
                    <a:pt x="173" y="6"/>
                  </a:lnTo>
                  <a:lnTo>
                    <a:pt x="182" y="8"/>
                  </a:lnTo>
                  <a:lnTo>
                    <a:pt x="191" y="8"/>
                  </a:lnTo>
                  <a:lnTo>
                    <a:pt x="194" y="8"/>
                  </a:lnTo>
                  <a:lnTo>
                    <a:pt x="198" y="8"/>
                  </a:lnTo>
                  <a:lnTo>
                    <a:pt x="201" y="10"/>
                  </a:lnTo>
                  <a:lnTo>
                    <a:pt x="211" y="15"/>
                  </a:lnTo>
                  <a:lnTo>
                    <a:pt x="213" y="16"/>
                  </a:lnTo>
                  <a:lnTo>
                    <a:pt x="213" y="16"/>
                  </a:lnTo>
                  <a:lnTo>
                    <a:pt x="215" y="21"/>
                  </a:lnTo>
                  <a:lnTo>
                    <a:pt x="217" y="21"/>
                  </a:lnTo>
                  <a:lnTo>
                    <a:pt x="221" y="19"/>
                  </a:lnTo>
                  <a:lnTo>
                    <a:pt x="224" y="16"/>
                  </a:lnTo>
                  <a:lnTo>
                    <a:pt x="222" y="16"/>
                  </a:lnTo>
                  <a:lnTo>
                    <a:pt x="217" y="13"/>
                  </a:lnTo>
                  <a:lnTo>
                    <a:pt x="215" y="12"/>
                  </a:lnTo>
                  <a:lnTo>
                    <a:pt x="211" y="10"/>
                  </a:lnTo>
                  <a:lnTo>
                    <a:pt x="204" y="6"/>
                  </a:lnTo>
                  <a:lnTo>
                    <a:pt x="202" y="4"/>
                  </a:lnTo>
                  <a:lnTo>
                    <a:pt x="201" y="4"/>
                  </a:lnTo>
                  <a:lnTo>
                    <a:pt x="221" y="3"/>
                  </a:lnTo>
                  <a:lnTo>
                    <a:pt x="240" y="4"/>
                  </a:lnTo>
                  <a:lnTo>
                    <a:pt x="243" y="4"/>
                  </a:lnTo>
                  <a:lnTo>
                    <a:pt x="245" y="6"/>
                  </a:lnTo>
                  <a:lnTo>
                    <a:pt x="247" y="8"/>
                  </a:lnTo>
                  <a:lnTo>
                    <a:pt x="248" y="10"/>
                  </a:lnTo>
                  <a:lnTo>
                    <a:pt x="255" y="12"/>
                  </a:lnTo>
                  <a:lnTo>
                    <a:pt x="264" y="13"/>
                  </a:lnTo>
                  <a:lnTo>
                    <a:pt x="262" y="13"/>
                  </a:lnTo>
                  <a:lnTo>
                    <a:pt x="255" y="10"/>
                  </a:lnTo>
                  <a:lnTo>
                    <a:pt x="253" y="8"/>
                  </a:lnTo>
                  <a:lnTo>
                    <a:pt x="253" y="6"/>
                  </a:lnTo>
                  <a:lnTo>
                    <a:pt x="253" y="4"/>
                  </a:lnTo>
                  <a:lnTo>
                    <a:pt x="253" y="4"/>
                  </a:lnTo>
                  <a:lnTo>
                    <a:pt x="262" y="2"/>
                  </a:lnTo>
                  <a:lnTo>
                    <a:pt x="271" y="2"/>
                  </a:lnTo>
                  <a:lnTo>
                    <a:pt x="273" y="2"/>
                  </a:lnTo>
                  <a:lnTo>
                    <a:pt x="282" y="4"/>
                  </a:lnTo>
                  <a:lnTo>
                    <a:pt x="285" y="6"/>
                  </a:lnTo>
                  <a:lnTo>
                    <a:pt x="287" y="8"/>
                  </a:lnTo>
                  <a:lnTo>
                    <a:pt x="287" y="8"/>
                  </a:lnTo>
                  <a:lnTo>
                    <a:pt x="283" y="4"/>
                  </a:lnTo>
                  <a:lnTo>
                    <a:pt x="282" y="4"/>
                  </a:lnTo>
                  <a:lnTo>
                    <a:pt x="282" y="3"/>
                  </a:lnTo>
                  <a:lnTo>
                    <a:pt x="285" y="2"/>
                  </a:lnTo>
                  <a:lnTo>
                    <a:pt x="288" y="2"/>
                  </a:lnTo>
                  <a:lnTo>
                    <a:pt x="300"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5" name="Freeform 10835"/>
            <p:cNvSpPr/>
            <p:nvPr/>
          </p:nvSpPr>
          <p:spPr bwMode="auto">
            <a:xfrm>
              <a:off x="2695619" y="3004999"/>
              <a:ext cx="102394" cy="39291"/>
            </a:xfrm>
            <a:custGeom>
              <a:avLst/>
              <a:gdLst>
                <a:gd name="T0" fmla="*/ 30 w 86"/>
                <a:gd name="T1" fmla="*/ 2 h 33"/>
                <a:gd name="T2" fmla="*/ 36 w 86"/>
                <a:gd name="T3" fmla="*/ 4 h 33"/>
                <a:gd name="T4" fmla="*/ 39 w 86"/>
                <a:gd name="T5" fmla="*/ 2 h 33"/>
                <a:gd name="T6" fmla="*/ 41 w 86"/>
                <a:gd name="T7" fmla="*/ 0 h 33"/>
                <a:gd name="T8" fmla="*/ 46 w 86"/>
                <a:gd name="T9" fmla="*/ 2 h 33"/>
                <a:gd name="T10" fmla="*/ 50 w 86"/>
                <a:gd name="T11" fmla="*/ 2 h 33"/>
                <a:gd name="T12" fmla="*/ 54 w 86"/>
                <a:gd name="T13" fmla="*/ 2 h 33"/>
                <a:gd name="T14" fmla="*/ 58 w 86"/>
                <a:gd name="T15" fmla="*/ 4 h 33"/>
                <a:gd name="T16" fmla="*/ 63 w 86"/>
                <a:gd name="T17" fmla="*/ 4 h 33"/>
                <a:gd name="T18" fmla="*/ 65 w 86"/>
                <a:gd name="T19" fmla="*/ 7 h 33"/>
                <a:gd name="T20" fmla="*/ 71 w 86"/>
                <a:gd name="T21" fmla="*/ 8 h 33"/>
                <a:gd name="T22" fmla="*/ 71 w 86"/>
                <a:gd name="T23" fmla="*/ 10 h 33"/>
                <a:gd name="T24" fmla="*/ 69 w 86"/>
                <a:gd name="T25" fmla="*/ 10 h 33"/>
                <a:gd name="T26" fmla="*/ 71 w 86"/>
                <a:gd name="T27" fmla="*/ 12 h 33"/>
                <a:gd name="T28" fmla="*/ 75 w 86"/>
                <a:gd name="T29" fmla="*/ 14 h 33"/>
                <a:gd name="T30" fmla="*/ 83 w 86"/>
                <a:gd name="T31" fmla="*/ 17 h 33"/>
                <a:gd name="T32" fmla="*/ 86 w 86"/>
                <a:gd name="T33" fmla="*/ 19 h 33"/>
                <a:gd name="T34" fmla="*/ 82 w 86"/>
                <a:gd name="T35" fmla="*/ 23 h 33"/>
                <a:gd name="T36" fmla="*/ 80 w 86"/>
                <a:gd name="T37" fmla="*/ 25 h 33"/>
                <a:gd name="T38" fmla="*/ 79 w 86"/>
                <a:gd name="T39" fmla="*/ 23 h 33"/>
                <a:gd name="T40" fmla="*/ 73 w 86"/>
                <a:gd name="T41" fmla="*/ 21 h 33"/>
                <a:gd name="T42" fmla="*/ 69 w 86"/>
                <a:gd name="T43" fmla="*/ 21 h 33"/>
                <a:gd name="T44" fmla="*/ 63 w 86"/>
                <a:gd name="T45" fmla="*/ 23 h 33"/>
                <a:gd name="T46" fmla="*/ 59 w 86"/>
                <a:gd name="T47" fmla="*/ 25 h 33"/>
                <a:gd name="T48" fmla="*/ 54 w 86"/>
                <a:gd name="T49" fmla="*/ 23 h 33"/>
                <a:gd name="T50" fmla="*/ 49 w 86"/>
                <a:gd name="T51" fmla="*/ 25 h 33"/>
                <a:gd name="T52" fmla="*/ 47 w 86"/>
                <a:gd name="T53" fmla="*/ 26 h 33"/>
                <a:gd name="T54" fmla="*/ 44 w 86"/>
                <a:gd name="T55" fmla="*/ 32 h 33"/>
                <a:gd name="T56" fmla="*/ 41 w 86"/>
                <a:gd name="T57" fmla="*/ 32 h 33"/>
                <a:gd name="T58" fmla="*/ 41 w 86"/>
                <a:gd name="T59" fmla="*/ 30 h 33"/>
                <a:gd name="T60" fmla="*/ 39 w 86"/>
                <a:gd name="T61" fmla="*/ 28 h 33"/>
                <a:gd name="T62" fmla="*/ 35 w 86"/>
                <a:gd name="T63" fmla="*/ 25 h 33"/>
                <a:gd name="T64" fmla="*/ 28 w 86"/>
                <a:gd name="T65" fmla="*/ 25 h 33"/>
                <a:gd name="T66" fmla="*/ 26 w 86"/>
                <a:gd name="T67" fmla="*/ 25 h 33"/>
                <a:gd name="T68" fmla="*/ 20 w 86"/>
                <a:gd name="T69" fmla="*/ 25 h 33"/>
                <a:gd name="T70" fmla="*/ 14 w 86"/>
                <a:gd name="T71" fmla="*/ 25 h 33"/>
                <a:gd name="T72" fmla="*/ 9 w 86"/>
                <a:gd name="T73" fmla="*/ 26 h 33"/>
                <a:gd name="T74" fmla="*/ 7 w 86"/>
                <a:gd name="T75" fmla="*/ 26 h 33"/>
                <a:gd name="T76" fmla="*/ 2 w 86"/>
                <a:gd name="T77" fmla="*/ 23 h 33"/>
                <a:gd name="T78" fmla="*/ 2 w 86"/>
                <a:gd name="T79" fmla="*/ 19 h 33"/>
                <a:gd name="T80" fmla="*/ 5 w 86"/>
                <a:gd name="T81" fmla="*/ 19 h 33"/>
                <a:gd name="T82" fmla="*/ 11 w 86"/>
                <a:gd name="T83" fmla="*/ 19 h 33"/>
                <a:gd name="T84" fmla="*/ 24 w 86"/>
                <a:gd name="T85" fmla="*/ 21 h 33"/>
                <a:gd name="T86" fmla="*/ 26 w 86"/>
                <a:gd name="T87" fmla="*/ 21 h 33"/>
                <a:gd name="T88" fmla="*/ 30 w 86"/>
                <a:gd name="T89" fmla="*/ 19 h 33"/>
                <a:gd name="T90" fmla="*/ 28 w 86"/>
                <a:gd name="T91" fmla="*/ 17 h 33"/>
                <a:gd name="T92" fmla="*/ 24 w 86"/>
                <a:gd name="T93" fmla="*/ 12 h 33"/>
                <a:gd name="T94" fmla="*/ 24 w 86"/>
                <a:gd name="T95" fmla="*/ 7 h 33"/>
                <a:gd name="T96" fmla="*/ 17 w 86"/>
                <a:gd name="T97" fmla="*/ 6 h 33"/>
                <a:gd name="T98" fmla="*/ 16 w 86"/>
                <a:gd name="T99" fmla="*/ 2 h 33"/>
                <a:gd name="T100" fmla="*/ 20 w 86"/>
                <a:gd name="T10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33">
                  <a:moveTo>
                    <a:pt x="23" y="0"/>
                  </a:moveTo>
                  <a:lnTo>
                    <a:pt x="26" y="0"/>
                  </a:lnTo>
                  <a:lnTo>
                    <a:pt x="30" y="2"/>
                  </a:lnTo>
                  <a:lnTo>
                    <a:pt x="31" y="4"/>
                  </a:lnTo>
                  <a:lnTo>
                    <a:pt x="35" y="4"/>
                  </a:lnTo>
                  <a:lnTo>
                    <a:pt x="36" y="4"/>
                  </a:lnTo>
                  <a:lnTo>
                    <a:pt x="39" y="4"/>
                  </a:lnTo>
                  <a:lnTo>
                    <a:pt x="39" y="4"/>
                  </a:lnTo>
                  <a:lnTo>
                    <a:pt x="39" y="2"/>
                  </a:lnTo>
                  <a:lnTo>
                    <a:pt x="41" y="2"/>
                  </a:lnTo>
                  <a:lnTo>
                    <a:pt x="41" y="2"/>
                  </a:lnTo>
                  <a:lnTo>
                    <a:pt x="41" y="0"/>
                  </a:lnTo>
                  <a:lnTo>
                    <a:pt x="41" y="0"/>
                  </a:lnTo>
                  <a:lnTo>
                    <a:pt x="46" y="2"/>
                  </a:lnTo>
                  <a:lnTo>
                    <a:pt x="46" y="2"/>
                  </a:lnTo>
                  <a:lnTo>
                    <a:pt x="47" y="0"/>
                  </a:lnTo>
                  <a:lnTo>
                    <a:pt x="49" y="0"/>
                  </a:lnTo>
                  <a:lnTo>
                    <a:pt x="50" y="2"/>
                  </a:lnTo>
                  <a:lnTo>
                    <a:pt x="52" y="2"/>
                  </a:lnTo>
                  <a:lnTo>
                    <a:pt x="52" y="2"/>
                  </a:lnTo>
                  <a:lnTo>
                    <a:pt x="54" y="2"/>
                  </a:lnTo>
                  <a:lnTo>
                    <a:pt x="56" y="2"/>
                  </a:lnTo>
                  <a:lnTo>
                    <a:pt x="56" y="2"/>
                  </a:lnTo>
                  <a:lnTo>
                    <a:pt x="58" y="4"/>
                  </a:lnTo>
                  <a:lnTo>
                    <a:pt x="59" y="6"/>
                  </a:lnTo>
                  <a:lnTo>
                    <a:pt x="60" y="6"/>
                  </a:lnTo>
                  <a:lnTo>
                    <a:pt x="63" y="4"/>
                  </a:lnTo>
                  <a:lnTo>
                    <a:pt x="63" y="4"/>
                  </a:lnTo>
                  <a:lnTo>
                    <a:pt x="65" y="6"/>
                  </a:lnTo>
                  <a:lnTo>
                    <a:pt x="65" y="7"/>
                  </a:lnTo>
                  <a:lnTo>
                    <a:pt x="65" y="8"/>
                  </a:lnTo>
                  <a:lnTo>
                    <a:pt x="66" y="8"/>
                  </a:lnTo>
                  <a:lnTo>
                    <a:pt x="71" y="8"/>
                  </a:lnTo>
                  <a:lnTo>
                    <a:pt x="73" y="10"/>
                  </a:lnTo>
                  <a:lnTo>
                    <a:pt x="73" y="10"/>
                  </a:lnTo>
                  <a:lnTo>
                    <a:pt x="71" y="10"/>
                  </a:lnTo>
                  <a:lnTo>
                    <a:pt x="70" y="10"/>
                  </a:lnTo>
                  <a:lnTo>
                    <a:pt x="69" y="10"/>
                  </a:lnTo>
                  <a:lnTo>
                    <a:pt x="69" y="10"/>
                  </a:lnTo>
                  <a:lnTo>
                    <a:pt x="69" y="12"/>
                  </a:lnTo>
                  <a:lnTo>
                    <a:pt x="70" y="12"/>
                  </a:lnTo>
                  <a:lnTo>
                    <a:pt x="71" y="12"/>
                  </a:lnTo>
                  <a:lnTo>
                    <a:pt x="73" y="12"/>
                  </a:lnTo>
                  <a:lnTo>
                    <a:pt x="73" y="14"/>
                  </a:lnTo>
                  <a:lnTo>
                    <a:pt x="75" y="14"/>
                  </a:lnTo>
                  <a:lnTo>
                    <a:pt x="79" y="14"/>
                  </a:lnTo>
                  <a:lnTo>
                    <a:pt x="80" y="16"/>
                  </a:lnTo>
                  <a:lnTo>
                    <a:pt x="83" y="17"/>
                  </a:lnTo>
                  <a:lnTo>
                    <a:pt x="86" y="17"/>
                  </a:lnTo>
                  <a:lnTo>
                    <a:pt x="86" y="19"/>
                  </a:lnTo>
                  <a:lnTo>
                    <a:pt x="86" y="19"/>
                  </a:lnTo>
                  <a:lnTo>
                    <a:pt x="83" y="21"/>
                  </a:lnTo>
                  <a:lnTo>
                    <a:pt x="83" y="23"/>
                  </a:lnTo>
                  <a:lnTo>
                    <a:pt x="82" y="23"/>
                  </a:lnTo>
                  <a:lnTo>
                    <a:pt x="82" y="23"/>
                  </a:lnTo>
                  <a:lnTo>
                    <a:pt x="80" y="25"/>
                  </a:lnTo>
                  <a:lnTo>
                    <a:pt x="80" y="25"/>
                  </a:lnTo>
                  <a:lnTo>
                    <a:pt x="80" y="25"/>
                  </a:lnTo>
                  <a:lnTo>
                    <a:pt x="79" y="25"/>
                  </a:lnTo>
                  <a:lnTo>
                    <a:pt x="79" y="23"/>
                  </a:lnTo>
                  <a:lnTo>
                    <a:pt x="77" y="23"/>
                  </a:lnTo>
                  <a:lnTo>
                    <a:pt x="75" y="23"/>
                  </a:lnTo>
                  <a:lnTo>
                    <a:pt x="73" y="21"/>
                  </a:lnTo>
                  <a:lnTo>
                    <a:pt x="71" y="21"/>
                  </a:lnTo>
                  <a:lnTo>
                    <a:pt x="70" y="21"/>
                  </a:lnTo>
                  <a:lnTo>
                    <a:pt x="69" y="21"/>
                  </a:lnTo>
                  <a:lnTo>
                    <a:pt x="66" y="21"/>
                  </a:lnTo>
                  <a:lnTo>
                    <a:pt x="65" y="21"/>
                  </a:lnTo>
                  <a:lnTo>
                    <a:pt x="63" y="23"/>
                  </a:lnTo>
                  <a:lnTo>
                    <a:pt x="60" y="23"/>
                  </a:lnTo>
                  <a:lnTo>
                    <a:pt x="60" y="25"/>
                  </a:lnTo>
                  <a:lnTo>
                    <a:pt x="59" y="25"/>
                  </a:lnTo>
                  <a:lnTo>
                    <a:pt x="56" y="25"/>
                  </a:lnTo>
                  <a:lnTo>
                    <a:pt x="54" y="25"/>
                  </a:lnTo>
                  <a:lnTo>
                    <a:pt x="54" y="23"/>
                  </a:lnTo>
                  <a:lnTo>
                    <a:pt x="52" y="23"/>
                  </a:lnTo>
                  <a:lnTo>
                    <a:pt x="49" y="23"/>
                  </a:lnTo>
                  <a:lnTo>
                    <a:pt x="49" y="25"/>
                  </a:lnTo>
                  <a:lnTo>
                    <a:pt x="47" y="25"/>
                  </a:lnTo>
                  <a:lnTo>
                    <a:pt x="47" y="25"/>
                  </a:lnTo>
                  <a:lnTo>
                    <a:pt x="47" y="26"/>
                  </a:lnTo>
                  <a:lnTo>
                    <a:pt x="47" y="26"/>
                  </a:lnTo>
                  <a:lnTo>
                    <a:pt x="46" y="30"/>
                  </a:lnTo>
                  <a:lnTo>
                    <a:pt x="44" y="32"/>
                  </a:lnTo>
                  <a:lnTo>
                    <a:pt x="44" y="33"/>
                  </a:lnTo>
                  <a:lnTo>
                    <a:pt x="41" y="33"/>
                  </a:lnTo>
                  <a:lnTo>
                    <a:pt x="41" y="32"/>
                  </a:lnTo>
                  <a:lnTo>
                    <a:pt x="41" y="32"/>
                  </a:lnTo>
                  <a:lnTo>
                    <a:pt x="41" y="32"/>
                  </a:lnTo>
                  <a:lnTo>
                    <a:pt x="41" y="30"/>
                  </a:lnTo>
                  <a:lnTo>
                    <a:pt x="41" y="30"/>
                  </a:lnTo>
                  <a:lnTo>
                    <a:pt x="41" y="28"/>
                  </a:lnTo>
                  <a:lnTo>
                    <a:pt x="39" y="28"/>
                  </a:lnTo>
                  <a:lnTo>
                    <a:pt x="39" y="28"/>
                  </a:lnTo>
                  <a:lnTo>
                    <a:pt x="36" y="26"/>
                  </a:lnTo>
                  <a:lnTo>
                    <a:pt x="35" y="25"/>
                  </a:lnTo>
                  <a:lnTo>
                    <a:pt x="35" y="25"/>
                  </a:lnTo>
                  <a:lnTo>
                    <a:pt x="33" y="25"/>
                  </a:lnTo>
                  <a:lnTo>
                    <a:pt x="28" y="25"/>
                  </a:lnTo>
                  <a:lnTo>
                    <a:pt x="28" y="25"/>
                  </a:lnTo>
                  <a:lnTo>
                    <a:pt x="26" y="25"/>
                  </a:lnTo>
                  <a:lnTo>
                    <a:pt x="26" y="25"/>
                  </a:lnTo>
                  <a:lnTo>
                    <a:pt x="24" y="26"/>
                  </a:lnTo>
                  <a:lnTo>
                    <a:pt x="23" y="26"/>
                  </a:lnTo>
                  <a:lnTo>
                    <a:pt x="20" y="25"/>
                  </a:lnTo>
                  <a:lnTo>
                    <a:pt x="17" y="25"/>
                  </a:lnTo>
                  <a:lnTo>
                    <a:pt x="16" y="25"/>
                  </a:lnTo>
                  <a:lnTo>
                    <a:pt x="14" y="25"/>
                  </a:lnTo>
                  <a:lnTo>
                    <a:pt x="11" y="25"/>
                  </a:lnTo>
                  <a:lnTo>
                    <a:pt x="10" y="25"/>
                  </a:lnTo>
                  <a:lnTo>
                    <a:pt x="9" y="26"/>
                  </a:lnTo>
                  <a:lnTo>
                    <a:pt x="9" y="26"/>
                  </a:lnTo>
                  <a:lnTo>
                    <a:pt x="9" y="28"/>
                  </a:lnTo>
                  <a:lnTo>
                    <a:pt x="7" y="26"/>
                  </a:lnTo>
                  <a:lnTo>
                    <a:pt x="5" y="25"/>
                  </a:lnTo>
                  <a:lnTo>
                    <a:pt x="5" y="25"/>
                  </a:lnTo>
                  <a:lnTo>
                    <a:pt x="2" y="23"/>
                  </a:lnTo>
                  <a:lnTo>
                    <a:pt x="0" y="23"/>
                  </a:lnTo>
                  <a:lnTo>
                    <a:pt x="0" y="21"/>
                  </a:lnTo>
                  <a:lnTo>
                    <a:pt x="2" y="19"/>
                  </a:lnTo>
                  <a:lnTo>
                    <a:pt x="3" y="19"/>
                  </a:lnTo>
                  <a:lnTo>
                    <a:pt x="3" y="17"/>
                  </a:lnTo>
                  <a:lnTo>
                    <a:pt x="5" y="19"/>
                  </a:lnTo>
                  <a:lnTo>
                    <a:pt x="7" y="19"/>
                  </a:lnTo>
                  <a:lnTo>
                    <a:pt x="9" y="19"/>
                  </a:lnTo>
                  <a:lnTo>
                    <a:pt x="11" y="19"/>
                  </a:lnTo>
                  <a:lnTo>
                    <a:pt x="11" y="21"/>
                  </a:lnTo>
                  <a:lnTo>
                    <a:pt x="23" y="21"/>
                  </a:lnTo>
                  <a:lnTo>
                    <a:pt x="24" y="21"/>
                  </a:lnTo>
                  <a:lnTo>
                    <a:pt x="24" y="21"/>
                  </a:lnTo>
                  <a:lnTo>
                    <a:pt x="24" y="21"/>
                  </a:lnTo>
                  <a:lnTo>
                    <a:pt x="26" y="21"/>
                  </a:lnTo>
                  <a:lnTo>
                    <a:pt x="26" y="19"/>
                  </a:lnTo>
                  <a:lnTo>
                    <a:pt x="30" y="19"/>
                  </a:lnTo>
                  <a:lnTo>
                    <a:pt x="30" y="19"/>
                  </a:lnTo>
                  <a:lnTo>
                    <a:pt x="30" y="19"/>
                  </a:lnTo>
                  <a:lnTo>
                    <a:pt x="30" y="17"/>
                  </a:lnTo>
                  <a:lnTo>
                    <a:pt x="28" y="17"/>
                  </a:lnTo>
                  <a:lnTo>
                    <a:pt x="26" y="16"/>
                  </a:lnTo>
                  <a:lnTo>
                    <a:pt x="24" y="12"/>
                  </a:lnTo>
                  <a:lnTo>
                    <a:pt x="24" y="12"/>
                  </a:lnTo>
                  <a:lnTo>
                    <a:pt x="24" y="10"/>
                  </a:lnTo>
                  <a:lnTo>
                    <a:pt x="24" y="8"/>
                  </a:lnTo>
                  <a:lnTo>
                    <a:pt x="24" y="7"/>
                  </a:lnTo>
                  <a:lnTo>
                    <a:pt x="23" y="6"/>
                  </a:lnTo>
                  <a:lnTo>
                    <a:pt x="22" y="6"/>
                  </a:lnTo>
                  <a:lnTo>
                    <a:pt x="17" y="6"/>
                  </a:lnTo>
                  <a:lnTo>
                    <a:pt x="16" y="4"/>
                  </a:lnTo>
                  <a:lnTo>
                    <a:pt x="16" y="4"/>
                  </a:lnTo>
                  <a:lnTo>
                    <a:pt x="16" y="2"/>
                  </a:lnTo>
                  <a:lnTo>
                    <a:pt x="17" y="2"/>
                  </a:lnTo>
                  <a:lnTo>
                    <a:pt x="17" y="2"/>
                  </a:lnTo>
                  <a:lnTo>
                    <a:pt x="20" y="0"/>
                  </a:lnTo>
                  <a:lnTo>
                    <a:pt x="23"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6" name="Freeform 10883"/>
            <p:cNvSpPr/>
            <p:nvPr/>
          </p:nvSpPr>
          <p:spPr bwMode="auto">
            <a:xfrm>
              <a:off x="2519406" y="2946658"/>
              <a:ext cx="176213" cy="58341"/>
            </a:xfrm>
            <a:custGeom>
              <a:avLst/>
              <a:gdLst>
                <a:gd name="T0" fmla="*/ 49 w 148"/>
                <a:gd name="T1" fmla="*/ 2 h 49"/>
                <a:gd name="T2" fmla="*/ 52 w 148"/>
                <a:gd name="T3" fmla="*/ 4 h 49"/>
                <a:gd name="T4" fmla="*/ 58 w 148"/>
                <a:gd name="T5" fmla="*/ 4 h 49"/>
                <a:gd name="T6" fmla="*/ 64 w 148"/>
                <a:gd name="T7" fmla="*/ 4 h 49"/>
                <a:gd name="T8" fmla="*/ 69 w 148"/>
                <a:gd name="T9" fmla="*/ 6 h 49"/>
                <a:gd name="T10" fmla="*/ 75 w 148"/>
                <a:gd name="T11" fmla="*/ 10 h 49"/>
                <a:gd name="T12" fmla="*/ 81 w 148"/>
                <a:gd name="T13" fmla="*/ 12 h 49"/>
                <a:gd name="T14" fmla="*/ 86 w 148"/>
                <a:gd name="T15" fmla="*/ 12 h 49"/>
                <a:gd name="T16" fmla="*/ 99 w 148"/>
                <a:gd name="T17" fmla="*/ 21 h 49"/>
                <a:gd name="T18" fmla="*/ 101 w 148"/>
                <a:gd name="T19" fmla="*/ 19 h 49"/>
                <a:gd name="T20" fmla="*/ 105 w 148"/>
                <a:gd name="T21" fmla="*/ 23 h 49"/>
                <a:gd name="T22" fmla="*/ 105 w 148"/>
                <a:gd name="T23" fmla="*/ 25 h 49"/>
                <a:gd name="T24" fmla="*/ 106 w 148"/>
                <a:gd name="T25" fmla="*/ 25 h 49"/>
                <a:gd name="T26" fmla="*/ 111 w 148"/>
                <a:gd name="T27" fmla="*/ 26 h 49"/>
                <a:gd name="T28" fmla="*/ 113 w 148"/>
                <a:gd name="T29" fmla="*/ 26 h 49"/>
                <a:gd name="T30" fmla="*/ 117 w 148"/>
                <a:gd name="T31" fmla="*/ 28 h 49"/>
                <a:gd name="T32" fmla="*/ 126 w 148"/>
                <a:gd name="T33" fmla="*/ 31 h 49"/>
                <a:gd name="T34" fmla="*/ 127 w 148"/>
                <a:gd name="T35" fmla="*/ 33 h 49"/>
                <a:gd name="T36" fmla="*/ 126 w 148"/>
                <a:gd name="T37" fmla="*/ 36 h 49"/>
                <a:gd name="T38" fmla="*/ 133 w 148"/>
                <a:gd name="T39" fmla="*/ 36 h 49"/>
                <a:gd name="T40" fmla="*/ 140 w 148"/>
                <a:gd name="T41" fmla="*/ 38 h 49"/>
                <a:gd name="T42" fmla="*/ 146 w 148"/>
                <a:gd name="T43" fmla="*/ 42 h 49"/>
                <a:gd name="T44" fmla="*/ 148 w 148"/>
                <a:gd name="T45" fmla="*/ 44 h 49"/>
                <a:gd name="T46" fmla="*/ 145 w 148"/>
                <a:gd name="T47" fmla="*/ 45 h 49"/>
                <a:gd name="T48" fmla="*/ 135 w 148"/>
                <a:gd name="T49" fmla="*/ 47 h 49"/>
                <a:gd name="T50" fmla="*/ 135 w 148"/>
                <a:gd name="T51" fmla="*/ 47 h 49"/>
                <a:gd name="T52" fmla="*/ 129 w 148"/>
                <a:gd name="T53" fmla="*/ 47 h 49"/>
                <a:gd name="T54" fmla="*/ 118 w 148"/>
                <a:gd name="T55" fmla="*/ 47 h 49"/>
                <a:gd name="T56" fmla="*/ 107 w 148"/>
                <a:gd name="T57" fmla="*/ 47 h 49"/>
                <a:gd name="T58" fmla="*/ 101 w 148"/>
                <a:gd name="T59" fmla="*/ 45 h 49"/>
                <a:gd name="T60" fmla="*/ 107 w 148"/>
                <a:gd name="T61" fmla="*/ 40 h 49"/>
                <a:gd name="T62" fmla="*/ 106 w 148"/>
                <a:gd name="T63" fmla="*/ 36 h 49"/>
                <a:gd name="T64" fmla="*/ 97 w 148"/>
                <a:gd name="T65" fmla="*/ 36 h 49"/>
                <a:gd name="T66" fmla="*/ 88 w 148"/>
                <a:gd name="T67" fmla="*/ 33 h 49"/>
                <a:gd name="T68" fmla="*/ 87 w 148"/>
                <a:gd name="T69" fmla="*/ 26 h 49"/>
                <a:gd name="T70" fmla="*/ 78 w 148"/>
                <a:gd name="T71" fmla="*/ 25 h 49"/>
                <a:gd name="T72" fmla="*/ 64 w 148"/>
                <a:gd name="T73" fmla="*/ 21 h 49"/>
                <a:gd name="T74" fmla="*/ 60 w 148"/>
                <a:gd name="T75" fmla="*/ 15 h 49"/>
                <a:gd name="T76" fmla="*/ 52 w 148"/>
                <a:gd name="T77" fmla="*/ 17 h 49"/>
                <a:gd name="T78" fmla="*/ 50 w 148"/>
                <a:gd name="T79" fmla="*/ 14 h 49"/>
                <a:gd name="T80" fmla="*/ 49 w 148"/>
                <a:gd name="T81" fmla="*/ 15 h 49"/>
                <a:gd name="T82" fmla="*/ 39 w 148"/>
                <a:gd name="T83" fmla="*/ 14 h 49"/>
                <a:gd name="T84" fmla="*/ 44 w 148"/>
                <a:gd name="T85" fmla="*/ 10 h 49"/>
                <a:gd name="T86" fmla="*/ 41 w 148"/>
                <a:gd name="T87" fmla="*/ 8 h 49"/>
                <a:gd name="T88" fmla="*/ 30 w 148"/>
                <a:gd name="T89" fmla="*/ 8 h 49"/>
                <a:gd name="T90" fmla="*/ 24 w 148"/>
                <a:gd name="T91" fmla="*/ 12 h 49"/>
                <a:gd name="T92" fmla="*/ 20 w 148"/>
                <a:gd name="T93" fmla="*/ 15 h 49"/>
                <a:gd name="T94" fmla="*/ 15 w 148"/>
                <a:gd name="T95" fmla="*/ 15 h 49"/>
                <a:gd name="T96" fmla="*/ 11 w 148"/>
                <a:gd name="T97" fmla="*/ 17 h 49"/>
                <a:gd name="T98" fmla="*/ 5 w 148"/>
                <a:gd name="T99" fmla="*/ 21 h 49"/>
                <a:gd name="T100" fmla="*/ 3 w 148"/>
                <a:gd name="T101" fmla="*/ 19 h 49"/>
                <a:gd name="T102" fmla="*/ 0 w 148"/>
                <a:gd name="T103" fmla="*/ 21 h 49"/>
                <a:gd name="T104" fmla="*/ 5 w 148"/>
                <a:gd name="T105" fmla="*/ 17 h 49"/>
                <a:gd name="T106" fmla="*/ 7 w 148"/>
                <a:gd name="T107" fmla="*/ 14 h 49"/>
                <a:gd name="T108" fmla="*/ 11 w 148"/>
                <a:gd name="T109" fmla="*/ 8 h 49"/>
                <a:gd name="T110" fmla="*/ 31 w 148"/>
                <a:gd name="T111"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8" h="49">
                  <a:moveTo>
                    <a:pt x="38" y="0"/>
                  </a:moveTo>
                  <a:lnTo>
                    <a:pt x="41" y="2"/>
                  </a:lnTo>
                  <a:lnTo>
                    <a:pt x="45" y="2"/>
                  </a:lnTo>
                  <a:lnTo>
                    <a:pt x="49" y="2"/>
                  </a:lnTo>
                  <a:lnTo>
                    <a:pt x="50" y="2"/>
                  </a:lnTo>
                  <a:lnTo>
                    <a:pt x="50" y="2"/>
                  </a:lnTo>
                  <a:lnTo>
                    <a:pt x="50" y="2"/>
                  </a:lnTo>
                  <a:lnTo>
                    <a:pt x="52" y="4"/>
                  </a:lnTo>
                  <a:lnTo>
                    <a:pt x="54" y="2"/>
                  </a:lnTo>
                  <a:lnTo>
                    <a:pt x="57" y="2"/>
                  </a:lnTo>
                  <a:lnTo>
                    <a:pt x="58" y="2"/>
                  </a:lnTo>
                  <a:lnTo>
                    <a:pt x="58" y="4"/>
                  </a:lnTo>
                  <a:lnTo>
                    <a:pt x="60" y="4"/>
                  </a:lnTo>
                  <a:lnTo>
                    <a:pt x="62" y="4"/>
                  </a:lnTo>
                  <a:lnTo>
                    <a:pt x="62" y="4"/>
                  </a:lnTo>
                  <a:lnTo>
                    <a:pt x="64" y="4"/>
                  </a:lnTo>
                  <a:lnTo>
                    <a:pt x="66" y="4"/>
                  </a:lnTo>
                  <a:lnTo>
                    <a:pt x="68" y="6"/>
                  </a:lnTo>
                  <a:lnTo>
                    <a:pt x="68" y="6"/>
                  </a:lnTo>
                  <a:lnTo>
                    <a:pt x="69" y="6"/>
                  </a:lnTo>
                  <a:lnTo>
                    <a:pt x="69" y="6"/>
                  </a:lnTo>
                  <a:lnTo>
                    <a:pt x="71" y="6"/>
                  </a:lnTo>
                  <a:lnTo>
                    <a:pt x="73" y="8"/>
                  </a:lnTo>
                  <a:lnTo>
                    <a:pt x="75" y="10"/>
                  </a:lnTo>
                  <a:lnTo>
                    <a:pt x="77" y="12"/>
                  </a:lnTo>
                  <a:lnTo>
                    <a:pt x="77" y="12"/>
                  </a:lnTo>
                  <a:lnTo>
                    <a:pt x="78" y="12"/>
                  </a:lnTo>
                  <a:lnTo>
                    <a:pt x="81" y="12"/>
                  </a:lnTo>
                  <a:lnTo>
                    <a:pt x="83" y="12"/>
                  </a:lnTo>
                  <a:lnTo>
                    <a:pt x="83" y="12"/>
                  </a:lnTo>
                  <a:lnTo>
                    <a:pt x="86" y="12"/>
                  </a:lnTo>
                  <a:lnTo>
                    <a:pt x="86" y="12"/>
                  </a:lnTo>
                  <a:lnTo>
                    <a:pt x="93" y="15"/>
                  </a:lnTo>
                  <a:lnTo>
                    <a:pt x="96" y="17"/>
                  </a:lnTo>
                  <a:lnTo>
                    <a:pt x="96" y="19"/>
                  </a:lnTo>
                  <a:lnTo>
                    <a:pt x="99" y="21"/>
                  </a:lnTo>
                  <a:lnTo>
                    <a:pt x="101" y="21"/>
                  </a:lnTo>
                  <a:lnTo>
                    <a:pt x="101" y="21"/>
                  </a:lnTo>
                  <a:lnTo>
                    <a:pt x="101" y="21"/>
                  </a:lnTo>
                  <a:lnTo>
                    <a:pt x="101" y="19"/>
                  </a:lnTo>
                  <a:lnTo>
                    <a:pt x="101" y="19"/>
                  </a:lnTo>
                  <a:lnTo>
                    <a:pt x="101" y="19"/>
                  </a:lnTo>
                  <a:lnTo>
                    <a:pt x="105" y="21"/>
                  </a:lnTo>
                  <a:lnTo>
                    <a:pt x="105" y="23"/>
                  </a:lnTo>
                  <a:lnTo>
                    <a:pt x="106" y="23"/>
                  </a:lnTo>
                  <a:lnTo>
                    <a:pt x="106" y="23"/>
                  </a:lnTo>
                  <a:lnTo>
                    <a:pt x="106" y="25"/>
                  </a:lnTo>
                  <a:lnTo>
                    <a:pt x="105" y="25"/>
                  </a:lnTo>
                  <a:lnTo>
                    <a:pt x="103" y="23"/>
                  </a:lnTo>
                  <a:lnTo>
                    <a:pt x="105" y="25"/>
                  </a:lnTo>
                  <a:lnTo>
                    <a:pt x="105" y="25"/>
                  </a:lnTo>
                  <a:lnTo>
                    <a:pt x="106" y="25"/>
                  </a:lnTo>
                  <a:lnTo>
                    <a:pt x="106" y="25"/>
                  </a:lnTo>
                  <a:lnTo>
                    <a:pt x="107" y="25"/>
                  </a:lnTo>
                  <a:lnTo>
                    <a:pt x="110" y="26"/>
                  </a:lnTo>
                  <a:lnTo>
                    <a:pt x="111" y="26"/>
                  </a:lnTo>
                  <a:lnTo>
                    <a:pt x="110" y="26"/>
                  </a:lnTo>
                  <a:lnTo>
                    <a:pt x="110" y="28"/>
                  </a:lnTo>
                  <a:lnTo>
                    <a:pt x="111" y="26"/>
                  </a:lnTo>
                  <a:lnTo>
                    <a:pt x="113" y="26"/>
                  </a:lnTo>
                  <a:lnTo>
                    <a:pt x="113" y="28"/>
                  </a:lnTo>
                  <a:lnTo>
                    <a:pt x="113" y="28"/>
                  </a:lnTo>
                  <a:lnTo>
                    <a:pt x="116" y="28"/>
                  </a:lnTo>
                  <a:lnTo>
                    <a:pt x="117" y="28"/>
                  </a:lnTo>
                  <a:lnTo>
                    <a:pt x="118" y="30"/>
                  </a:lnTo>
                  <a:lnTo>
                    <a:pt x="122" y="30"/>
                  </a:lnTo>
                  <a:lnTo>
                    <a:pt x="124" y="30"/>
                  </a:lnTo>
                  <a:lnTo>
                    <a:pt x="126" y="31"/>
                  </a:lnTo>
                  <a:lnTo>
                    <a:pt x="127" y="31"/>
                  </a:lnTo>
                  <a:lnTo>
                    <a:pt x="127" y="31"/>
                  </a:lnTo>
                  <a:lnTo>
                    <a:pt x="127" y="33"/>
                  </a:lnTo>
                  <a:lnTo>
                    <a:pt x="127" y="33"/>
                  </a:lnTo>
                  <a:lnTo>
                    <a:pt x="127" y="34"/>
                  </a:lnTo>
                  <a:lnTo>
                    <a:pt x="126" y="34"/>
                  </a:lnTo>
                  <a:lnTo>
                    <a:pt x="126" y="34"/>
                  </a:lnTo>
                  <a:lnTo>
                    <a:pt x="126" y="36"/>
                  </a:lnTo>
                  <a:lnTo>
                    <a:pt x="126" y="36"/>
                  </a:lnTo>
                  <a:lnTo>
                    <a:pt x="127" y="36"/>
                  </a:lnTo>
                  <a:lnTo>
                    <a:pt x="129" y="36"/>
                  </a:lnTo>
                  <a:lnTo>
                    <a:pt x="133" y="36"/>
                  </a:lnTo>
                  <a:lnTo>
                    <a:pt x="135" y="36"/>
                  </a:lnTo>
                  <a:lnTo>
                    <a:pt x="137" y="36"/>
                  </a:lnTo>
                  <a:lnTo>
                    <a:pt x="137" y="36"/>
                  </a:lnTo>
                  <a:lnTo>
                    <a:pt x="140" y="38"/>
                  </a:lnTo>
                  <a:lnTo>
                    <a:pt x="141" y="38"/>
                  </a:lnTo>
                  <a:lnTo>
                    <a:pt x="143" y="40"/>
                  </a:lnTo>
                  <a:lnTo>
                    <a:pt x="145" y="42"/>
                  </a:lnTo>
                  <a:lnTo>
                    <a:pt x="146" y="42"/>
                  </a:lnTo>
                  <a:lnTo>
                    <a:pt x="146" y="42"/>
                  </a:lnTo>
                  <a:lnTo>
                    <a:pt x="148" y="42"/>
                  </a:lnTo>
                  <a:lnTo>
                    <a:pt x="148" y="42"/>
                  </a:lnTo>
                  <a:lnTo>
                    <a:pt x="148" y="44"/>
                  </a:lnTo>
                  <a:lnTo>
                    <a:pt x="148" y="44"/>
                  </a:lnTo>
                  <a:lnTo>
                    <a:pt x="146" y="45"/>
                  </a:lnTo>
                  <a:lnTo>
                    <a:pt x="146" y="45"/>
                  </a:lnTo>
                  <a:lnTo>
                    <a:pt x="145" y="45"/>
                  </a:lnTo>
                  <a:lnTo>
                    <a:pt x="141" y="45"/>
                  </a:lnTo>
                  <a:lnTo>
                    <a:pt x="137" y="47"/>
                  </a:lnTo>
                  <a:lnTo>
                    <a:pt x="137" y="47"/>
                  </a:lnTo>
                  <a:lnTo>
                    <a:pt x="135" y="47"/>
                  </a:lnTo>
                  <a:lnTo>
                    <a:pt x="135" y="47"/>
                  </a:lnTo>
                  <a:lnTo>
                    <a:pt x="135" y="47"/>
                  </a:lnTo>
                  <a:lnTo>
                    <a:pt x="135" y="47"/>
                  </a:lnTo>
                  <a:lnTo>
                    <a:pt x="135" y="47"/>
                  </a:lnTo>
                  <a:lnTo>
                    <a:pt x="135" y="47"/>
                  </a:lnTo>
                  <a:lnTo>
                    <a:pt x="133" y="47"/>
                  </a:lnTo>
                  <a:lnTo>
                    <a:pt x="133" y="47"/>
                  </a:lnTo>
                  <a:lnTo>
                    <a:pt x="129" y="47"/>
                  </a:lnTo>
                  <a:lnTo>
                    <a:pt x="127" y="47"/>
                  </a:lnTo>
                  <a:lnTo>
                    <a:pt x="126" y="47"/>
                  </a:lnTo>
                  <a:lnTo>
                    <a:pt x="120" y="47"/>
                  </a:lnTo>
                  <a:lnTo>
                    <a:pt x="118" y="47"/>
                  </a:lnTo>
                  <a:lnTo>
                    <a:pt x="116" y="47"/>
                  </a:lnTo>
                  <a:lnTo>
                    <a:pt x="111" y="47"/>
                  </a:lnTo>
                  <a:lnTo>
                    <a:pt x="110" y="47"/>
                  </a:lnTo>
                  <a:lnTo>
                    <a:pt x="107" y="47"/>
                  </a:lnTo>
                  <a:lnTo>
                    <a:pt x="106" y="47"/>
                  </a:lnTo>
                  <a:lnTo>
                    <a:pt x="103" y="49"/>
                  </a:lnTo>
                  <a:lnTo>
                    <a:pt x="99" y="49"/>
                  </a:lnTo>
                  <a:lnTo>
                    <a:pt x="101" y="45"/>
                  </a:lnTo>
                  <a:lnTo>
                    <a:pt x="106" y="42"/>
                  </a:lnTo>
                  <a:lnTo>
                    <a:pt x="106" y="42"/>
                  </a:lnTo>
                  <a:lnTo>
                    <a:pt x="107" y="40"/>
                  </a:lnTo>
                  <a:lnTo>
                    <a:pt x="107" y="40"/>
                  </a:lnTo>
                  <a:lnTo>
                    <a:pt x="106" y="40"/>
                  </a:lnTo>
                  <a:lnTo>
                    <a:pt x="106" y="38"/>
                  </a:lnTo>
                  <a:lnTo>
                    <a:pt x="106" y="38"/>
                  </a:lnTo>
                  <a:lnTo>
                    <a:pt x="106" y="36"/>
                  </a:lnTo>
                  <a:lnTo>
                    <a:pt x="105" y="36"/>
                  </a:lnTo>
                  <a:lnTo>
                    <a:pt x="103" y="36"/>
                  </a:lnTo>
                  <a:lnTo>
                    <a:pt x="101" y="36"/>
                  </a:lnTo>
                  <a:lnTo>
                    <a:pt x="97" y="36"/>
                  </a:lnTo>
                  <a:lnTo>
                    <a:pt x="94" y="36"/>
                  </a:lnTo>
                  <a:lnTo>
                    <a:pt x="93" y="34"/>
                  </a:lnTo>
                  <a:lnTo>
                    <a:pt x="91" y="33"/>
                  </a:lnTo>
                  <a:lnTo>
                    <a:pt x="88" y="33"/>
                  </a:lnTo>
                  <a:lnTo>
                    <a:pt x="88" y="31"/>
                  </a:lnTo>
                  <a:lnTo>
                    <a:pt x="88" y="31"/>
                  </a:lnTo>
                  <a:lnTo>
                    <a:pt x="87" y="28"/>
                  </a:lnTo>
                  <a:lnTo>
                    <a:pt x="87" y="26"/>
                  </a:lnTo>
                  <a:lnTo>
                    <a:pt x="86" y="25"/>
                  </a:lnTo>
                  <a:lnTo>
                    <a:pt x="86" y="25"/>
                  </a:lnTo>
                  <a:lnTo>
                    <a:pt x="83" y="23"/>
                  </a:lnTo>
                  <a:lnTo>
                    <a:pt x="78" y="25"/>
                  </a:lnTo>
                  <a:lnTo>
                    <a:pt x="77" y="25"/>
                  </a:lnTo>
                  <a:lnTo>
                    <a:pt x="77" y="25"/>
                  </a:lnTo>
                  <a:lnTo>
                    <a:pt x="68" y="21"/>
                  </a:lnTo>
                  <a:lnTo>
                    <a:pt x="64" y="21"/>
                  </a:lnTo>
                  <a:lnTo>
                    <a:pt x="64" y="19"/>
                  </a:lnTo>
                  <a:lnTo>
                    <a:pt x="62" y="19"/>
                  </a:lnTo>
                  <a:lnTo>
                    <a:pt x="60" y="17"/>
                  </a:lnTo>
                  <a:lnTo>
                    <a:pt x="60" y="15"/>
                  </a:lnTo>
                  <a:lnTo>
                    <a:pt x="60" y="15"/>
                  </a:lnTo>
                  <a:lnTo>
                    <a:pt x="60" y="17"/>
                  </a:lnTo>
                  <a:lnTo>
                    <a:pt x="54" y="17"/>
                  </a:lnTo>
                  <a:lnTo>
                    <a:pt x="52" y="17"/>
                  </a:lnTo>
                  <a:lnTo>
                    <a:pt x="52" y="15"/>
                  </a:lnTo>
                  <a:lnTo>
                    <a:pt x="52" y="15"/>
                  </a:lnTo>
                  <a:lnTo>
                    <a:pt x="52" y="15"/>
                  </a:lnTo>
                  <a:lnTo>
                    <a:pt x="50" y="14"/>
                  </a:lnTo>
                  <a:lnTo>
                    <a:pt x="50" y="15"/>
                  </a:lnTo>
                  <a:lnTo>
                    <a:pt x="50" y="15"/>
                  </a:lnTo>
                  <a:lnTo>
                    <a:pt x="49" y="15"/>
                  </a:lnTo>
                  <a:lnTo>
                    <a:pt x="49" y="15"/>
                  </a:lnTo>
                  <a:lnTo>
                    <a:pt x="47" y="15"/>
                  </a:lnTo>
                  <a:lnTo>
                    <a:pt x="41" y="15"/>
                  </a:lnTo>
                  <a:lnTo>
                    <a:pt x="41" y="14"/>
                  </a:lnTo>
                  <a:lnTo>
                    <a:pt x="39" y="14"/>
                  </a:lnTo>
                  <a:lnTo>
                    <a:pt x="38" y="12"/>
                  </a:lnTo>
                  <a:lnTo>
                    <a:pt x="39" y="12"/>
                  </a:lnTo>
                  <a:lnTo>
                    <a:pt x="44" y="10"/>
                  </a:lnTo>
                  <a:lnTo>
                    <a:pt x="44" y="10"/>
                  </a:lnTo>
                  <a:lnTo>
                    <a:pt x="44" y="10"/>
                  </a:lnTo>
                  <a:lnTo>
                    <a:pt x="44" y="8"/>
                  </a:lnTo>
                  <a:lnTo>
                    <a:pt x="44" y="8"/>
                  </a:lnTo>
                  <a:lnTo>
                    <a:pt x="41" y="8"/>
                  </a:lnTo>
                  <a:lnTo>
                    <a:pt x="41" y="8"/>
                  </a:lnTo>
                  <a:lnTo>
                    <a:pt x="39" y="8"/>
                  </a:lnTo>
                  <a:lnTo>
                    <a:pt x="30" y="8"/>
                  </a:lnTo>
                  <a:lnTo>
                    <a:pt x="30" y="8"/>
                  </a:lnTo>
                  <a:lnTo>
                    <a:pt x="28" y="8"/>
                  </a:lnTo>
                  <a:lnTo>
                    <a:pt x="26" y="10"/>
                  </a:lnTo>
                  <a:lnTo>
                    <a:pt x="24" y="12"/>
                  </a:lnTo>
                  <a:lnTo>
                    <a:pt x="24" y="12"/>
                  </a:lnTo>
                  <a:lnTo>
                    <a:pt x="22" y="12"/>
                  </a:lnTo>
                  <a:lnTo>
                    <a:pt x="22" y="14"/>
                  </a:lnTo>
                  <a:lnTo>
                    <a:pt x="20" y="14"/>
                  </a:lnTo>
                  <a:lnTo>
                    <a:pt x="20" y="15"/>
                  </a:lnTo>
                  <a:lnTo>
                    <a:pt x="20" y="14"/>
                  </a:lnTo>
                  <a:lnTo>
                    <a:pt x="17" y="14"/>
                  </a:lnTo>
                  <a:lnTo>
                    <a:pt x="17" y="15"/>
                  </a:lnTo>
                  <a:lnTo>
                    <a:pt x="15" y="15"/>
                  </a:lnTo>
                  <a:lnTo>
                    <a:pt x="14" y="15"/>
                  </a:lnTo>
                  <a:lnTo>
                    <a:pt x="11" y="15"/>
                  </a:lnTo>
                  <a:lnTo>
                    <a:pt x="11" y="15"/>
                  </a:lnTo>
                  <a:lnTo>
                    <a:pt x="11" y="17"/>
                  </a:lnTo>
                  <a:lnTo>
                    <a:pt x="11" y="19"/>
                  </a:lnTo>
                  <a:lnTo>
                    <a:pt x="10" y="19"/>
                  </a:lnTo>
                  <a:lnTo>
                    <a:pt x="9" y="19"/>
                  </a:lnTo>
                  <a:lnTo>
                    <a:pt x="5" y="21"/>
                  </a:lnTo>
                  <a:lnTo>
                    <a:pt x="5" y="21"/>
                  </a:lnTo>
                  <a:lnTo>
                    <a:pt x="5" y="19"/>
                  </a:lnTo>
                  <a:lnTo>
                    <a:pt x="5" y="19"/>
                  </a:lnTo>
                  <a:lnTo>
                    <a:pt x="3" y="19"/>
                  </a:lnTo>
                  <a:lnTo>
                    <a:pt x="3" y="19"/>
                  </a:lnTo>
                  <a:lnTo>
                    <a:pt x="1" y="19"/>
                  </a:lnTo>
                  <a:lnTo>
                    <a:pt x="1" y="21"/>
                  </a:lnTo>
                  <a:lnTo>
                    <a:pt x="0" y="21"/>
                  </a:lnTo>
                  <a:lnTo>
                    <a:pt x="0" y="19"/>
                  </a:lnTo>
                  <a:lnTo>
                    <a:pt x="0" y="19"/>
                  </a:lnTo>
                  <a:lnTo>
                    <a:pt x="5" y="17"/>
                  </a:lnTo>
                  <a:lnTo>
                    <a:pt x="5" y="17"/>
                  </a:lnTo>
                  <a:lnTo>
                    <a:pt x="5" y="17"/>
                  </a:lnTo>
                  <a:lnTo>
                    <a:pt x="7" y="17"/>
                  </a:lnTo>
                  <a:lnTo>
                    <a:pt x="7" y="17"/>
                  </a:lnTo>
                  <a:lnTo>
                    <a:pt x="7" y="14"/>
                  </a:lnTo>
                  <a:lnTo>
                    <a:pt x="7" y="12"/>
                  </a:lnTo>
                  <a:lnTo>
                    <a:pt x="9" y="10"/>
                  </a:lnTo>
                  <a:lnTo>
                    <a:pt x="10" y="8"/>
                  </a:lnTo>
                  <a:lnTo>
                    <a:pt x="11" y="8"/>
                  </a:lnTo>
                  <a:lnTo>
                    <a:pt x="22" y="4"/>
                  </a:lnTo>
                  <a:lnTo>
                    <a:pt x="22" y="4"/>
                  </a:lnTo>
                  <a:lnTo>
                    <a:pt x="30" y="4"/>
                  </a:lnTo>
                  <a:lnTo>
                    <a:pt x="31" y="2"/>
                  </a:lnTo>
                  <a:lnTo>
                    <a:pt x="34" y="2"/>
                  </a:lnTo>
                  <a:lnTo>
                    <a:pt x="38" y="0"/>
                  </a:lnTo>
                </a:path>
              </a:pathLst>
            </a:custGeom>
            <a:grpFill/>
            <a:ln w="1588" cap="flat">
              <a:noFill/>
              <a:prstDash val="solid"/>
              <a:round/>
            </a:ln>
          </p:spPr>
          <p:txBody>
            <a:bodyPr vert="horz" wrap="square" lIns="68580" tIns="34290" rIns="68580" bIns="34290" numCol="1" anchor="t" anchorCtr="0" compatLnSpc="1"/>
            <a:lstStyle/>
            <a:p>
              <a:endParaRPr lang="es-SV" sz="3500"/>
            </a:p>
          </p:txBody>
        </p:sp>
        <p:sp>
          <p:nvSpPr>
            <p:cNvPr id="37" name="Freeform 11394"/>
            <p:cNvSpPr/>
            <p:nvPr/>
          </p:nvSpPr>
          <p:spPr bwMode="auto">
            <a:xfrm>
              <a:off x="3412487" y="1809668"/>
              <a:ext cx="180975" cy="83344"/>
            </a:xfrm>
            <a:custGeom>
              <a:avLst/>
              <a:gdLst>
                <a:gd name="T0" fmla="*/ 124 w 152"/>
                <a:gd name="T1" fmla="*/ 7 h 70"/>
                <a:gd name="T2" fmla="*/ 138 w 152"/>
                <a:gd name="T3" fmla="*/ 3 h 70"/>
                <a:gd name="T4" fmla="*/ 133 w 152"/>
                <a:gd name="T5" fmla="*/ 11 h 70"/>
                <a:gd name="T6" fmla="*/ 135 w 152"/>
                <a:gd name="T7" fmla="*/ 18 h 70"/>
                <a:gd name="T8" fmla="*/ 141 w 152"/>
                <a:gd name="T9" fmla="*/ 19 h 70"/>
                <a:gd name="T10" fmla="*/ 150 w 152"/>
                <a:gd name="T11" fmla="*/ 21 h 70"/>
                <a:gd name="T12" fmla="*/ 148 w 152"/>
                <a:gd name="T13" fmla="*/ 26 h 70"/>
                <a:gd name="T14" fmla="*/ 150 w 152"/>
                <a:gd name="T15" fmla="*/ 30 h 70"/>
                <a:gd name="T16" fmla="*/ 148 w 152"/>
                <a:gd name="T17" fmla="*/ 33 h 70"/>
                <a:gd name="T18" fmla="*/ 141 w 152"/>
                <a:gd name="T19" fmla="*/ 40 h 70"/>
                <a:gd name="T20" fmla="*/ 138 w 152"/>
                <a:gd name="T21" fmla="*/ 47 h 70"/>
                <a:gd name="T22" fmla="*/ 117 w 152"/>
                <a:gd name="T23" fmla="*/ 54 h 70"/>
                <a:gd name="T24" fmla="*/ 92 w 152"/>
                <a:gd name="T25" fmla="*/ 62 h 70"/>
                <a:gd name="T26" fmla="*/ 89 w 152"/>
                <a:gd name="T27" fmla="*/ 66 h 70"/>
                <a:gd name="T28" fmla="*/ 73 w 152"/>
                <a:gd name="T29" fmla="*/ 68 h 70"/>
                <a:gd name="T30" fmla="*/ 56 w 152"/>
                <a:gd name="T31" fmla="*/ 62 h 70"/>
                <a:gd name="T32" fmla="*/ 54 w 152"/>
                <a:gd name="T33" fmla="*/ 61 h 70"/>
                <a:gd name="T34" fmla="*/ 47 w 152"/>
                <a:gd name="T35" fmla="*/ 58 h 70"/>
                <a:gd name="T36" fmla="*/ 26 w 152"/>
                <a:gd name="T37" fmla="*/ 60 h 70"/>
                <a:gd name="T38" fmla="*/ 28 w 152"/>
                <a:gd name="T39" fmla="*/ 56 h 70"/>
                <a:gd name="T40" fmla="*/ 39 w 152"/>
                <a:gd name="T41" fmla="*/ 49 h 70"/>
                <a:gd name="T42" fmla="*/ 35 w 152"/>
                <a:gd name="T43" fmla="*/ 49 h 70"/>
                <a:gd name="T44" fmla="*/ 41 w 152"/>
                <a:gd name="T45" fmla="*/ 41 h 70"/>
                <a:gd name="T46" fmla="*/ 31 w 152"/>
                <a:gd name="T47" fmla="*/ 43 h 70"/>
                <a:gd name="T48" fmla="*/ 16 w 152"/>
                <a:gd name="T49" fmla="*/ 38 h 70"/>
                <a:gd name="T50" fmla="*/ 7 w 152"/>
                <a:gd name="T51" fmla="*/ 37 h 70"/>
                <a:gd name="T52" fmla="*/ 19 w 152"/>
                <a:gd name="T53" fmla="*/ 35 h 70"/>
                <a:gd name="T54" fmla="*/ 26 w 152"/>
                <a:gd name="T55" fmla="*/ 33 h 70"/>
                <a:gd name="T56" fmla="*/ 35 w 152"/>
                <a:gd name="T57" fmla="*/ 32 h 70"/>
                <a:gd name="T58" fmla="*/ 37 w 152"/>
                <a:gd name="T59" fmla="*/ 24 h 70"/>
                <a:gd name="T60" fmla="*/ 19 w 152"/>
                <a:gd name="T61" fmla="*/ 22 h 70"/>
                <a:gd name="T62" fmla="*/ 3 w 152"/>
                <a:gd name="T63" fmla="*/ 21 h 70"/>
                <a:gd name="T64" fmla="*/ 7 w 152"/>
                <a:gd name="T65" fmla="*/ 18 h 70"/>
                <a:gd name="T66" fmla="*/ 18 w 152"/>
                <a:gd name="T67" fmla="*/ 18 h 70"/>
                <a:gd name="T68" fmla="*/ 14 w 152"/>
                <a:gd name="T69" fmla="*/ 14 h 70"/>
                <a:gd name="T70" fmla="*/ 16 w 152"/>
                <a:gd name="T71" fmla="*/ 11 h 70"/>
                <a:gd name="T72" fmla="*/ 16 w 152"/>
                <a:gd name="T73" fmla="*/ 7 h 70"/>
                <a:gd name="T74" fmla="*/ 22 w 152"/>
                <a:gd name="T75" fmla="*/ 13 h 70"/>
                <a:gd name="T76" fmla="*/ 26 w 152"/>
                <a:gd name="T77" fmla="*/ 14 h 70"/>
                <a:gd name="T78" fmla="*/ 22 w 152"/>
                <a:gd name="T79" fmla="*/ 7 h 70"/>
                <a:gd name="T80" fmla="*/ 26 w 152"/>
                <a:gd name="T81" fmla="*/ 5 h 70"/>
                <a:gd name="T82" fmla="*/ 22 w 152"/>
                <a:gd name="T83" fmla="*/ 3 h 70"/>
                <a:gd name="T84" fmla="*/ 35 w 152"/>
                <a:gd name="T85" fmla="*/ 7 h 70"/>
                <a:gd name="T86" fmla="*/ 43 w 152"/>
                <a:gd name="T87" fmla="*/ 13 h 70"/>
                <a:gd name="T88" fmla="*/ 42 w 152"/>
                <a:gd name="T89" fmla="*/ 19 h 70"/>
                <a:gd name="T90" fmla="*/ 43 w 152"/>
                <a:gd name="T91" fmla="*/ 22 h 70"/>
                <a:gd name="T92" fmla="*/ 47 w 152"/>
                <a:gd name="T93" fmla="*/ 26 h 70"/>
                <a:gd name="T94" fmla="*/ 54 w 152"/>
                <a:gd name="T95" fmla="*/ 19 h 70"/>
                <a:gd name="T96" fmla="*/ 58 w 152"/>
                <a:gd name="T97" fmla="*/ 13 h 70"/>
                <a:gd name="T98" fmla="*/ 68 w 152"/>
                <a:gd name="T99" fmla="*/ 15 h 70"/>
                <a:gd name="T100" fmla="*/ 71 w 152"/>
                <a:gd name="T101" fmla="*/ 11 h 70"/>
                <a:gd name="T102" fmla="*/ 82 w 152"/>
                <a:gd name="T103" fmla="*/ 11 h 70"/>
                <a:gd name="T104" fmla="*/ 89 w 152"/>
                <a:gd name="T105" fmla="*/ 15 h 70"/>
                <a:gd name="T106" fmla="*/ 96 w 152"/>
                <a:gd name="T107" fmla="*/ 13 h 70"/>
                <a:gd name="T108" fmla="*/ 103 w 152"/>
                <a:gd name="T109" fmla="*/ 7 h 70"/>
                <a:gd name="T110" fmla="*/ 112 w 152"/>
                <a:gd name="T111" fmla="*/ 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2" h="70">
                  <a:moveTo>
                    <a:pt x="117" y="0"/>
                  </a:moveTo>
                  <a:lnTo>
                    <a:pt x="118" y="0"/>
                  </a:lnTo>
                  <a:lnTo>
                    <a:pt x="120" y="3"/>
                  </a:lnTo>
                  <a:lnTo>
                    <a:pt x="122" y="3"/>
                  </a:lnTo>
                  <a:lnTo>
                    <a:pt x="122" y="3"/>
                  </a:lnTo>
                  <a:lnTo>
                    <a:pt x="122" y="5"/>
                  </a:lnTo>
                  <a:lnTo>
                    <a:pt x="122" y="5"/>
                  </a:lnTo>
                  <a:lnTo>
                    <a:pt x="124" y="7"/>
                  </a:lnTo>
                  <a:lnTo>
                    <a:pt x="126" y="7"/>
                  </a:lnTo>
                  <a:lnTo>
                    <a:pt x="129" y="5"/>
                  </a:lnTo>
                  <a:lnTo>
                    <a:pt x="129" y="5"/>
                  </a:lnTo>
                  <a:lnTo>
                    <a:pt x="133" y="3"/>
                  </a:lnTo>
                  <a:lnTo>
                    <a:pt x="135" y="3"/>
                  </a:lnTo>
                  <a:lnTo>
                    <a:pt x="137" y="3"/>
                  </a:lnTo>
                  <a:lnTo>
                    <a:pt x="138" y="3"/>
                  </a:lnTo>
                  <a:lnTo>
                    <a:pt x="138" y="3"/>
                  </a:lnTo>
                  <a:lnTo>
                    <a:pt x="137" y="3"/>
                  </a:lnTo>
                  <a:lnTo>
                    <a:pt x="135" y="3"/>
                  </a:lnTo>
                  <a:lnTo>
                    <a:pt x="133" y="5"/>
                  </a:lnTo>
                  <a:lnTo>
                    <a:pt x="131" y="7"/>
                  </a:lnTo>
                  <a:lnTo>
                    <a:pt x="131" y="9"/>
                  </a:lnTo>
                  <a:lnTo>
                    <a:pt x="131" y="9"/>
                  </a:lnTo>
                  <a:lnTo>
                    <a:pt x="131" y="11"/>
                  </a:lnTo>
                  <a:lnTo>
                    <a:pt x="133" y="11"/>
                  </a:lnTo>
                  <a:lnTo>
                    <a:pt x="135" y="11"/>
                  </a:lnTo>
                  <a:lnTo>
                    <a:pt x="137" y="11"/>
                  </a:lnTo>
                  <a:lnTo>
                    <a:pt x="137" y="11"/>
                  </a:lnTo>
                  <a:lnTo>
                    <a:pt x="137" y="13"/>
                  </a:lnTo>
                  <a:lnTo>
                    <a:pt x="137" y="13"/>
                  </a:lnTo>
                  <a:lnTo>
                    <a:pt x="137" y="14"/>
                  </a:lnTo>
                  <a:lnTo>
                    <a:pt x="135" y="15"/>
                  </a:lnTo>
                  <a:lnTo>
                    <a:pt x="135" y="18"/>
                  </a:lnTo>
                  <a:lnTo>
                    <a:pt x="135" y="18"/>
                  </a:lnTo>
                  <a:lnTo>
                    <a:pt x="135" y="18"/>
                  </a:lnTo>
                  <a:lnTo>
                    <a:pt x="139" y="15"/>
                  </a:lnTo>
                  <a:lnTo>
                    <a:pt x="139" y="15"/>
                  </a:lnTo>
                  <a:lnTo>
                    <a:pt x="141" y="18"/>
                  </a:lnTo>
                  <a:lnTo>
                    <a:pt x="141" y="18"/>
                  </a:lnTo>
                  <a:lnTo>
                    <a:pt x="141" y="18"/>
                  </a:lnTo>
                  <a:lnTo>
                    <a:pt x="141" y="19"/>
                  </a:lnTo>
                  <a:lnTo>
                    <a:pt x="141" y="19"/>
                  </a:lnTo>
                  <a:lnTo>
                    <a:pt x="139" y="21"/>
                  </a:lnTo>
                  <a:lnTo>
                    <a:pt x="141" y="19"/>
                  </a:lnTo>
                  <a:lnTo>
                    <a:pt x="143" y="19"/>
                  </a:lnTo>
                  <a:lnTo>
                    <a:pt x="146" y="21"/>
                  </a:lnTo>
                  <a:lnTo>
                    <a:pt x="148" y="21"/>
                  </a:lnTo>
                  <a:lnTo>
                    <a:pt x="148" y="22"/>
                  </a:lnTo>
                  <a:lnTo>
                    <a:pt x="150" y="21"/>
                  </a:lnTo>
                  <a:lnTo>
                    <a:pt x="150" y="21"/>
                  </a:lnTo>
                  <a:lnTo>
                    <a:pt x="150" y="22"/>
                  </a:lnTo>
                  <a:lnTo>
                    <a:pt x="152" y="22"/>
                  </a:lnTo>
                  <a:lnTo>
                    <a:pt x="150" y="24"/>
                  </a:lnTo>
                  <a:lnTo>
                    <a:pt x="150" y="24"/>
                  </a:lnTo>
                  <a:lnTo>
                    <a:pt x="150" y="26"/>
                  </a:lnTo>
                  <a:lnTo>
                    <a:pt x="148" y="26"/>
                  </a:lnTo>
                  <a:lnTo>
                    <a:pt x="148" y="26"/>
                  </a:lnTo>
                  <a:lnTo>
                    <a:pt x="148" y="26"/>
                  </a:lnTo>
                  <a:lnTo>
                    <a:pt x="150" y="28"/>
                  </a:lnTo>
                  <a:lnTo>
                    <a:pt x="150" y="28"/>
                  </a:lnTo>
                  <a:lnTo>
                    <a:pt x="150" y="28"/>
                  </a:lnTo>
                  <a:lnTo>
                    <a:pt x="150" y="28"/>
                  </a:lnTo>
                  <a:lnTo>
                    <a:pt x="150" y="30"/>
                  </a:lnTo>
                  <a:lnTo>
                    <a:pt x="150" y="30"/>
                  </a:lnTo>
                  <a:lnTo>
                    <a:pt x="150" y="30"/>
                  </a:lnTo>
                  <a:lnTo>
                    <a:pt x="148" y="30"/>
                  </a:lnTo>
                  <a:lnTo>
                    <a:pt x="152" y="32"/>
                  </a:lnTo>
                  <a:lnTo>
                    <a:pt x="152" y="32"/>
                  </a:lnTo>
                  <a:lnTo>
                    <a:pt x="152" y="32"/>
                  </a:lnTo>
                  <a:lnTo>
                    <a:pt x="152" y="33"/>
                  </a:lnTo>
                  <a:lnTo>
                    <a:pt x="152" y="33"/>
                  </a:lnTo>
                  <a:lnTo>
                    <a:pt x="150" y="33"/>
                  </a:lnTo>
                  <a:lnTo>
                    <a:pt x="148" y="33"/>
                  </a:lnTo>
                  <a:lnTo>
                    <a:pt x="148" y="35"/>
                  </a:lnTo>
                  <a:lnTo>
                    <a:pt x="148" y="35"/>
                  </a:lnTo>
                  <a:lnTo>
                    <a:pt x="148" y="37"/>
                  </a:lnTo>
                  <a:lnTo>
                    <a:pt x="148" y="37"/>
                  </a:lnTo>
                  <a:lnTo>
                    <a:pt x="146" y="38"/>
                  </a:lnTo>
                  <a:lnTo>
                    <a:pt x="145" y="40"/>
                  </a:lnTo>
                  <a:lnTo>
                    <a:pt x="143" y="40"/>
                  </a:lnTo>
                  <a:lnTo>
                    <a:pt x="141" y="40"/>
                  </a:lnTo>
                  <a:lnTo>
                    <a:pt x="139" y="40"/>
                  </a:lnTo>
                  <a:lnTo>
                    <a:pt x="139" y="41"/>
                  </a:lnTo>
                  <a:lnTo>
                    <a:pt x="139" y="41"/>
                  </a:lnTo>
                  <a:lnTo>
                    <a:pt x="139" y="43"/>
                  </a:lnTo>
                  <a:lnTo>
                    <a:pt x="139" y="43"/>
                  </a:lnTo>
                  <a:lnTo>
                    <a:pt x="139" y="43"/>
                  </a:lnTo>
                  <a:lnTo>
                    <a:pt x="139" y="45"/>
                  </a:lnTo>
                  <a:lnTo>
                    <a:pt x="138" y="47"/>
                  </a:lnTo>
                  <a:lnTo>
                    <a:pt x="137" y="47"/>
                  </a:lnTo>
                  <a:lnTo>
                    <a:pt x="135" y="47"/>
                  </a:lnTo>
                  <a:lnTo>
                    <a:pt x="133" y="49"/>
                  </a:lnTo>
                  <a:lnTo>
                    <a:pt x="131" y="49"/>
                  </a:lnTo>
                  <a:lnTo>
                    <a:pt x="129" y="49"/>
                  </a:lnTo>
                  <a:lnTo>
                    <a:pt x="126" y="51"/>
                  </a:lnTo>
                  <a:lnTo>
                    <a:pt x="120" y="52"/>
                  </a:lnTo>
                  <a:lnTo>
                    <a:pt x="117" y="54"/>
                  </a:lnTo>
                  <a:lnTo>
                    <a:pt x="115" y="56"/>
                  </a:lnTo>
                  <a:lnTo>
                    <a:pt x="112" y="58"/>
                  </a:lnTo>
                  <a:lnTo>
                    <a:pt x="110" y="60"/>
                  </a:lnTo>
                  <a:lnTo>
                    <a:pt x="108" y="60"/>
                  </a:lnTo>
                  <a:lnTo>
                    <a:pt x="105" y="60"/>
                  </a:lnTo>
                  <a:lnTo>
                    <a:pt x="103" y="61"/>
                  </a:lnTo>
                  <a:lnTo>
                    <a:pt x="96" y="61"/>
                  </a:lnTo>
                  <a:lnTo>
                    <a:pt x="92" y="62"/>
                  </a:lnTo>
                  <a:lnTo>
                    <a:pt x="92" y="62"/>
                  </a:lnTo>
                  <a:lnTo>
                    <a:pt x="90" y="64"/>
                  </a:lnTo>
                  <a:lnTo>
                    <a:pt x="90" y="64"/>
                  </a:lnTo>
                  <a:lnTo>
                    <a:pt x="92" y="64"/>
                  </a:lnTo>
                  <a:lnTo>
                    <a:pt x="92" y="64"/>
                  </a:lnTo>
                  <a:lnTo>
                    <a:pt x="90" y="66"/>
                  </a:lnTo>
                  <a:lnTo>
                    <a:pt x="89" y="66"/>
                  </a:lnTo>
                  <a:lnTo>
                    <a:pt x="89" y="66"/>
                  </a:lnTo>
                  <a:lnTo>
                    <a:pt x="88" y="66"/>
                  </a:lnTo>
                  <a:lnTo>
                    <a:pt x="88" y="66"/>
                  </a:lnTo>
                  <a:lnTo>
                    <a:pt x="88" y="66"/>
                  </a:lnTo>
                  <a:lnTo>
                    <a:pt x="88" y="66"/>
                  </a:lnTo>
                  <a:lnTo>
                    <a:pt x="88" y="68"/>
                  </a:lnTo>
                  <a:lnTo>
                    <a:pt x="86" y="68"/>
                  </a:lnTo>
                  <a:lnTo>
                    <a:pt x="82" y="70"/>
                  </a:lnTo>
                  <a:lnTo>
                    <a:pt x="73" y="68"/>
                  </a:lnTo>
                  <a:lnTo>
                    <a:pt x="69" y="68"/>
                  </a:lnTo>
                  <a:lnTo>
                    <a:pt x="66" y="66"/>
                  </a:lnTo>
                  <a:lnTo>
                    <a:pt x="63" y="66"/>
                  </a:lnTo>
                  <a:lnTo>
                    <a:pt x="60" y="66"/>
                  </a:lnTo>
                  <a:lnTo>
                    <a:pt x="58" y="64"/>
                  </a:lnTo>
                  <a:lnTo>
                    <a:pt x="56" y="62"/>
                  </a:lnTo>
                  <a:lnTo>
                    <a:pt x="56" y="62"/>
                  </a:lnTo>
                  <a:lnTo>
                    <a:pt x="56" y="62"/>
                  </a:lnTo>
                  <a:lnTo>
                    <a:pt x="56" y="61"/>
                  </a:lnTo>
                  <a:lnTo>
                    <a:pt x="56" y="61"/>
                  </a:lnTo>
                  <a:lnTo>
                    <a:pt x="58" y="61"/>
                  </a:lnTo>
                  <a:lnTo>
                    <a:pt x="58" y="61"/>
                  </a:lnTo>
                  <a:lnTo>
                    <a:pt x="58" y="61"/>
                  </a:lnTo>
                  <a:lnTo>
                    <a:pt x="56" y="61"/>
                  </a:lnTo>
                  <a:lnTo>
                    <a:pt x="54" y="61"/>
                  </a:lnTo>
                  <a:lnTo>
                    <a:pt x="54" y="61"/>
                  </a:lnTo>
                  <a:lnTo>
                    <a:pt x="52" y="61"/>
                  </a:lnTo>
                  <a:lnTo>
                    <a:pt x="52" y="61"/>
                  </a:lnTo>
                  <a:lnTo>
                    <a:pt x="50" y="61"/>
                  </a:lnTo>
                  <a:lnTo>
                    <a:pt x="49" y="60"/>
                  </a:lnTo>
                  <a:lnTo>
                    <a:pt x="47" y="60"/>
                  </a:lnTo>
                  <a:lnTo>
                    <a:pt x="47" y="58"/>
                  </a:lnTo>
                  <a:lnTo>
                    <a:pt x="47" y="58"/>
                  </a:lnTo>
                  <a:lnTo>
                    <a:pt x="47" y="58"/>
                  </a:lnTo>
                  <a:lnTo>
                    <a:pt x="47" y="58"/>
                  </a:lnTo>
                  <a:lnTo>
                    <a:pt x="45" y="58"/>
                  </a:lnTo>
                  <a:lnTo>
                    <a:pt x="43" y="60"/>
                  </a:lnTo>
                  <a:lnTo>
                    <a:pt x="42" y="60"/>
                  </a:lnTo>
                  <a:lnTo>
                    <a:pt x="30" y="60"/>
                  </a:lnTo>
                  <a:lnTo>
                    <a:pt x="26" y="60"/>
                  </a:lnTo>
                  <a:lnTo>
                    <a:pt x="26" y="60"/>
                  </a:lnTo>
                  <a:lnTo>
                    <a:pt x="26" y="60"/>
                  </a:lnTo>
                  <a:lnTo>
                    <a:pt x="24" y="58"/>
                  </a:lnTo>
                  <a:lnTo>
                    <a:pt x="24" y="56"/>
                  </a:lnTo>
                  <a:lnTo>
                    <a:pt x="24" y="56"/>
                  </a:lnTo>
                  <a:lnTo>
                    <a:pt x="26" y="54"/>
                  </a:lnTo>
                  <a:lnTo>
                    <a:pt x="26" y="54"/>
                  </a:lnTo>
                  <a:lnTo>
                    <a:pt x="26" y="56"/>
                  </a:lnTo>
                  <a:lnTo>
                    <a:pt x="28" y="56"/>
                  </a:lnTo>
                  <a:lnTo>
                    <a:pt x="28" y="56"/>
                  </a:lnTo>
                  <a:lnTo>
                    <a:pt x="33" y="56"/>
                  </a:lnTo>
                  <a:lnTo>
                    <a:pt x="35" y="54"/>
                  </a:lnTo>
                  <a:lnTo>
                    <a:pt x="35" y="54"/>
                  </a:lnTo>
                  <a:lnTo>
                    <a:pt x="37" y="52"/>
                  </a:lnTo>
                  <a:lnTo>
                    <a:pt x="37" y="52"/>
                  </a:lnTo>
                  <a:lnTo>
                    <a:pt x="37" y="52"/>
                  </a:lnTo>
                  <a:lnTo>
                    <a:pt x="39" y="51"/>
                  </a:lnTo>
                  <a:lnTo>
                    <a:pt x="39" y="49"/>
                  </a:lnTo>
                  <a:lnTo>
                    <a:pt x="41" y="49"/>
                  </a:lnTo>
                  <a:lnTo>
                    <a:pt x="41" y="49"/>
                  </a:lnTo>
                  <a:lnTo>
                    <a:pt x="42" y="47"/>
                  </a:lnTo>
                  <a:lnTo>
                    <a:pt x="42" y="47"/>
                  </a:lnTo>
                  <a:lnTo>
                    <a:pt x="41" y="47"/>
                  </a:lnTo>
                  <a:lnTo>
                    <a:pt x="35" y="49"/>
                  </a:lnTo>
                  <a:lnTo>
                    <a:pt x="35" y="49"/>
                  </a:lnTo>
                  <a:lnTo>
                    <a:pt x="35" y="49"/>
                  </a:lnTo>
                  <a:lnTo>
                    <a:pt x="35" y="49"/>
                  </a:lnTo>
                  <a:lnTo>
                    <a:pt x="37" y="47"/>
                  </a:lnTo>
                  <a:lnTo>
                    <a:pt x="35" y="47"/>
                  </a:lnTo>
                  <a:lnTo>
                    <a:pt x="35" y="47"/>
                  </a:lnTo>
                  <a:lnTo>
                    <a:pt x="35" y="45"/>
                  </a:lnTo>
                  <a:lnTo>
                    <a:pt x="35" y="45"/>
                  </a:lnTo>
                  <a:lnTo>
                    <a:pt x="39" y="43"/>
                  </a:lnTo>
                  <a:lnTo>
                    <a:pt x="41" y="41"/>
                  </a:lnTo>
                  <a:lnTo>
                    <a:pt x="41" y="41"/>
                  </a:lnTo>
                  <a:lnTo>
                    <a:pt x="41" y="41"/>
                  </a:lnTo>
                  <a:lnTo>
                    <a:pt x="41" y="41"/>
                  </a:lnTo>
                  <a:lnTo>
                    <a:pt x="37" y="43"/>
                  </a:lnTo>
                  <a:lnTo>
                    <a:pt x="33" y="43"/>
                  </a:lnTo>
                  <a:lnTo>
                    <a:pt x="33" y="43"/>
                  </a:lnTo>
                  <a:lnTo>
                    <a:pt x="31" y="43"/>
                  </a:lnTo>
                  <a:lnTo>
                    <a:pt x="31" y="43"/>
                  </a:lnTo>
                  <a:lnTo>
                    <a:pt x="31" y="41"/>
                  </a:lnTo>
                  <a:lnTo>
                    <a:pt x="31" y="41"/>
                  </a:lnTo>
                  <a:lnTo>
                    <a:pt x="31" y="40"/>
                  </a:lnTo>
                  <a:lnTo>
                    <a:pt x="31" y="40"/>
                  </a:lnTo>
                  <a:lnTo>
                    <a:pt x="31" y="40"/>
                  </a:lnTo>
                  <a:lnTo>
                    <a:pt x="28" y="38"/>
                  </a:lnTo>
                  <a:lnTo>
                    <a:pt x="24" y="38"/>
                  </a:lnTo>
                  <a:lnTo>
                    <a:pt x="16" y="38"/>
                  </a:lnTo>
                  <a:lnTo>
                    <a:pt x="14" y="38"/>
                  </a:lnTo>
                  <a:lnTo>
                    <a:pt x="12" y="40"/>
                  </a:lnTo>
                  <a:lnTo>
                    <a:pt x="11" y="40"/>
                  </a:lnTo>
                  <a:lnTo>
                    <a:pt x="9" y="40"/>
                  </a:lnTo>
                  <a:lnTo>
                    <a:pt x="9" y="38"/>
                  </a:lnTo>
                  <a:lnTo>
                    <a:pt x="7" y="38"/>
                  </a:lnTo>
                  <a:lnTo>
                    <a:pt x="7" y="37"/>
                  </a:lnTo>
                  <a:lnTo>
                    <a:pt x="7" y="37"/>
                  </a:lnTo>
                  <a:lnTo>
                    <a:pt x="9" y="37"/>
                  </a:lnTo>
                  <a:lnTo>
                    <a:pt x="9" y="37"/>
                  </a:lnTo>
                  <a:lnTo>
                    <a:pt x="12" y="37"/>
                  </a:lnTo>
                  <a:lnTo>
                    <a:pt x="14" y="35"/>
                  </a:lnTo>
                  <a:lnTo>
                    <a:pt x="16" y="35"/>
                  </a:lnTo>
                  <a:lnTo>
                    <a:pt x="18" y="35"/>
                  </a:lnTo>
                  <a:lnTo>
                    <a:pt x="18" y="35"/>
                  </a:lnTo>
                  <a:lnTo>
                    <a:pt x="19" y="35"/>
                  </a:lnTo>
                  <a:lnTo>
                    <a:pt x="19" y="35"/>
                  </a:lnTo>
                  <a:lnTo>
                    <a:pt x="19" y="35"/>
                  </a:lnTo>
                  <a:lnTo>
                    <a:pt x="22" y="33"/>
                  </a:lnTo>
                  <a:lnTo>
                    <a:pt x="24" y="33"/>
                  </a:lnTo>
                  <a:lnTo>
                    <a:pt x="24" y="33"/>
                  </a:lnTo>
                  <a:lnTo>
                    <a:pt x="24" y="33"/>
                  </a:lnTo>
                  <a:lnTo>
                    <a:pt x="26" y="33"/>
                  </a:lnTo>
                  <a:lnTo>
                    <a:pt x="26" y="33"/>
                  </a:lnTo>
                  <a:lnTo>
                    <a:pt x="28" y="33"/>
                  </a:lnTo>
                  <a:lnTo>
                    <a:pt x="31" y="33"/>
                  </a:lnTo>
                  <a:lnTo>
                    <a:pt x="37" y="33"/>
                  </a:lnTo>
                  <a:lnTo>
                    <a:pt x="37" y="33"/>
                  </a:lnTo>
                  <a:lnTo>
                    <a:pt x="39" y="32"/>
                  </a:lnTo>
                  <a:lnTo>
                    <a:pt x="39" y="30"/>
                  </a:lnTo>
                  <a:lnTo>
                    <a:pt x="39" y="30"/>
                  </a:lnTo>
                  <a:lnTo>
                    <a:pt x="35" y="32"/>
                  </a:lnTo>
                  <a:lnTo>
                    <a:pt x="33" y="32"/>
                  </a:lnTo>
                  <a:lnTo>
                    <a:pt x="30" y="32"/>
                  </a:lnTo>
                  <a:lnTo>
                    <a:pt x="28" y="30"/>
                  </a:lnTo>
                  <a:lnTo>
                    <a:pt x="28" y="30"/>
                  </a:lnTo>
                  <a:lnTo>
                    <a:pt x="31" y="28"/>
                  </a:lnTo>
                  <a:lnTo>
                    <a:pt x="33" y="26"/>
                  </a:lnTo>
                  <a:lnTo>
                    <a:pt x="37" y="24"/>
                  </a:lnTo>
                  <a:lnTo>
                    <a:pt x="37" y="24"/>
                  </a:lnTo>
                  <a:lnTo>
                    <a:pt x="37" y="24"/>
                  </a:lnTo>
                  <a:lnTo>
                    <a:pt x="35" y="22"/>
                  </a:lnTo>
                  <a:lnTo>
                    <a:pt x="31" y="22"/>
                  </a:lnTo>
                  <a:lnTo>
                    <a:pt x="30" y="22"/>
                  </a:lnTo>
                  <a:lnTo>
                    <a:pt x="26" y="21"/>
                  </a:lnTo>
                  <a:lnTo>
                    <a:pt x="24" y="22"/>
                  </a:lnTo>
                  <a:lnTo>
                    <a:pt x="22" y="21"/>
                  </a:lnTo>
                  <a:lnTo>
                    <a:pt x="19" y="22"/>
                  </a:lnTo>
                  <a:lnTo>
                    <a:pt x="12" y="24"/>
                  </a:lnTo>
                  <a:lnTo>
                    <a:pt x="11" y="24"/>
                  </a:lnTo>
                  <a:lnTo>
                    <a:pt x="9" y="24"/>
                  </a:lnTo>
                  <a:lnTo>
                    <a:pt x="7" y="24"/>
                  </a:lnTo>
                  <a:lnTo>
                    <a:pt x="3" y="22"/>
                  </a:lnTo>
                  <a:lnTo>
                    <a:pt x="2" y="22"/>
                  </a:lnTo>
                  <a:lnTo>
                    <a:pt x="0" y="22"/>
                  </a:lnTo>
                  <a:lnTo>
                    <a:pt x="3" y="21"/>
                  </a:lnTo>
                  <a:lnTo>
                    <a:pt x="3" y="21"/>
                  </a:lnTo>
                  <a:lnTo>
                    <a:pt x="5" y="21"/>
                  </a:lnTo>
                  <a:lnTo>
                    <a:pt x="7" y="21"/>
                  </a:lnTo>
                  <a:lnTo>
                    <a:pt x="9" y="22"/>
                  </a:lnTo>
                  <a:lnTo>
                    <a:pt x="7" y="21"/>
                  </a:lnTo>
                  <a:lnTo>
                    <a:pt x="7" y="19"/>
                  </a:lnTo>
                  <a:lnTo>
                    <a:pt x="7" y="19"/>
                  </a:lnTo>
                  <a:lnTo>
                    <a:pt x="7" y="18"/>
                  </a:lnTo>
                  <a:lnTo>
                    <a:pt x="5" y="18"/>
                  </a:lnTo>
                  <a:lnTo>
                    <a:pt x="7" y="18"/>
                  </a:lnTo>
                  <a:lnTo>
                    <a:pt x="7" y="15"/>
                  </a:lnTo>
                  <a:lnTo>
                    <a:pt x="9" y="18"/>
                  </a:lnTo>
                  <a:lnTo>
                    <a:pt x="12" y="19"/>
                  </a:lnTo>
                  <a:lnTo>
                    <a:pt x="14" y="19"/>
                  </a:lnTo>
                  <a:lnTo>
                    <a:pt x="16" y="18"/>
                  </a:lnTo>
                  <a:lnTo>
                    <a:pt x="18" y="18"/>
                  </a:lnTo>
                  <a:lnTo>
                    <a:pt x="18" y="18"/>
                  </a:lnTo>
                  <a:lnTo>
                    <a:pt x="14" y="18"/>
                  </a:lnTo>
                  <a:lnTo>
                    <a:pt x="12" y="18"/>
                  </a:lnTo>
                  <a:lnTo>
                    <a:pt x="11" y="15"/>
                  </a:lnTo>
                  <a:lnTo>
                    <a:pt x="11" y="15"/>
                  </a:lnTo>
                  <a:lnTo>
                    <a:pt x="11" y="14"/>
                  </a:lnTo>
                  <a:lnTo>
                    <a:pt x="11" y="14"/>
                  </a:lnTo>
                  <a:lnTo>
                    <a:pt x="14" y="14"/>
                  </a:lnTo>
                  <a:lnTo>
                    <a:pt x="12" y="13"/>
                  </a:lnTo>
                  <a:lnTo>
                    <a:pt x="11" y="13"/>
                  </a:lnTo>
                  <a:lnTo>
                    <a:pt x="11" y="11"/>
                  </a:lnTo>
                  <a:lnTo>
                    <a:pt x="11" y="11"/>
                  </a:lnTo>
                  <a:lnTo>
                    <a:pt x="11" y="11"/>
                  </a:lnTo>
                  <a:lnTo>
                    <a:pt x="11" y="11"/>
                  </a:lnTo>
                  <a:lnTo>
                    <a:pt x="14" y="11"/>
                  </a:lnTo>
                  <a:lnTo>
                    <a:pt x="16" y="11"/>
                  </a:lnTo>
                  <a:lnTo>
                    <a:pt x="14" y="11"/>
                  </a:lnTo>
                  <a:lnTo>
                    <a:pt x="12" y="9"/>
                  </a:lnTo>
                  <a:lnTo>
                    <a:pt x="12" y="9"/>
                  </a:lnTo>
                  <a:lnTo>
                    <a:pt x="14" y="9"/>
                  </a:lnTo>
                  <a:lnTo>
                    <a:pt x="14" y="9"/>
                  </a:lnTo>
                  <a:lnTo>
                    <a:pt x="14" y="9"/>
                  </a:lnTo>
                  <a:lnTo>
                    <a:pt x="16" y="7"/>
                  </a:lnTo>
                  <a:lnTo>
                    <a:pt x="16" y="7"/>
                  </a:lnTo>
                  <a:lnTo>
                    <a:pt x="18" y="9"/>
                  </a:lnTo>
                  <a:lnTo>
                    <a:pt x="21" y="11"/>
                  </a:lnTo>
                  <a:lnTo>
                    <a:pt x="21" y="11"/>
                  </a:lnTo>
                  <a:lnTo>
                    <a:pt x="21" y="11"/>
                  </a:lnTo>
                  <a:lnTo>
                    <a:pt x="21" y="13"/>
                  </a:lnTo>
                  <a:lnTo>
                    <a:pt x="21" y="13"/>
                  </a:lnTo>
                  <a:lnTo>
                    <a:pt x="22" y="13"/>
                  </a:lnTo>
                  <a:lnTo>
                    <a:pt x="22" y="13"/>
                  </a:lnTo>
                  <a:lnTo>
                    <a:pt x="24" y="13"/>
                  </a:lnTo>
                  <a:lnTo>
                    <a:pt x="24" y="11"/>
                  </a:lnTo>
                  <a:lnTo>
                    <a:pt x="26" y="11"/>
                  </a:lnTo>
                  <a:lnTo>
                    <a:pt x="26" y="13"/>
                  </a:lnTo>
                  <a:lnTo>
                    <a:pt x="26" y="13"/>
                  </a:lnTo>
                  <a:lnTo>
                    <a:pt x="26" y="13"/>
                  </a:lnTo>
                  <a:lnTo>
                    <a:pt x="26" y="14"/>
                  </a:lnTo>
                  <a:lnTo>
                    <a:pt x="26" y="14"/>
                  </a:lnTo>
                  <a:lnTo>
                    <a:pt x="28" y="14"/>
                  </a:lnTo>
                  <a:lnTo>
                    <a:pt x="30" y="14"/>
                  </a:lnTo>
                  <a:lnTo>
                    <a:pt x="30" y="14"/>
                  </a:lnTo>
                  <a:lnTo>
                    <a:pt x="30" y="13"/>
                  </a:lnTo>
                  <a:lnTo>
                    <a:pt x="30" y="11"/>
                  </a:lnTo>
                  <a:lnTo>
                    <a:pt x="30" y="11"/>
                  </a:lnTo>
                  <a:lnTo>
                    <a:pt x="24" y="9"/>
                  </a:lnTo>
                  <a:lnTo>
                    <a:pt x="22" y="7"/>
                  </a:lnTo>
                  <a:lnTo>
                    <a:pt x="22" y="7"/>
                  </a:lnTo>
                  <a:lnTo>
                    <a:pt x="22" y="7"/>
                  </a:lnTo>
                  <a:lnTo>
                    <a:pt x="22" y="5"/>
                  </a:lnTo>
                  <a:lnTo>
                    <a:pt x="24" y="5"/>
                  </a:lnTo>
                  <a:lnTo>
                    <a:pt x="28" y="5"/>
                  </a:lnTo>
                  <a:lnTo>
                    <a:pt x="28" y="5"/>
                  </a:lnTo>
                  <a:lnTo>
                    <a:pt x="28" y="5"/>
                  </a:lnTo>
                  <a:lnTo>
                    <a:pt x="26" y="5"/>
                  </a:lnTo>
                  <a:lnTo>
                    <a:pt x="26" y="5"/>
                  </a:lnTo>
                  <a:lnTo>
                    <a:pt x="26" y="3"/>
                  </a:lnTo>
                  <a:lnTo>
                    <a:pt x="24" y="3"/>
                  </a:lnTo>
                  <a:lnTo>
                    <a:pt x="21" y="3"/>
                  </a:lnTo>
                  <a:lnTo>
                    <a:pt x="19" y="3"/>
                  </a:lnTo>
                  <a:lnTo>
                    <a:pt x="19" y="3"/>
                  </a:lnTo>
                  <a:lnTo>
                    <a:pt x="21" y="3"/>
                  </a:lnTo>
                  <a:lnTo>
                    <a:pt x="22" y="3"/>
                  </a:lnTo>
                  <a:lnTo>
                    <a:pt x="22" y="3"/>
                  </a:lnTo>
                  <a:lnTo>
                    <a:pt x="24" y="3"/>
                  </a:lnTo>
                  <a:lnTo>
                    <a:pt x="28" y="3"/>
                  </a:lnTo>
                  <a:lnTo>
                    <a:pt x="30" y="3"/>
                  </a:lnTo>
                  <a:lnTo>
                    <a:pt x="31" y="3"/>
                  </a:lnTo>
                  <a:lnTo>
                    <a:pt x="33" y="5"/>
                  </a:lnTo>
                  <a:lnTo>
                    <a:pt x="35" y="5"/>
                  </a:lnTo>
                  <a:lnTo>
                    <a:pt x="35" y="7"/>
                  </a:lnTo>
                  <a:lnTo>
                    <a:pt x="37" y="7"/>
                  </a:lnTo>
                  <a:lnTo>
                    <a:pt x="41" y="11"/>
                  </a:lnTo>
                  <a:lnTo>
                    <a:pt x="43" y="11"/>
                  </a:lnTo>
                  <a:lnTo>
                    <a:pt x="43" y="13"/>
                  </a:lnTo>
                  <a:lnTo>
                    <a:pt x="43" y="13"/>
                  </a:lnTo>
                  <a:lnTo>
                    <a:pt x="42" y="13"/>
                  </a:lnTo>
                  <a:lnTo>
                    <a:pt x="42" y="13"/>
                  </a:lnTo>
                  <a:lnTo>
                    <a:pt x="43" y="13"/>
                  </a:lnTo>
                  <a:lnTo>
                    <a:pt x="45" y="14"/>
                  </a:lnTo>
                  <a:lnTo>
                    <a:pt x="45" y="14"/>
                  </a:lnTo>
                  <a:lnTo>
                    <a:pt x="43" y="18"/>
                  </a:lnTo>
                  <a:lnTo>
                    <a:pt x="43" y="18"/>
                  </a:lnTo>
                  <a:lnTo>
                    <a:pt x="42" y="19"/>
                  </a:lnTo>
                  <a:lnTo>
                    <a:pt x="41" y="18"/>
                  </a:lnTo>
                  <a:lnTo>
                    <a:pt x="41" y="19"/>
                  </a:lnTo>
                  <a:lnTo>
                    <a:pt x="42" y="19"/>
                  </a:lnTo>
                  <a:lnTo>
                    <a:pt x="43" y="21"/>
                  </a:lnTo>
                  <a:lnTo>
                    <a:pt x="42" y="21"/>
                  </a:lnTo>
                  <a:lnTo>
                    <a:pt x="43" y="21"/>
                  </a:lnTo>
                  <a:lnTo>
                    <a:pt x="43" y="21"/>
                  </a:lnTo>
                  <a:lnTo>
                    <a:pt x="43" y="21"/>
                  </a:lnTo>
                  <a:lnTo>
                    <a:pt x="43" y="22"/>
                  </a:lnTo>
                  <a:lnTo>
                    <a:pt x="43" y="22"/>
                  </a:lnTo>
                  <a:lnTo>
                    <a:pt x="43" y="22"/>
                  </a:lnTo>
                  <a:lnTo>
                    <a:pt x="43" y="24"/>
                  </a:lnTo>
                  <a:lnTo>
                    <a:pt x="43" y="24"/>
                  </a:lnTo>
                  <a:lnTo>
                    <a:pt x="45" y="24"/>
                  </a:lnTo>
                  <a:lnTo>
                    <a:pt x="45" y="24"/>
                  </a:lnTo>
                  <a:lnTo>
                    <a:pt x="47" y="28"/>
                  </a:lnTo>
                  <a:lnTo>
                    <a:pt x="47" y="28"/>
                  </a:lnTo>
                  <a:lnTo>
                    <a:pt x="47" y="28"/>
                  </a:lnTo>
                  <a:lnTo>
                    <a:pt x="47" y="26"/>
                  </a:lnTo>
                  <a:lnTo>
                    <a:pt x="49" y="24"/>
                  </a:lnTo>
                  <a:lnTo>
                    <a:pt x="49" y="24"/>
                  </a:lnTo>
                  <a:lnTo>
                    <a:pt x="49" y="24"/>
                  </a:lnTo>
                  <a:lnTo>
                    <a:pt x="49" y="24"/>
                  </a:lnTo>
                  <a:lnTo>
                    <a:pt x="49" y="21"/>
                  </a:lnTo>
                  <a:lnTo>
                    <a:pt x="52" y="19"/>
                  </a:lnTo>
                  <a:lnTo>
                    <a:pt x="52" y="19"/>
                  </a:lnTo>
                  <a:lnTo>
                    <a:pt x="54" y="19"/>
                  </a:lnTo>
                  <a:lnTo>
                    <a:pt x="54" y="19"/>
                  </a:lnTo>
                  <a:lnTo>
                    <a:pt x="56" y="21"/>
                  </a:lnTo>
                  <a:lnTo>
                    <a:pt x="56" y="21"/>
                  </a:lnTo>
                  <a:lnTo>
                    <a:pt x="56" y="21"/>
                  </a:lnTo>
                  <a:lnTo>
                    <a:pt x="58" y="21"/>
                  </a:lnTo>
                  <a:lnTo>
                    <a:pt x="58" y="18"/>
                  </a:lnTo>
                  <a:lnTo>
                    <a:pt x="58" y="15"/>
                  </a:lnTo>
                  <a:lnTo>
                    <a:pt x="58" y="13"/>
                  </a:lnTo>
                  <a:lnTo>
                    <a:pt x="58" y="11"/>
                  </a:lnTo>
                  <a:lnTo>
                    <a:pt x="60" y="11"/>
                  </a:lnTo>
                  <a:lnTo>
                    <a:pt x="60" y="9"/>
                  </a:lnTo>
                  <a:lnTo>
                    <a:pt x="61" y="11"/>
                  </a:lnTo>
                  <a:lnTo>
                    <a:pt x="63" y="11"/>
                  </a:lnTo>
                  <a:lnTo>
                    <a:pt x="65" y="14"/>
                  </a:lnTo>
                  <a:lnTo>
                    <a:pt x="66" y="14"/>
                  </a:lnTo>
                  <a:lnTo>
                    <a:pt x="68" y="15"/>
                  </a:lnTo>
                  <a:lnTo>
                    <a:pt x="68" y="18"/>
                  </a:lnTo>
                  <a:lnTo>
                    <a:pt x="69" y="18"/>
                  </a:lnTo>
                  <a:lnTo>
                    <a:pt x="69" y="18"/>
                  </a:lnTo>
                  <a:lnTo>
                    <a:pt x="69" y="15"/>
                  </a:lnTo>
                  <a:lnTo>
                    <a:pt x="69" y="15"/>
                  </a:lnTo>
                  <a:lnTo>
                    <a:pt x="69" y="13"/>
                  </a:lnTo>
                  <a:lnTo>
                    <a:pt x="69" y="11"/>
                  </a:lnTo>
                  <a:lnTo>
                    <a:pt x="71" y="11"/>
                  </a:lnTo>
                  <a:lnTo>
                    <a:pt x="73" y="9"/>
                  </a:lnTo>
                  <a:lnTo>
                    <a:pt x="75" y="9"/>
                  </a:lnTo>
                  <a:lnTo>
                    <a:pt x="77" y="9"/>
                  </a:lnTo>
                  <a:lnTo>
                    <a:pt x="79" y="7"/>
                  </a:lnTo>
                  <a:lnTo>
                    <a:pt x="79" y="7"/>
                  </a:lnTo>
                  <a:lnTo>
                    <a:pt x="80" y="7"/>
                  </a:lnTo>
                  <a:lnTo>
                    <a:pt x="80" y="9"/>
                  </a:lnTo>
                  <a:lnTo>
                    <a:pt x="82" y="11"/>
                  </a:lnTo>
                  <a:lnTo>
                    <a:pt x="84" y="13"/>
                  </a:lnTo>
                  <a:lnTo>
                    <a:pt x="88" y="14"/>
                  </a:lnTo>
                  <a:lnTo>
                    <a:pt x="88" y="18"/>
                  </a:lnTo>
                  <a:lnTo>
                    <a:pt x="88" y="18"/>
                  </a:lnTo>
                  <a:lnTo>
                    <a:pt x="89" y="18"/>
                  </a:lnTo>
                  <a:lnTo>
                    <a:pt x="89" y="18"/>
                  </a:lnTo>
                  <a:lnTo>
                    <a:pt x="89" y="18"/>
                  </a:lnTo>
                  <a:lnTo>
                    <a:pt x="89" y="15"/>
                  </a:lnTo>
                  <a:lnTo>
                    <a:pt x="89" y="14"/>
                  </a:lnTo>
                  <a:lnTo>
                    <a:pt x="86" y="9"/>
                  </a:lnTo>
                  <a:lnTo>
                    <a:pt x="86" y="9"/>
                  </a:lnTo>
                  <a:lnTo>
                    <a:pt x="86" y="9"/>
                  </a:lnTo>
                  <a:lnTo>
                    <a:pt x="88" y="9"/>
                  </a:lnTo>
                  <a:lnTo>
                    <a:pt x="92" y="9"/>
                  </a:lnTo>
                  <a:lnTo>
                    <a:pt x="92" y="9"/>
                  </a:lnTo>
                  <a:lnTo>
                    <a:pt x="96" y="13"/>
                  </a:lnTo>
                  <a:lnTo>
                    <a:pt x="96" y="13"/>
                  </a:lnTo>
                  <a:lnTo>
                    <a:pt x="96" y="13"/>
                  </a:lnTo>
                  <a:lnTo>
                    <a:pt x="96" y="13"/>
                  </a:lnTo>
                  <a:lnTo>
                    <a:pt x="98" y="13"/>
                  </a:lnTo>
                  <a:lnTo>
                    <a:pt x="98" y="11"/>
                  </a:lnTo>
                  <a:lnTo>
                    <a:pt x="99" y="11"/>
                  </a:lnTo>
                  <a:lnTo>
                    <a:pt x="101" y="7"/>
                  </a:lnTo>
                  <a:lnTo>
                    <a:pt x="103" y="7"/>
                  </a:lnTo>
                  <a:lnTo>
                    <a:pt x="103" y="7"/>
                  </a:lnTo>
                  <a:lnTo>
                    <a:pt x="105" y="9"/>
                  </a:lnTo>
                  <a:lnTo>
                    <a:pt x="105" y="9"/>
                  </a:lnTo>
                  <a:lnTo>
                    <a:pt x="107" y="9"/>
                  </a:lnTo>
                  <a:lnTo>
                    <a:pt x="108" y="9"/>
                  </a:lnTo>
                  <a:lnTo>
                    <a:pt x="110" y="7"/>
                  </a:lnTo>
                  <a:lnTo>
                    <a:pt x="112" y="7"/>
                  </a:lnTo>
                  <a:lnTo>
                    <a:pt x="112" y="5"/>
                  </a:lnTo>
                  <a:lnTo>
                    <a:pt x="112" y="5"/>
                  </a:lnTo>
                  <a:lnTo>
                    <a:pt x="110" y="3"/>
                  </a:lnTo>
                  <a:lnTo>
                    <a:pt x="112" y="0"/>
                  </a:lnTo>
                  <a:lnTo>
                    <a:pt x="115" y="0"/>
                  </a:lnTo>
                  <a:lnTo>
                    <a:pt x="117" y="0"/>
                  </a:lnTo>
                </a:path>
              </a:pathLst>
            </a:custGeom>
            <a:grpFill/>
            <a:ln w="1588" cap="flat">
              <a:noFill/>
              <a:prstDash val="solid"/>
              <a:round/>
            </a:ln>
          </p:spPr>
          <p:txBody>
            <a:bodyPr vert="horz" wrap="square" lIns="68580" tIns="34290" rIns="68580" bIns="34290" numCol="1" anchor="t" anchorCtr="0" compatLnSpc="1"/>
            <a:lstStyle/>
            <a:p>
              <a:endParaRPr lang="es-SV" sz="3500"/>
            </a:p>
          </p:txBody>
        </p:sp>
      </p:grpSp>
      <p:grpSp>
        <p:nvGrpSpPr>
          <p:cNvPr id="110" name="Group 109"/>
          <p:cNvGrpSpPr/>
          <p:nvPr/>
        </p:nvGrpSpPr>
        <p:grpSpPr>
          <a:xfrm>
            <a:off x="5172917" y="5186004"/>
            <a:ext cx="2470916" cy="825334"/>
            <a:chOff x="1222231" y="2845220"/>
            <a:chExt cx="2470916" cy="825334"/>
          </a:xfrm>
        </p:grpSpPr>
        <p:sp>
          <p:nvSpPr>
            <p:cNvPr id="111" name="Rounded Rectangle 110"/>
            <p:cNvSpPr/>
            <p:nvPr/>
          </p:nvSpPr>
          <p:spPr>
            <a:xfrm flipH="1">
              <a:off x="1222231" y="2845220"/>
              <a:ext cx="2470916" cy="825334"/>
            </a:xfrm>
            <a:prstGeom prst="roundRect">
              <a:avLst>
                <a:gd name="adj" fmla="val 8444"/>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TextBox 111"/>
            <p:cNvSpPr txBox="1"/>
            <p:nvPr/>
          </p:nvSpPr>
          <p:spPr>
            <a:xfrm flipH="1">
              <a:off x="1289861" y="3055295"/>
              <a:ext cx="2335656" cy="461665"/>
            </a:xfrm>
            <a:prstGeom prst="rect">
              <a:avLst/>
            </a:prstGeom>
            <a:noFill/>
          </p:spPr>
          <p:txBody>
            <a:bodyPr wrap="square" rtlCol="0">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113" name="TextBox 112"/>
            <p:cNvSpPr txBox="1"/>
            <p:nvPr/>
          </p:nvSpPr>
          <p:spPr>
            <a:xfrm flipH="1">
              <a:off x="1698802" y="2851729"/>
              <a:ext cx="1517774" cy="338554"/>
            </a:xfrm>
            <a:prstGeom prst="rect">
              <a:avLst/>
            </a:prstGeom>
            <a:noFill/>
          </p:spPr>
          <p:txBody>
            <a:bodyPr wrap="square" rtlCol="0">
              <a:spAutoFit/>
            </a:bodyPr>
            <a:lstStyle/>
            <a:p>
              <a:pPr algn="ctr"/>
              <a:r>
                <a:rPr lang="en-US" sz="1600" b="1" dirty="0">
                  <a:solidFill>
                    <a:schemeClr val="bg1"/>
                  </a:solidFill>
                </a:rPr>
                <a:t>2014</a:t>
              </a:r>
              <a:endParaRPr lang="en-US" sz="1600" b="1" dirty="0">
                <a:solidFill>
                  <a:schemeClr val="bg1"/>
                </a:solidFill>
              </a:endParaRPr>
            </a:p>
          </p:txBody>
        </p:sp>
      </p:grpSp>
      <p:grpSp>
        <p:nvGrpSpPr>
          <p:cNvPr id="122" name="Group 121"/>
          <p:cNvGrpSpPr/>
          <p:nvPr/>
        </p:nvGrpSpPr>
        <p:grpSpPr>
          <a:xfrm>
            <a:off x="9308935" y="3910526"/>
            <a:ext cx="2470916" cy="825334"/>
            <a:chOff x="1222231" y="2845220"/>
            <a:chExt cx="2470916" cy="825334"/>
          </a:xfrm>
        </p:grpSpPr>
        <p:sp>
          <p:nvSpPr>
            <p:cNvPr id="123" name="Rounded Rectangle 122"/>
            <p:cNvSpPr/>
            <p:nvPr/>
          </p:nvSpPr>
          <p:spPr>
            <a:xfrm flipH="1">
              <a:off x="1222231" y="2845220"/>
              <a:ext cx="2470916" cy="825334"/>
            </a:xfrm>
            <a:prstGeom prst="roundRect">
              <a:avLst>
                <a:gd name="adj" fmla="val 8444"/>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TextBox 123"/>
            <p:cNvSpPr txBox="1"/>
            <p:nvPr/>
          </p:nvSpPr>
          <p:spPr>
            <a:xfrm flipH="1">
              <a:off x="1301077" y="3055295"/>
              <a:ext cx="2335656" cy="461665"/>
            </a:xfrm>
            <a:prstGeom prst="rect">
              <a:avLst/>
            </a:prstGeom>
            <a:noFill/>
          </p:spPr>
          <p:txBody>
            <a:bodyPr wrap="square" rtlCol="0">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125" name="TextBox 124"/>
            <p:cNvSpPr txBox="1"/>
            <p:nvPr/>
          </p:nvSpPr>
          <p:spPr>
            <a:xfrm flipH="1">
              <a:off x="1301077" y="2851729"/>
              <a:ext cx="1517774" cy="338554"/>
            </a:xfrm>
            <a:prstGeom prst="rect">
              <a:avLst/>
            </a:prstGeom>
            <a:noFill/>
          </p:spPr>
          <p:txBody>
            <a:bodyPr wrap="square" rtlCol="0">
              <a:spAutoFit/>
            </a:bodyPr>
            <a:lstStyle/>
            <a:p>
              <a:r>
                <a:rPr lang="en-US" sz="1600" b="1" dirty="0">
                  <a:solidFill>
                    <a:schemeClr val="bg1"/>
                  </a:solidFill>
                </a:rPr>
                <a:t>2015</a:t>
              </a:r>
              <a:endParaRPr lang="en-US" sz="1600" b="1" dirty="0">
                <a:solidFill>
                  <a:schemeClr val="bg1"/>
                </a:solidFill>
              </a:endParaRPr>
            </a:p>
          </p:txBody>
        </p:sp>
      </p:grpSp>
      <p:grpSp>
        <p:nvGrpSpPr>
          <p:cNvPr id="126" name="Group 125"/>
          <p:cNvGrpSpPr/>
          <p:nvPr/>
        </p:nvGrpSpPr>
        <p:grpSpPr>
          <a:xfrm>
            <a:off x="9308935" y="4901126"/>
            <a:ext cx="2470916" cy="825334"/>
            <a:chOff x="1222231" y="2845220"/>
            <a:chExt cx="2470916" cy="825334"/>
          </a:xfrm>
        </p:grpSpPr>
        <p:sp>
          <p:nvSpPr>
            <p:cNvPr id="127" name="Rounded Rectangle 126"/>
            <p:cNvSpPr/>
            <p:nvPr/>
          </p:nvSpPr>
          <p:spPr>
            <a:xfrm flipH="1">
              <a:off x="1222231" y="2845220"/>
              <a:ext cx="2470916" cy="825334"/>
            </a:xfrm>
            <a:prstGeom prst="roundRect">
              <a:avLst>
                <a:gd name="adj" fmla="val 8444"/>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p:cNvSpPr txBox="1"/>
            <p:nvPr/>
          </p:nvSpPr>
          <p:spPr>
            <a:xfrm flipH="1">
              <a:off x="1301077" y="3055295"/>
              <a:ext cx="2335656" cy="461665"/>
            </a:xfrm>
            <a:prstGeom prst="rect">
              <a:avLst/>
            </a:prstGeom>
            <a:noFill/>
          </p:spPr>
          <p:txBody>
            <a:bodyPr wrap="square" rtlCol="0">
              <a:spAutoFit/>
            </a:bodyPr>
            <a:lstStyle/>
            <a:p>
              <a:pPr algn="ct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129" name="TextBox 128"/>
            <p:cNvSpPr txBox="1"/>
            <p:nvPr/>
          </p:nvSpPr>
          <p:spPr>
            <a:xfrm flipH="1">
              <a:off x="1301077" y="2851729"/>
              <a:ext cx="1517774" cy="338554"/>
            </a:xfrm>
            <a:prstGeom prst="rect">
              <a:avLst/>
            </a:prstGeom>
            <a:noFill/>
          </p:spPr>
          <p:txBody>
            <a:bodyPr wrap="square" rtlCol="0">
              <a:spAutoFit/>
            </a:bodyPr>
            <a:lstStyle/>
            <a:p>
              <a:r>
                <a:rPr lang="en-US" sz="1600" b="1" dirty="0">
                  <a:solidFill>
                    <a:schemeClr val="bg1"/>
                  </a:solidFill>
                </a:rPr>
                <a:t>2016</a:t>
              </a:r>
              <a:endParaRPr lang="en-US" sz="1600" b="1" dirty="0">
                <a:solidFill>
                  <a:schemeClr val="bg1"/>
                </a:solidFill>
              </a:endParaRPr>
            </a:p>
          </p:txBody>
        </p:sp>
      </p:grpSp>
      <p:cxnSp>
        <p:nvCxnSpPr>
          <p:cNvPr id="133" name="Elbow Connector 132"/>
          <p:cNvCxnSpPr>
            <a:stCxn id="97" idx="4"/>
            <a:endCxn id="94" idx="1"/>
          </p:cNvCxnSpPr>
          <p:nvPr/>
        </p:nvCxnSpPr>
        <p:spPr>
          <a:xfrm rot="5400000">
            <a:off x="3541111" y="4006835"/>
            <a:ext cx="715463" cy="1898453"/>
          </a:xfrm>
          <a:prstGeom prst="bentConnector2">
            <a:avLst/>
          </a:prstGeom>
          <a:ln w="19050" cmpd="sng">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37" name="Elbow Connector 136"/>
          <p:cNvCxnSpPr>
            <a:stCxn id="85" idx="4"/>
            <a:endCxn id="84" idx="1"/>
          </p:cNvCxnSpPr>
          <p:nvPr/>
        </p:nvCxnSpPr>
        <p:spPr>
          <a:xfrm rot="5400000">
            <a:off x="2855210" y="3251010"/>
            <a:ext cx="1166588" cy="977778"/>
          </a:xfrm>
          <a:prstGeom prst="bentConnector2">
            <a:avLst/>
          </a:prstGeom>
          <a:ln w="19050" cmpd="sng">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5" name="Elbow Connector 144"/>
          <p:cNvCxnSpPr>
            <a:stCxn id="103" idx="4"/>
            <a:endCxn id="127" idx="3"/>
          </p:cNvCxnSpPr>
          <p:nvPr/>
        </p:nvCxnSpPr>
        <p:spPr>
          <a:xfrm rot="16200000" flipH="1">
            <a:off x="8166831" y="4171689"/>
            <a:ext cx="953638" cy="1330570"/>
          </a:xfrm>
          <a:prstGeom prst="bentConnector2">
            <a:avLst/>
          </a:prstGeom>
          <a:ln w="19050" cmpd="sng">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9" name="Elbow Connector 148"/>
          <p:cNvCxnSpPr>
            <a:stCxn id="104" idx="4"/>
            <a:endCxn id="123" idx="3"/>
          </p:cNvCxnSpPr>
          <p:nvPr/>
        </p:nvCxnSpPr>
        <p:spPr>
          <a:xfrm rot="16200000" flipH="1">
            <a:off x="8245919" y="3260176"/>
            <a:ext cx="1561125" cy="564907"/>
          </a:xfrm>
          <a:prstGeom prst="bentConnector2">
            <a:avLst/>
          </a:prstGeom>
          <a:ln w="19050" cmpd="sng">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p:cNvCxnSpPr>
            <a:stCxn id="102" idx="4"/>
            <a:endCxn id="111" idx="0"/>
          </p:cNvCxnSpPr>
          <p:nvPr/>
        </p:nvCxnSpPr>
        <p:spPr>
          <a:xfrm>
            <a:off x="6408375" y="3554897"/>
            <a:ext cx="0" cy="1631107"/>
          </a:xfrm>
          <a:prstGeom prst="line">
            <a:avLst/>
          </a:prstGeom>
          <a:ln w="19050" cmpd="sng">
            <a:solidFill>
              <a:srgbClr val="A6A6A6"/>
            </a:solidFill>
          </a:ln>
        </p:spPr>
        <p:style>
          <a:lnRef idx="2">
            <a:schemeClr val="accent1"/>
          </a:lnRef>
          <a:fillRef idx="0">
            <a:schemeClr val="accent1"/>
          </a:fillRef>
          <a:effectRef idx="1">
            <a:schemeClr val="accent1"/>
          </a:effectRef>
          <a:fontRef idx="minor">
            <a:schemeClr val="tx1"/>
          </a:fontRef>
        </p:style>
      </p:cxnSp>
      <p:grpSp>
        <p:nvGrpSpPr>
          <p:cNvPr id="43" name="Group 42"/>
          <p:cNvGrpSpPr/>
          <p:nvPr/>
        </p:nvGrpSpPr>
        <p:grpSpPr>
          <a:xfrm>
            <a:off x="8504506" y="2283022"/>
            <a:ext cx="479044" cy="479046"/>
            <a:chOff x="8504506" y="2283022"/>
            <a:chExt cx="479044" cy="479046"/>
          </a:xfrm>
        </p:grpSpPr>
        <p:sp>
          <p:nvSpPr>
            <p:cNvPr id="104" name="Oval 103"/>
            <p:cNvSpPr/>
            <p:nvPr/>
          </p:nvSpPr>
          <p:spPr>
            <a:xfrm flipH="1">
              <a:off x="8504506" y="2283022"/>
              <a:ext cx="479044" cy="479046"/>
            </a:xfrm>
            <a:prstGeom prst="ellipse">
              <a:avLst/>
            </a:prstGeom>
            <a:solidFill>
              <a:schemeClr val="accent4">
                <a:alpha val="74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Arial" panose="020B0604020202020204"/>
                <a:cs typeface="Arial" panose="020B0604020202020204"/>
              </a:endParaRPr>
            </a:p>
          </p:txBody>
        </p:sp>
        <p:sp>
          <p:nvSpPr>
            <p:cNvPr id="163" name="AutoShape 29"/>
            <p:cNvSpPr/>
            <p:nvPr/>
          </p:nvSpPr>
          <p:spPr bwMode="auto">
            <a:xfrm>
              <a:off x="8606591" y="2398029"/>
              <a:ext cx="274874" cy="249032"/>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42" name="Group 41"/>
          <p:cNvGrpSpPr/>
          <p:nvPr/>
        </p:nvGrpSpPr>
        <p:grpSpPr>
          <a:xfrm>
            <a:off x="7738843" y="3881109"/>
            <a:ext cx="479044" cy="479046"/>
            <a:chOff x="7738843" y="3881109"/>
            <a:chExt cx="479044" cy="479046"/>
          </a:xfrm>
        </p:grpSpPr>
        <p:sp>
          <p:nvSpPr>
            <p:cNvPr id="103" name="Oval 102"/>
            <p:cNvSpPr/>
            <p:nvPr/>
          </p:nvSpPr>
          <p:spPr>
            <a:xfrm flipH="1">
              <a:off x="7738843" y="3881109"/>
              <a:ext cx="479044" cy="479046"/>
            </a:xfrm>
            <a:prstGeom prst="ellipse">
              <a:avLst/>
            </a:prstGeom>
            <a:solidFill>
              <a:schemeClr val="accent5">
                <a:alpha val="74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Arial" panose="020B0604020202020204"/>
                <a:cs typeface="Arial" panose="020B0604020202020204"/>
              </a:endParaRPr>
            </a:p>
          </p:txBody>
        </p:sp>
        <p:grpSp>
          <p:nvGrpSpPr>
            <p:cNvPr id="164" name="Group 163"/>
            <p:cNvGrpSpPr/>
            <p:nvPr/>
          </p:nvGrpSpPr>
          <p:grpSpPr>
            <a:xfrm>
              <a:off x="7840928" y="3983195"/>
              <a:ext cx="274874" cy="274874"/>
              <a:chOff x="8204317" y="2115665"/>
              <a:chExt cx="464344" cy="464344"/>
            </a:xfrm>
            <a:solidFill>
              <a:schemeClr val="bg1"/>
            </a:solidFill>
          </p:grpSpPr>
          <p:sp>
            <p:nvSpPr>
              <p:cNvPr id="165" name="AutoShape 81"/>
              <p:cNvSpPr/>
              <p:nvPr/>
            </p:nvSpPr>
            <p:spPr bwMode="auto">
              <a:xfrm>
                <a:off x="8204317" y="211566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66" name="AutoShape 82"/>
              <p:cNvSpPr/>
              <p:nvPr/>
            </p:nvSpPr>
            <p:spPr bwMode="auto">
              <a:xfrm>
                <a:off x="8247973" y="249269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41" name="Group 40"/>
          <p:cNvGrpSpPr/>
          <p:nvPr/>
        </p:nvGrpSpPr>
        <p:grpSpPr>
          <a:xfrm>
            <a:off x="6168853" y="3075851"/>
            <a:ext cx="479044" cy="479046"/>
            <a:chOff x="6168853" y="3075851"/>
            <a:chExt cx="479044" cy="479046"/>
          </a:xfrm>
        </p:grpSpPr>
        <p:sp>
          <p:nvSpPr>
            <p:cNvPr id="102" name="Oval 101"/>
            <p:cNvSpPr/>
            <p:nvPr/>
          </p:nvSpPr>
          <p:spPr>
            <a:xfrm flipH="1">
              <a:off x="6168853" y="3075851"/>
              <a:ext cx="479044" cy="479046"/>
            </a:xfrm>
            <a:prstGeom prst="ellipse">
              <a:avLst/>
            </a:prstGeom>
            <a:solidFill>
              <a:schemeClr val="accent3">
                <a:alpha val="74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Arial" panose="020B0604020202020204"/>
                <a:cs typeface="Arial" panose="020B0604020202020204"/>
              </a:endParaRPr>
            </a:p>
          </p:txBody>
        </p:sp>
        <p:grpSp>
          <p:nvGrpSpPr>
            <p:cNvPr id="167" name="Group 166"/>
            <p:cNvGrpSpPr/>
            <p:nvPr/>
          </p:nvGrpSpPr>
          <p:grpSpPr>
            <a:xfrm>
              <a:off x="6271173" y="3229388"/>
              <a:ext cx="274404" cy="171972"/>
              <a:chOff x="1640798" y="4641849"/>
              <a:chExt cx="463550" cy="290513"/>
            </a:xfrm>
            <a:solidFill>
              <a:schemeClr val="bg1"/>
            </a:solidFill>
          </p:grpSpPr>
          <p:sp>
            <p:nvSpPr>
              <p:cNvPr id="168" name="AutoShape 105"/>
              <p:cNvSpPr/>
              <p:nvPr/>
            </p:nvSpPr>
            <p:spPr bwMode="auto">
              <a:xfrm>
                <a:off x="1640798" y="4641849"/>
                <a:ext cx="463550"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69" name="AutoShape 106"/>
              <p:cNvSpPr/>
              <p:nvPr/>
            </p:nvSpPr>
            <p:spPr bwMode="auto">
              <a:xfrm>
                <a:off x="1814629" y="4729162"/>
                <a:ext cx="65881"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70" name="AutoShape 107"/>
              <p:cNvSpPr/>
              <p:nvPr/>
            </p:nvSpPr>
            <p:spPr bwMode="auto">
              <a:xfrm>
                <a:off x="1770973" y="4685506"/>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40" name="Group 39"/>
          <p:cNvGrpSpPr/>
          <p:nvPr/>
        </p:nvGrpSpPr>
        <p:grpSpPr>
          <a:xfrm>
            <a:off x="4608546" y="4119284"/>
            <a:ext cx="479044" cy="479046"/>
            <a:chOff x="4608546" y="4119284"/>
            <a:chExt cx="479044" cy="479046"/>
          </a:xfrm>
        </p:grpSpPr>
        <p:sp>
          <p:nvSpPr>
            <p:cNvPr id="97" name="Oval 96"/>
            <p:cNvSpPr/>
            <p:nvPr/>
          </p:nvSpPr>
          <p:spPr>
            <a:xfrm flipH="1">
              <a:off x="4608546" y="4119284"/>
              <a:ext cx="479044" cy="479046"/>
            </a:xfrm>
            <a:prstGeom prst="ellipse">
              <a:avLst/>
            </a:prstGeom>
            <a:solidFill>
              <a:schemeClr val="accent2">
                <a:alpha val="74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Arial" panose="020B0604020202020204"/>
                <a:cs typeface="Arial" panose="020B0604020202020204"/>
              </a:endParaRPr>
            </a:p>
          </p:txBody>
        </p:sp>
        <p:grpSp>
          <p:nvGrpSpPr>
            <p:cNvPr id="171" name="Group 170"/>
            <p:cNvGrpSpPr/>
            <p:nvPr/>
          </p:nvGrpSpPr>
          <p:grpSpPr>
            <a:xfrm>
              <a:off x="4710396" y="4221370"/>
              <a:ext cx="275344" cy="274874"/>
              <a:chOff x="2581275" y="2582069"/>
              <a:chExt cx="465138" cy="464344"/>
            </a:xfrm>
            <a:solidFill>
              <a:schemeClr val="bg1"/>
            </a:solidFill>
          </p:grpSpPr>
          <p:sp>
            <p:nvSpPr>
              <p:cNvPr id="172" name="AutoShape 128"/>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73" name="AutoShape 129"/>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39" name="Group 38"/>
          <p:cNvGrpSpPr/>
          <p:nvPr/>
        </p:nvGrpSpPr>
        <p:grpSpPr>
          <a:xfrm>
            <a:off x="3687871" y="2677559"/>
            <a:ext cx="479044" cy="479046"/>
            <a:chOff x="3687871" y="2677559"/>
            <a:chExt cx="479044" cy="479046"/>
          </a:xfrm>
        </p:grpSpPr>
        <p:sp>
          <p:nvSpPr>
            <p:cNvPr id="85" name="Oval 84"/>
            <p:cNvSpPr/>
            <p:nvPr/>
          </p:nvSpPr>
          <p:spPr>
            <a:xfrm flipH="1">
              <a:off x="3687871" y="2677559"/>
              <a:ext cx="479044" cy="479046"/>
            </a:xfrm>
            <a:prstGeom prst="ellipse">
              <a:avLst/>
            </a:prstGeom>
            <a:solidFill>
              <a:schemeClr val="accent1">
                <a:alpha val="74000"/>
              </a:schemeClr>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latin typeface="Arial" panose="020B0604020202020204"/>
                <a:cs typeface="Arial" panose="020B0604020202020204"/>
              </a:endParaRPr>
            </a:p>
          </p:txBody>
        </p:sp>
        <p:sp>
          <p:nvSpPr>
            <p:cNvPr id="174" name="AutoShape 139"/>
            <p:cNvSpPr/>
            <p:nvPr/>
          </p:nvSpPr>
          <p:spPr bwMode="auto">
            <a:xfrm>
              <a:off x="3789956" y="2783874"/>
              <a:ext cx="274874" cy="266416"/>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89"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90"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37"/>
                                        </p:tgtEl>
                                        <p:attrNameLst>
                                          <p:attrName>style.visibility</p:attrName>
                                        </p:attrNameLst>
                                      </p:cBhvr>
                                      <p:to>
                                        <p:strVal val="visible"/>
                                      </p:to>
                                    </p:set>
                                    <p:animEffect transition="in" filter="wipe(up)">
                                      <p:cBhvr>
                                        <p:cTn id="17" dur="500"/>
                                        <p:tgtEl>
                                          <p:spTgt spid="137"/>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88"/>
                                        </p:tgtEl>
                                        <p:attrNameLst>
                                          <p:attrName>style.visibility</p:attrName>
                                        </p:attrNameLst>
                                      </p:cBhvr>
                                      <p:to>
                                        <p:strVal val="visible"/>
                                      </p:to>
                                    </p:set>
                                    <p:animEffect transition="in" filter="fade">
                                      <p:cBhvr>
                                        <p:cTn id="21" dur="500"/>
                                        <p:tgtEl>
                                          <p:spTgt spid="88"/>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par>
                          <p:cTn id="26" fill="hold">
                            <p:stCondLst>
                              <p:cond delay="2500"/>
                            </p:stCondLst>
                            <p:childTnLst>
                              <p:par>
                                <p:cTn id="27" presetID="22" presetClass="entr" presetSubtype="2" fill="hold" nodeType="afterEffect">
                                  <p:stCondLst>
                                    <p:cond delay="0"/>
                                  </p:stCondLst>
                                  <p:childTnLst>
                                    <p:set>
                                      <p:cBhvr>
                                        <p:cTn id="28" dur="1" fill="hold">
                                          <p:stCondLst>
                                            <p:cond delay="0"/>
                                          </p:stCondLst>
                                        </p:cTn>
                                        <p:tgtEl>
                                          <p:spTgt spid="133"/>
                                        </p:tgtEl>
                                        <p:attrNameLst>
                                          <p:attrName>style.visibility</p:attrName>
                                        </p:attrNameLst>
                                      </p:cBhvr>
                                      <p:to>
                                        <p:strVal val="visible"/>
                                      </p:to>
                                    </p:set>
                                    <p:animEffect transition="in" filter="wipe(right)">
                                      <p:cBhvr>
                                        <p:cTn id="29" dur="500"/>
                                        <p:tgtEl>
                                          <p:spTgt spid="133"/>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93"/>
                                        </p:tgtEl>
                                        <p:attrNameLst>
                                          <p:attrName>style.visibility</p:attrName>
                                        </p:attrNameLst>
                                      </p:cBhvr>
                                      <p:to>
                                        <p:strVal val="visible"/>
                                      </p:to>
                                    </p:set>
                                    <p:animEffect transition="in" filter="fade">
                                      <p:cBhvr>
                                        <p:cTn id="33" dur="500"/>
                                        <p:tgtEl>
                                          <p:spTgt spid="93"/>
                                        </p:tgtEl>
                                      </p:cBhvr>
                                    </p:animEffect>
                                  </p:childTnLst>
                                </p:cTn>
                              </p:par>
                            </p:childTnLst>
                          </p:cTn>
                        </p:par>
                        <p:par>
                          <p:cTn id="34" fill="hold">
                            <p:stCondLst>
                              <p:cond delay="3500"/>
                            </p:stCondLst>
                            <p:childTnLst>
                              <p:par>
                                <p:cTn id="35" presetID="10" presetClass="entr" presetSubtype="0" fill="hold" nodeType="after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par>
                          <p:cTn id="38" fill="hold">
                            <p:stCondLst>
                              <p:cond delay="4000"/>
                            </p:stCondLst>
                            <p:childTnLst>
                              <p:par>
                                <p:cTn id="39" presetID="22" presetClass="entr" presetSubtype="1" fill="hold" nodeType="afterEffect">
                                  <p:stCondLst>
                                    <p:cond delay="0"/>
                                  </p:stCondLst>
                                  <p:childTnLst>
                                    <p:set>
                                      <p:cBhvr>
                                        <p:cTn id="40" dur="1" fill="hold">
                                          <p:stCondLst>
                                            <p:cond delay="0"/>
                                          </p:stCondLst>
                                        </p:cTn>
                                        <p:tgtEl>
                                          <p:spTgt spid="153"/>
                                        </p:tgtEl>
                                        <p:attrNameLst>
                                          <p:attrName>style.visibility</p:attrName>
                                        </p:attrNameLst>
                                      </p:cBhvr>
                                      <p:to>
                                        <p:strVal val="visible"/>
                                      </p:to>
                                    </p:set>
                                    <p:animEffect transition="in" filter="wipe(up)">
                                      <p:cBhvr>
                                        <p:cTn id="41" dur="500"/>
                                        <p:tgtEl>
                                          <p:spTgt spid="153"/>
                                        </p:tgtEl>
                                      </p:cBhvr>
                                    </p:animEffect>
                                  </p:childTnLst>
                                </p:cTn>
                              </p:par>
                            </p:childTnLst>
                          </p:cTn>
                        </p:par>
                        <p:par>
                          <p:cTn id="42" fill="hold">
                            <p:stCondLst>
                              <p:cond delay="4500"/>
                            </p:stCondLst>
                            <p:childTnLst>
                              <p:par>
                                <p:cTn id="43" presetID="10" presetClass="entr" presetSubtype="0" fill="hold" nodeType="afterEffect">
                                  <p:stCondLst>
                                    <p:cond delay="0"/>
                                  </p:stCondLst>
                                  <p:childTnLst>
                                    <p:set>
                                      <p:cBhvr>
                                        <p:cTn id="44" dur="1" fill="hold">
                                          <p:stCondLst>
                                            <p:cond delay="0"/>
                                          </p:stCondLst>
                                        </p:cTn>
                                        <p:tgtEl>
                                          <p:spTgt spid="110"/>
                                        </p:tgtEl>
                                        <p:attrNameLst>
                                          <p:attrName>style.visibility</p:attrName>
                                        </p:attrNameLst>
                                      </p:cBhvr>
                                      <p:to>
                                        <p:strVal val="visible"/>
                                      </p:to>
                                    </p:set>
                                    <p:animEffect transition="in" filter="fade">
                                      <p:cBhvr>
                                        <p:cTn id="45" dur="500"/>
                                        <p:tgtEl>
                                          <p:spTgt spid="110"/>
                                        </p:tgtEl>
                                      </p:cBhvr>
                                    </p:animEffect>
                                  </p:childTnLst>
                                </p:cTn>
                              </p:par>
                            </p:childTnLst>
                          </p:cTn>
                        </p:par>
                        <p:par>
                          <p:cTn id="46" fill="hold">
                            <p:stCondLst>
                              <p:cond delay="5000"/>
                            </p:stCondLst>
                            <p:childTnLst>
                              <p:par>
                                <p:cTn id="47" presetID="10" presetClass="entr" presetSubtype="0" fill="hold"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childTnLst>
                          </p:cTn>
                        </p:par>
                        <p:par>
                          <p:cTn id="50" fill="hold">
                            <p:stCondLst>
                              <p:cond delay="5500"/>
                            </p:stCondLst>
                            <p:childTnLst>
                              <p:par>
                                <p:cTn id="51" presetID="22" presetClass="entr" presetSubtype="8" fill="hold" nodeType="afterEffect">
                                  <p:stCondLst>
                                    <p:cond delay="0"/>
                                  </p:stCondLst>
                                  <p:childTnLst>
                                    <p:set>
                                      <p:cBhvr>
                                        <p:cTn id="52" dur="1" fill="hold">
                                          <p:stCondLst>
                                            <p:cond delay="0"/>
                                          </p:stCondLst>
                                        </p:cTn>
                                        <p:tgtEl>
                                          <p:spTgt spid="145"/>
                                        </p:tgtEl>
                                        <p:attrNameLst>
                                          <p:attrName>style.visibility</p:attrName>
                                        </p:attrNameLst>
                                      </p:cBhvr>
                                      <p:to>
                                        <p:strVal val="visible"/>
                                      </p:to>
                                    </p:set>
                                    <p:animEffect transition="in" filter="wipe(left)">
                                      <p:cBhvr>
                                        <p:cTn id="53" dur="500"/>
                                        <p:tgtEl>
                                          <p:spTgt spid="145"/>
                                        </p:tgtEl>
                                      </p:cBhvr>
                                    </p:animEffect>
                                  </p:childTnLst>
                                </p:cTn>
                              </p:par>
                            </p:childTnLst>
                          </p:cTn>
                        </p:par>
                        <p:par>
                          <p:cTn id="54" fill="hold">
                            <p:stCondLst>
                              <p:cond delay="6000"/>
                            </p:stCondLst>
                            <p:childTnLst>
                              <p:par>
                                <p:cTn id="55" presetID="10" presetClass="entr" presetSubtype="0" fill="hold" nodeType="afterEffect">
                                  <p:stCondLst>
                                    <p:cond delay="0"/>
                                  </p:stCondLst>
                                  <p:childTnLst>
                                    <p:set>
                                      <p:cBhvr>
                                        <p:cTn id="56" dur="1" fill="hold">
                                          <p:stCondLst>
                                            <p:cond delay="0"/>
                                          </p:stCondLst>
                                        </p:cTn>
                                        <p:tgtEl>
                                          <p:spTgt spid="126"/>
                                        </p:tgtEl>
                                        <p:attrNameLst>
                                          <p:attrName>style.visibility</p:attrName>
                                        </p:attrNameLst>
                                      </p:cBhvr>
                                      <p:to>
                                        <p:strVal val="visible"/>
                                      </p:to>
                                    </p:set>
                                    <p:animEffect transition="in" filter="fade">
                                      <p:cBhvr>
                                        <p:cTn id="57" dur="500"/>
                                        <p:tgtEl>
                                          <p:spTgt spid="126"/>
                                        </p:tgtEl>
                                      </p:cBhvr>
                                    </p:animEffect>
                                  </p:childTnLst>
                                </p:cTn>
                              </p:par>
                            </p:childTnLst>
                          </p:cTn>
                        </p:par>
                        <p:par>
                          <p:cTn id="58" fill="hold">
                            <p:stCondLst>
                              <p:cond delay="6500"/>
                            </p:stCondLst>
                            <p:childTnLst>
                              <p:par>
                                <p:cTn id="59" presetID="10" presetClass="entr" presetSubtype="0" fill="hold"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500"/>
                                        <p:tgtEl>
                                          <p:spTgt spid="43"/>
                                        </p:tgtEl>
                                      </p:cBhvr>
                                    </p:animEffect>
                                  </p:childTnLst>
                                </p:cTn>
                              </p:par>
                            </p:childTnLst>
                          </p:cTn>
                        </p:par>
                        <p:par>
                          <p:cTn id="62" fill="hold">
                            <p:stCondLst>
                              <p:cond delay="7000"/>
                            </p:stCondLst>
                            <p:childTnLst>
                              <p:par>
                                <p:cTn id="63" presetID="22" presetClass="entr" presetSubtype="1" fill="hold" nodeType="afterEffect">
                                  <p:stCondLst>
                                    <p:cond delay="0"/>
                                  </p:stCondLst>
                                  <p:childTnLst>
                                    <p:set>
                                      <p:cBhvr>
                                        <p:cTn id="64" dur="1" fill="hold">
                                          <p:stCondLst>
                                            <p:cond delay="0"/>
                                          </p:stCondLst>
                                        </p:cTn>
                                        <p:tgtEl>
                                          <p:spTgt spid="149"/>
                                        </p:tgtEl>
                                        <p:attrNameLst>
                                          <p:attrName>style.visibility</p:attrName>
                                        </p:attrNameLst>
                                      </p:cBhvr>
                                      <p:to>
                                        <p:strVal val="visible"/>
                                      </p:to>
                                    </p:set>
                                    <p:animEffect transition="in" filter="wipe(up)">
                                      <p:cBhvr>
                                        <p:cTn id="65" dur="500"/>
                                        <p:tgtEl>
                                          <p:spTgt spid="149"/>
                                        </p:tgtEl>
                                      </p:cBhvr>
                                    </p:animEffect>
                                  </p:childTnLst>
                                </p:cTn>
                              </p:par>
                            </p:childTnLst>
                          </p:cTn>
                        </p:par>
                        <p:par>
                          <p:cTn id="66" fill="hold">
                            <p:stCondLst>
                              <p:cond delay="7500"/>
                            </p:stCondLst>
                            <p:childTnLst>
                              <p:par>
                                <p:cTn id="67" presetID="10" presetClass="entr" presetSubtype="0" fill="hold" nodeType="afterEffect">
                                  <p:stCondLst>
                                    <p:cond delay="0"/>
                                  </p:stCondLst>
                                  <p:childTnLst>
                                    <p:set>
                                      <p:cBhvr>
                                        <p:cTn id="68" dur="1" fill="hold">
                                          <p:stCondLst>
                                            <p:cond delay="0"/>
                                          </p:stCondLst>
                                        </p:cTn>
                                        <p:tgtEl>
                                          <p:spTgt spid="122"/>
                                        </p:tgtEl>
                                        <p:attrNameLst>
                                          <p:attrName>style.visibility</p:attrName>
                                        </p:attrNameLst>
                                      </p:cBhvr>
                                      <p:to>
                                        <p:strVal val="visible"/>
                                      </p:to>
                                    </p:set>
                                    <p:animEffect transition="in" filter="fade">
                                      <p:cBhvr>
                                        <p:cTn id="69"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243810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p:cNvSpPr/>
          <p:nvPr/>
        </p:nvSpPr>
        <p:spPr>
          <a:xfrm>
            <a:off x="2438400" y="0"/>
            <a:ext cx="243810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4876800" y="0"/>
            <a:ext cx="243810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a:off x="7315200" y="0"/>
            <a:ext cx="243810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a:off x="9753897" y="0"/>
            <a:ext cx="243810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7811319" y="2021840"/>
            <a:ext cx="1445864" cy="1445864"/>
            <a:chOff x="7811319" y="2021840"/>
            <a:chExt cx="1445864" cy="1445864"/>
          </a:xfrm>
        </p:grpSpPr>
        <p:sp>
          <p:nvSpPr>
            <p:cNvPr id="19" name="Oval 18"/>
            <p:cNvSpPr/>
            <p:nvPr/>
          </p:nvSpPr>
          <p:spPr>
            <a:xfrm>
              <a:off x="7811319" y="2021840"/>
              <a:ext cx="1445864" cy="1445864"/>
            </a:xfrm>
            <a:prstGeom prst="ellipse">
              <a:avLst/>
            </a:prstGeom>
            <a:noFill/>
            <a:ln w="3175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Freeform 164"/>
            <p:cNvSpPr>
              <a:spLocks noChangeArrowheads="1"/>
            </p:cNvSpPr>
            <p:nvPr/>
          </p:nvSpPr>
          <p:spPr bwMode="auto">
            <a:xfrm>
              <a:off x="8230294" y="2440816"/>
              <a:ext cx="607916" cy="607914"/>
            </a:xfrm>
            <a:custGeom>
              <a:avLst/>
              <a:gdLst>
                <a:gd name="T0" fmla="*/ 84994 w 590"/>
                <a:gd name="T1" fmla="*/ 143332 h 590"/>
                <a:gd name="T2" fmla="*/ 84994 w 590"/>
                <a:gd name="T3" fmla="*/ 143332 h 590"/>
                <a:gd name="T4" fmla="*/ 90396 w 590"/>
                <a:gd name="T5" fmla="*/ 111280 h 590"/>
                <a:gd name="T6" fmla="*/ 79592 w 590"/>
                <a:gd name="T7" fmla="*/ 106239 h 590"/>
                <a:gd name="T8" fmla="*/ 69148 w 590"/>
                <a:gd name="T9" fmla="*/ 169982 h 590"/>
                <a:gd name="T10" fmla="*/ 122089 w 590"/>
                <a:gd name="T11" fmla="*/ 127486 h 590"/>
                <a:gd name="T12" fmla="*/ 106243 w 590"/>
                <a:gd name="T13" fmla="*/ 122084 h 590"/>
                <a:gd name="T14" fmla="*/ 84994 w 590"/>
                <a:gd name="T15" fmla="*/ 143332 h 590"/>
                <a:gd name="T16" fmla="*/ 116687 w 590"/>
                <a:gd name="T17" fmla="*/ 106239 h 590"/>
                <a:gd name="T18" fmla="*/ 116687 w 590"/>
                <a:gd name="T19" fmla="*/ 106239 h 590"/>
                <a:gd name="T20" fmla="*/ 106243 w 590"/>
                <a:gd name="T21" fmla="*/ 95435 h 590"/>
                <a:gd name="T22" fmla="*/ 95438 w 590"/>
                <a:gd name="T23" fmla="*/ 106239 h 590"/>
                <a:gd name="T24" fmla="*/ 106243 w 590"/>
                <a:gd name="T25" fmla="*/ 116682 h 590"/>
                <a:gd name="T26" fmla="*/ 116687 w 590"/>
                <a:gd name="T27" fmla="*/ 106239 h 590"/>
                <a:gd name="T28" fmla="*/ 106243 w 590"/>
                <a:gd name="T29" fmla="*/ 0 h 590"/>
                <a:gd name="T30" fmla="*/ 106243 w 590"/>
                <a:gd name="T31" fmla="*/ 0 h 590"/>
                <a:gd name="T32" fmla="*/ 0 w 590"/>
                <a:gd name="T33" fmla="*/ 106239 h 590"/>
                <a:gd name="T34" fmla="*/ 106243 w 590"/>
                <a:gd name="T35" fmla="*/ 212117 h 590"/>
                <a:gd name="T36" fmla="*/ 212125 w 590"/>
                <a:gd name="T37" fmla="*/ 106239 h 590"/>
                <a:gd name="T38" fmla="*/ 106243 w 590"/>
                <a:gd name="T39" fmla="*/ 0 h 590"/>
                <a:gd name="T40" fmla="*/ 106243 w 590"/>
                <a:gd name="T41" fmla="*/ 196271 h 590"/>
                <a:gd name="T42" fmla="*/ 106243 w 590"/>
                <a:gd name="T43" fmla="*/ 196271 h 590"/>
                <a:gd name="T44" fmla="*/ 16206 w 590"/>
                <a:gd name="T45" fmla="*/ 106239 h 590"/>
                <a:gd name="T46" fmla="*/ 106243 w 590"/>
                <a:gd name="T47" fmla="*/ 10804 h 590"/>
                <a:gd name="T48" fmla="*/ 201681 w 590"/>
                <a:gd name="T49" fmla="*/ 106239 h 590"/>
                <a:gd name="T50" fmla="*/ 106243 w 590"/>
                <a:gd name="T51" fmla="*/ 196271 h 590"/>
                <a:gd name="T52" fmla="*/ 100840 w 590"/>
                <a:gd name="T53" fmla="*/ 95435 h 590"/>
                <a:gd name="T54" fmla="*/ 100840 w 590"/>
                <a:gd name="T55" fmla="*/ 95435 h 590"/>
                <a:gd name="T56" fmla="*/ 127491 w 590"/>
                <a:gd name="T57" fmla="*/ 69145 h 590"/>
                <a:gd name="T58" fmla="*/ 116687 w 590"/>
                <a:gd name="T59" fmla="*/ 106239 h 590"/>
                <a:gd name="T60" fmla="*/ 132893 w 590"/>
                <a:gd name="T61" fmla="*/ 111280 h 590"/>
                <a:gd name="T62" fmla="*/ 137935 w 590"/>
                <a:gd name="T63" fmla="*/ 47897 h 590"/>
                <a:gd name="T64" fmla="*/ 90396 w 590"/>
                <a:gd name="T65" fmla="*/ 84991 h 590"/>
                <a:gd name="T66" fmla="*/ 100840 w 590"/>
                <a:gd name="T67" fmla="*/ 95435 h 59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90" h="590">
                  <a:moveTo>
                    <a:pt x="236" y="398"/>
                  </a:moveTo>
                  <a:lnTo>
                    <a:pt x="236" y="398"/>
                  </a:lnTo>
                  <a:cubicBezTo>
                    <a:pt x="251" y="309"/>
                    <a:pt x="251" y="309"/>
                    <a:pt x="251" y="309"/>
                  </a:cubicBezTo>
                  <a:cubicBezTo>
                    <a:pt x="221" y="295"/>
                    <a:pt x="221" y="295"/>
                    <a:pt x="221" y="295"/>
                  </a:cubicBezTo>
                  <a:cubicBezTo>
                    <a:pt x="192" y="472"/>
                    <a:pt x="192" y="472"/>
                    <a:pt x="192" y="472"/>
                  </a:cubicBezTo>
                  <a:cubicBezTo>
                    <a:pt x="339" y="354"/>
                    <a:pt x="339" y="354"/>
                    <a:pt x="339" y="354"/>
                  </a:cubicBezTo>
                  <a:cubicBezTo>
                    <a:pt x="295" y="339"/>
                    <a:pt x="295" y="339"/>
                    <a:pt x="295" y="339"/>
                  </a:cubicBezTo>
                  <a:lnTo>
                    <a:pt x="236" y="398"/>
                  </a:lnTo>
                  <a:close/>
                  <a:moveTo>
                    <a:pt x="324" y="295"/>
                  </a:moveTo>
                  <a:lnTo>
                    <a:pt x="324" y="295"/>
                  </a:lnTo>
                  <a:cubicBezTo>
                    <a:pt x="324" y="280"/>
                    <a:pt x="310" y="265"/>
                    <a:pt x="295" y="265"/>
                  </a:cubicBezTo>
                  <a:cubicBezTo>
                    <a:pt x="280" y="265"/>
                    <a:pt x="265" y="280"/>
                    <a:pt x="265" y="295"/>
                  </a:cubicBezTo>
                  <a:cubicBezTo>
                    <a:pt x="265" y="309"/>
                    <a:pt x="280" y="324"/>
                    <a:pt x="295" y="324"/>
                  </a:cubicBezTo>
                  <a:cubicBezTo>
                    <a:pt x="310" y="324"/>
                    <a:pt x="324" y="309"/>
                    <a:pt x="324" y="295"/>
                  </a:cubicBezTo>
                  <a:close/>
                  <a:moveTo>
                    <a:pt x="295" y="0"/>
                  </a:moveTo>
                  <a:lnTo>
                    <a:pt x="295" y="0"/>
                  </a:lnTo>
                  <a:cubicBezTo>
                    <a:pt x="133" y="0"/>
                    <a:pt x="0" y="133"/>
                    <a:pt x="0" y="295"/>
                  </a:cubicBezTo>
                  <a:cubicBezTo>
                    <a:pt x="0" y="457"/>
                    <a:pt x="133" y="589"/>
                    <a:pt x="295" y="589"/>
                  </a:cubicBezTo>
                  <a:cubicBezTo>
                    <a:pt x="457" y="589"/>
                    <a:pt x="589" y="457"/>
                    <a:pt x="589" y="295"/>
                  </a:cubicBezTo>
                  <a:cubicBezTo>
                    <a:pt x="589" y="133"/>
                    <a:pt x="457" y="0"/>
                    <a:pt x="295" y="0"/>
                  </a:cubicBezTo>
                  <a:close/>
                  <a:moveTo>
                    <a:pt x="295" y="545"/>
                  </a:moveTo>
                  <a:lnTo>
                    <a:pt x="295" y="545"/>
                  </a:lnTo>
                  <a:cubicBezTo>
                    <a:pt x="162" y="545"/>
                    <a:pt x="45" y="427"/>
                    <a:pt x="45" y="295"/>
                  </a:cubicBezTo>
                  <a:cubicBezTo>
                    <a:pt x="45" y="147"/>
                    <a:pt x="162" y="30"/>
                    <a:pt x="295" y="30"/>
                  </a:cubicBezTo>
                  <a:cubicBezTo>
                    <a:pt x="442" y="30"/>
                    <a:pt x="560" y="147"/>
                    <a:pt x="560" y="295"/>
                  </a:cubicBezTo>
                  <a:cubicBezTo>
                    <a:pt x="560" y="427"/>
                    <a:pt x="442" y="545"/>
                    <a:pt x="295" y="545"/>
                  </a:cubicBezTo>
                  <a:close/>
                  <a:moveTo>
                    <a:pt x="280" y="265"/>
                  </a:moveTo>
                  <a:lnTo>
                    <a:pt x="280" y="265"/>
                  </a:lnTo>
                  <a:cubicBezTo>
                    <a:pt x="354" y="192"/>
                    <a:pt x="354" y="192"/>
                    <a:pt x="354" y="192"/>
                  </a:cubicBezTo>
                  <a:cubicBezTo>
                    <a:pt x="324" y="295"/>
                    <a:pt x="324" y="295"/>
                    <a:pt x="324" y="295"/>
                  </a:cubicBezTo>
                  <a:cubicBezTo>
                    <a:pt x="369" y="309"/>
                    <a:pt x="369" y="309"/>
                    <a:pt x="369" y="309"/>
                  </a:cubicBezTo>
                  <a:cubicBezTo>
                    <a:pt x="383" y="133"/>
                    <a:pt x="383" y="133"/>
                    <a:pt x="383" y="133"/>
                  </a:cubicBezTo>
                  <a:cubicBezTo>
                    <a:pt x="251" y="236"/>
                    <a:pt x="251" y="236"/>
                    <a:pt x="251" y="236"/>
                  </a:cubicBezTo>
                  <a:lnTo>
                    <a:pt x="280" y="265"/>
                  </a:lnTo>
                  <a:close/>
                </a:path>
              </a:pathLst>
            </a:custGeom>
            <a:solidFill>
              <a:schemeClr val="bg1"/>
            </a:solidFill>
            <a:ln>
              <a:noFill/>
            </a:ln>
            <a:effectLst/>
          </p:spPr>
          <p:txBody>
            <a:bodyPr wrap="none" lIns="91431" tIns="45716" rIns="91431" bIns="45716" anchor="ctr"/>
            <a:lstStyle/>
            <a:p>
              <a:endParaRPr lang="en-US"/>
            </a:p>
          </p:txBody>
        </p:sp>
      </p:grpSp>
      <p:grpSp>
        <p:nvGrpSpPr>
          <p:cNvPr id="3" name="Group 2"/>
          <p:cNvGrpSpPr/>
          <p:nvPr/>
        </p:nvGrpSpPr>
        <p:grpSpPr>
          <a:xfrm>
            <a:off x="2934519" y="2021840"/>
            <a:ext cx="1445864" cy="1445864"/>
            <a:chOff x="2934519" y="2021840"/>
            <a:chExt cx="1445864" cy="1445864"/>
          </a:xfrm>
        </p:grpSpPr>
        <p:sp>
          <p:nvSpPr>
            <p:cNvPr id="17" name="Oval 16"/>
            <p:cNvSpPr/>
            <p:nvPr/>
          </p:nvSpPr>
          <p:spPr>
            <a:xfrm>
              <a:off x="2934519" y="2021840"/>
              <a:ext cx="1445864" cy="1445864"/>
            </a:xfrm>
            <a:prstGeom prst="ellipse">
              <a:avLst/>
            </a:prstGeom>
            <a:noFill/>
            <a:ln w="3175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179"/>
            <p:cNvSpPr>
              <a:spLocks noChangeArrowheads="1"/>
            </p:cNvSpPr>
            <p:nvPr/>
          </p:nvSpPr>
          <p:spPr bwMode="auto">
            <a:xfrm>
              <a:off x="3330427" y="2440816"/>
              <a:ext cx="654048" cy="607914"/>
            </a:xfrm>
            <a:custGeom>
              <a:avLst/>
              <a:gdLst>
                <a:gd name="T0" fmla="*/ 212384 w 634"/>
                <a:gd name="T1" fmla="*/ 0 h 590"/>
                <a:gd name="T2" fmla="*/ 212384 w 634"/>
                <a:gd name="T3" fmla="*/ 0 h 590"/>
                <a:gd name="T4" fmla="*/ 148560 w 634"/>
                <a:gd name="T5" fmla="*/ 42135 h 590"/>
                <a:gd name="T6" fmla="*/ 58415 w 634"/>
                <a:gd name="T7" fmla="*/ 42135 h 590"/>
                <a:gd name="T8" fmla="*/ 0 w 634"/>
                <a:gd name="T9" fmla="*/ 95435 h 590"/>
                <a:gd name="T10" fmla="*/ 42549 w 634"/>
                <a:gd name="T11" fmla="*/ 142972 h 590"/>
                <a:gd name="T12" fmla="*/ 42549 w 634"/>
                <a:gd name="T13" fmla="*/ 201313 h 590"/>
                <a:gd name="T14" fmla="*/ 58415 w 634"/>
                <a:gd name="T15" fmla="*/ 212117 h 590"/>
                <a:gd name="T16" fmla="*/ 79689 w 634"/>
                <a:gd name="T17" fmla="*/ 212117 h 590"/>
                <a:gd name="T18" fmla="*/ 95555 w 634"/>
                <a:gd name="T19" fmla="*/ 201313 h 590"/>
                <a:gd name="T20" fmla="*/ 95555 w 634"/>
                <a:gd name="T21" fmla="*/ 142972 h 590"/>
                <a:gd name="T22" fmla="*/ 148560 w 634"/>
                <a:gd name="T23" fmla="*/ 142972 h 590"/>
                <a:gd name="T24" fmla="*/ 212384 w 634"/>
                <a:gd name="T25" fmla="*/ 185467 h 590"/>
                <a:gd name="T26" fmla="*/ 228249 w 634"/>
                <a:gd name="T27" fmla="*/ 169621 h 590"/>
                <a:gd name="T28" fmla="*/ 228249 w 634"/>
                <a:gd name="T29" fmla="*/ 15846 h 590"/>
                <a:gd name="T30" fmla="*/ 212384 w 634"/>
                <a:gd name="T31" fmla="*/ 0 h 590"/>
                <a:gd name="T32" fmla="*/ 79689 w 634"/>
                <a:gd name="T33" fmla="*/ 190869 h 590"/>
                <a:gd name="T34" fmla="*/ 79689 w 634"/>
                <a:gd name="T35" fmla="*/ 190869 h 590"/>
                <a:gd name="T36" fmla="*/ 74641 w 634"/>
                <a:gd name="T37" fmla="*/ 201313 h 590"/>
                <a:gd name="T38" fmla="*/ 63823 w 634"/>
                <a:gd name="T39" fmla="*/ 201313 h 590"/>
                <a:gd name="T40" fmla="*/ 58415 w 634"/>
                <a:gd name="T41" fmla="*/ 190869 h 590"/>
                <a:gd name="T42" fmla="*/ 58415 w 634"/>
                <a:gd name="T43" fmla="*/ 142972 h 590"/>
                <a:gd name="T44" fmla="*/ 79689 w 634"/>
                <a:gd name="T45" fmla="*/ 142972 h 590"/>
                <a:gd name="T46" fmla="*/ 79689 w 634"/>
                <a:gd name="T47" fmla="*/ 190869 h 590"/>
                <a:gd name="T48" fmla="*/ 116829 w 634"/>
                <a:gd name="T49" fmla="*/ 127126 h 590"/>
                <a:gd name="T50" fmla="*/ 116829 w 634"/>
                <a:gd name="T51" fmla="*/ 127126 h 590"/>
                <a:gd name="T52" fmla="*/ 58415 w 634"/>
                <a:gd name="T53" fmla="*/ 127126 h 590"/>
                <a:gd name="T54" fmla="*/ 15866 w 634"/>
                <a:gd name="T55" fmla="*/ 95435 h 590"/>
                <a:gd name="T56" fmla="*/ 58415 w 634"/>
                <a:gd name="T57" fmla="*/ 58341 h 590"/>
                <a:gd name="T58" fmla="*/ 116829 w 634"/>
                <a:gd name="T59" fmla="*/ 58341 h 590"/>
                <a:gd name="T60" fmla="*/ 116829 w 634"/>
                <a:gd name="T61" fmla="*/ 127126 h 590"/>
                <a:gd name="T62" fmla="*/ 148560 w 634"/>
                <a:gd name="T63" fmla="*/ 127126 h 590"/>
                <a:gd name="T64" fmla="*/ 148560 w 634"/>
                <a:gd name="T65" fmla="*/ 127126 h 590"/>
                <a:gd name="T66" fmla="*/ 127647 w 634"/>
                <a:gd name="T67" fmla="*/ 127126 h 590"/>
                <a:gd name="T68" fmla="*/ 127647 w 634"/>
                <a:gd name="T69" fmla="*/ 58341 h 590"/>
                <a:gd name="T70" fmla="*/ 148560 w 634"/>
                <a:gd name="T71" fmla="*/ 58341 h 590"/>
                <a:gd name="T72" fmla="*/ 148560 w 634"/>
                <a:gd name="T73" fmla="*/ 127126 h 590"/>
                <a:gd name="T74" fmla="*/ 212384 w 634"/>
                <a:gd name="T75" fmla="*/ 169621 h 590"/>
                <a:gd name="T76" fmla="*/ 212384 w 634"/>
                <a:gd name="T77" fmla="*/ 169621 h 590"/>
                <a:gd name="T78" fmla="*/ 164787 w 634"/>
                <a:gd name="T79" fmla="*/ 137930 h 590"/>
                <a:gd name="T80" fmla="*/ 164787 w 634"/>
                <a:gd name="T81" fmla="*/ 52939 h 590"/>
                <a:gd name="T82" fmla="*/ 212384 w 634"/>
                <a:gd name="T83" fmla="*/ 15846 h 590"/>
                <a:gd name="T84" fmla="*/ 212384 w 634"/>
                <a:gd name="T85" fmla="*/ 169621 h 5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34" h="590">
                  <a:moveTo>
                    <a:pt x="589" y="0"/>
                  </a:moveTo>
                  <a:lnTo>
                    <a:pt x="589" y="0"/>
                  </a:lnTo>
                  <a:cubicBezTo>
                    <a:pt x="412" y="117"/>
                    <a:pt x="412" y="117"/>
                    <a:pt x="412" y="117"/>
                  </a:cubicBezTo>
                  <a:cubicBezTo>
                    <a:pt x="162" y="117"/>
                    <a:pt x="162" y="117"/>
                    <a:pt x="162" y="117"/>
                  </a:cubicBezTo>
                  <a:cubicBezTo>
                    <a:pt x="74" y="117"/>
                    <a:pt x="0" y="176"/>
                    <a:pt x="0" y="265"/>
                  </a:cubicBezTo>
                  <a:cubicBezTo>
                    <a:pt x="0" y="338"/>
                    <a:pt x="59" y="383"/>
                    <a:pt x="118" y="397"/>
                  </a:cubicBezTo>
                  <a:lnTo>
                    <a:pt x="118" y="559"/>
                  </a:lnTo>
                  <a:cubicBezTo>
                    <a:pt x="118" y="574"/>
                    <a:pt x="148" y="589"/>
                    <a:pt x="162" y="589"/>
                  </a:cubicBezTo>
                  <a:cubicBezTo>
                    <a:pt x="221" y="589"/>
                    <a:pt x="221" y="589"/>
                    <a:pt x="221" y="589"/>
                  </a:cubicBezTo>
                  <a:cubicBezTo>
                    <a:pt x="236" y="589"/>
                    <a:pt x="265" y="574"/>
                    <a:pt x="265" y="559"/>
                  </a:cubicBezTo>
                  <a:cubicBezTo>
                    <a:pt x="265" y="397"/>
                    <a:pt x="265" y="397"/>
                    <a:pt x="265" y="397"/>
                  </a:cubicBezTo>
                  <a:cubicBezTo>
                    <a:pt x="412" y="397"/>
                    <a:pt x="412" y="397"/>
                    <a:pt x="412" y="397"/>
                  </a:cubicBezTo>
                  <a:cubicBezTo>
                    <a:pt x="589" y="515"/>
                    <a:pt x="589" y="515"/>
                    <a:pt x="589" y="515"/>
                  </a:cubicBezTo>
                  <a:cubicBezTo>
                    <a:pt x="619" y="515"/>
                    <a:pt x="633" y="500"/>
                    <a:pt x="633" y="471"/>
                  </a:cubicBezTo>
                  <a:cubicBezTo>
                    <a:pt x="633" y="44"/>
                    <a:pt x="633" y="44"/>
                    <a:pt x="633" y="44"/>
                  </a:cubicBezTo>
                  <a:cubicBezTo>
                    <a:pt x="633" y="29"/>
                    <a:pt x="619" y="0"/>
                    <a:pt x="589" y="0"/>
                  </a:cubicBezTo>
                  <a:close/>
                  <a:moveTo>
                    <a:pt x="221" y="530"/>
                  </a:moveTo>
                  <a:lnTo>
                    <a:pt x="221" y="530"/>
                  </a:lnTo>
                  <a:cubicBezTo>
                    <a:pt x="221" y="545"/>
                    <a:pt x="207" y="559"/>
                    <a:pt x="207" y="559"/>
                  </a:cubicBezTo>
                  <a:cubicBezTo>
                    <a:pt x="177" y="559"/>
                    <a:pt x="177" y="559"/>
                    <a:pt x="177" y="559"/>
                  </a:cubicBezTo>
                  <a:cubicBezTo>
                    <a:pt x="177" y="559"/>
                    <a:pt x="162" y="545"/>
                    <a:pt x="162" y="530"/>
                  </a:cubicBezTo>
                  <a:cubicBezTo>
                    <a:pt x="162" y="397"/>
                    <a:pt x="162" y="397"/>
                    <a:pt x="162" y="397"/>
                  </a:cubicBezTo>
                  <a:cubicBezTo>
                    <a:pt x="162" y="397"/>
                    <a:pt x="207" y="397"/>
                    <a:pt x="221" y="397"/>
                  </a:cubicBezTo>
                  <a:lnTo>
                    <a:pt x="221" y="530"/>
                  </a:lnTo>
                  <a:close/>
                  <a:moveTo>
                    <a:pt x="324" y="353"/>
                  </a:moveTo>
                  <a:lnTo>
                    <a:pt x="324" y="353"/>
                  </a:lnTo>
                  <a:cubicBezTo>
                    <a:pt x="162" y="353"/>
                    <a:pt x="162" y="353"/>
                    <a:pt x="162" y="353"/>
                  </a:cubicBezTo>
                  <a:cubicBezTo>
                    <a:pt x="118" y="353"/>
                    <a:pt x="44" y="353"/>
                    <a:pt x="44" y="265"/>
                  </a:cubicBezTo>
                  <a:cubicBezTo>
                    <a:pt x="44" y="176"/>
                    <a:pt x="118" y="162"/>
                    <a:pt x="162" y="162"/>
                  </a:cubicBezTo>
                  <a:cubicBezTo>
                    <a:pt x="324" y="162"/>
                    <a:pt x="324" y="162"/>
                    <a:pt x="324" y="162"/>
                  </a:cubicBezTo>
                  <a:lnTo>
                    <a:pt x="324" y="353"/>
                  </a:lnTo>
                  <a:close/>
                  <a:moveTo>
                    <a:pt x="412" y="353"/>
                  </a:moveTo>
                  <a:lnTo>
                    <a:pt x="412" y="353"/>
                  </a:lnTo>
                  <a:cubicBezTo>
                    <a:pt x="354" y="353"/>
                    <a:pt x="354" y="353"/>
                    <a:pt x="354" y="353"/>
                  </a:cubicBezTo>
                  <a:cubicBezTo>
                    <a:pt x="354" y="162"/>
                    <a:pt x="354" y="162"/>
                    <a:pt x="354" y="162"/>
                  </a:cubicBezTo>
                  <a:cubicBezTo>
                    <a:pt x="412" y="162"/>
                    <a:pt x="412" y="162"/>
                    <a:pt x="412" y="162"/>
                  </a:cubicBezTo>
                  <a:cubicBezTo>
                    <a:pt x="412" y="162"/>
                    <a:pt x="412" y="338"/>
                    <a:pt x="412" y="353"/>
                  </a:cubicBezTo>
                  <a:close/>
                  <a:moveTo>
                    <a:pt x="589" y="471"/>
                  </a:moveTo>
                  <a:lnTo>
                    <a:pt x="589" y="471"/>
                  </a:lnTo>
                  <a:cubicBezTo>
                    <a:pt x="457" y="383"/>
                    <a:pt x="457" y="383"/>
                    <a:pt x="457" y="383"/>
                  </a:cubicBezTo>
                  <a:cubicBezTo>
                    <a:pt x="457" y="353"/>
                    <a:pt x="457" y="162"/>
                    <a:pt x="457" y="147"/>
                  </a:cubicBezTo>
                  <a:cubicBezTo>
                    <a:pt x="589" y="44"/>
                    <a:pt x="589" y="44"/>
                    <a:pt x="589" y="44"/>
                  </a:cubicBezTo>
                  <a:cubicBezTo>
                    <a:pt x="589" y="74"/>
                    <a:pt x="589" y="456"/>
                    <a:pt x="589" y="471"/>
                  </a:cubicBezTo>
                  <a:close/>
                </a:path>
              </a:pathLst>
            </a:custGeom>
            <a:solidFill>
              <a:schemeClr val="bg1"/>
            </a:solidFill>
            <a:ln>
              <a:noFill/>
            </a:ln>
            <a:effectLst/>
          </p:spPr>
          <p:txBody>
            <a:bodyPr wrap="none" lIns="91431" tIns="45716" rIns="91431" bIns="45716" anchor="ctr"/>
            <a:lstStyle/>
            <a:p>
              <a:endParaRPr lang="en-US"/>
            </a:p>
          </p:txBody>
        </p:sp>
      </p:grpSp>
      <p:grpSp>
        <p:nvGrpSpPr>
          <p:cNvPr id="5" name="Group 4"/>
          <p:cNvGrpSpPr/>
          <p:nvPr/>
        </p:nvGrpSpPr>
        <p:grpSpPr>
          <a:xfrm>
            <a:off x="496119" y="2021840"/>
            <a:ext cx="1445864" cy="1445864"/>
            <a:chOff x="496119" y="2021840"/>
            <a:chExt cx="1445864" cy="1445864"/>
          </a:xfrm>
        </p:grpSpPr>
        <p:sp>
          <p:nvSpPr>
            <p:cNvPr id="16" name="Oval 15"/>
            <p:cNvSpPr/>
            <p:nvPr/>
          </p:nvSpPr>
          <p:spPr>
            <a:xfrm>
              <a:off x="496119" y="2021840"/>
              <a:ext cx="1445864" cy="1445864"/>
            </a:xfrm>
            <a:prstGeom prst="ellipse">
              <a:avLst/>
            </a:prstGeom>
            <a:noFill/>
            <a:ln w="3175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199"/>
            <p:cNvSpPr>
              <a:spLocks noChangeArrowheads="1"/>
            </p:cNvSpPr>
            <p:nvPr/>
          </p:nvSpPr>
          <p:spPr bwMode="auto">
            <a:xfrm>
              <a:off x="892027" y="2440816"/>
              <a:ext cx="654048" cy="607914"/>
            </a:xfrm>
            <a:custGeom>
              <a:avLst/>
              <a:gdLst>
                <a:gd name="T0" fmla="*/ 201927 w 634"/>
                <a:gd name="T1" fmla="*/ 26650 h 590"/>
                <a:gd name="T2" fmla="*/ 201927 w 634"/>
                <a:gd name="T3" fmla="*/ 26650 h 590"/>
                <a:gd name="T4" fmla="*/ 159378 w 634"/>
                <a:gd name="T5" fmla="*/ 26650 h 590"/>
                <a:gd name="T6" fmla="*/ 159378 w 634"/>
                <a:gd name="T7" fmla="*/ 10804 h 590"/>
                <a:gd name="T8" fmla="*/ 143512 w 634"/>
                <a:gd name="T9" fmla="*/ 0 h 590"/>
                <a:gd name="T10" fmla="*/ 85098 w 634"/>
                <a:gd name="T11" fmla="*/ 0 h 590"/>
                <a:gd name="T12" fmla="*/ 74641 w 634"/>
                <a:gd name="T13" fmla="*/ 10804 h 590"/>
                <a:gd name="T14" fmla="*/ 74641 w 634"/>
                <a:gd name="T15" fmla="*/ 26650 h 590"/>
                <a:gd name="T16" fmla="*/ 32092 w 634"/>
                <a:gd name="T17" fmla="*/ 26650 h 590"/>
                <a:gd name="T18" fmla="*/ 0 w 634"/>
                <a:gd name="T19" fmla="*/ 52939 h 590"/>
                <a:gd name="T20" fmla="*/ 0 w 634"/>
                <a:gd name="T21" fmla="*/ 180425 h 590"/>
                <a:gd name="T22" fmla="*/ 32092 w 634"/>
                <a:gd name="T23" fmla="*/ 212117 h 590"/>
                <a:gd name="T24" fmla="*/ 201927 w 634"/>
                <a:gd name="T25" fmla="*/ 212117 h 590"/>
                <a:gd name="T26" fmla="*/ 228249 w 634"/>
                <a:gd name="T27" fmla="*/ 180425 h 590"/>
                <a:gd name="T28" fmla="*/ 228249 w 634"/>
                <a:gd name="T29" fmla="*/ 52939 h 590"/>
                <a:gd name="T30" fmla="*/ 201927 w 634"/>
                <a:gd name="T31" fmla="*/ 26650 h 590"/>
                <a:gd name="T32" fmla="*/ 85098 w 634"/>
                <a:gd name="T33" fmla="*/ 21248 h 590"/>
                <a:gd name="T34" fmla="*/ 85098 w 634"/>
                <a:gd name="T35" fmla="*/ 21248 h 590"/>
                <a:gd name="T36" fmla="*/ 95555 w 634"/>
                <a:gd name="T37" fmla="*/ 10804 h 590"/>
                <a:gd name="T38" fmla="*/ 138104 w 634"/>
                <a:gd name="T39" fmla="*/ 10804 h 590"/>
                <a:gd name="T40" fmla="*/ 143512 w 634"/>
                <a:gd name="T41" fmla="*/ 21248 h 590"/>
                <a:gd name="T42" fmla="*/ 143512 w 634"/>
                <a:gd name="T43" fmla="*/ 26650 h 590"/>
                <a:gd name="T44" fmla="*/ 85098 w 634"/>
                <a:gd name="T45" fmla="*/ 26650 h 590"/>
                <a:gd name="T46" fmla="*/ 85098 w 634"/>
                <a:gd name="T47" fmla="*/ 21248 h 590"/>
                <a:gd name="T48" fmla="*/ 212384 w 634"/>
                <a:gd name="T49" fmla="*/ 180425 h 590"/>
                <a:gd name="T50" fmla="*/ 212384 w 634"/>
                <a:gd name="T51" fmla="*/ 180425 h 590"/>
                <a:gd name="T52" fmla="*/ 201927 w 634"/>
                <a:gd name="T53" fmla="*/ 196271 h 590"/>
                <a:gd name="T54" fmla="*/ 32092 w 634"/>
                <a:gd name="T55" fmla="*/ 196271 h 590"/>
                <a:gd name="T56" fmla="*/ 15866 w 634"/>
                <a:gd name="T57" fmla="*/ 180425 h 590"/>
                <a:gd name="T58" fmla="*/ 15866 w 634"/>
                <a:gd name="T59" fmla="*/ 106239 h 590"/>
                <a:gd name="T60" fmla="*/ 90506 w 634"/>
                <a:gd name="T61" fmla="*/ 106239 h 590"/>
                <a:gd name="T62" fmla="*/ 85098 w 634"/>
                <a:gd name="T63" fmla="*/ 111280 h 590"/>
                <a:gd name="T64" fmla="*/ 116829 w 634"/>
                <a:gd name="T65" fmla="*/ 137930 h 590"/>
                <a:gd name="T66" fmla="*/ 143512 w 634"/>
                <a:gd name="T67" fmla="*/ 111280 h 590"/>
                <a:gd name="T68" fmla="*/ 143512 w 634"/>
                <a:gd name="T69" fmla="*/ 106239 h 590"/>
                <a:gd name="T70" fmla="*/ 212384 w 634"/>
                <a:gd name="T71" fmla="*/ 106239 h 590"/>
                <a:gd name="T72" fmla="*/ 212384 w 634"/>
                <a:gd name="T73" fmla="*/ 180425 h 590"/>
                <a:gd name="T74" fmla="*/ 100963 w 634"/>
                <a:gd name="T75" fmla="*/ 111280 h 590"/>
                <a:gd name="T76" fmla="*/ 100963 w 634"/>
                <a:gd name="T77" fmla="*/ 111280 h 590"/>
                <a:gd name="T78" fmla="*/ 100963 w 634"/>
                <a:gd name="T79" fmla="*/ 106239 h 590"/>
                <a:gd name="T80" fmla="*/ 127647 w 634"/>
                <a:gd name="T81" fmla="*/ 106239 h 590"/>
                <a:gd name="T82" fmla="*/ 127647 w 634"/>
                <a:gd name="T83" fmla="*/ 111280 h 590"/>
                <a:gd name="T84" fmla="*/ 116829 w 634"/>
                <a:gd name="T85" fmla="*/ 127486 h 590"/>
                <a:gd name="T86" fmla="*/ 100963 w 634"/>
                <a:gd name="T87" fmla="*/ 111280 h 590"/>
                <a:gd name="T88" fmla="*/ 212384 w 634"/>
                <a:gd name="T89" fmla="*/ 90033 h 590"/>
                <a:gd name="T90" fmla="*/ 212384 w 634"/>
                <a:gd name="T91" fmla="*/ 90033 h 590"/>
                <a:gd name="T92" fmla="*/ 15866 w 634"/>
                <a:gd name="T93" fmla="*/ 90033 h 590"/>
                <a:gd name="T94" fmla="*/ 15866 w 634"/>
                <a:gd name="T95" fmla="*/ 52939 h 590"/>
                <a:gd name="T96" fmla="*/ 32092 w 634"/>
                <a:gd name="T97" fmla="*/ 42495 h 590"/>
                <a:gd name="T98" fmla="*/ 201927 w 634"/>
                <a:gd name="T99" fmla="*/ 42495 h 590"/>
                <a:gd name="T100" fmla="*/ 212384 w 634"/>
                <a:gd name="T101" fmla="*/ 52939 h 590"/>
                <a:gd name="T102" fmla="*/ 212384 w 634"/>
                <a:gd name="T103" fmla="*/ 90033 h 59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34" h="590">
                  <a:moveTo>
                    <a:pt x="560" y="74"/>
                  </a:moveTo>
                  <a:lnTo>
                    <a:pt x="560" y="74"/>
                  </a:lnTo>
                  <a:cubicBezTo>
                    <a:pt x="442" y="74"/>
                    <a:pt x="442" y="74"/>
                    <a:pt x="442" y="74"/>
                  </a:cubicBezTo>
                  <a:cubicBezTo>
                    <a:pt x="442" y="30"/>
                    <a:pt x="442" y="30"/>
                    <a:pt x="442" y="30"/>
                  </a:cubicBezTo>
                  <a:cubicBezTo>
                    <a:pt x="442" y="15"/>
                    <a:pt x="412" y="0"/>
                    <a:pt x="398" y="0"/>
                  </a:cubicBezTo>
                  <a:cubicBezTo>
                    <a:pt x="236" y="0"/>
                    <a:pt x="236" y="0"/>
                    <a:pt x="236" y="0"/>
                  </a:cubicBezTo>
                  <a:cubicBezTo>
                    <a:pt x="221" y="0"/>
                    <a:pt x="207" y="15"/>
                    <a:pt x="207" y="30"/>
                  </a:cubicBezTo>
                  <a:cubicBezTo>
                    <a:pt x="207" y="74"/>
                    <a:pt x="207" y="74"/>
                    <a:pt x="207" y="74"/>
                  </a:cubicBezTo>
                  <a:cubicBezTo>
                    <a:pt x="89" y="74"/>
                    <a:pt x="89" y="74"/>
                    <a:pt x="89" y="74"/>
                  </a:cubicBezTo>
                  <a:cubicBezTo>
                    <a:pt x="44" y="74"/>
                    <a:pt x="0" y="103"/>
                    <a:pt x="0" y="147"/>
                  </a:cubicBezTo>
                  <a:cubicBezTo>
                    <a:pt x="0" y="501"/>
                    <a:pt x="0" y="501"/>
                    <a:pt x="0" y="501"/>
                  </a:cubicBezTo>
                  <a:cubicBezTo>
                    <a:pt x="0" y="545"/>
                    <a:pt x="44" y="589"/>
                    <a:pt x="89" y="589"/>
                  </a:cubicBezTo>
                  <a:cubicBezTo>
                    <a:pt x="560" y="589"/>
                    <a:pt x="560" y="589"/>
                    <a:pt x="560" y="589"/>
                  </a:cubicBezTo>
                  <a:cubicBezTo>
                    <a:pt x="604" y="589"/>
                    <a:pt x="633" y="545"/>
                    <a:pt x="633" y="501"/>
                  </a:cubicBezTo>
                  <a:cubicBezTo>
                    <a:pt x="633" y="147"/>
                    <a:pt x="633" y="147"/>
                    <a:pt x="633" y="147"/>
                  </a:cubicBezTo>
                  <a:cubicBezTo>
                    <a:pt x="633" y="103"/>
                    <a:pt x="604" y="74"/>
                    <a:pt x="560" y="74"/>
                  </a:cubicBezTo>
                  <a:close/>
                  <a:moveTo>
                    <a:pt x="236" y="59"/>
                  </a:moveTo>
                  <a:lnTo>
                    <a:pt x="236" y="59"/>
                  </a:lnTo>
                  <a:cubicBezTo>
                    <a:pt x="236" y="45"/>
                    <a:pt x="251" y="30"/>
                    <a:pt x="265" y="30"/>
                  </a:cubicBezTo>
                  <a:cubicBezTo>
                    <a:pt x="383" y="30"/>
                    <a:pt x="383" y="30"/>
                    <a:pt x="383" y="30"/>
                  </a:cubicBezTo>
                  <a:cubicBezTo>
                    <a:pt x="383" y="30"/>
                    <a:pt x="398" y="45"/>
                    <a:pt x="398" y="59"/>
                  </a:cubicBezTo>
                  <a:cubicBezTo>
                    <a:pt x="398" y="74"/>
                    <a:pt x="398" y="74"/>
                    <a:pt x="398" y="74"/>
                  </a:cubicBezTo>
                  <a:cubicBezTo>
                    <a:pt x="236" y="74"/>
                    <a:pt x="236" y="74"/>
                    <a:pt x="236" y="74"/>
                  </a:cubicBezTo>
                  <a:lnTo>
                    <a:pt x="236" y="59"/>
                  </a:lnTo>
                  <a:close/>
                  <a:moveTo>
                    <a:pt x="589" y="501"/>
                  </a:moveTo>
                  <a:lnTo>
                    <a:pt x="589" y="501"/>
                  </a:lnTo>
                  <a:cubicBezTo>
                    <a:pt x="589" y="530"/>
                    <a:pt x="574" y="545"/>
                    <a:pt x="560" y="545"/>
                  </a:cubicBezTo>
                  <a:cubicBezTo>
                    <a:pt x="89" y="545"/>
                    <a:pt x="89" y="545"/>
                    <a:pt x="89" y="545"/>
                  </a:cubicBezTo>
                  <a:cubicBezTo>
                    <a:pt x="59" y="545"/>
                    <a:pt x="44" y="530"/>
                    <a:pt x="44" y="501"/>
                  </a:cubicBezTo>
                  <a:cubicBezTo>
                    <a:pt x="44" y="295"/>
                    <a:pt x="44" y="295"/>
                    <a:pt x="44" y="295"/>
                  </a:cubicBezTo>
                  <a:cubicBezTo>
                    <a:pt x="251" y="295"/>
                    <a:pt x="251" y="295"/>
                    <a:pt x="251" y="295"/>
                  </a:cubicBezTo>
                  <a:cubicBezTo>
                    <a:pt x="236" y="295"/>
                    <a:pt x="236" y="309"/>
                    <a:pt x="236" y="309"/>
                  </a:cubicBezTo>
                  <a:cubicBezTo>
                    <a:pt x="236" y="354"/>
                    <a:pt x="280" y="383"/>
                    <a:pt x="324" y="383"/>
                  </a:cubicBezTo>
                  <a:cubicBezTo>
                    <a:pt x="369" y="383"/>
                    <a:pt x="398" y="354"/>
                    <a:pt x="398" y="309"/>
                  </a:cubicBezTo>
                  <a:lnTo>
                    <a:pt x="398" y="295"/>
                  </a:lnTo>
                  <a:cubicBezTo>
                    <a:pt x="589" y="295"/>
                    <a:pt x="589" y="295"/>
                    <a:pt x="589" y="295"/>
                  </a:cubicBezTo>
                  <a:lnTo>
                    <a:pt x="589" y="501"/>
                  </a:lnTo>
                  <a:close/>
                  <a:moveTo>
                    <a:pt x="280" y="309"/>
                  </a:moveTo>
                  <a:lnTo>
                    <a:pt x="280" y="309"/>
                  </a:lnTo>
                  <a:lnTo>
                    <a:pt x="280" y="295"/>
                  </a:lnTo>
                  <a:cubicBezTo>
                    <a:pt x="354" y="295"/>
                    <a:pt x="354" y="295"/>
                    <a:pt x="354" y="295"/>
                  </a:cubicBezTo>
                  <a:lnTo>
                    <a:pt x="354" y="309"/>
                  </a:lnTo>
                  <a:cubicBezTo>
                    <a:pt x="354" y="324"/>
                    <a:pt x="339" y="354"/>
                    <a:pt x="324" y="354"/>
                  </a:cubicBezTo>
                  <a:cubicBezTo>
                    <a:pt x="295" y="354"/>
                    <a:pt x="280" y="324"/>
                    <a:pt x="280" y="309"/>
                  </a:cubicBezTo>
                  <a:close/>
                  <a:moveTo>
                    <a:pt x="589" y="250"/>
                  </a:moveTo>
                  <a:lnTo>
                    <a:pt x="589" y="250"/>
                  </a:lnTo>
                  <a:cubicBezTo>
                    <a:pt x="44" y="250"/>
                    <a:pt x="44" y="250"/>
                    <a:pt x="44" y="250"/>
                  </a:cubicBezTo>
                  <a:cubicBezTo>
                    <a:pt x="44" y="147"/>
                    <a:pt x="44" y="147"/>
                    <a:pt x="44" y="147"/>
                  </a:cubicBezTo>
                  <a:cubicBezTo>
                    <a:pt x="44" y="133"/>
                    <a:pt x="59" y="118"/>
                    <a:pt x="89" y="118"/>
                  </a:cubicBezTo>
                  <a:cubicBezTo>
                    <a:pt x="560" y="118"/>
                    <a:pt x="560" y="118"/>
                    <a:pt x="560" y="118"/>
                  </a:cubicBezTo>
                  <a:cubicBezTo>
                    <a:pt x="574" y="118"/>
                    <a:pt x="589" y="133"/>
                    <a:pt x="589" y="147"/>
                  </a:cubicBezTo>
                  <a:lnTo>
                    <a:pt x="589" y="250"/>
                  </a:lnTo>
                  <a:close/>
                </a:path>
              </a:pathLst>
            </a:custGeom>
            <a:solidFill>
              <a:schemeClr val="bg1"/>
            </a:solidFill>
            <a:ln>
              <a:noFill/>
            </a:ln>
            <a:effectLst/>
          </p:spPr>
          <p:txBody>
            <a:bodyPr wrap="none" lIns="91431" tIns="45716" rIns="91431" bIns="45716" anchor="ctr"/>
            <a:lstStyle/>
            <a:p>
              <a:endParaRPr lang="en-US"/>
            </a:p>
          </p:txBody>
        </p:sp>
      </p:grpSp>
      <p:grpSp>
        <p:nvGrpSpPr>
          <p:cNvPr id="8" name="Group 7"/>
          <p:cNvGrpSpPr/>
          <p:nvPr/>
        </p:nvGrpSpPr>
        <p:grpSpPr>
          <a:xfrm>
            <a:off x="10250016" y="2021840"/>
            <a:ext cx="1445864" cy="1445864"/>
            <a:chOff x="10250016" y="2021840"/>
            <a:chExt cx="1445864" cy="1445864"/>
          </a:xfrm>
        </p:grpSpPr>
        <p:sp>
          <p:nvSpPr>
            <p:cNvPr id="20" name="Oval 19"/>
            <p:cNvSpPr/>
            <p:nvPr/>
          </p:nvSpPr>
          <p:spPr>
            <a:xfrm>
              <a:off x="10250016" y="2021840"/>
              <a:ext cx="1445864" cy="1445864"/>
            </a:xfrm>
            <a:prstGeom prst="ellipse">
              <a:avLst/>
            </a:prstGeom>
            <a:noFill/>
            <a:ln w="3175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03"/>
            <p:cNvSpPr>
              <a:spLocks noChangeArrowheads="1"/>
            </p:cNvSpPr>
            <p:nvPr/>
          </p:nvSpPr>
          <p:spPr bwMode="auto">
            <a:xfrm>
              <a:off x="10645924" y="2417747"/>
              <a:ext cx="654048" cy="654050"/>
            </a:xfrm>
            <a:custGeom>
              <a:avLst/>
              <a:gdLst>
                <a:gd name="T0" fmla="*/ 106372 w 634"/>
                <a:gd name="T1" fmla="*/ 0 h 634"/>
                <a:gd name="T2" fmla="*/ 106372 w 634"/>
                <a:gd name="T3" fmla="*/ 0 h 634"/>
                <a:gd name="T4" fmla="*/ 95915 w 634"/>
                <a:gd name="T5" fmla="*/ 0 h 634"/>
                <a:gd name="T6" fmla="*/ 95915 w 634"/>
                <a:gd name="T7" fmla="*/ 21274 h 634"/>
                <a:gd name="T8" fmla="*/ 0 w 634"/>
                <a:gd name="T9" fmla="*/ 122234 h 634"/>
                <a:gd name="T10" fmla="*/ 106372 w 634"/>
                <a:gd name="T11" fmla="*/ 228241 h 634"/>
                <a:gd name="T12" fmla="*/ 196518 w 634"/>
                <a:gd name="T13" fmla="*/ 164420 h 634"/>
                <a:gd name="T14" fmla="*/ 212384 w 634"/>
                <a:gd name="T15" fmla="*/ 169829 h 634"/>
                <a:gd name="T16" fmla="*/ 228249 w 634"/>
                <a:gd name="T17" fmla="*/ 116825 h 634"/>
                <a:gd name="T18" fmla="*/ 106372 w 634"/>
                <a:gd name="T19" fmla="*/ 0 h 634"/>
                <a:gd name="T20" fmla="*/ 106372 w 634"/>
                <a:gd name="T21" fmla="*/ 212376 h 634"/>
                <a:gd name="T22" fmla="*/ 106372 w 634"/>
                <a:gd name="T23" fmla="*/ 212376 h 634"/>
                <a:gd name="T24" fmla="*/ 16226 w 634"/>
                <a:gd name="T25" fmla="*/ 122234 h 634"/>
                <a:gd name="T26" fmla="*/ 95915 w 634"/>
                <a:gd name="T27" fmla="*/ 37139 h 634"/>
                <a:gd name="T28" fmla="*/ 95915 w 634"/>
                <a:gd name="T29" fmla="*/ 132690 h 634"/>
                <a:gd name="T30" fmla="*/ 186061 w 634"/>
                <a:gd name="T31" fmla="*/ 159372 h 634"/>
                <a:gd name="T32" fmla="*/ 106372 w 634"/>
                <a:gd name="T33" fmla="*/ 212376 h 634"/>
                <a:gd name="T34" fmla="*/ 201927 w 634"/>
                <a:gd name="T35" fmla="*/ 153964 h 634"/>
                <a:gd name="T36" fmla="*/ 201927 w 634"/>
                <a:gd name="T37" fmla="*/ 153964 h 634"/>
                <a:gd name="T38" fmla="*/ 106372 w 634"/>
                <a:gd name="T39" fmla="*/ 122234 h 634"/>
                <a:gd name="T40" fmla="*/ 106372 w 634"/>
                <a:gd name="T41" fmla="*/ 15865 h 634"/>
                <a:gd name="T42" fmla="*/ 212384 w 634"/>
                <a:gd name="T43" fmla="*/ 116825 h 634"/>
                <a:gd name="T44" fmla="*/ 201927 w 634"/>
                <a:gd name="T45" fmla="*/ 153964 h 63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34" h="634">
                  <a:moveTo>
                    <a:pt x="295" y="0"/>
                  </a:moveTo>
                  <a:lnTo>
                    <a:pt x="295" y="0"/>
                  </a:lnTo>
                  <a:cubicBezTo>
                    <a:pt x="266" y="0"/>
                    <a:pt x="266" y="0"/>
                    <a:pt x="266" y="0"/>
                  </a:cubicBezTo>
                  <a:cubicBezTo>
                    <a:pt x="266" y="59"/>
                    <a:pt x="266" y="59"/>
                    <a:pt x="266" y="59"/>
                  </a:cubicBezTo>
                  <a:cubicBezTo>
                    <a:pt x="118" y="73"/>
                    <a:pt x="0" y="191"/>
                    <a:pt x="0" y="339"/>
                  </a:cubicBezTo>
                  <a:cubicBezTo>
                    <a:pt x="0" y="501"/>
                    <a:pt x="133" y="633"/>
                    <a:pt x="295" y="633"/>
                  </a:cubicBezTo>
                  <a:cubicBezTo>
                    <a:pt x="412" y="633"/>
                    <a:pt x="501" y="560"/>
                    <a:pt x="545" y="456"/>
                  </a:cubicBezTo>
                  <a:cubicBezTo>
                    <a:pt x="589" y="471"/>
                    <a:pt x="589" y="471"/>
                    <a:pt x="589" y="471"/>
                  </a:cubicBezTo>
                  <a:cubicBezTo>
                    <a:pt x="619" y="442"/>
                    <a:pt x="633" y="383"/>
                    <a:pt x="633" y="324"/>
                  </a:cubicBezTo>
                  <a:cubicBezTo>
                    <a:pt x="633" y="147"/>
                    <a:pt x="471" y="0"/>
                    <a:pt x="295" y="0"/>
                  </a:cubicBezTo>
                  <a:close/>
                  <a:moveTo>
                    <a:pt x="295" y="589"/>
                  </a:moveTo>
                  <a:lnTo>
                    <a:pt x="295" y="589"/>
                  </a:lnTo>
                  <a:cubicBezTo>
                    <a:pt x="148" y="589"/>
                    <a:pt x="45" y="486"/>
                    <a:pt x="45" y="339"/>
                  </a:cubicBezTo>
                  <a:cubicBezTo>
                    <a:pt x="45" y="221"/>
                    <a:pt x="148" y="118"/>
                    <a:pt x="266" y="103"/>
                  </a:cubicBezTo>
                  <a:cubicBezTo>
                    <a:pt x="266" y="368"/>
                    <a:pt x="266" y="368"/>
                    <a:pt x="266" y="368"/>
                  </a:cubicBezTo>
                  <a:cubicBezTo>
                    <a:pt x="516" y="442"/>
                    <a:pt x="516" y="442"/>
                    <a:pt x="516" y="442"/>
                  </a:cubicBezTo>
                  <a:cubicBezTo>
                    <a:pt x="471" y="530"/>
                    <a:pt x="383" y="589"/>
                    <a:pt x="295" y="589"/>
                  </a:cubicBezTo>
                  <a:close/>
                  <a:moveTo>
                    <a:pt x="560" y="427"/>
                  </a:moveTo>
                  <a:lnTo>
                    <a:pt x="560" y="427"/>
                  </a:lnTo>
                  <a:cubicBezTo>
                    <a:pt x="295" y="339"/>
                    <a:pt x="295" y="339"/>
                    <a:pt x="295" y="339"/>
                  </a:cubicBezTo>
                  <a:cubicBezTo>
                    <a:pt x="295" y="44"/>
                    <a:pt x="295" y="44"/>
                    <a:pt x="295" y="44"/>
                  </a:cubicBezTo>
                  <a:cubicBezTo>
                    <a:pt x="457" y="44"/>
                    <a:pt x="589" y="177"/>
                    <a:pt x="589" y="324"/>
                  </a:cubicBezTo>
                  <a:cubicBezTo>
                    <a:pt x="589" y="368"/>
                    <a:pt x="575" y="398"/>
                    <a:pt x="560" y="427"/>
                  </a:cubicBezTo>
                  <a:close/>
                </a:path>
              </a:pathLst>
            </a:custGeom>
            <a:solidFill>
              <a:schemeClr val="bg1"/>
            </a:solidFill>
            <a:ln>
              <a:noFill/>
            </a:ln>
            <a:effectLst/>
          </p:spPr>
          <p:txBody>
            <a:bodyPr wrap="none" lIns="91431" tIns="45716" rIns="91431" bIns="45716" anchor="ctr"/>
            <a:lstStyle/>
            <a:p>
              <a:endParaRPr lang="en-US"/>
            </a:p>
          </p:txBody>
        </p:sp>
      </p:grpSp>
      <p:grpSp>
        <p:nvGrpSpPr>
          <p:cNvPr id="2" name="Group 1"/>
          <p:cNvGrpSpPr/>
          <p:nvPr/>
        </p:nvGrpSpPr>
        <p:grpSpPr>
          <a:xfrm>
            <a:off x="5372919" y="2021840"/>
            <a:ext cx="1445864" cy="1445864"/>
            <a:chOff x="5372919" y="2021840"/>
            <a:chExt cx="1445864" cy="1445864"/>
          </a:xfrm>
        </p:grpSpPr>
        <p:sp>
          <p:nvSpPr>
            <p:cNvPr id="18" name="Oval 17"/>
            <p:cNvSpPr/>
            <p:nvPr/>
          </p:nvSpPr>
          <p:spPr>
            <a:xfrm>
              <a:off x="5372919" y="2021840"/>
              <a:ext cx="1445864" cy="1445864"/>
            </a:xfrm>
            <a:prstGeom prst="ellipse">
              <a:avLst/>
            </a:prstGeom>
            <a:noFill/>
            <a:ln w="3175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Freeform 204"/>
            <p:cNvSpPr>
              <a:spLocks noChangeArrowheads="1"/>
            </p:cNvSpPr>
            <p:nvPr/>
          </p:nvSpPr>
          <p:spPr bwMode="auto">
            <a:xfrm>
              <a:off x="5768826" y="2417747"/>
              <a:ext cx="654052" cy="654050"/>
            </a:xfrm>
            <a:custGeom>
              <a:avLst/>
              <a:gdLst>
                <a:gd name="T0" fmla="*/ 111421 w 634"/>
                <a:gd name="T1" fmla="*/ 143507 h 634"/>
                <a:gd name="T2" fmla="*/ 111421 w 634"/>
                <a:gd name="T3" fmla="*/ 143507 h 634"/>
                <a:gd name="T4" fmla="*/ 121878 w 634"/>
                <a:gd name="T5" fmla="*/ 132690 h 634"/>
                <a:gd name="T6" fmla="*/ 121878 w 634"/>
                <a:gd name="T7" fmla="*/ 47595 h 634"/>
                <a:gd name="T8" fmla="*/ 111421 w 634"/>
                <a:gd name="T9" fmla="*/ 42547 h 634"/>
                <a:gd name="T10" fmla="*/ 106012 w 634"/>
                <a:gd name="T11" fmla="*/ 47595 h 634"/>
                <a:gd name="T12" fmla="*/ 106012 w 634"/>
                <a:gd name="T13" fmla="*/ 132690 h 634"/>
                <a:gd name="T14" fmla="*/ 111421 w 634"/>
                <a:gd name="T15" fmla="*/ 143507 h 634"/>
                <a:gd name="T16" fmla="*/ 153609 w 634"/>
                <a:gd name="T17" fmla="*/ 143507 h 634"/>
                <a:gd name="T18" fmla="*/ 153609 w 634"/>
                <a:gd name="T19" fmla="*/ 143507 h 634"/>
                <a:gd name="T20" fmla="*/ 164427 w 634"/>
                <a:gd name="T21" fmla="*/ 132690 h 634"/>
                <a:gd name="T22" fmla="*/ 164427 w 634"/>
                <a:gd name="T23" fmla="*/ 68869 h 634"/>
                <a:gd name="T24" fmla="*/ 153609 w 634"/>
                <a:gd name="T25" fmla="*/ 63821 h 634"/>
                <a:gd name="T26" fmla="*/ 148561 w 634"/>
                <a:gd name="T27" fmla="*/ 68869 h 634"/>
                <a:gd name="T28" fmla="*/ 148561 w 634"/>
                <a:gd name="T29" fmla="*/ 132690 h 634"/>
                <a:gd name="T30" fmla="*/ 153609 w 634"/>
                <a:gd name="T31" fmla="*/ 143507 h 634"/>
                <a:gd name="T32" fmla="*/ 68872 w 634"/>
                <a:gd name="T33" fmla="*/ 143507 h 634"/>
                <a:gd name="T34" fmla="*/ 68872 w 634"/>
                <a:gd name="T35" fmla="*/ 143507 h 634"/>
                <a:gd name="T36" fmla="*/ 79689 w 634"/>
                <a:gd name="T37" fmla="*/ 132690 h 634"/>
                <a:gd name="T38" fmla="*/ 79689 w 634"/>
                <a:gd name="T39" fmla="*/ 106008 h 634"/>
                <a:gd name="T40" fmla="*/ 68872 w 634"/>
                <a:gd name="T41" fmla="*/ 100960 h 634"/>
                <a:gd name="T42" fmla="*/ 63463 w 634"/>
                <a:gd name="T43" fmla="*/ 106008 h 634"/>
                <a:gd name="T44" fmla="*/ 63463 w 634"/>
                <a:gd name="T45" fmla="*/ 132690 h 634"/>
                <a:gd name="T46" fmla="*/ 68872 w 634"/>
                <a:gd name="T47" fmla="*/ 143507 h 634"/>
                <a:gd name="T48" fmla="*/ 0 w 634"/>
                <a:gd name="T49" fmla="*/ 0 h 634"/>
                <a:gd name="T50" fmla="*/ 0 w 634"/>
                <a:gd name="T51" fmla="*/ 0 h 634"/>
                <a:gd name="T52" fmla="*/ 0 w 634"/>
                <a:gd name="T53" fmla="*/ 15865 h 634"/>
                <a:gd name="T54" fmla="*/ 15866 w 634"/>
                <a:gd name="T55" fmla="*/ 15865 h 634"/>
                <a:gd name="T56" fmla="*/ 15866 w 634"/>
                <a:gd name="T57" fmla="*/ 148555 h 634"/>
                <a:gd name="T58" fmla="*/ 42188 w 634"/>
                <a:gd name="T59" fmla="*/ 175237 h 634"/>
                <a:gd name="T60" fmla="*/ 84738 w 634"/>
                <a:gd name="T61" fmla="*/ 175237 h 634"/>
                <a:gd name="T62" fmla="*/ 58415 w 634"/>
                <a:gd name="T63" fmla="*/ 228241 h 634"/>
                <a:gd name="T64" fmla="*/ 79689 w 634"/>
                <a:gd name="T65" fmla="*/ 228241 h 634"/>
                <a:gd name="T66" fmla="*/ 106012 w 634"/>
                <a:gd name="T67" fmla="*/ 175237 h 634"/>
                <a:gd name="T68" fmla="*/ 121878 w 634"/>
                <a:gd name="T69" fmla="*/ 175237 h 634"/>
                <a:gd name="T70" fmla="*/ 148561 w 634"/>
                <a:gd name="T71" fmla="*/ 228241 h 634"/>
                <a:gd name="T72" fmla="*/ 169836 w 634"/>
                <a:gd name="T73" fmla="*/ 228241 h 634"/>
                <a:gd name="T74" fmla="*/ 143152 w 634"/>
                <a:gd name="T75" fmla="*/ 175237 h 634"/>
                <a:gd name="T76" fmla="*/ 185701 w 634"/>
                <a:gd name="T77" fmla="*/ 175237 h 634"/>
                <a:gd name="T78" fmla="*/ 212024 w 634"/>
                <a:gd name="T79" fmla="*/ 148555 h 634"/>
                <a:gd name="T80" fmla="*/ 212024 w 634"/>
                <a:gd name="T81" fmla="*/ 15865 h 634"/>
                <a:gd name="T82" fmla="*/ 228250 w 634"/>
                <a:gd name="T83" fmla="*/ 15865 h 634"/>
                <a:gd name="T84" fmla="*/ 228250 w 634"/>
                <a:gd name="T85" fmla="*/ 0 h 634"/>
                <a:gd name="T86" fmla="*/ 0 w 634"/>
                <a:gd name="T87" fmla="*/ 0 h 634"/>
                <a:gd name="T88" fmla="*/ 196158 w 634"/>
                <a:gd name="T89" fmla="*/ 148555 h 634"/>
                <a:gd name="T90" fmla="*/ 196158 w 634"/>
                <a:gd name="T91" fmla="*/ 148555 h 634"/>
                <a:gd name="T92" fmla="*/ 185701 w 634"/>
                <a:gd name="T93" fmla="*/ 164420 h 634"/>
                <a:gd name="T94" fmla="*/ 42188 w 634"/>
                <a:gd name="T95" fmla="*/ 164420 h 634"/>
                <a:gd name="T96" fmla="*/ 26323 w 634"/>
                <a:gd name="T97" fmla="*/ 148555 h 634"/>
                <a:gd name="T98" fmla="*/ 26323 w 634"/>
                <a:gd name="T99" fmla="*/ 15865 h 634"/>
                <a:gd name="T100" fmla="*/ 196158 w 634"/>
                <a:gd name="T101" fmla="*/ 15865 h 634"/>
                <a:gd name="T102" fmla="*/ 196158 w 634"/>
                <a:gd name="T103" fmla="*/ 148555 h 6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34" h="634">
                  <a:moveTo>
                    <a:pt x="309" y="398"/>
                  </a:moveTo>
                  <a:lnTo>
                    <a:pt x="309" y="398"/>
                  </a:lnTo>
                  <a:cubicBezTo>
                    <a:pt x="324" y="398"/>
                    <a:pt x="338" y="383"/>
                    <a:pt x="338" y="368"/>
                  </a:cubicBezTo>
                  <a:cubicBezTo>
                    <a:pt x="338" y="132"/>
                    <a:pt x="338" y="132"/>
                    <a:pt x="338" y="132"/>
                  </a:cubicBezTo>
                  <a:cubicBezTo>
                    <a:pt x="338" y="132"/>
                    <a:pt x="324" y="118"/>
                    <a:pt x="309" y="118"/>
                  </a:cubicBezTo>
                  <a:lnTo>
                    <a:pt x="294" y="132"/>
                  </a:lnTo>
                  <a:cubicBezTo>
                    <a:pt x="294" y="368"/>
                    <a:pt x="294" y="368"/>
                    <a:pt x="294" y="368"/>
                  </a:cubicBezTo>
                  <a:cubicBezTo>
                    <a:pt x="294" y="383"/>
                    <a:pt x="309" y="398"/>
                    <a:pt x="309" y="398"/>
                  </a:cubicBezTo>
                  <a:close/>
                  <a:moveTo>
                    <a:pt x="426" y="398"/>
                  </a:moveTo>
                  <a:lnTo>
                    <a:pt x="426" y="398"/>
                  </a:lnTo>
                  <a:cubicBezTo>
                    <a:pt x="442" y="398"/>
                    <a:pt x="456" y="383"/>
                    <a:pt x="456" y="368"/>
                  </a:cubicBezTo>
                  <a:cubicBezTo>
                    <a:pt x="456" y="191"/>
                    <a:pt x="456" y="191"/>
                    <a:pt x="456" y="191"/>
                  </a:cubicBezTo>
                  <a:cubicBezTo>
                    <a:pt x="456" y="191"/>
                    <a:pt x="442" y="177"/>
                    <a:pt x="426" y="177"/>
                  </a:cubicBezTo>
                  <a:lnTo>
                    <a:pt x="412" y="191"/>
                  </a:lnTo>
                  <a:cubicBezTo>
                    <a:pt x="412" y="368"/>
                    <a:pt x="412" y="368"/>
                    <a:pt x="412" y="368"/>
                  </a:cubicBezTo>
                  <a:cubicBezTo>
                    <a:pt x="412" y="383"/>
                    <a:pt x="426" y="398"/>
                    <a:pt x="426" y="398"/>
                  </a:cubicBezTo>
                  <a:close/>
                  <a:moveTo>
                    <a:pt x="191" y="398"/>
                  </a:moveTo>
                  <a:lnTo>
                    <a:pt x="191" y="398"/>
                  </a:lnTo>
                  <a:cubicBezTo>
                    <a:pt x="206" y="398"/>
                    <a:pt x="221" y="383"/>
                    <a:pt x="221" y="368"/>
                  </a:cubicBezTo>
                  <a:cubicBezTo>
                    <a:pt x="221" y="294"/>
                    <a:pt x="221" y="294"/>
                    <a:pt x="221" y="294"/>
                  </a:cubicBezTo>
                  <a:cubicBezTo>
                    <a:pt x="221" y="280"/>
                    <a:pt x="206" y="280"/>
                    <a:pt x="191" y="280"/>
                  </a:cubicBezTo>
                  <a:cubicBezTo>
                    <a:pt x="191" y="280"/>
                    <a:pt x="176" y="280"/>
                    <a:pt x="176" y="294"/>
                  </a:cubicBezTo>
                  <a:cubicBezTo>
                    <a:pt x="176" y="368"/>
                    <a:pt x="176" y="368"/>
                    <a:pt x="176" y="368"/>
                  </a:cubicBezTo>
                  <a:cubicBezTo>
                    <a:pt x="176" y="383"/>
                    <a:pt x="191" y="398"/>
                    <a:pt x="191" y="398"/>
                  </a:cubicBezTo>
                  <a:close/>
                  <a:moveTo>
                    <a:pt x="0" y="0"/>
                  </a:moveTo>
                  <a:lnTo>
                    <a:pt x="0" y="0"/>
                  </a:lnTo>
                  <a:cubicBezTo>
                    <a:pt x="0" y="44"/>
                    <a:pt x="0" y="44"/>
                    <a:pt x="0" y="44"/>
                  </a:cubicBezTo>
                  <a:cubicBezTo>
                    <a:pt x="44" y="44"/>
                    <a:pt x="44" y="44"/>
                    <a:pt x="44" y="44"/>
                  </a:cubicBezTo>
                  <a:cubicBezTo>
                    <a:pt x="44" y="73"/>
                    <a:pt x="44" y="412"/>
                    <a:pt x="44" y="412"/>
                  </a:cubicBezTo>
                  <a:cubicBezTo>
                    <a:pt x="44" y="456"/>
                    <a:pt x="73" y="486"/>
                    <a:pt x="117" y="486"/>
                  </a:cubicBezTo>
                  <a:cubicBezTo>
                    <a:pt x="235" y="486"/>
                    <a:pt x="235" y="486"/>
                    <a:pt x="235" y="486"/>
                  </a:cubicBezTo>
                  <a:cubicBezTo>
                    <a:pt x="162" y="633"/>
                    <a:pt x="162" y="633"/>
                    <a:pt x="162" y="633"/>
                  </a:cubicBezTo>
                  <a:cubicBezTo>
                    <a:pt x="221" y="633"/>
                    <a:pt x="221" y="633"/>
                    <a:pt x="221" y="633"/>
                  </a:cubicBezTo>
                  <a:cubicBezTo>
                    <a:pt x="294" y="486"/>
                    <a:pt x="294" y="486"/>
                    <a:pt x="294" y="486"/>
                  </a:cubicBezTo>
                  <a:cubicBezTo>
                    <a:pt x="338" y="486"/>
                    <a:pt x="338" y="486"/>
                    <a:pt x="338" y="486"/>
                  </a:cubicBezTo>
                  <a:cubicBezTo>
                    <a:pt x="412" y="633"/>
                    <a:pt x="412" y="633"/>
                    <a:pt x="412" y="633"/>
                  </a:cubicBezTo>
                  <a:cubicBezTo>
                    <a:pt x="471" y="633"/>
                    <a:pt x="471" y="633"/>
                    <a:pt x="471" y="633"/>
                  </a:cubicBezTo>
                  <a:cubicBezTo>
                    <a:pt x="397" y="486"/>
                    <a:pt x="397" y="486"/>
                    <a:pt x="397" y="486"/>
                  </a:cubicBezTo>
                  <a:cubicBezTo>
                    <a:pt x="515" y="486"/>
                    <a:pt x="515" y="486"/>
                    <a:pt x="515" y="486"/>
                  </a:cubicBezTo>
                  <a:cubicBezTo>
                    <a:pt x="559" y="486"/>
                    <a:pt x="588" y="456"/>
                    <a:pt x="588" y="412"/>
                  </a:cubicBezTo>
                  <a:cubicBezTo>
                    <a:pt x="588" y="412"/>
                    <a:pt x="588" y="73"/>
                    <a:pt x="588" y="44"/>
                  </a:cubicBezTo>
                  <a:cubicBezTo>
                    <a:pt x="633" y="44"/>
                    <a:pt x="633" y="44"/>
                    <a:pt x="633" y="44"/>
                  </a:cubicBezTo>
                  <a:cubicBezTo>
                    <a:pt x="633" y="0"/>
                    <a:pt x="633" y="0"/>
                    <a:pt x="633" y="0"/>
                  </a:cubicBezTo>
                  <a:lnTo>
                    <a:pt x="0" y="0"/>
                  </a:lnTo>
                  <a:close/>
                  <a:moveTo>
                    <a:pt x="544" y="412"/>
                  </a:moveTo>
                  <a:lnTo>
                    <a:pt x="544" y="412"/>
                  </a:lnTo>
                  <a:cubicBezTo>
                    <a:pt x="544" y="442"/>
                    <a:pt x="530" y="456"/>
                    <a:pt x="515" y="456"/>
                  </a:cubicBezTo>
                  <a:cubicBezTo>
                    <a:pt x="117" y="456"/>
                    <a:pt x="117" y="456"/>
                    <a:pt x="117" y="456"/>
                  </a:cubicBezTo>
                  <a:cubicBezTo>
                    <a:pt x="88" y="456"/>
                    <a:pt x="73" y="442"/>
                    <a:pt x="73" y="412"/>
                  </a:cubicBezTo>
                  <a:cubicBezTo>
                    <a:pt x="73" y="412"/>
                    <a:pt x="73" y="59"/>
                    <a:pt x="73" y="44"/>
                  </a:cubicBezTo>
                  <a:cubicBezTo>
                    <a:pt x="544" y="44"/>
                    <a:pt x="544" y="44"/>
                    <a:pt x="544" y="44"/>
                  </a:cubicBezTo>
                  <a:cubicBezTo>
                    <a:pt x="544" y="73"/>
                    <a:pt x="544" y="412"/>
                    <a:pt x="544" y="412"/>
                  </a:cubicBezTo>
                  <a:close/>
                </a:path>
              </a:pathLst>
            </a:custGeom>
            <a:solidFill>
              <a:schemeClr val="bg1"/>
            </a:solidFill>
            <a:ln>
              <a:noFill/>
            </a:ln>
            <a:effectLst/>
          </p:spPr>
          <p:txBody>
            <a:bodyPr wrap="none" lIns="91431" tIns="45716" rIns="91431" bIns="45716" anchor="ctr"/>
            <a:lstStyle/>
            <a:p>
              <a:endParaRPr lang="en-US"/>
            </a:p>
          </p:txBody>
        </p:sp>
      </p:grpSp>
      <p:sp>
        <p:nvSpPr>
          <p:cNvPr id="35" name="TextBox 34"/>
          <p:cNvSpPr txBox="1"/>
          <p:nvPr/>
        </p:nvSpPr>
        <p:spPr>
          <a:xfrm>
            <a:off x="507959" y="1376968"/>
            <a:ext cx="1422184" cy="461665"/>
          </a:xfrm>
          <a:prstGeom prst="rect">
            <a:avLst/>
          </a:prstGeom>
          <a:noFill/>
        </p:spPr>
        <p:txBody>
          <a:bodyPr wrap="none" rtlCol="0" anchor="ctr">
            <a:spAutoFit/>
          </a:bodyPr>
          <a:lstStyle/>
          <a:p>
            <a:pPr algn="ctr"/>
            <a:r>
              <a:rPr lang="zh-CN" altLang="en-US" sz="2400" b="1" dirty="0">
                <a:solidFill>
                  <a:schemeClr val="bg1"/>
                </a:solidFill>
                <a:latin typeface="Arial" panose="020B0604020202020204"/>
                <a:cs typeface="Arial" panose="020B0604020202020204"/>
              </a:rPr>
              <a:t>文字内容</a:t>
            </a:r>
            <a:endParaRPr lang="en-US" altLang="zh-CN" sz="2400" b="1" dirty="0">
              <a:solidFill>
                <a:schemeClr val="bg1"/>
              </a:solidFill>
              <a:latin typeface="Arial" panose="020B0604020202020204"/>
              <a:cs typeface="Arial" panose="020B0604020202020204"/>
            </a:endParaRPr>
          </a:p>
        </p:txBody>
      </p:sp>
      <p:sp>
        <p:nvSpPr>
          <p:cNvPr id="36" name="TextBox 35"/>
          <p:cNvSpPr txBox="1"/>
          <p:nvPr/>
        </p:nvSpPr>
        <p:spPr>
          <a:xfrm>
            <a:off x="2946363" y="1376968"/>
            <a:ext cx="1422184" cy="461665"/>
          </a:xfrm>
          <a:prstGeom prst="rect">
            <a:avLst/>
          </a:prstGeom>
          <a:noFill/>
        </p:spPr>
        <p:txBody>
          <a:bodyPr wrap="none" rtlCol="0" anchor="ctr">
            <a:spAutoFit/>
          </a:bodyPr>
          <a:lstStyle/>
          <a:p>
            <a:pPr algn="ctr"/>
            <a:r>
              <a:rPr lang="zh-CN" altLang="en-US" sz="2400" b="1" dirty="0">
                <a:solidFill>
                  <a:schemeClr val="bg1"/>
                </a:solidFill>
                <a:latin typeface="Arial" panose="020B0604020202020204"/>
                <a:cs typeface="Arial" panose="020B0604020202020204"/>
              </a:rPr>
              <a:t>文字内容</a:t>
            </a:r>
            <a:endParaRPr lang="en-US" altLang="zh-CN" sz="2400" b="1" dirty="0">
              <a:solidFill>
                <a:schemeClr val="bg1"/>
              </a:solidFill>
              <a:latin typeface="Arial" panose="020B0604020202020204"/>
              <a:cs typeface="Arial" panose="020B0604020202020204"/>
            </a:endParaRPr>
          </a:p>
        </p:txBody>
      </p:sp>
      <p:sp>
        <p:nvSpPr>
          <p:cNvPr id="37" name="TextBox 36"/>
          <p:cNvSpPr txBox="1"/>
          <p:nvPr/>
        </p:nvSpPr>
        <p:spPr>
          <a:xfrm>
            <a:off x="5384761" y="1376968"/>
            <a:ext cx="1422184" cy="461665"/>
          </a:xfrm>
          <a:prstGeom prst="rect">
            <a:avLst/>
          </a:prstGeom>
          <a:noFill/>
        </p:spPr>
        <p:txBody>
          <a:bodyPr wrap="none" rtlCol="0" anchor="ctr">
            <a:spAutoFit/>
          </a:bodyPr>
          <a:lstStyle/>
          <a:p>
            <a:pPr algn="ctr"/>
            <a:r>
              <a:rPr lang="zh-CN" altLang="en-US" sz="2400" b="1" dirty="0">
                <a:solidFill>
                  <a:schemeClr val="bg1"/>
                </a:solidFill>
                <a:latin typeface="Arial" panose="020B0604020202020204"/>
                <a:cs typeface="Arial" panose="020B0604020202020204"/>
              </a:rPr>
              <a:t>文字内容</a:t>
            </a:r>
            <a:endParaRPr lang="en-US" altLang="zh-CN" sz="2400" b="1" dirty="0">
              <a:solidFill>
                <a:schemeClr val="bg1"/>
              </a:solidFill>
              <a:latin typeface="Arial" panose="020B0604020202020204"/>
              <a:cs typeface="Arial" panose="020B0604020202020204"/>
            </a:endParaRPr>
          </a:p>
        </p:txBody>
      </p:sp>
      <p:sp>
        <p:nvSpPr>
          <p:cNvPr id="38" name="TextBox 37"/>
          <p:cNvSpPr txBox="1"/>
          <p:nvPr/>
        </p:nvSpPr>
        <p:spPr>
          <a:xfrm>
            <a:off x="7823160" y="1376968"/>
            <a:ext cx="1422184" cy="461665"/>
          </a:xfrm>
          <a:prstGeom prst="rect">
            <a:avLst/>
          </a:prstGeom>
          <a:noFill/>
        </p:spPr>
        <p:txBody>
          <a:bodyPr wrap="none" rtlCol="0" anchor="ctr">
            <a:spAutoFit/>
          </a:bodyPr>
          <a:lstStyle/>
          <a:p>
            <a:pPr algn="ctr"/>
            <a:r>
              <a:rPr lang="zh-CN" altLang="en-US" sz="2400" b="1" dirty="0">
                <a:solidFill>
                  <a:schemeClr val="bg1"/>
                </a:solidFill>
                <a:latin typeface="Arial" panose="020B0604020202020204"/>
                <a:cs typeface="Arial" panose="020B0604020202020204"/>
              </a:rPr>
              <a:t>文字内容</a:t>
            </a:r>
            <a:endParaRPr lang="en-US" altLang="zh-CN" sz="2400" b="1" dirty="0">
              <a:solidFill>
                <a:schemeClr val="bg1"/>
              </a:solidFill>
              <a:latin typeface="Arial" panose="020B0604020202020204"/>
              <a:cs typeface="Arial" panose="020B0604020202020204"/>
            </a:endParaRPr>
          </a:p>
        </p:txBody>
      </p:sp>
      <p:sp>
        <p:nvSpPr>
          <p:cNvPr id="39" name="TextBox 38"/>
          <p:cNvSpPr txBox="1"/>
          <p:nvPr/>
        </p:nvSpPr>
        <p:spPr>
          <a:xfrm>
            <a:off x="10261859" y="1376968"/>
            <a:ext cx="1422184" cy="461665"/>
          </a:xfrm>
          <a:prstGeom prst="rect">
            <a:avLst/>
          </a:prstGeom>
          <a:noFill/>
        </p:spPr>
        <p:txBody>
          <a:bodyPr wrap="none" rtlCol="0" anchor="ctr">
            <a:spAutoFit/>
          </a:bodyPr>
          <a:lstStyle/>
          <a:p>
            <a:pPr algn="ctr"/>
            <a:r>
              <a:rPr lang="zh-CN" altLang="en-US" sz="2400" b="1" dirty="0">
                <a:solidFill>
                  <a:schemeClr val="bg1"/>
                </a:solidFill>
                <a:latin typeface="Arial" panose="020B0604020202020204"/>
                <a:cs typeface="Arial" panose="020B0604020202020204"/>
              </a:rPr>
              <a:t>文字内容</a:t>
            </a:r>
            <a:endParaRPr lang="en-US" altLang="zh-CN" sz="2400" b="1" dirty="0">
              <a:solidFill>
                <a:schemeClr val="bg1"/>
              </a:solidFill>
              <a:latin typeface="Arial" panose="020B0604020202020204"/>
              <a:cs typeface="Arial" panose="020B0604020202020204"/>
            </a:endParaRPr>
          </a:p>
        </p:txBody>
      </p:sp>
      <p:sp>
        <p:nvSpPr>
          <p:cNvPr id="41" name="Rectangle 40"/>
          <p:cNvSpPr/>
          <p:nvPr/>
        </p:nvSpPr>
        <p:spPr>
          <a:xfrm>
            <a:off x="114152" y="4075296"/>
            <a:ext cx="2209798"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2" name="TextBox 41"/>
          <p:cNvSpPr txBox="1"/>
          <p:nvPr/>
        </p:nvSpPr>
        <p:spPr>
          <a:xfrm>
            <a:off x="661848" y="3698281"/>
            <a:ext cx="1114408" cy="369332"/>
          </a:xfrm>
          <a:prstGeom prst="rect">
            <a:avLst/>
          </a:prstGeom>
          <a:noFill/>
        </p:spPr>
        <p:txBody>
          <a:bodyPr wrap="none" rtlCol="0" anchor="ctr">
            <a:spAutoFit/>
          </a:bodyPr>
          <a:lstStyle/>
          <a:p>
            <a:pPr algn="ctr"/>
            <a:r>
              <a:rPr lang="zh-CN" altLang="en-US" b="1" dirty="0">
                <a:solidFill>
                  <a:schemeClr val="bg1"/>
                </a:solidFill>
                <a:latin typeface="Arial" panose="020B0604020202020204"/>
                <a:cs typeface="Arial" panose="020B0604020202020204"/>
              </a:rPr>
              <a:t>文字内容</a:t>
            </a:r>
            <a:endParaRPr lang="en-US" altLang="zh-CN" b="1" dirty="0">
              <a:solidFill>
                <a:schemeClr val="bg1"/>
              </a:solidFill>
              <a:latin typeface="Arial" panose="020B0604020202020204"/>
              <a:cs typeface="Arial" panose="020B0604020202020204"/>
            </a:endParaRPr>
          </a:p>
        </p:txBody>
      </p:sp>
      <p:sp>
        <p:nvSpPr>
          <p:cNvPr id="43" name="Rectangle 42"/>
          <p:cNvSpPr/>
          <p:nvPr/>
        </p:nvSpPr>
        <p:spPr>
          <a:xfrm>
            <a:off x="2552552" y="4075296"/>
            <a:ext cx="2209798"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4" name="TextBox 43"/>
          <p:cNvSpPr txBox="1"/>
          <p:nvPr/>
        </p:nvSpPr>
        <p:spPr>
          <a:xfrm>
            <a:off x="3100248" y="3698281"/>
            <a:ext cx="1114408" cy="369332"/>
          </a:xfrm>
          <a:prstGeom prst="rect">
            <a:avLst/>
          </a:prstGeom>
          <a:noFill/>
        </p:spPr>
        <p:txBody>
          <a:bodyPr wrap="none" rtlCol="0" anchor="ctr">
            <a:spAutoFit/>
          </a:bodyPr>
          <a:lstStyle/>
          <a:p>
            <a:pPr algn="ctr"/>
            <a:r>
              <a:rPr lang="zh-CN" altLang="en-US" b="1" dirty="0">
                <a:solidFill>
                  <a:schemeClr val="bg1"/>
                </a:solidFill>
                <a:latin typeface="Arial" panose="020B0604020202020204"/>
                <a:cs typeface="Arial" panose="020B0604020202020204"/>
              </a:rPr>
              <a:t>文字内容</a:t>
            </a:r>
            <a:endParaRPr lang="en-US" altLang="zh-CN" b="1" dirty="0">
              <a:solidFill>
                <a:schemeClr val="bg1"/>
              </a:solidFill>
              <a:latin typeface="Arial" panose="020B0604020202020204"/>
              <a:cs typeface="Arial" panose="020B0604020202020204"/>
            </a:endParaRPr>
          </a:p>
        </p:txBody>
      </p:sp>
      <p:sp>
        <p:nvSpPr>
          <p:cNvPr id="45" name="Rectangle 44"/>
          <p:cNvSpPr/>
          <p:nvPr/>
        </p:nvSpPr>
        <p:spPr>
          <a:xfrm>
            <a:off x="4990952" y="4075296"/>
            <a:ext cx="2209798"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6" name="TextBox 45"/>
          <p:cNvSpPr txBox="1"/>
          <p:nvPr/>
        </p:nvSpPr>
        <p:spPr>
          <a:xfrm>
            <a:off x="5538648" y="3698281"/>
            <a:ext cx="1114408" cy="369332"/>
          </a:xfrm>
          <a:prstGeom prst="rect">
            <a:avLst/>
          </a:prstGeom>
          <a:noFill/>
        </p:spPr>
        <p:txBody>
          <a:bodyPr wrap="none" rtlCol="0" anchor="ctr">
            <a:spAutoFit/>
          </a:bodyPr>
          <a:lstStyle/>
          <a:p>
            <a:pPr algn="ctr"/>
            <a:r>
              <a:rPr lang="zh-CN" altLang="en-US" b="1" dirty="0">
                <a:solidFill>
                  <a:schemeClr val="bg1"/>
                </a:solidFill>
                <a:latin typeface="Arial" panose="020B0604020202020204"/>
                <a:cs typeface="Arial" panose="020B0604020202020204"/>
              </a:rPr>
              <a:t>文字内容</a:t>
            </a:r>
            <a:endParaRPr lang="en-US" altLang="zh-CN" b="1" dirty="0">
              <a:solidFill>
                <a:schemeClr val="bg1"/>
              </a:solidFill>
              <a:latin typeface="Arial" panose="020B0604020202020204"/>
              <a:cs typeface="Arial" panose="020B0604020202020204"/>
            </a:endParaRPr>
          </a:p>
        </p:txBody>
      </p:sp>
      <p:sp>
        <p:nvSpPr>
          <p:cNvPr id="47" name="Rectangle 46"/>
          <p:cNvSpPr/>
          <p:nvPr/>
        </p:nvSpPr>
        <p:spPr>
          <a:xfrm>
            <a:off x="7429352" y="4075296"/>
            <a:ext cx="2209798"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8" name="TextBox 47"/>
          <p:cNvSpPr txBox="1"/>
          <p:nvPr/>
        </p:nvSpPr>
        <p:spPr>
          <a:xfrm>
            <a:off x="7977048" y="3698281"/>
            <a:ext cx="1114408" cy="369332"/>
          </a:xfrm>
          <a:prstGeom prst="rect">
            <a:avLst/>
          </a:prstGeom>
          <a:noFill/>
        </p:spPr>
        <p:txBody>
          <a:bodyPr wrap="none" rtlCol="0" anchor="ctr">
            <a:spAutoFit/>
          </a:bodyPr>
          <a:lstStyle/>
          <a:p>
            <a:pPr algn="ctr"/>
            <a:r>
              <a:rPr lang="zh-CN" altLang="en-US" b="1" dirty="0">
                <a:solidFill>
                  <a:schemeClr val="bg1"/>
                </a:solidFill>
                <a:latin typeface="Arial" panose="020B0604020202020204"/>
                <a:cs typeface="Arial" panose="020B0604020202020204"/>
              </a:rPr>
              <a:t>文字内容</a:t>
            </a:r>
            <a:endParaRPr lang="en-US" altLang="zh-CN" b="1" dirty="0">
              <a:solidFill>
                <a:schemeClr val="bg1"/>
              </a:solidFill>
              <a:latin typeface="Arial" panose="020B0604020202020204"/>
              <a:cs typeface="Arial" panose="020B0604020202020204"/>
            </a:endParaRPr>
          </a:p>
        </p:txBody>
      </p:sp>
      <p:sp>
        <p:nvSpPr>
          <p:cNvPr id="49" name="Rectangle 48"/>
          <p:cNvSpPr/>
          <p:nvPr/>
        </p:nvSpPr>
        <p:spPr>
          <a:xfrm>
            <a:off x="9868049" y="4075296"/>
            <a:ext cx="2209798"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0" name="TextBox 49"/>
          <p:cNvSpPr txBox="1"/>
          <p:nvPr/>
        </p:nvSpPr>
        <p:spPr>
          <a:xfrm>
            <a:off x="10415745" y="3698281"/>
            <a:ext cx="1114408" cy="369332"/>
          </a:xfrm>
          <a:prstGeom prst="rect">
            <a:avLst/>
          </a:prstGeom>
          <a:noFill/>
        </p:spPr>
        <p:txBody>
          <a:bodyPr wrap="none" rtlCol="0" anchor="ctr">
            <a:spAutoFit/>
          </a:bodyPr>
          <a:lstStyle/>
          <a:p>
            <a:pPr algn="ctr"/>
            <a:r>
              <a:rPr lang="zh-CN" altLang="en-US" b="1" dirty="0">
                <a:solidFill>
                  <a:schemeClr val="bg1"/>
                </a:solidFill>
                <a:latin typeface="Arial" panose="020B0604020202020204"/>
                <a:cs typeface="Arial" panose="020B0604020202020204"/>
              </a:rPr>
              <a:t>文字内容</a:t>
            </a:r>
            <a:endParaRPr lang="en-US" altLang="zh-CN" b="1" dirty="0">
              <a:solidFill>
                <a:schemeClr val="bg1"/>
              </a:solidFill>
              <a:latin typeface="Arial" panose="020B0604020202020204"/>
              <a:cs typeface="Arial" panose="020B0604020202020204"/>
            </a:endParaRPr>
          </a:p>
        </p:txBody>
      </p:sp>
      <p:pic>
        <p:nvPicPr>
          <p:cNvPr id="4" name="图片 3"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14:presetBounceEnd="48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48000">
                                          <p:cBhvr additive="base">
                                            <p:cTn id="7" dur="750" fill="hold"/>
                                            <p:tgtEl>
                                              <p:spTgt spid="7"/>
                                            </p:tgtEl>
                                            <p:attrNameLst>
                                              <p:attrName>ppt_x</p:attrName>
                                            </p:attrNameLst>
                                          </p:cBhvr>
                                          <p:tavLst>
                                            <p:tav tm="0">
                                              <p:val>
                                                <p:strVal val="#ppt_x"/>
                                              </p:val>
                                            </p:tav>
                                            <p:tav tm="100000">
                                              <p:val>
                                                <p:strVal val="#ppt_x"/>
                                              </p:val>
                                            </p:tav>
                                          </p:tavLst>
                                        </p:anim>
                                        <p:anim calcmode="lin" valueType="num" p14:bounceEnd="48000">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48000">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14:bounceEnd="48000">
                                          <p:cBhvr additive="base">
                                            <p:cTn id="11" dur="750" fill="hold"/>
                                            <p:tgtEl>
                                              <p:spTgt spid="12"/>
                                            </p:tgtEl>
                                            <p:attrNameLst>
                                              <p:attrName>ppt_x</p:attrName>
                                            </p:attrNameLst>
                                          </p:cBhvr>
                                          <p:tavLst>
                                            <p:tav tm="0">
                                              <p:val>
                                                <p:strVal val="#ppt_x"/>
                                              </p:val>
                                            </p:tav>
                                            <p:tav tm="100000">
                                              <p:val>
                                                <p:strVal val="#ppt_x"/>
                                              </p:val>
                                            </p:tav>
                                          </p:tavLst>
                                        </p:anim>
                                        <p:anim calcmode="lin" valueType="num" p14:bounceEnd="48000">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48000">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14:bounceEnd="48000">
                                          <p:cBhvr additive="base">
                                            <p:cTn id="15" dur="750" fill="hold"/>
                                            <p:tgtEl>
                                              <p:spTgt spid="14"/>
                                            </p:tgtEl>
                                            <p:attrNameLst>
                                              <p:attrName>ppt_x</p:attrName>
                                            </p:attrNameLst>
                                          </p:cBhvr>
                                          <p:tavLst>
                                            <p:tav tm="0">
                                              <p:val>
                                                <p:strVal val="#ppt_x"/>
                                              </p:val>
                                            </p:tav>
                                            <p:tav tm="100000">
                                              <p:val>
                                                <p:strVal val="#ppt_x"/>
                                              </p:val>
                                            </p:tav>
                                          </p:tavLst>
                                        </p:anim>
                                        <p:anim calcmode="lin" valueType="num" p14:bounceEnd="48000">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 presetClass="entr" presetSubtype="1" fill="hold" grpId="0" nodeType="afterEffect" p14:presetBounceEnd="52000">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14:bounceEnd="52000">
                                          <p:cBhvr additive="base">
                                            <p:cTn id="20" dur="750" fill="hold"/>
                                            <p:tgtEl>
                                              <p:spTgt spid="10"/>
                                            </p:tgtEl>
                                            <p:attrNameLst>
                                              <p:attrName>ppt_x</p:attrName>
                                            </p:attrNameLst>
                                          </p:cBhvr>
                                          <p:tavLst>
                                            <p:tav tm="0">
                                              <p:val>
                                                <p:strVal val="#ppt_x"/>
                                              </p:val>
                                            </p:tav>
                                            <p:tav tm="100000">
                                              <p:val>
                                                <p:strVal val="#ppt_x"/>
                                              </p:val>
                                            </p:tav>
                                          </p:tavLst>
                                        </p:anim>
                                        <p:anim calcmode="lin" valueType="num" p14:bounceEnd="52000">
                                          <p:cBhvr additive="base">
                                            <p:cTn id="21" dur="750" fill="hold"/>
                                            <p:tgtEl>
                                              <p:spTgt spid="10"/>
                                            </p:tgtEl>
                                            <p:attrNameLst>
                                              <p:attrName>ppt_y</p:attrName>
                                            </p:attrNameLst>
                                          </p:cBhvr>
                                          <p:tavLst>
                                            <p:tav tm="0">
                                              <p:val>
                                                <p:strVal val="0-#ppt_h/2"/>
                                              </p:val>
                                            </p:tav>
                                            <p:tav tm="100000">
                                              <p:val>
                                                <p:strVal val="#ppt_y"/>
                                              </p:val>
                                            </p:tav>
                                          </p:tavLst>
                                        </p:anim>
                                      </p:childTnLst>
                                    </p:cTn>
                                  </p:par>
                                  <p:par>
                                    <p:cTn id="22" presetID="2" presetClass="entr" presetSubtype="1" fill="hold" grpId="0" nodeType="withEffect" p14:presetBounceEnd="52000">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14:bounceEnd="52000">
                                          <p:cBhvr additive="base">
                                            <p:cTn id="24" dur="750" fill="hold"/>
                                            <p:tgtEl>
                                              <p:spTgt spid="13"/>
                                            </p:tgtEl>
                                            <p:attrNameLst>
                                              <p:attrName>ppt_x</p:attrName>
                                            </p:attrNameLst>
                                          </p:cBhvr>
                                          <p:tavLst>
                                            <p:tav tm="0">
                                              <p:val>
                                                <p:strVal val="#ppt_x"/>
                                              </p:val>
                                            </p:tav>
                                            <p:tav tm="100000">
                                              <p:val>
                                                <p:strVal val="#ppt_x"/>
                                              </p:val>
                                            </p:tav>
                                          </p:tavLst>
                                        </p:anim>
                                        <p:anim calcmode="lin" valueType="num" p14:bounceEnd="52000">
                                          <p:cBhvr additive="base">
                                            <p:cTn id="25" dur="750" fill="hold"/>
                                            <p:tgtEl>
                                              <p:spTgt spid="13"/>
                                            </p:tgtEl>
                                            <p:attrNameLst>
                                              <p:attrName>ppt_y</p:attrName>
                                            </p:attrNameLst>
                                          </p:cBhvr>
                                          <p:tavLst>
                                            <p:tav tm="0">
                                              <p:val>
                                                <p:strVal val="0-#ppt_h/2"/>
                                              </p:val>
                                            </p:tav>
                                            <p:tav tm="100000">
                                              <p:val>
                                                <p:strVal val="#ppt_y"/>
                                              </p:val>
                                            </p:tav>
                                          </p:tavLst>
                                        </p:anim>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500"/>
                                            <p:tgtEl>
                                              <p:spTgt spid="47"/>
                                            </p:tgtEl>
                                          </p:cBhvr>
                                        </p:animEffect>
                                      </p:childTnLst>
                                    </p:cTn>
                                  </p:par>
                                </p:childTnLst>
                              </p:cTn>
                            </p:par>
                            <p:par>
                              <p:cTn id="64" fill="hold">
                                <p:stCondLst>
                                  <p:cond delay="3000"/>
                                </p:stCondLst>
                                <p:childTnLst>
                                  <p:par>
                                    <p:cTn id="65" presetID="10" presetClass="entr" presetSubtype="0"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nodeType="with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500"/>
                                            <p:tgtEl>
                                              <p:spTgt spid="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500"/>
                                            <p:tgtEl>
                                              <p:spTgt spid="39"/>
                                            </p:tgtEl>
                                          </p:cBhvr>
                                        </p:animEffect>
                                      </p:childTnLst>
                                    </p:cTn>
                                  </p:par>
                                  <p:par>
                                    <p:cTn id="80" presetID="10" presetClass="entr" presetSubtype="0" fill="hold"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500"/>
                                            <p:tgtEl>
                                              <p:spTgt spid="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500"/>
                                            <p:tgtEl>
                                              <p:spTgt spid="5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fade">
                                          <p:cBhvr>
                                            <p:cTn id="8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3" grpId="0" animBg="1"/>
          <p:bldP spid="14" grpId="0" animBg="1"/>
          <p:bldP spid="35" grpId="0"/>
          <p:bldP spid="36" grpId="0"/>
          <p:bldP spid="37" grpId="0"/>
          <p:bldP spid="38" grpId="0"/>
          <p:bldP spid="39" grpId="0"/>
          <p:bldP spid="41" grpId="0"/>
          <p:bldP spid="42" grpId="0"/>
          <p:bldP spid="43" grpId="0"/>
          <p:bldP spid="44" grpId="0"/>
          <p:bldP spid="45" grpId="0"/>
          <p:bldP spid="46" grpId="0"/>
          <p:bldP spid="47" grpId="0"/>
          <p:bldP spid="48" grpId="0"/>
          <p:bldP spid="49" grpId="0"/>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ppt_x"/>
                                              </p:val>
                                            </p:tav>
                                            <p:tav tm="100000">
                                              <p:val>
                                                <p:strVal val="#ppt_x"/>
                                              </p:val>
                                            </p:tav>
                                          </p:tavLst>
                                        </p:anim>
                                        <p:anim calcmode="lin" valueType="num">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 presetClass="entr" presetSubtype="1"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750" fill="hold"/>
                                            <p:tgtEl>
                                              <p:spTgt spid="10"/>
                                            </p:tgtEl>
                                            <p:attrNameLst>
                                              <p:attrName>ppt_x</p:attrName>
                                            </p:attrNameLst>
                                          </p:cBhvr>
                                          <p:tavLst>
                                            <p:tav tm="0">
                                              <p:val>
                                                <p:strVal val="#ppt_x"/>
                                              </p:val>
                                            </p:tav>
                                            <p:tav tm="100000">
                                              <p:val>
                                                <p:strVal val="#ppt_x"/>
                                              </p:val>
                                            </p:tav>
                                          </p:tavLst>
                                        </p:anim>
                                        <p:anim calcmode="lin" valueType="num">
                                          <p:cBhvr additive="base">
                                            <p:cTn id="21" dur="750" fill="hold"/>
                                            <p:tgtEl>
                                              <p:spTgt spid="10"/>
                                            </p:tgtEl>
                                            <p:attrNameLst>
                                              <p:attrName>ppt_y</p:attrName>
                                            </p:attrNameLst>
                                          </p:cBhvr>
                                          <p:tavLst>
                                            <p:tav tm="0">
                                              <p:val>
                                                <p:strVal val="0-#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750" fill="hold"/>
                                            <p:tgtEl>
                                              <p:spTgt spid="13"/>
                                            </p:tgtEl>
                                            <p:attrNameLst>
                                              <p:attrName>ppt_x</p:attrName>
                                            </p:attrNameLst>
                                          </p:cBhvr>
                                          <p:tavLst>
                                            <p:tav tm="0">
                                              <p:val>
                                                <p:strVal val="#ppt_x"/>
                                              </p:val>
                                            </p:tav>
                                            <p:tav tm="100000">
                                              <p:val>
                                                <p:strVal val="#ppt_x"/>
                                              </p:val>
                                            </p:tav>
                                          </p:tavLst>
                                        </p:anim>
                                        <p:anim calcmode="lin" valueType="num">
                                          <p:cBhvr additive="base">
                                            <p:cTn id="25" dur="750" fill="hold"/>
                                            <p:tgtEl>
                                              <p:spTgt spid="13"/>
                                            </p:tgtEl>
                                            <p:attrNameLst>
                                              <p:attrName>ppt_y</p:attrName>
                                            </p:attrNameLst>
                                          </p:cBhvr>
                                          <p:tavLst>
                                            <p:tav tm="0">
                                              <p:val>
                                                <p:strVal val="0-#ppt_h/2"/>
                                              </p:val>
                                            </p:tav>
                                            <p:tav tm="100000">
                                              <p:val>
                                                <p:strVal val="#ppt_y"/>
                                              </p:val>
                                            </p:tav>
                                          </p:tavLst>
                                        </p:anim>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500"/>
                                            <p:tgtEl>
                                              <p:spTgt spid="47"/>
                                            </p:tgtEl>
                                          </p:cBhvr>
                                        </p:animEffect>
                                      </p:childTnLst>
                                    </p:cTn>
                                  </p:par>
                                </p:childTnLst>
                              </p:cTn>
                            </p:par>
                            <p:par>
                              <p:cTn id="64" fill="hold">
                                <p:stCondLst>
                                  <p:cond delay="3000"/>
                                </p:stCondLst>
                                <p:childTnLst>
                                  <p:par>
                                    <p:cTn id="65" presetID="10" presetClass="entr" presetSubtype="0"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nodeType="with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500"/>
                                            <p:tgtEl>
                                              <p:spTgt spid="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500"/>
                                            <p:tgtEl>
                                              <p:spTgt spid="39"/>
                                            </p:tgtEl>
                                          </p:cBhvr>
                                        </p:animEffect>
                                      </p:childTnLst>
                                    </p:cTn>
                                  </p:par>
                                  <p:par>
                                    <p:cTn id="80" presetID="10" presetClass="entr" presetSubtype="0" fill="hold"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500"/>
                                            <p:tgtEl>
                                              <p:spTgt spid="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500"/>
                                            <p:tgtEl>
                                              <p:spTgt spid="5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fade">
                                          <p:cBhvr>
                                            <p:cTn id="8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3" grpId="0" animBg="1"/>
          <p:bldP spid="14" grpId="0" animBg="1"/>
          <p:bldP spid="35" grpId="0"/>
          <p:bldP spid="36" grpId="0"/>
          <p:bldP spid="37" grpId="0"/>
          <p:bldP spid="38" grpId="0"/>
          <p:bldP spid="39" grpId="0"/>
          <p:bldP spid="41" grpId="0"/>
          <p:bldP spid="42" grpId="0"/>
          <p:bldP spid="43" grpId="0"/>
          <p:bldP spid="44" grpId="0"/>
          <p:bldP spid="45" grpId="0"/>
          <p:bldP spid="46" grpId="0"/>
          <p:bldP spid="47" grpId="0"/>
          <p:bldP spid="48" grpId="0"/>
          <p:bldP spid="49" grpId="0"/>
          <p:bldP spid="50"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flipH="1" flipV="1">
            <a:off x="0" y="0"/>
            <a:ext cx="3048000" cy="3420535"/>
          </a:xfrm>
          <a:prstGeom prst="rect">
            <a:avLst/>
          </a:prstGeom>
          <a:solidFill>
            <a:schemeClr val="accent1"/>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22" name="Rectangle 21"/>
          <p:cNvSpPr/>
          <p:nvPr/>
        </p:nvSpPr>
        <p:spPr>
          <a:xfrm flipH="1" flipV="1">
            <a:off x="3048000" y="3437464"/>
            <a:ext cx="3048000" cy="3420535"/>
          </a:xfrm>
          <a:prstGeom prst="rect">
            <a:avLst/>
          </a:prstGeom>
          <a:solidFill>
            <a:schemeClr val="accent2"/>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27" name="Rectangle 26"/>
          <p:cNvSpPr/>
          <p:nvPr/>
        </p:nvSpPr>
        <p:spPr>
          <a:xfrm flipH="1" flipV="1">
            <a:off x="6096000" y="0"/>
            <a:ext cx="3048000" cy="3420535"/>
          </a:xfrm>
          <a:prstGeom prst="rect">
            <a:avLst/>
          </a:prstGeom>
          <a:solidFill>
            <a:schemeClr val="accent3"/>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28" name="Rectangle 27"/>
          <p:cNvSpPr/>
          <p:nvPr/>
        </p:nvSpPr>
        <p:spPr>
          <a:xfrm flipH="1" flipV="1">
            <a:off x="9144000" y="3437464"/>
            <a:ext cx="3048000" cy="3420535"/>
          </a:xfrm>
          <a:prstGeom prst="rect">
            <a:avLst/>
          </a:prstGeom>
          <a:solidFill>
            <a:schemeClr val="accent4"/>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grpSp>
        <p:nvGrpSpPr>
          <p:cNvPr id="34" name="Group 33"/>
          <p:cNvGrpSpPr/>
          <p:nvPr/>
        </p:nvGrpSpPr>
        <p:grpSpPr>
          <a:xfrm>
            <a:off x="1021042" y="954443"/>
            <a:ext cx="1005916" cy="1005916"/>
            <a:chOff x="977900" y="503600"/>
            <a:chExt cx="1092200" cy="1092200"/>
          </a:xfrm>
        </p:grpSpPr>
        <p:sp>
          <p:nvSpPr>
            <p:cNvPr id="31" name="Rounded Rectangle 30"/>
            <p:cNvSpPr/>
            <p:nvPr/>
          </p:nvSpPr>
          <p:spPr>
            <a:xfrm flipH="1">
              <a:off x="977900" y="503600"/>
              <a:ext cx="1092200" cy="1092200"/>
            </a:xfrm>
            <a:prstGeom prst="roundRect">
              <a:avLst>
                <a:gd name="adj" fmla="val 12016"/>
              </a:avLst>
            </a:prstGeom>
            <a:solidFill>
              <a:schemeClr val="accent1"/>
            </a:solidFill>
            <a:ln w="57150" cmpd="sng">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2" name="Rectangle 31"/>
            <p:cNvSpPr/>
            <p:nvPr/>
          </p:nvSpPr>
          <p:spPr>
            <a:xfrm>
              <a:off x="1056121" y="695757"/>
              <a:ext cx="935758" cy="707886"/>
            </a:xfrm>
            <a:prstGeom prst="rect">
              <a:avLst/>
            </a:prstGeom>
          </p:spPr>
          <p:txBody>
            <a:bodyPr wrap="square" anchor="ctr">
              <a:spAutoFit/>
            </a:bodyPr>
            <a:lstStyle/>
            <a:p>
              <a:pPr algn="ctr"/>
              <a:r>
                <a:rPr lang="en-US" sz="4000" b="1" dirty="0">
                  <a:solidFill>
                    <a:schemeClr val="bg1"/>
                  </a:solidFill>
                  <a:latin typeface="Arial" panose="020B0604020202020204"/>
                  <a:cs typeface="Arial" panose="020B0604020202020204"/>
                </a:rPr>
                <a:t>01</a:t>
              </a:r>
              <a:endParaRPr lang="en-US" sz="2800" b="1" dirty="0">
                <a:solidFill>
                  <a:schemeClr val="bg1"/>
                </a:solidFill>
                <a:latin typeface="Arial" panose="020B0604020202020204"/>
                <a:cs typeface="Arial" panose="020B0604020202020204"/>
              </a:endParaRPr>
            </a:p>
          </p:txBody>
        </p:sp>
      </p:grpSp>
      <p:sp>
        <p:nvSpPr>
          <p:cNvPr id="35" name="Rectangle 34"/>
          <p:cNvSpPr/>
          <p:nvPr/>
        </p:nvSpPr>
        <p:spPr>
          <a:xfrm>
            <a:off x="417287" y="2113075"/>
            <a:ext cx="2213426" cy="584775"/>
          </a:xfrm>
          <a:prstGeom prst="rect">
            <a:avLst/>
          </a:prstGeom>
        </p:spPr>
        <p:txBody>
          <a:bodyPr wrap="square" anchor="ctr">
            <a:spAutoFit/>
          </a:bodyPr>
          <a:lstStyle/>
          <a:p>
            <a:pPr algn="ctr"/>
            <a:r>
              <a:rPr lang="zh-CN" altLang="en-US" sz="3200" b="1" dirty="0">
                <a:solidFill>
                  <a:schemeClr val="bg1"/>
                </a:solidFill>
                <a:latin typeface="Arial" panose="020B0604020202020204"/>
                <a:cs typeface="Arial" panose="020B0604020202020204"/>
              </a:rPr>
              <a:t>文字内容</a:t>
            </a:r>
            <a:endParaRPr lang="en-US" altLang="zh-CN" sz="3200" b="1" dirty="0">
              <a:solidFill>
                <a:schemeClr val="bg1"/>
              </a:solidFill>
              <a:latin typeface="Arial" panose="020B0604020202020204"/>
              <a:cs typeface="Arial" panose="020B0604020202020204"/>
            </a:endParaRPr>
          </a:p>
        </p:txBody>
      </p:sp>
      <p:grpSp>
        <p:nvGrpSpPr>
          <p:cNvPr id="38" name="Group 37"/>
          <p:cNvGrpSpPr/>
          <p:nvPr/>
        </p:nvGrpSpPr>
        <p:grpSpPr>
          <a:xfrm>
            <a:off x="7117042" y="954443"/>
            <a:ext cx="1005916" cy="1005916"/>
            <a:chOff x="977900" y="503600"/>
            <a:chExt cx="1092200" cy="1092200"/>
          </a:xfrm>
        </p:grpSpPr>
        <p:sp>
          <p:nvSpPr>
            <p:cNvPr id="40" name="Rounded Rectangle 39"/>
            <p:cNvSpPr/>
            <p:nvPr/>
          </p:nvSpPr>
          <p:spPr>
            <a:xfrm flipH="1">
              <a:off x="977900" y="503600"/>
              <a:ext cx="1092200" cy="1092200"/>
            </a:xfrm>
            <a:prstGeom prst="roundRect">
              <a:avLst>
                <a:gd name="adj" fmla="val 12016"/>
              </a:avLst>
            </a:prstGeom>
            <a:solidFill>
              <a:schemeClr val="accent3"/>
            </a:solidFill>
            <a:ln w="57150" cmpd="sng">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1" name="Rectangle 40"/>
            <p:cNvSpPr/>
            <p:nvPr/>
          </p:nvSpPr>
          <p:spPr>
            <a:xfrm>
              <a:off x="1056121" y="695757"/>
              <a:ext cx="935758" cy="707886"/>
            </a:xfrm>
            <a:prstGeom prst="rect">
              <a:avLst/>
            </a:prstGeom>
          </p:spPr>
          <p:txBody>
            <a:bodyPr wrap="square" anchor="ctr">
              <a:spAutoFit/>
            </a:bodyPr>
            <a:lstStyle/>
            <a:p>
              <a:pPr algn="ctr"/>
              <a:r>
                <a:rPr lang="en-US" sz="4000" b="1" dirty="0">
                  <a:solidFill>
                    <a:schemeClr val="bg1"/>
                  </a:solidFill>
                  <a:latin typeface="Arial" panose="020B0604020202020204"/>
                  <a:cs typeface="Arial" panose="020B0604020202020204"/>
                </a:rPr>
                <a:t>03</a:t>
              </a:r>
              <a:endParaRPr lang="en-US" sz="2800" b="1" dirty="0">
                <a:solidFill>
                  <a:schemeClr val="bg1"/>
                </a:solidFill>
                <a:latin typeface="Arial" panose="020B0604020202020204"/>
                <a:cs typeface="Arial" panose="020B0604020202020204"/>
              </a:endParaRPr>
            </a:p>
          </p:txBody>
        </p:sp>
      </p:grpSp>
      <p:sp>
        <p:nvSpPr>
          <p:cNvPr id="39" name="Rectangle 38"/>
          <p:cNvSpPr/>
          <p:nvPr/>
        </p:nvSpPr>
        <p:spPr>
          <a:xfrm>
            <a:off x="6513287" y="2113075"/>
            <a:ext cx="2213426" cy="584775"/>
          </a:xfrm>
          <a:prstGeom prst="rect">
            <a:avLst/>
          </a:prstGeom>
        </p:spPr>
        <p:txBody>
          <a:bodyPr wrap="square" anchor="ctr">
            <a:spAutoFit/>
          </a:bodyPr>
          <a:lstStyle/>
          <a:p>
            <a:pPr algn="ctr"/>
            <a:r>
              <a:rPr lang="zh-CN" altLang="en-US" sz="3200" b="1" dirty="0">
                <a:solidFill>
                  <a:schemeClr val="bg1"/>
                </a:solidFill>
                <a:latin typeface="Arial" panose="020B0604020202020204"/>
                <a:cs typeface="Arial" panose="020B0604020202020204"/>
              </a:rPr>
              <a:t>文字内容</a:t>
            </a:r>
            <a:endParaRPr lang="en-US" altLang="zh-CN" sz="3200" b="1" dirty="0">
              <a:solidFill>
                <a:schemeClr val="bg1"/>
              </a:solidFill>
              <a:latin typeface="Arial" panose="020B0604020202020204"/>
              <a:cs typeface="Arial" panose="020B0604020202020204"/>
            </a:endParaRPr>
          </a:p>
        </p:txBody>
      </p:sp>
      <p:grpSp>
        <p:nvGrpSpPr>
          <p:cNvPr id="43" name="Group 42"/>
          <p:cNvGrpSpPr/>
          <p:nvPr/>
        </p:nvGrpSpPr>
        <p:grpSpPr>
          <a:xfrm>
            <a:off x="4069042" y="4391907"/>
            <a:ext cx="1005916" cy="1005916"/>
            <a:chOff x="977900" y="503600"/>
            <a:chExt cx="1092200" cy="1092200"/>
          </a:xfrm>
        </p:grpSpPr>
        <p:sp>
          <p:nvSpPr>
            <p:cNvPr id="45" name="Rounded Rectangle 44"/>
            <p:cNvSpPr/>
            <p:nvPr/>
          </p:nvSpPr>
          <p:spPr>
            <a:xfrm flipH="1">
              <a:off x="977900" y="503600"/>
              <a:ext cx="1092200" cy="1092200"/>
            </a:xfrm>
            <a:prstGeom prst="roundRect">
              <a:avLst>
                <a:gd name="adj" fmla="val 12016"/>
              </a:avLst>
            </a:prstGeom>
            <a:solidFill>
              <a:schemeClr val="accent2"/>
            </a:solidFill>
            <a:ln w="57150" cmpd="sng">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6" name="Rectangle 45"/>
            <p:cNvSpPr/>
            <p:nvPr/>
          </p:nvSpPr>
          <p:spPr>
            <a:xfrm>
              <a:off x="1056121" y="695757"/>
              <a:ext cx="935758" cy="707886"/>
            </a:xfrm>
            <a:prstGeom prst="rect">
              <a:avLst/>
            </a:prstGeom>
          </p:spPr>
          <p:txBody>
            <a:bodyPr wrap="square" anchor="ctr">
              <a:spAutoFit/>
            </a:bodyPr>
            <a:lstStyle/>
            <a:p>
              <a:pPr algn="ctr"/>
              <a:r>
                <a:rPr lang="en-US" sz="4000" b="1" dirty="0">
                  <a:solidFill>
                    <a:schemeClr val="bg1"/>
                  </a:solidFill>
                  <a:latin typeface="Arial" panose="020B0604020202020204"/>
                  <a:cs typeface="Arial" panose="020B0604020202020204"/>
                </a:rPr>
                <a:t>02</a:t>
              </a:r>
              <a:endParaRPr lang="en-US" sz="2800" b="1" dirty="0">
                <a:solidFill>
                  <a:schemeClr val="bg1"/>
                </a:solidFill>
                <a:latin typeface="Arial" panose="020B0604020202020204"/>
                <a:cs typeface="Arial" panose="020B0604020202020204"/>
              </a:endParaRPr>
            </a:p>
          </p:txBody>
        </p:sp>
      </p:grpSp>
      <p:sp>
        <p:nvSpPr>
          <p:cNvPr id="44" name="Rectangle 43"/>
          <p:cNvSpPr/>
          <p:nvPr/>
        </p:nvSpPr>
        <p:spPr>
          <a:xfrm>
            <a:off x="3465287" y="5642871"/>
            <a:ext cx="2213426" cy="400110"/>
          </a:xfrm>
          <a:prstGeom prst="rect">
            <a:avLst/>
          </a:prstGeom>
        </p:spPr>
        <p:txBody>
          <a:bodyPr wrap="square" anchor="ctr">
            <a:spAutoFit/>
          </a:bodyPr>
          <a:lstStyle/>
          <a:p>
            <a:pPr algn="ctr"/>
            <a:r>
              <a:rPr lang="zh-CN" altLang="en-US" sz="2000" b="1" dirty="0" smtClean="0">
                <a:solidFill>
                  <a:schemeClr val="bg1"/>
                </a:solidFill>
                <a:latin typeface="Arial" panose="020B0604020202020204"/>
                <a:cs typeface="Arial" panose="020B0604020202020204"/>
              </a:rPr>
              <a:t>文字内容</a:t>
            </a:r>
            <a:endParaRPr lang="en-US" sz="2000" b="1" dirty="0">
              <a:solidFill>
                <a:schemeClr val="bg1"/>
              </a:solidFill>
              <a:latin typeface="Arial" panose="020B0604020202020204"/>
              <a:cs typeface="Arial" panose="020B0604020202020204"/>
            </a:endParaRPr>
          </a:p>
        </p:txBody>
      </p:sp>
      <p:grpSp>
        <p:nvGrpSpPr>
          <p:cNvPr id="48" name="Group 47"/>
          <p:cNvGrpSpPr/>
          <p:nvPr/>
        </p:nvGrpSpPr>
        <p:grpSpPr>
          <a:xfrm>
            <a:off x="10165042" y="4391907"/>
            <a:ext cx="1005916" cy="1005916"/>
            <a:chOff x="977900" y="503600"/>
            <a:chExt cx="1092200" cy="1092200"/>
          </a:xfrm>
        </p:grpSpPr>
        <p:sp>
          <p:nvSpPr>
            <p:cNvPr id="50" name="Rounded Rectangle 49"/>
            <p:cNvSpPr/>
            <p:nvPr/>
          </p:nvSpPr>
          <p:spPr>
            <a:xfrm flipH="1">
              <a:off x="977900" y="503600"/>
              <a:ext cx="1092200" cy="1092200"/>
            </a:xfrm>
            <a:prstGeom prst="roundRect">
              <a:avLst>
                <a:gd name="adj" fmla="val 12016"/>
              </a:avLst>
            </a:prstGeom>
            <a:solidFill>
              <a:schemeClr val="accent4"/>
            </a:solidFill>
            <a:ln w="57150" cmpd="sng">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p:cNvSpPr/>
            <p:nvPr/>
          </p:nvSpPr>
          <p:spPr>
            <a:xfrm>
              <a:off x="1056121" y="695757"/>
              <a:ext cx="935758" cy="707886"/>
            </a:xfrm>
            <a:prstGeom prst="rect">
              <a:avLst/>
            </a:prstGeom>
          </p:spPr>
          <p:txBody>
            <a:bodyPr wrap="square" anchor="ctr">
              <a:spAutoFit/>
            </a:bodyPr>
            <a:lstStyle/>
            <a:p>
              <a:pPr algn="ctr"/>
              <a:r>
                <a:rPr lang="en-US" sz="4000" b="1" dirty="0">
                  <a:solidFill>
                    <a:schemeClr val="bg1"/>
                  </a:solidFill>
                  <a:latin typeface="Arial" panose="020B0604020202020204"/>
                  <a:cs typeface="Arial" panose="020B0604020202020204"/>
                </a:rPr>
                <a:t>04</a:t>
              </a:r>
              <a:endParaRPr lang="en-US" sz="2800" b="1" dirty="0">
                <a:solidFill>
                  <a:schemeClr val="bg1"/>
                </a:solidFill>
                <a:latin typeface="Arial" panose="020B0604020202020204"/>
                <a:cs typeface="Arial" panose="020B0604020202020204"/>
              </a:endParaRPr>
            </a:p>
          </p:txBody>
        </p:sp>
      </p:grpSp>
      <p:sp>
        <p:nvSpPr>
          <p:cNvPr id="49" name="Rectangle 48"/>
          <p:cNvSpPr/>
          <p:nvPr/>
        </p:nvSpPr>
        <p:spPr>
          <a:xfrm>
            <a:off x="9561287" y="5550539"/>
            <a:ext cx="2213426" cy="584775"/>
          </a:xfrm>
          <a:prstGeom prst="rect">
            <a:avLst/>
          </a:prstGeom>
        </p:spPr>
        <p:txBody>
          <a:bodyPr wrap="square" anchor="ctr">
            <a:spAutoFit/>
          </a:bodyPr>
          <a:lstStyle/>
          <a:p>
            <a:pPr algn="ctr"/>
            <a:r>
              <a:rPr lang="zh-CN" altLang="en-US" sz="3200" b="1" dirty="0">
                <a:solidFill>
                  <a:schemeClr val="bg1"/>
                </a:solidFill>
                <a:latin typeface="Arial" panose="020B0604020202020204"/>
                <a:cs typeface="Arial" panose="020B0604020202020204"/>
              </a:rPr>
              <a:t>文字内容</a:t>
            </a:r>
            <a:endParaRPr lang="en-US" altLang="zh-CN" sz="3200" b="1" dirty="0">
              <a:solidFill>
                <a:schemeClr val="bg1"/>
              </a:solidFill>
              <a:latin typeface="Arial" panose="020B0604020202020204"/>
              <a:cs typeface="Arial" panose="020B0604020202020204"/>
            </a:endParaRPr>
          </a:p>
        </p:txBody>
      </p:sp>
      <p:grpSp>
        <p:nvGrpSpPr>
          <p:cNvPr id="54" name="Group 53"/>
          <p:cNvGrpSpPr/>
          <p:nvPr/>
        </p:nvGrpSpPr>
        <p:grpSpPr>
          <a:xfrm>
            <a:off x="190501" y="4414003"/>
            <a:ext cx="2667000" cy="1067348"/>
            <a:chOff x="573571" y="4522425"/>
            <a:chExt cx="1837264" cy="1067348"/>
          </a:xfrm>
        </p:grpSpPr>
        <p:sp>
          <p:nvSpPr>
            <p:cNvPr id="52" name="Rectangle 51"/>
            <p:cNvSpPr/>
            <p:nvPr/>
          </p:nvSpPr>
          <p:spPr>
            <a:xfrm>
              <a:off x="677055" y="4522425"/>
              <a:ext cx="1631798" cy="400110"/>
            </a:xfrm>
            <a:prstGeom prst="rect">
              <a:avLst/>
            </a:prstGeom>
          </p:spPr>
          <p:txBody>
            <a:bodyPr wrap="square" anchor="ctr">
              <a:spAutoFit/>
            </a:bodyPr>
            <a:lstStyle/>
            <a:p>
              <a:pPr algn="ctr"/>
              <a:r>
                <a:rPr lang="zh-CN" altLang="en-US" sz="2000" dirty="0">
                  <a:solidFill>
                    <a:schemeClr val="bg1"/>
                  </a:solidFill>
                  <a:latin typeface="Raleway"/>
                  <a:cs typeface="Raleway"/>
                </a:rPr>
                <a:t>文字内容</a:t>
              </a:r>
              <a:endParaRPr lang="en-US" altLang="zh-CN" sz="2000" dirty="0">
                <a:solidFill>
                  <a:schemeClr val="bg1"/>
                </a:solidFill>
                <a:latin typeface="Raleway"/>
                <a:cs typeface="Raleway"/>
              </a:endParaRPr>
            </a:p>
          </p:txBody>
        </p:sp>
        <p:sp>
          <p:nvSpPr>
            <p:cNvPr id="53" name="Rectangle 52"/>
            <p:cNvSpPr/>
            <p:nvPr/>
          </p:nvSpPr>
          <p:spPr>
            <a:xfrm>
              <a:off x="573571" y="5066553"/>
              <a:ext cx="1837264"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grpSp>
      <p:grpSp>
        <p:nvGrpSpPr>
          <p:cNvPr id="56" name="Group 55"/>
          <p:cNvGrpSpPr/>
          <p:nvPr/>
        </p:nvGrpSpPr>
        <p:grpSpPr>
          <a:xfrm>
            <a:off x="6286500" y="4414003"/>
            <a:ext cx="2667000" cy="1067348"/>
            <a:chOff x="573571" y="4522425"/>
            <a:chExt cx="1837264" cy="1067348"/>
          </a:xfrm>
        </p:grpSpPr>
        <p:sp>
          <p:nvSpPr>
            <p:cNvPr id="57" name="Rectangle 56"/>
            <p:cNvSpPr/>
            <p:nvPr/>
          </p:nvSpPr>
          <p:spPr>
            <a:xfrm>
              <a:off x="677055" y="4522425"/>
              <a:ext cx="1631798" cy="400110"/>
            </a:xfrm>
            <a:prstGeom prst="rect">
              <a:avLst/>
            </a:prstGeom>
          </p:spPr>
          <p:txBody>
            <a:bodyPr wrap="square" anchor="ctr">
              <a:spAutoFit/>
            </a:bodyPr>
            <a:lstStyle/>
            <a:p>
              <a:pPr algn="ctr"/>
              <a:r>
                <a:rPr lang="zh-CN" altLang="en-US" sz="2000" dirty="0">
                  <a:solidFill>
                    <a:schemeClr val="bg1"/>
                  </a:solidFill>
                  <a:latin typeface="Raleway"/>
                  <a:cs typeface="Raleway"/>
                </a:rPr>
                <a:t>文字内容</a:t>
              </a:r>
              <a:endParaRPr lang="en-US" altLang="zh-CN" sz="2000" dirty="0">
                <a:solidFill>
                  <a:schemeClr val="bg1"/>
                </a:solidFill>
                <a:latin typeface="Raleway"/>
                <a:cs typeface="Raleway"/>
              </a:endParaRPr>
            </a:p>
          </p:txBody>
        </p:sp>
        <p:sp>
          <p:nvSpPr>
            <p:cNvPr id="58" name="Rectangle 57"/>
            <p:cNvSpPr/>
            <p:nvPr/>
          </p:nvSpPr>
          <p:spPr>
            <a:xfrm>
              <a:off x="573571" y="5066553"/>
              <a:ext cx="1837264"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grpSp>
      <p:grpSp>
        <p:nvGrpSpPr>
          <p:cNvPr id="59" name="Group 58"/>
          <p:cNvGrpSpPr/>
          <p:nvPr/>
        </p:nvGrpSpPr>
        <p:grpSpPr>
          <a:xfrm>
            <a:off x="3238500" y="976538"/>
            <a:ext cx="2667000" cy="1021182"/>
            <a:chOff x="573571" y="4568591"/>
            <a:chExt cx="1837264" cy="1021182"/>
          </a:xfrm>
        </p:grpSpPr>
        <p:sp>
          <p:nvSpPr>
            <p:cNvPr id="60" name="Rectangle 59"/>
            <p:cNvSpPr/>
            <p:nvPr/>
          </p:nvSpPr>
          <p:spPr>
            <a:xfrm>
              <a:off x="677055" y="4568591"/>
              <a:ext cx="1631798" cy="307777"/>
            </a:xfrm>
            <a:prstGeom prst="rect">
              <a:avLst/>
            </a:prstGeom>
          </p:spPr>
          <p:txBody>
            <a:bodyPr wrap="square" anchor="ctr">
              <a:spAutoFit/>
            </a:bodyPr>
            <a:lstStyle/>
            <a:p>
              <a:pPr algn="ctr"/>
              <a:r>
                <a:rPr lang="zh-CN" altLang="en-US" sz="1400" dirty="0" smtClean="0">
                  <a:solidFill>
                    <a:schemeClr val="bg1"/>
                  </a:solidFill>
                  <a:latin typeface="Raleway"/>
                  <a:cs typeface="Raleway"/>
                </a:rPr>
                <a:t>文字内容</a:t>
              </a:r>
              <a:endParaRPr lang="en-US" sz="1400" dirty="0">
                <a:solidFill>
                  <a:schemeClr val="bg1"/>
                </a:solidFill>
                <a:latin typeface="Raleway"/>
                <a:cs typeface="Raleway"/>
              </a:endParaRPr>
            </a:p>
          </p:txBody>
        </p:sp>
        <p:sp>
          <p:nvSpPr>
            <p:cNvPr id="61" name="Rectangle 60"/>
            <p:cNvSpPr/>
            <p:nvPr/>
          </p:nvSpPr>
          <p:spPr>
            <a:xfrm>
              <a:off x="573571" y="5066553"/>
              <a:ext cx="1837264"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grpSp>
      <p:grpSp>
        <p:nvGrpSpPr>
          <p:cNvPr id="62" name="Group 61"/>
          <p:cNvGrpSpPr/>
          <p:nvPr/>
        </p:nvGrpSpPr>
        <p:grpSpPr>
          <a:xfrm>
            <a:off x="9334500" y="930372"/>
            <a:ext cx="2667000" cy="1067348"/>
            <a:chOff x="573571" y="4522425"/>
            <a:chExt cx="1837264" cy="1067348"/>
          </a:xfrm>
        </p:grpSpPr>
        <p:sp>
          <p:nvSpPr>
            <p:cNvPr id="63" name="Rectangle 62"/>
            <p:cNvSpPr/>
            <p:nvPr/>
          </p:nvSpPr>
          <p:spPr>
            <a:xfrm>
              <a:off x="677055" y="4522425"/>
              <a:ext cx="1631798" cy="400110"/>
            </a:xfrm>
            <a:prstGeom prst="rect">
              <a:avLst/>
            </a:prstGeom>
          </p:spPr>
          <p:txBody>
            <a:bodyPr wrap="square" anchor="ctr">
              <a:spAutoFit/>
            </a:bodyPr>
            <a:lstStyle/>
            <a:p>
              <a:pPr algn="ctr"/>
              <a:r>
                <a:rPr lang="zh-CN" altLang="en-US" sz="2000" dirty="0">
                  <a:solidFill>
                    <a:schemeClr val="bg1"/>
                  </a:solidFill>
                  <a:latin typeface="Raleway"/>
                  <a:cs typeface="Raleway"/>
                </a:rPr>
                <a:t>文字内容</a:t>
              </a:r>
              <a:endParaRPr lang="en-US" altLang="zh-CN" sz="2000" dirty="0">
                <a:solidFill>
                  <a:schemeClr val="bg1"/>
                </a:solidFill>
                <a:latin typeface="Raleway"/>
                <a:cs typeface="Raleway"/>
              </a:endParaRPr>
            </a:p>
          </p:txBody>
        </p:sp>
        <p:sp>
          <p:nvSpPr>
            <p:cNvPr id="64" name="Rectangle 63"/>
            <p:cNvSpPr/>
            <p:nvPr/>
          </p:nvSpPr>
          <p:spPr>
            <a:xfrm>
              <a:off x="573571" y="5066553"/>
              <a:ext cx="1837264"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gr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40000">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14:bounceEnd="40000">
                                          <p:cBhvr additive="base">
                                            <p:cTn id="7" dur="500" fill="hold"/>
                                            <p:tgtEl>
                                              <p:spTgt spid="2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2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14:presetBounceEnd="40000">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14:bounceEnd="40000">
                                          <p:cBhvr additive="base">
                                            <p:cTn id="12" dur="500" fill="hold"/>
                                            <p:tgtEl>
                                              <p:spTgt spid="27"/>
                                            </p:tgtEl>
                                            <p:attrNameLst>
                                              <p:attrName>ppt_x</p:attrName>
                                            </p:attrNameLst>
                                          </p:cBhvr>
                                          <p:tavLst>
                                            <p:tav tm="0">
                                              <p:val>
                                                <p:strVal val="#ppt_x"/>
                                              </p:val>
                                            </p:tav>
                                            <p:tav tm="100000">
                                              <p:val>
                                                <p:strVal val="#ppt_x"/>
                                              </p:val>
                                            </p:tav>
                                          </p:tavLst>
                                        </p:anim>
                                        <p:anim calcmode="lin" valueType="num" p14:bounceEnd="40000">
                                          <p:cBhvr additive="base">
                                            <p:cTn id="13" dur="500" fill="hold"/>
                                            <p:tgtEl>
                                              <p:spTgt spid="27"/>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14:presetBounceEnd="40000">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14:bounceEnd="40000">
                                          <p:cBhvr additive="base">
                                            <p:cTn id="17" dur="500" fill="hold"/>
                                            <p:tgtEl>
                                              <p:spTgt spid="22"/>
                                            </p:tgtEl>
                                            <p:attrNameLst>
                                              <p:attrName>ppt_x</p:attrName>
                                            </p:attrNameLst>
                                          </p:cBhvr>
                                          <p:tavLst>
                                            <p:tav tm="0">
                                              <p:val>
                                                <p:strVal val="#ppt_x"/>
                                              </p:val>
                                            </p:tav>
                                            <p:tav tm="100000">
                                              <p:val>
                                                <p:strVal val="#ppt_x"/>
                                              </p:val>
                                            </p:tav>
                                          </p:tavLst>
                                        </p:anim>
                                        <p:anim calcmode="lin" valueType="num" p14:bounceEnd="40000">
                                          <p:cBhvr additive="base">
                                            <p:cTn id="18" dur="500" fill="hold"/>
                                            <p:tgtEl>
                                              <p:spTgt spid="22"/>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14:presetBounceEnd="40000">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14:bounceEnd="40000">
                                          <p:cBhvr additive="base">
                                            <p:cTn id="22" dur="500" fill="hold"/>
                                            <p:tgtEl>
                                              <p:spTgt spid="28"/>
                                            </p:tgtEl>
                                            <p:attrNameLst>
                                              <p:attrName>ppt_x</p:attrName>
                                            </p:attrNameLst>
                                          </p:cBhvr>
                                          <p:tavLst>
                                            <p:tav tm="0">
                                              <p:val>
                                                <p:strVal val="#ppt_x"/>
                                              </p:val>
                                            </p:tav>
                                            <p:tav tm="100000">
                                              <p:val>
                                                <p:strVal val="#ppt_x"/>
                                              </p:val>
                                            </p:tav>
                                          </p:tavLst>
                                        </p:anim>
                                        <p:anim calcmode="lin" valueType="num" p14:bounceEnd="40000">
                                          <p:cBhvr additive="base">
                                            <p:cTn id="23" dur="500" fill="hold"/>
                                            <p:tgtEl>
                                              <p:spTgt spid="2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par>
                              <p:cTn id="31" fill="hold">
                                <p:stCondLst>
                                  <p:cond delay="2500"/>
                                </p:stCondLst>
                                <p:childTnLst>
                                  <p:par>
                                    <p:cTn id="32" presetID="10" presetClass="entr" presetSubtype="0" fill="hold" nodeType="after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par>
                              <p:cTn id="38" fill="hold">
                                <p:stCondLst>
                                  <p:cond delay="3000"/>
                                </p:stCondLst>
                                <p:childTnLst>
                                  <p:par>
                                    <p:cTn id="39" presetID="10" presetClass="entr" presetSubtype="0" fill="hold"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childTnLst>
                              </p:cTn>
                            </p:par>
                            <p:par>
                              <p:cTn id="45" fill="hold">
                                <p:stCondLst>
                                  <p:cond delay="3500"/>
                                </p:stCondLst>
                                <p:childTnLst>
                                  <p:par>
                                    <p:cTn id="46" presetID="10" presetClass="entr" presetSubtype="0" fill="hold"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fade">
                                          <p:cBhvr>
                                            <p:cTn id="48" dur="500"/>
                                            <p:tgtEl>
                                              <p:spTgt spid="4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childTnLst>
                              </p:cTn>
                            </p:par>
                            <p:par>
                              <p:cTn id="52" fill="hold">
                                <p:stCondLst>
                                  <p:cond delay="4000"/>
                                </p:stCondLst>
                                <p:childTnLst>
                                  <p:par>
                                    <p:cTn id="53" presetID="10" presetClass="entr" presetSubtype="0" fill="hold" nodeType="after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childTnLst>
                              </p:cTn>
                            </p:par>
                            <p:par>
                              <p:cTn id="56" fill="hold">
                                <p:stCondLst>
                                  <p:cond delay="4500"/>
                                </p:stCondLst>
                                <p:childTnLst>
                                  <p:par>
                                    <p:cTn id="57" presetID="10" presetClass="entr" presetSubtype="0" fill="hold" nodeType="after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fade">
                                          <p:cBhvr>
                                            <p:cTn id="59" dur="500"/>
                                            <p:tgtEl>
                                              <p:spTgt spid="59"/>
                                            </p:tgtEl>
                                          </p:cBhvr>
                                        </p:animEffect>
                                      </p:childTnLst>
                                    </p:cTn>
                                  </p:par>
                                </p:childTnLst>
                              </p:cTn>
                            </p:par>
                            <p:par>
                              <p:cTn id="60" fill="hold">
                                <p:stCondLst>
                                  <p:cond delay="5000"/>
                                </p:stCondLst>
                                <p:childTnLst>
                                  <p:par>
                                    <p:cTn id="61" presetID="10" presetClass="entr" presetSubtype="0" fill="hold" nodeType="after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par>
                              <p:cTn id="64" fill="hold">
                                <p:stCondLst>
                                  <p:cond delay="5500"/>
                                </p:stCondLst>
                                <p:childTnLst>
                                  <p:par>
                                    <p:cTn id="65" presetID="10" presetClass="entr" presetSubtype="0" fill="hold" nodeType="after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7" grpId="0" animBg="1"/>
          <p:bldP spid="28" grpId="0" animBg="1"/>
          <p:bldP spid="35" grpId="0"/>
          <p:bldP spid="39" grpId="0"/>
          <p:bldP spid="44" grpId="0"/>
          <p:bldP spid="4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ppt_x"/>
                                              </p:val>
                                            </p:tav>
                                            <p:tav tm="100000">
                                              <p:val>
                                                <p:strVal val="#ppt_x"/>
                                              </p:val>
                                            </p:tav>
                                          </p:tavLst>
                                        </p:anim>
                                        <p:anim calcmode="lin" valueType="num">
                                          <p:cBhvr additive="base">
                                            <p:cTn id="13" dur="500" fill="hold"/>
                                            <p:tgtEl>
                                              <p:spTgt spid="27"/>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ppt_x"/>
                                              </p:val>
                                            </p:tav>
                                            <p:tav tm="100000">
                                              <p:val>
                                                <p:strVal val="#ppt_x"/>
                                              </p:val>
                                            </p:tav>
                                          </p:tavLst>
                                        </p:anim>
                                        <p:anim calcmode="lin" valueType="num">
                                          <p:cBhvr additive="base">
                                            <p:cTn id="18" dur="500" fill="hold"/>
                                            <p:tgtEl>
                                              <p:spTgt spid="22"/>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additive="base">
                                            <p:cTn id="22" dur="500" fill="hold"/>
                                            <p:tgtEl>
                                              <p:spTgt spid="28"/>
                                            </p:tgtEl>
                                            <p:attrNameLst>
                                              <p:attrName>ppt_x</p:attrName>
                                            </p:attrNameLst>
                                          </p:cBhvr>
                                          <p:tavLst>
                                            <p:tav tm="0">
                                              <p:val>
                                                <p:strVal val="#ppt_x"/>
                                              </p:val>
                                            </p:tav>
                                            <p:tav tm="100000">
                                              <p:val>
                                                <p:strVal val="#ppt_x"/>
                                              </p:val>
                                            </p:tav>
                                          </p:tavLst>
                                        </p:anim>
                                        <p:anim calcmode="lin" valueType="num">
                                          <p:cBhvr additive="base">
                                            <p:cTn id="23" dur="500" fill="hold"/>
                                            <p:tgtEl>
                                              <p:spTgt spid="2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par>
                              <p:cTn id="31" fill="hold">
                                <p:stCondLst>
                                  <p:cond delay="2500"/>
                                </p:stCondLst>
                                <p:childTnLst>
                                  <p:par>
                                    <p:cTn id="32" presetID="10" presetClass="entr" presetSubtype="0" fill="hold" nodeType="after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par>
                              <p:cTn id="38" fill="hold">
                                <p:stCondLst>
                                  <p:cond delay="3000"/>
                                </p:stCondLst>
                                <p:childTnLst>
                                  <p:par>
                                    <p:cTn id="39" presetID="10" presetClass="entr" presetSubtype="0" fill="hold"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childTnLst>
                              </p:cTn>
                            </p:par>
                            <p:par>
                              <p:cTn id="45" fill="hold">
                                <p:stCondLst>
                                  <p:cond delay="3500"/>
                                </p:stCondLst>
                                <p:childTnLst>
                                  <p:par>
                                    <p:cTn id="46" presetID="10" presetClass="entr" presetSubtype="0" fill="hold"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fade">
                                          <p:cBhvr>
                                            <p:cTn id="48" dur="500"/>
                                            <p:tgtEl>
                                              <p:spTgt spid="4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childTnLst>
                              </p:cTn>
                            </p:par>
                            <p:par>
                              <p:cTn id="52" fill="hold">
                                <p:stCondLst>
                                  <p:cond delay="4000"/>
                                </p:stCondLst>
                                <p:childTnLst>
                                  <p:par>
                                    <p:cTn id="53" presetID="10" presetClass="entr" presetSubtype="0" fill="hold" nodeType="after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childTnLst>
                              </p:cTn>
                            </p:par>
                            <p:par>
                              <p:cTn id="56" fill="hold">
                                <p:stCondLst>
                                  <p:cond delay="4500"/>
                                </p:stCondLst>
                                <p:childTnLst>
                                  <p:par>
                                    <p:cTn id="57" presetID="10" presetClass="entr" presetSubtype="0" fill="hold" nodeType="after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fade">
                                          <p:cBhvr>
                                            <p:cTn id="59" dur="500"/>
                                            <p:tgtEl>
                                              <p:spTgt spid="59"/>
                                            </p:tgtEl>
                                          </p:cBhvr>
                                        </p:animEffect>
                                      </p:childTnLst>
                                    </p:cTn>
                                  </p:par>
                                </p:childTnLst>
                              </p:cTn>
                            </p:par>
                            <p:par>
                              <p:cTn id="60" fill="hold">
                                <p:stCondLst>
                                  <p:cond delay="5000"/>
                                </p:stCondLst>
                                <p:childTnLst>
                                  <p:par>
                                    <p:cTn id="61" presetID="10" presetClass="entr" presetSubtype="0" fill="hold" nodeType="after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par>
                              <p:cTn id="64" fill="hold">
                                <p:stCondLst>
                                  <p:cond delay="5500"/>
                                </p:stCondLst>
                                <p:childTnLst>
                                  <p:par>
                                    <p:cTn id="65" presetID="10" presetClass="entr" presetSubtype="0" fill="hold" nodeType="after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7" grpId="0" animBg="1"/>
          <p:bldP spid="28" grpId="0" animBg="1"/>
          <p:bldP spid="35" grpId="0"/>
          <p:bldP spid="39" grpId="0"/>
          <p:bldP spid="44" grpId="0"/>
          <p:bldP spid="49"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8415323" y="3372502"/>
            <a:ext cx="1292180" cy="1486495"/>
            <a:chOff x="8415323" y="3163146"/>
            <a:chExt cx="1292180" cy="1486495"/>
          </a:xfrm>
        </p:grpSpPr>
        <p:grpSp>
          <p:nvGrpSpPr>
            <p:cNvPr id="24" name="Group 23"/>
            <p:cNvGrpSpPr/>
            <p:nvPr/>
          </p:nvGrpSpPr>
          <p:grpSpPr>
            <a:xfrm>
              <a:off x="8415323" y="3163146"/>
              <a:ext cx="1292180" cy="1292180"/>
              <a:chOff x="6887090" y="4448174"/>
              <a:chExt cx="1243074" cy="1243074"/>
            </a:xfrm>
          </p:grpSpPr>
          <p:sp>
            <p:nvSpPr>
              <p:cNvPr id="18" name="Oval 17"/>
              <p:cNvSpPr/>
              <p:nvPr/>
            </p:nvSpPr>
            <p:spPr>
              <a:xfrm flipH="1">
                <a:off x="6887090" y="4448174"/>
                <a:ext cx="1243074" cy="1243074"/>
              </a:xfrm>
              <a:prstGeom prst="ellipse">
                <a:avLst/>
              </a:prstGeom>
              <a:solidFill>
                <a:schemeClr val="accent6"/>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Freeform 133"/>
              <p:cNvSpPr>
                <a:spLocks noChangeArrowheads="1"/>
              </p:cNvSpPr>
              <p:nvPr/>
            </p:nvSpPr>
            <p:spPr bwMode="auto">
              <a:xfrm>
                <a:off x="7261789" y="4833375"/>
                <a:ext cx="493676" cy="472672"/>
              </a:xfrm>
              <a:custGeom>
                <a:avLst/>
                <a:gdLst>
                  <a:gd name="T0" fmla="*/ 191410 w 497"/>
                  <a:gd name="T1" fmla="*/ 71438 h 480"/>
                  <a:gd name="T2" fmla="*/ 191410 w 497"/>
                  <a:gd name="T3" fmla="*/ 71438 h 480"/>
                  <a:gd name="T4" fmla="*/ 167540 w 497"/>
                  <a:gd name="T5" fmla="*/ 8037 h 480"/>
                  <a:gd name="T6" fmla="*/ 155830 w 497"/>
                  <a:gd name="T7" fmla="*/ 4018 h 480"/>
                  <a:gd name="T8" fmla="*/ 4053 w 497"/>
                  <a:gd name="T9" fmla="*/ 59829 h 480"/>
                  <a:gd name="T10" fmla="*/ 0 w 497"/>
                  <a:gd name="T11" fmla="*/ 71438 h 480"/>
                  <a:gd name="T12" fmla="*/ 23870 w 497"/>
                  <a:gd name="T13" fmla="*/ 134839 h 480"/>
                  <a:gd name="T14" fmla="*/ 23870 w 497"/>
                  <a:gd name="T15" fmla="*/ 99120 h 480"/>
                  <a:gd name="T16" fmla="*/ 51793 w 497"/>
                  <a:gd name="T17" fmla="*/ 71438 h 480"/>
                  <a:gd name="T18" fmla="*/ 91426 w 497"/>
                  <a:gd name="T19" fmla="*/ 71438 h 480"/>
                  <a:gd name="T20" fmla="*/ 139166 w 497"/>
                  <a:gd name="T21" fmla="*/ 39737 h 480"/>
                  <a:gd name="T22" fmla="*/ 167540 w 497"/>
                  <a:gd name="T23" fmla="*/ 71438 h 480"/>
                  <a:gd name="T24" fmla="*/ 191410 w 497"/>
                  <a:gd name="T25" fmla="*/ 71438 h 480"/>
                  <a:gd name="T26" fmla="*/ 215280 w 497"/>
                  <a:gd name="T27" fmla="*/ 91083 h 480"/>
                  <a:gd name="T28" fmla="*/ 215280 w 497"/>
                  <a:gd name="T29" fmla="*/ 91083 h 480"/>
                  <a:gd name="T30" fmla="*/ 51793 w 497"/>
                  <a:gd name="T31" fmla="*/ 91083 h 480"/>
                  <a:gd name="T32" fmla="*/ 43686 w 497"/>
                  <a:gd name="T33" fmla="*/ 99120 h 480"/>
                  <a:gd name="T34" fmla="*/ 43686 w 497"/>
                  <a:gd name="T35" fmla="*/ 206276 h 480"/>
                  <a:gd name="T36" fmla="*/ 51793 w 497"/>
                  <a:gd name="T37" fmla="*/ 213867 h 480"/>
                  <a:gd name="T38" fmla="*/ 215280 w 497"/>
                  <a:gd name="T39" fmla="*/ 213867 h 480"/>
                  <a:gd name="T40" fmla="*/ 223387 w 497"/>
                  <a:gd name="T41" fmla="*/ 206276 h 480"/>
                  <a:gd name="T42" fmla="*/ 223387 w 497"/>
                  <a:gd name="T43" fmla="*/ 99120 h 480"/>
                  <a:gd name="T44" fmla="*/ 215280 w 497"/>
                  <a:gd name="T45" fmla="*/ 91083 h 480"/>
                  <a:gd name="T46" fmla="*/ 203570 w 497"/>
                  <a:gd name="T47" fmla="*/ 190203 h 480"/>
                  <a:gd name="T48" fmla="*/ 203570 w 497"/>
                  <a:gd name="T49" fmla="*/ 190203 h 480"/>
                  <a:gd name="T50" fmla="*/ 67556 w 497"/>
                  <a:gd name="T51" fmla="*/ 190203 h 480"/>
                  <a:gd name="T52" fmla="*/ 67556 w 497"/>
                  <a:gd name="T53" fmla="*/ 174576 h 480"/>
                  <a:gd name="T54" fmla="*/ 87823 w 497"/>
                  <a:gd name="T55" fmla="*/ 122783 h 480"/>
                  <a:gd name="T56" fmla="*/ 119350 w 497"/>
                  <a:gd name="T57" fmla="*/ 162521 h 480"/>
                  <a:gd name="T58" fmla="*/ 147723 w 497"/>
                  <a:gd name="T59" fmla="*/ 134839 h 480"/>
                  <a:gd name="T60" fmla="*/ 187357 w 497"/>
                  <a:gd name="T61" fmla="*/ 118765 h 480"/>
                  <a:gd name="T62" fmla="*/ 203570 w 497"/>
                  <a:gd name="T63" fmla="*/ 154930 h 480"/>
                  <a:gd name="T64" fmla="*/ 203570 w 497"/>
                  <a:gd name="T65" fmla="*/ 190203 h 4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7" h="480">
                    <a:moveTo>
                      <a:pt x="425" y="160"/>
                    </a:moveTo>
                    <a:lnTo>
                      <a:pt x="425" y="160"/>
                    </a:lnTo>
                    <a:cubicBezTo>
                      <a:pt x="372" y="18"/>
                      <a:pt x="372" y="18"/>
                      <a:pt x="372" y="18"/>
                    </a:cubicBezTo>
                    <a:cubicBezTo>
                      <a:pt x="372" y="9"/>
                      <a:pt x="354" y="0"/>
                      <a:pt x="346" y="9"/>
                    </a:cubicBezTo>
                    <a:cubicBezTo>
                      <a:pt x="9" y="134"/>
                      <a:pt x="9" y="134"/>
                      <a:pt x="9" y="134"/>
                    </a:cubicBezTo>
                    <a:cubicBezTo>
                      <a:pt x="0" y="134"/>
                      <a:pt x="0" y="143"/>
                      <a:pt x="0" y="160"/>
                    </a:cubicBezTo>
                    <a:cubicBezTo>
                      <a:pt x="53" y="302"/>
                      <a:pt x="53" y="302"/>
                      <a:pt x="53" y="302"/>
                    </a:cubicBezTo>
                    <a:cubicBezTo>
                      <a:pt x="53" y="222"/>
                      <a:pt x="53" y="222"/>
                      <a:pt x="53" y="222"/>
                    </a:cubicBezTo>
                    <a:cubicBezTo>
                      <a:pt x="53" y="187"/>
                      <a:pt x="80" y="160"/>
                      <a:pt x="115" y="160"/>
                    </a:cubicBezTo>
                    <a:cubicBezTo>
                      <a:pt x="203" y="160"/>
                      <a:pt x="203" y="160"/>
                      <a:pt x="203" y="160"/>
                    </a:cubicBezTo>
                    <a:cubicBezTo>
                      <a:pt x="309" y="89"/>
                      <a:pt x="309" y="89"/>
                      <a:pt x="309" y="89"/>
                    </a:cubicBezTo>
                    <a:cubicBezTo>
                      <a:pt x="372" y="160"/>
                      <a:pt x="372" y="160"/>
                      <a:pt x="372" y="160"/>
                    </a:cubicBezTo>
                    <a:lnTo>
                      <a:pt x="425" y="160"/>
                    </a:lnTo>
                    <a:close/>
                    <a:moveTo>
                      <a:pt x="478" y="204"/>
                    </a:moveTo>
                    <a:lnTo>
                      <a:pt x="478" y="204"/>
                    </a:lnTo>
                    <a:cubicBezTo>
                      <a:pt x="115" y="204"/>
                      <a:pt x="115" y="204"/>
                      <a:pt x="115" y="204"/>
                    </a:cubicBezTo>
                    <a:cubicBezTo>
                      <a:pt x="106" y="204"/>
                      <a:pt x="97" y="213"/>
                      <a:pt x="97" y="222"/>
                    </a:cubicBezTo>
                    <a:cubicBezTo>
                      <a:pt x="97" y="462"/>
                      <a:pt x="97" y="462"/>
                      <a:pt x="97" y="462"/>
                    </a:cubicBezTo>
                    <a:cubicBezTo>
                      <a:pt x="97" y="470"/>
                      <a:pt x="106" y="479"/>
                      <a:pt x="115" y="479"/>
                    </a:cubicBezTo>
                    <a:cubicBezTo>
                      <a:pt x="478" y="479"/>
                      <a:pt x="478" y="479"/>
                      <a:pt x="478" y="479"/>
                    </a:cubicBezTo>
                    <a:cubicBezTo>
                      <a:pt x="487" y="479"/>
                      <a:pt x="496" y="470"/>
                      <a:pt x="496" y="462"/>
                    </a:cubicBezTo>
                    <a:cubicBezTo>
                      <a:pt x="496" y="222"/>
                      <a:pt x="496" y="222"/>
                      <a:pt x="496" y="222"/>
                    </a:cubicBezTo>
                    <a:cubicBezTo>
                      <a:pt x="496" y="213"/>
                      <a:pt x="487" y="204"/>
                      <a:pt x="478" y="204"/>
                    </a:cubicBezTo>
                    <a:close/>
                    <a:moveTo>
                      <a:pt x="452" y="426"/>
                    </a:moveTo>
                    <a:lnTo>
                      <a:pt x="452" y="426"/>
                    </a:lnTo>
                    <a:cubicBezTo>
                      <a:pt x="150" y="426"/>
                      <a:pt x="150" y="426"/>
                      <a:pt x="150" y="426"/>
                    </a:cubicBezTo>
                    <a:cubicBezTo>
                      <a:pt x="150" y="391"/>
                      <a:pt x="150" y="391"/>
                      <a:pt x="150" y="391"/>
                    </a:cubicBezTo>
                    <a:cubicBezTo>
                      <a:pt x="195" y="275"/>
                      <a:pt x="195" y="275"/>
                      <a:pt x="195" y="275"/>
                    </a:cubicBezTo>
                    <a:cubicBezTo>
                      <a:pt x="265" y="364"/>
                      <a:pt x="265" y="364"/>
                      <a:pt x="265" y="364"/>
                    </a:cubicBezTo>
                    <a:cubicBezTo>
                      <a:pt x="328" y="302"/>
                      <a:pt x="328" y="302"/>
                      <a:pt x="328" y="302"/>
                    </a:cubicBezTo>
                    <a:cubicBezTo>
                      <a:pt x="416" y="266"/>
                      <a:pt x="416" y="266"/>
                      <a:pt x="416" y="266"/>
                    </a:cubicBezTo>
                    <a:cubicBezTo>
                      <a:pt x="452" y="347"/>
                      <a:pt x="452" y="347"/>
                      <a:pt x="452" y="347"/>
                    </a:cubicBezTo>
                    <a:lnTo>
                      <a:pt x="452" y="426"/>
                    </a:lnTo>
                    <a:close/>
                  </a:path>
                </a:pathLst>
              </a:custGeom>
              <a:solidFill>
                <a:srgbClr val="FFFFFF"/>
              </a:solidFill>
              <a:ln>
                <a:noFill/>
              </a:ln>
              <a:effectLst/>
            </p:spPr>
            <p:txBody>
              <a:bodyPr wrap="none" lIns="34290" tIns="17145" rIns="34290" bIns="17145" anchor="ctr"/>
              <a:lstStyle/>
              <a:p>
                <a:endParaRPr lang="en-US"/>
              </a:p>
            </p:txBody>
          </p:sp>
        </p:grpSp>
        <p:sp>
          <p:nvSpPr>
            <p:cNvPr id="49" name="Isosceles Triangle 48"/>
            <p:cNvSpPr/>
            <p:nvPr/>
          </p:nvSpPr>
          <p:spPr>
            <a:xfrm flipH="1" flipV="1">
              <a:off x="8797251" y="4233755"/>
              <a:ext cx="528324" cy="415886"/>
            </a:xfrm>
            <a:prstGeom prst="triangle">
              <a:avLst/>
            </a:prstGeom>
            <a:solidFill>
              <a:schemeClr val="accent6"/>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1" name="Group 50"/>
          <p:cNvGrpSpPr/>
          <p:nvPr/>
        </p:nvGrpSpPr>
        <p:grpSpPr>
          <a:xfrm>
            <a:off x="6057308" y="3372502"/>
            <a:ext cx="1292180" cy="1486495"/>
            <a:chOff x="6057308" y="3163146"/>
            <a:chExt cx="1292180" cy="1486495"/>
          </a:xfrm>
        </p:grpSpPr>
        <p:grpSp>
          <p:nvGrpSpPr>
            <p:cNvPr id="21" name="Group 20"/>
            <p:cNvGrpSpPr/>
            <p:nvPr/>
          </p:nvGrpSpPr>
          <p:grpSpPr>
            <a:xfrm>
              <a:off x="6057308" y="3163146"/>
              <a:ext cx="1292180" cy="1292180"/>
              <a:chOff x="5707147" y="3062592"/>
              <a:chExt cx="1243074" cy="1243074"/>
            </a:xfrm>
          </p:grpSpPr>
          <p:sp>
            <p:nvSpPr>
              <p:cNvPr id="15" name="Oval 14"/>
              <p:cNvSpPr/>
              <p:nvPr/>
            </p:nvSpPr>
            <p:spPr>
              <a:xfrm flipH="1">
                <a:off x="5707147" y="3062592"/>
                <a:ext cx="1243074" cy="1243074"/>
              </a:xfrm>
              <a:prstGeom prst="ellipse">
                <a:avLst/>
              </a:prstGeom>
              <a:solidFill>
                <a:schemeClr val="accent4"/>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Freeform 12"/>
              <p:cNvSpPr>
                <a:spLocks noChangeArrowheads="1"/>
              </p:cNvSpPr>
              <p:nvPr/>
            </p:nvSpPr>
            <p:spPr bwMode="auto">
              <a:xfrm>
                <a:off x="6053368" y="3459055"/>
                <a:ext cx="550632" cy="450148"/>
              </a:xfrm>
              <a:custGeom>
                <a:avLst/>
                <a:gdLst>
                  <a:gd name="T0" fmla="*/ 148118 w 602"/>
                  <a:gd name="T1" fmla="*/ 0 h 496"/>
                  <a:gd name="T2" fmla="*/ 148118 w 602"/>
                  <a:gd name="T3" fmla="*/ 0 h 496"/>
                  <a:gd name="T4" fmla="*/ 183883 w 602"/>
                  <a:gd name="T5" fmla="*/ 15414 h 496"/>
                  <a:gd name="T6" fmla="*/ 206642 w 602"/>
                  <a:gd name="T7" fmla="*/ 7886 h 496"/>
                  <a:gd name="T8" fmla="*/ 212061 w 602"/>
                  <a:gd name="T9" fmla="*/ 5377 h 496"/>
                  <a:gd name="T10" fmla="*/ 196527 w 602"/>
                  <a:gd name="T11" fmla="*/ 25451 h 496"/>
                  <a:gd name="T12" fmla="*/ 191469 w 602"/>
                  <a:gd name="T13" fmla="*/ 27960 h 496"/>
                  <a:gd name="T14" fmla="*/ 191469 w 602"/>
                  <a:gd name="T15" fmla="*/ 27960 h 496"/>
                  <a:gd name="T16" fmla="*/ 217119 w 602"/>
                  <a:gd name="T17" fmla="*/ 22942 h 496"/>
                  <a:gd name="T18" fmla="*/ 217119 w 602"/>
                  <a:gd name="T19" fmla="*/ 22942 h 496"/>
                  <a:gd name="T20" fmla="*/ 201584 w 602"/>
                  <a:gd name="T21" fmla="*/ 37998 h 496"/>
                  <a:gd name="T22" fmla="*/ 196527 w 602"/>
                  <a:gd name="T23" fmla="*/ 45884 h 496"/>
                  <a:gd name="T24" fmla="*/ 193998 w 602"/>
                  <a:gd name="T25" fmla="*/ 73486 h 496"/>
                  <a:gd name="T26" fmla="*/ 107295 w 602"/>
                  <a:gd name="T27" fmla="*/ 172423 h 496"/>
                  <a:gd name="T28" fmla="*/ 43351 w 602"/>
                  <a:gd name="T29" fmla="*/ 174932 h 496"/>
                  <a:gd name="T30" fmla="*/ 15173 w 602"/>
                  <a:gd name="T31" fmla="*/ 164895 h 496"/>
                  <a:gd name="T32" fmla="*/ 5058 w 602"/>
                  <a:gd name="T33" fmla="*/ 159877 h 496"/>
                  <a:gd name="T34" fmla="*/ 0 w 602"/>
                  <a:gd name="T35" fmla="*/ 157367 h 496"/>
                  <a:gd name="T36" fmla="*/ 15173 w 602"/>
                  <a:gd name="T37" fmla="*/ 157367 h 496"/>
                  <a:gd name="T38" fmla="*/ 28178 w 602"/>
                  <a:gd name="T39" fmla="*/ 154858 h 496"/>
                  <a:gd name="T40" fmla="*/ 53467 w 602"/>
                  <a:gd name="T41" fmla="*/ 146972 h 496"/>
                  <a:gd name="T42" fmla="*/ 66472 w 602"/>
                  <a:gd name="T43" fmla="*/ 136935 h 496"/>
                  <a:gd name="T44" fmla="*/ 53467 w 602"/>
                  <a:gd name="T45" fmla="*/ 136935 h 496"/>
                  <a:gd name="T46" fmla="*/ 25650 w 602"/>
                  <a:gd name="T47" fmla="*/ 106465 h 496"/>
                  <a:gd name="T48" fmla="*/ 43351 w 602"/>
                  <a:gd name="T49" fmla="*/ 106465 h 496"/>
                  <a:gd name="T50" fmla="*/ 30707 w 602"/>
                  <a:gd name="T51" fmla="*/ 101446 h 496"/>
                  <a:gd name="T52" fmla="*/ 7587 w 602"/>
                  <a:gd name="T53" fmla="*/ 63449 h 496"/>
                  <a:gd name="T54" fmla="*/ 12644 w 602"/>
                  <a:gd name="T55" fmla="*/ 65958 h 496"/>
                  <a:gd name="T56" fmla="*/ 23121 w 602"/>
                  <a:gd name="T57" fmla="*/ 68467 h 496"/>
                  <a:gd name="T58" fmla="*/ 28178 w 602"/>
                  <a:gd name="T59" fmla="*/ 68467 h 496"/>
                  <a:gd name="T60" fmla="*/ 28178 w 602"/>
                  <a:gd name="T61" fmla="*/ 68467 h 496"/>
                  <a:gd name="T62" fmla="*/ 20592 w 602"/>
                  <a:gd name="T63" fmla="*/ 60940 h 496"/>
                  <a:gd name="T64" fmla="*/ 10115 w 602"/>
                  <a:gd name="T65" fmla="*/ 20433 h 496"/>
                  <a:gd name="T66" fmla="*/ 15173 w 602"/>
                  <a:gd name="T67" fmla="*/ 10396 h 496"/>
                  <a:gd name="T68" fmla="*/ 15173 w 602"/>
                  <a:gd name="T69" fmla="*/ 10396 h 496"/>
                  <a:gd name="T70" fmla="*/ 20592 w 602"/>
                  <a:gd name="T71" fmla="*/ 12905 h 496"/>
                  <a:gd name="T72" fmla="*/ 33236 w 602"/>
                  <a:gd name="T73" fmla="*/ 25451 h 496"/>
                  <a:gd name="T74" fmla="*/ 86703 w 602"/>
                  <a:gd name="T75" fmla="*/ 53412 h 496"/>
                  <a:gd name="T76" fmla="*/ 107295 w 602"/>
                  <a:gd name="T77" fmla="*/ 55921 h 496"/>
                  <a:gd name="T78" fmla="*/ 107295 w 602"/>
                  <a:gd name="T79" fmla="*/ 35488 h 496"/>
                  <a:gd name="T80" fmla="*/ 132945 w 602"/>
                  <a:gd name="T81" fmla="*/ 5377 h 496"/>
                  <a:gd name="T82" fmla="*/ 143060 w 602"/>
                  <a:gd name="T83" fmla="*/ 2868 h 496"/>
                  <a:gd name="T84" fmla="*/ 148118 w 602"/>
                  <a:gd name="T85" fmla="*/ 0 h 49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496">
                    <a:moveTo>
                      <a:pt x="410" y="0"/>
                    </a:moveTo>
                    <a:lnTo>
                      <a:pt x="410" y="0"/>
                    </a:lnTo>
                    <a:cubicBezTo>
                      <a:pt x="459" y="0"/>
                      <a:pt x="481" y="22"/>
                      <a:pt x="509" y="43"/>
                    </a:cubicBezTo>
                    <a:cubicBezTo>
                      <a:pt x="530" y="43"/>
                      <a:pt x="558" y="29"/>
                      <a:pt x="572" y="22"/>
                    </a:cubicBezTo>
                    <a:cubicBezTo>
                      <a:pt x="580" y="15"/>
                      <a:pt x="580" y="15"/>
                      <a:pt x="587" y="15"/>
                    </a:cubicBezTo>
                    <a:cubicBezTo>
                      <a:pt x="580" y="36"/>
                      <a:pt x="565" y="57"/>
                      <a:pt x="544" y="71"/>
                    </a:cubicBezTo>
                    <a:cubicBezTo>
                      <a:pt x="544" y="71"/>
                      <a:pt x="537" y="78"/>
                      <a:pt x="530" y="78"/>
                    </a:cubicBezTo>
                    <a:cubicBezTo>
                      <a:pt x="558" y="78"/>
                      <a:pt x="580" y="64"/>
                      <a:pt x="601" y="64"/>
                    </a:cubicBezTo>
                    <a:cubicBezTo>
                      <a:pt x="594" y="78"/>
                      <a:pt x="580" y="99"/>
                      <a:pt x="558" y="106"/>
                    </a:cubicBezTo>
                    <a:cubicBezTo>
                      <a:pt x="551" y="113"/>
                      <a:pt x="551" y="121"/>
                      <a:pt x="544" y="128"/>
                    </a:cubicBezTo>
                    <a:cubicBezTo>
                      <a:pt x="544" y="156"/>
                      <a:pt x="544" y="177"/>
                      <a:pt x="537" y="205"/>
                    </a:cubicBezTo>
                    <a:cubicBezTo>
                      <a:pt x="502" y="340"/>
                      <a:pt x="424" y="439"/>
                      <a:pt x="297" y="481"/>
                    </a:cubicBezTo>
                    <a:cubicBezTo>
                      <a:pt x="247" y="495"/>
                      <a:pt x="170" y="495"/>
                      <a:pt x="120" y="488"/>
                    </a:cubicBezTo>
                    <a:cubicBezTo>
                      <a:pt x="92" y="481"/>
                      <a:pt x="71" y="474"/>
                      <a:pt x="42" y="460"/>
                    </a:cubicBezTo>
                    <a:cubicBezTo>
                      <a:pt x="35" y="453"/>
                      <a:pt x="21" y="453"/>
                      <a:pt x="14" y="446"/>
                    </a:cubicBezTo>
                    <a:cubicBezTo>
                      <a:pt x="7" y="439"/>
                      <a:pt x="7" y="439"/>
                      <a:pt x="0" y="439"/>
                    </a:cubicBezTo>
                    <a:cubicBezTo>
                      <a:pt x="14" y="439"/>
                      <a:pt x="28" y="439"/>
                      <a:pt x="42" y="439"/>
                    </a:cubicBezTo>
                    <a:cubicBezTo>
                      <a:pt x="50" y="439"/>
                      <a:pt x="64" y="439"/>
                      <a:pt x="78" y="432"/>
                    </a:cubicBezTo>
                    <a:cubicBezTo>
                      <a:pt x="106" y="424"/>
                      <a:pt x="127" y="417"/>
                      <a:pt x="148" y="410"/>
                    </a:cubicBezTo>
                    <a:cubicBezTo>
                      <a:pt x="163" y="403"/>
                      <a:pt x="177" y="396"/>
                      <a:pt x="184" y="382"/>
                    </a:cubicBezTo>
                    <a:cubicBezTo>
                      <a:pt x="170" y="382"/>
                      <a:pt x="156" y="382"/>
                      <a:pt x="148" y="382"/>
                    </a:cubicBezTo>
                    <a:cubicBezTo>
                      <a:pt x="106" y="368"/>
                      <a:pt x="85" y="340"/>
                      <a:pt x="71" y="297"/>
                    </a:cubicBezTo>
                    <a:cubicBezTo>
                      <a:pt x="78" y="304"/>
                      <a:pt x="113" y="304"/>
                      <a:pt x="120" y="297"/>
                    </a:cubicBezTo>
                    <a:cubicBezTo>
                      <a:pt x="106" y="297"/>
                      <a:pt x="92" y="290"/>
                      <a:pt x="85" y="283"/>
                    </a:cubicBezTo>
                    <a:cubicBezTo>
                      <a:pt x="50" y="262"/>
                      <a:pt x="21" y="227"/>
                      <a:pt x="21" y="177"/>
                    </a:cubicBezTo>
                    <a:cubicBezTo>
                      <a:pt x="28" y="177"/>
                      <a:pt x="35" y="177"/>
                      <a:pt x="35" y="184"/>
                    </a:cubicBezTo>
                    <a:cubicBezTo>
                      <a:pt x="42" y="184"/>
                      <a:pt x="50" y="184"/>
                      <a:pt x="64" y="191"/>
                    </a:cubicBezTo>
                    <a:lnTo>
                      <a:pt x="78" y="191"/>
                    </a:lnTo>
                    <a:cubicBezTo>
                      <a:pt x="71" y="184"/>
                      <a:pt x="64" y="177"/>
                      <a:pt x="57" y="170"/>
                    </a:cubicBezTo>
                    <a:cubicBezTo>
                      <a:pt x="35" y="142"/>
                      <a:pt x="14" y="106"/>
                      <a:pt x="28" y="57"/>
                    </a:cubicBezTo>
                    <a:cubicBezTo>
                      <a:pt x="28" y="43"/>
                      <a:pt x="35" y="36"/>
                      <a:pt x="42" y="29"/>
                    </a:cubicBezTo>
                    <a:cubicBezTo>
                      <a:pt x="42" y="29"/>
                      <a:pt x="50" y="36"/>
                      <a:pt x="57" y="36"/>
                    </a:cubicBezTo>
                    <a:cubicBezTo>
                      <a:pt x="64" y="50"/>
                      <a:pt x="78" y="64"/>
                      <a:pt x="92" y="71"/>
                    </a:cubicBezTo>
                    <a:cubicBezTo>
                      <a:pt x="134" y="106"/>
                      <a:pt x="177" y="128"/>
                      <a:pt x="240" y="149"/>
                    </a:cubicBezTo>
                    <a:cubicBezTo>
                      <a:pt x="261" y="149"/>
                      <a:pt x="276" y="156"/>
                      <a:pt x="297" y="156"/>
                    </a:cubicBezTo>
                    <a:cubicBezTo>
                      <a:pt x="290" y="135"/>
                      <a:pt x="290" y="113"/>
                      <a:pt x="297" y="99"/>
                    </a:cubicBezTo>
                    <a:cubicBezTo>
                      <a:pt x="311" y="57"/>
                      <a:pt x="332" y="29"/>
                      <a:pt x="368" y="15"/>
                    </a:cubicBezTo>
                    <a:cubicBezTo>
                      <a:pt x="375" y="8"/>
                      <a:pt x="389" y="8"/>
                      <a:pt x="396" y="8"/>
                    </a:cubicBezTo>
                    <a:cubicBezTo>
                      <a:pt x="403" y="8"/>
                      <a:pt x="403" y="0"/>
                      <a:pt x="410" y="0"/>
                    </a:cubicBezTo>
                  </a:path>
                </a:pathLst>
              </a:custGeom>
              <a:solidFill>
                <a:srgbClr val="FFFFFF"/>
              </a:solidFill>
              <a:ln>
                <a:noFill/>
              </a:ln>
              <a:effectLst/>
            </p:spPr>
            <p:txBody>
              <a:bodyPr wrap="none" anchor="ctr"/>
              <a:lstStyle/>
              <a:p>
                <a:endParaRPr lang="en-US"/>
              </a:p>
            </p:txBody>
          </p:sp>
        </p:grpSp>
        <p:sp>
          <p:nvSpPr>
            <p:cNvPr id="48" name="Isosceles Triangle 47"/>
            <p:cNvSpPr/>
            <p:nvPr/>
          </p:nvSpPr>
          <p:spPr>
            <a:xfrm flipH="1" flipV="1">
              <a:off x="6439236" y="4233755"/>
              <a:ext cx="528324" cy="415886"/>
            </a:xfrm>
            <a:prstGeom prst="triangle">
              <a:avLst/>
            </a:prstGeom>
            <a:solidFill>
              <a:schemeClr val="accent4"/>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0" name="Group 49"/>
          <p:cNvGrpSpPr/>
          <p:nvPr/>
        </p:nvGrpSpPr>
        <p:grpSpPr>
          <a:xfrm>
            <a:off x="3699294" y="3372502"/>
            <a:ext cx="1292180" cy="1486495"/>
            <a:chOff x="3699294" y="3163146"/>
            <a:chExt cx="1292180" cy="1486495"/>
          </a:xfrm>
        </p:grpSpPr>
        <p:grpSp>
          <p:nvGrpSpPr>
            <p:cNvPr id="28" name="Group 27"/>
            <p:cNvGrpSpPr/>
            <p:nvPr/>
          </p:nvGrpSpPr>
          <p:grpSpPr>
            <a:xfrm>
              <a:off x="3699294" y="3163146"/>
              <a:ext cx="1292180" cy="1292180"/>
              <a:chOff x="4120031" y="1869508"/>
              <a:chExt cx="1243074" cy="1243074"/>
            </a:xfrm>
          </p:grpSpPr>
          <p:sp>
            <p:nvSpPr>
              <p:cNvPr id="14" name="Oval 13"/>
              <p:cNvSpPr/>
              <p:nvPr/>
            </p:nvSpPr>
            <p:spPr>
              <a:xfrm flipH="1">
                <a:off x="4120031" y="1869508"/>
                <a:ext cx="1243074" cy="1243074"/>
              </a:xfrm>
              <a:prstGeom prst="ellipse">
                <a:avLst/>
              </a:prstGeom>
              <a:solidFill>
                <a:schemeClr val="accent2"/>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Freeform 64"/>
              <p:cNvSpPr>
                <a:spLocks noChangeArrowheads="1"/>
              </p:cNvSpPr>
              <p:nvPr/>
            </p:nvSpPr>
            <p:spPr bwMode="auto">
              <a:xfrm>
                <a:off x="4457797" y="2214034"/>
                <a:ext cx="567542" cy="554024"/>
              </a:xfrm>
              <a:custGeom>
                <a:avLst/>
                <a:gdLst>
                  <a:gd name="T0" fmla="*/ 100013 w 444"/>
                  <a:gd name="T1" fmla="*/ 0 h 435"/>
                  <a:gd name="T2" fmla="*/ 127944 w 444"/>
                  <a:gd name="T3" fmla="*/ 71821 h 435"/>
                  <a:gd name="T4" fmla="*/ 199574 w 444"/>
                  <a:gd name="T5" fmla="*/ 71821 h 435"/>
                  <a:gd name="T6" fmla="*/ 139657 w 444"/>
                  <a:gd name="T7" fmla="*/ 115362 h 435"/>
                  <a:gd name="T8" fmla="*/ 159479 w 444"/>
                  <a:gd name="T9" fmla="*/ 194813 h 435"/>
                  <a:gd name="T10" fmla="*/ 100013 w 444"/>
                  <a:gd name="T11" fmla="*/ 146783 h 435"/>
                  <a:gd name="T12" fmla="*/ 39645 w 444"/>
                  <a:gd name="T13" fmla="*/ 194813 h 435"/>
                  <a:gd name="T14" fmla="*/ 59917 w 444"/>
                  <a:gd name="T15" fmla="*/ 115362 h 435"/>
                  <a:gd name="T16" fmla="*/ 0 w 444"/>
                  <a:gd name="T17" fmla="*/ 71821 h 435"/>
                  <a:gd name="T18" fmla="*/ 72081 w 444"/>
                  <a:gd name="T19" fmla="*/ 71821 h 435"/>
                  <a:gd name="T20" fmla="*/ 100013 w 444"/>
                  <a:gd name="T21" fmla="*/ 0 h 4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4" h="435">
                    <a:moveTo>
                      <a:pt x="222" y="0"/>
                    </a:moveTo>
                    <a:lnTo>
                      <a:pt x="284" y="160"/>
                    </a:lnTo>
                    <a:lnTo>
                      <a:pt x="443" y="160"/>
                    </a:lnTo>
                    <a:lnTo>
                      <a:pt x="310" y="257"/>
                    </a:lnTo>
                    <a:lnTo>
                      <a:pt x="354" y="434"/>
                    </a:lnTo>
                    <a:lnTo>
                      <a:pt x="222" y="327"/>
                    </a:lnTo>
                    <a:lnTo>
                      <a:pt x="88" y="434"/>
                    </a:lnTo>
                    <a:lnTo>
                      <a:pt x="133" y="257"/>
                    </a:lnTo>
                    <a:lnTo>
                      <a:pt x="0" y="160"/>
                    </a:lnTo>
                    <a:lnTo>
                      <a:pt x="160" y="160"/>
                    </a:lnTo>
                    <a:lnTo>
                      <a:pt x="222" y="0"/>
                    </a:lnTo>
                  </a:path>
                </a:pathLst>
              </a:custGeom>
              <a:solidFill>
                <a:srgbClr val="FFFFFF"/>
              </a:solidFill>
              <a:ln>
                <a:noFill/>
              </a:ln>
              <a:effectLst/>
            </p:spPr>
            <p:txBody>
              <a:bodyPr wrap="none" lIns="34290" tIns="17145" rIns="34290" bIns="17145" anchor="ctr"/>
              <a:lstStyle/>
              <a:p>
                <a:endParaRPr lang="en-US"/>
              </a:p>
            </p:txBody>
          </p:sp>
        </p:grpSp>
        <p:sp>
          <p:nvSpPr>
            <p:cNvPr id="47" name="Isosceles Triangle 46"/>
            <p:cNvSpPr/>
            <p:nvPr/>
          </p:nvSpPr>
          <p:spPr>
            <a:xfrm flipH="1" flipV="1">
              <a:off x="4081222" y="4233755"/>
              <a:ext cx="528324" cy="415886"/>
            </a:xfrm>
            <a:prstGeom prst="triangle">
              <a:avLst/>
            </a:prstGeom>
            <a:solidFill>
              <a:schemeClr val="accent2"/>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7" name="Group 66"/>
          <p:cNvGrpSpPr/>
          <p:nvPr/>
        </p:nvGrpSpPr>
        <p:grpSpPr>
          <a:xfrm>
            <a:off x="4878301" y="3162951"/>
            <a:ext cx="1292180" cy="1501731"/>
            <a:chOff x="4878301" y="2953595"/>
            <a:chExt cx="1292180" cy="1501731"/>
          </a:xfrm>
        </p:grpSpPr>
        <p:grpSp>
          <p:nvGrpSpPr>
            <p:cNvPr id="23" name="Group 22"/>
            <p:cNvGrpSpPr/>
            <p:nvPr/>
          </p:nvGrpSpPr>
          <p:grpSpPr>
            <a:xfrm>
              <a:off x="4878301" y="3163146"/>
              <a:ext cx="1292180" cy="1292180"/>
              <a:chOff x="5258441" y="4274980"/>
              <a:chExt cx="1243074" cy="1243074"/>
            </a:xfrm>
          </p:grpSpPr>
          <p:sp>
            <p:nvSpPr>
              <p:cNvPr id="17" name="Oval 16"/>
              <p:cNvSpPr/>
              <p:nvPr/>
            </p:nvSpPr>
            <p:spPr>
              <a:xfrm flipH="1">
                <a:off x="5258441" y="4274980"/>
                <a:ext cx="1243074" cy="1243074"/>
              </a:xfrm>
              <a:prstGeom prst="ellipse">
                <a:avLst/>
              </a:prstGeom>
              <a:solidFill>
                <a:schemeClr val="accent3"/>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Freeform 14"/>
              <p:cNvSpPr>
                <a:spLocks noChangeArrowheads="1"/>
              </p:cNvSpPr>
              <p:nvPr/>
            </p:nvSpPr>
            <p:spPr bwMode="auto">
              <a:xfrm>
                <a:off x="5762381" y="4642949"/>
                <a:ext cx="235194" cy="507138"/>
              </a:xfrm>
              <a:custGeom>
                <a:avLst/>
                <a:gdLst>
                  <a:gd name="T0" fmla="*/ 101238 w 284"/>
                  <a:gd name="T1" fmla="*/ 2522 h 608"/>
                  <a:gd name="T2" fmla="*/ 101238 w 284"/>
                  <a:gd name="T3" fmla="*/ 2522 h 608"/>
                  <a:gd name="T4" fmla="*/ 101238 w 284"/>
                  <a:gd name="T5" fmla="*/ 38194 h 608"/>
                  <a:gd name="T6" fmla="*/ 70831 w 284"/>
                  <a:gd name="T7" fmla="*/ 45761 h 608"/>
                  <a:gd name="T8" fmla="*/ 68327 w 284"/>
                  <a:gd name="T9" fmla="*/ 76388 h 608"/>
                  <a:gd name="T10" fmla="*/ 101238 w 284"/>
                  <a:gd name="T11" fmla="*/ 76388 h 608"/>
                  <a:gd name="T12" fmla="*/ 96230 w 284"/>
                  <a:gd name="T13" fmla="*/ 112060 h 608"/>
                  <a:gd name="T14" fmla="*/ 68327 w 284"/>
                  <a:gd name="T15" fmla="*/ 112060 h 608"/>
                  <a:gd name="T16" fmla="*/ 68327 w 284"/>
                  <a:gd name="T17" fmla="*/ 218715 h 608"/>
                  <a:gd name="T18" fmla="*/ 20391 w 284"/>
                  <a:gd name="T19" fmla="*/ 218715 h 608"/>
                  <a:gd name="T20" fmla="*/ 20391 w 284"/>
                  <a:gd name="T21" fmla="*/ 112060 h 608"/>
                  <a:gd name="T22" fmla="*/ 0 w 284"/>
                  <a:gd name="T23" fmla="*/ 112060 h 608"/>
                  <a:gd name="T24" fmla="*/ 0 w 284"/>
                  <a:gd name="T25" fmla="*/ 76388 h 608"/>
                  <a:gd name="T26" fmla="*/ 20391 w 284"/>
                  <a:gd name="T27" fmla="*/ 76388 h 608"/>
                  <a:gd name="T28" fmla="*/ 35773 w 284"/>
                  <a:gd name="T29" fmla="*/ 15133 h 608"/>
                  <a:gd name="T30" fmla="*/ 101238 w 284"/>
                  <a:gd name="T31" fmla="*/ 2522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84" h="608">
                    <a:moveTo>
                      <a:pt x="283" y="7"/>
                    </a:moveTo>
                    <a:lnTo>
                      <a:pt x="283" y="7"/>
                    </a:lnTo>
                    <a:cubicBezTo>
                      <a:pt x="283" y="42"/>
                      <a:pt x="283" y="106"/>
                      <a:pt x="283" y="106"/>
                    </a:cubicBezTo>
                    <a:cubicBezTo>
                      <a:pt x="283" y="106"/>
                      <a:pt x="213" y="99"/>
                      <a:pt x="198" y="127"/>
                    </a:cubicBezTo>
                    <a:cubicBezTo>
                      <a:pt x="184" y="141"/>
                      <a:pt x="191" y="183"/>
                      <a:pt x="191" y="212"/>
                    </a:cubicBezTo>
                    <a:cubicBezTo>
                      <a:pt x="220" y="212"/>
                      <a:pt x="255" y="212"/>
                      <a:pt x="283" y="212"/>
                    </a:cubicBezTo>
                    <a:cubicBezTo>
                      <a:pt x="276" y="254"/>
                      <a:pt x="269" y="275"/>
                      <a:pt x="269" y="311"/>
                    </a:cubicBezTo>
                    <a:cubicBezTo>
                      <a:pt x="241" y="311"/>
                      <a:pt x="191" y="311"/>
                      <a:pt x="191" y="311"/>
                    </a:cubicBezTo>
                    <a:cubicBezTo>
                      <a:pt x="191" y="607"/>
                      <a:pt x="191" y="607"/>
                      <a:pt x="191" y="607"/>
                    </a:cubicBezTo>
                    <a:cubicBezTo>
                      <a:pt x="191" y="607"/>
                      <a:pt x="100" y="607"/>
                      <a:pt x="57" y="607"/>
                    </a:cubicBezTo>
                    <a:cubicBezTo>
                      <a:pt x="57" y="516"/>
                      <a:pt x="57" y="410"/>
                      <a:pt x="57" y="311"/>
                    </a:cubicBezTo>
                    <a:cubicBezTo>
                      <a:pt x="36" y="311"/>
                      <a:pt x="22" y="311"/>
                      <a:pt x="0" y="311"/>
                    </a:cubicBezTo>
                    <a:cubicBezTo>
                      <a:pt x="0" y="275"/>
                      <a:pt x="0" y="247"/>
                      <a:pt x="0" y="212"/>
                    </a:cubicBezTo>
                    <a:cubicBezTo>
                      <a:pt x="22" y="212"/>
                      <a:pt x="36" y="212"/>
                      <a:pt x="57" y="212"/>
                    </a:cubicBezTo>
                    <a:cubicBezTo>
                      <a:pt x="64" y="148"/>
                      <a:pt x="64" y="78"/>
                      <a:pt x="100" y="42"/>
                    </a:cubicBezTo>
                    <a:cubicBezTo>
                      <a:pt x="135" y="0"/>
                      <a:pt x="170" y="7"/>
                      <a:pt x="283" y="7"/>
                    </a:cubicBezTo>
                  </a:path>
                </a:pathLst>
              </a:custGeom>
              <a:solidFill>
                <a:srgbClr val="FFFFFF"/>
              </a:solidFill>
              <a:ln>
                <a:noFill/>
              </a:ln>
              <a:effectLst/>
            </p:spPr>
            <p:txBody>
              <a:bodyPr wrap="none" anchor="ctr"/>
              <a:lstStyle/>
              <a:p>
                <a:endParaRPr lang="en-US"/>
              </a:p>
            </p:txBody>
          </p:sp>
        </p:grpSp>
        <p:sp>
          <p:nvSpPr>
            <p:cNvPr id="42" name="Isosceles Triangle 41"/>
            <p:cNvSpPr/>
            <p:nvPr/>
          </p:nvSpPr>
          <p:spPr>
            <a:xfrm flipH="1">
              <a:off x="5260229" y="2953595"/>
              <a:ext cx="528324" cy="415886"/>
            </a:xfrm>
            <a:prstGeom prst="triangle">
              <a:avLst/>
            </a:prstGeom>
            <a:solidFill>
              <a:schemeClr val="accent3"/>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6" name="Group 45"/>
          <p:cNvGrpSpPr/>
          <p:nvPr/>
        </p:nvGrpSpPr>
        <p:grpSpPr>
          <a:xfrm>
            <a:off x="2520287" y="3162951"/>
            <a:ext cx="1292180" cy="1501731"/>
            <a:chOff x="2520287" y="2953595"/>
            <a:chExt cx="1292180" cy="1501731"/>
          </a:xfrm>
        </p:grpSpPr>
        <p:grpSp>
          <p:nvGrpSpPr>
            <p:cNvPr id="26" name="Group 25"/>
            <p:cNvGrpSpPr/>
            <p:nvPr/>
          </p:nvGrpSpPr>
          <p:grpSpPr>
            <a:xfrm>
              <a:off x="2520287" y="3163146"/>
              <a:ext cx="1292180" cy="1292180"/>
              <a:chOff x="7967740" y="3524473"/>
              <a:chExt cx="1243074" cy="1243074"/>
            </a:xfrm>
          </p:grpSpPr>
          <p:sp>
            <p:nvSpPr>
              <p:cNvPr id="19" name="Oval 18"/>
              <p:cNvSpPr/>
              <p:nvPr/>
            </p:nvSpPr>
            <p:spPr>
              <a:xfrm flipH="1">
                <a:off x="7967740" y="3524473"/>
                <a:ext cx="1243074" cy="1243074"/>
              </a:xfrm>
              <a:prstGeom prst="ellipse">
                <a:avLst/>
              </a:prstGeom>
              <a:solidFill>
                <a:schemeClr val="accent1"/>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25" name="TextBox 24"/>
              <p:cNvSpPr txBox="1"/>
              <p:nvPr/>
            </p:nvSpPr>
            <p:spPr>
              <a:xfrm>
                <a:off x="8224129" y="3640284"/>
                <a:ext cx="730297" cy="1011453"/>
              </a:xfrm>
              <a:prstGeom prst="rect">
                <a:avLst/>
              </a:prstGeom>
              <a:noFill/>
            </p:spPr>
            <p:txBody>
              <a:bodyPr wrap="none" rtlCol="0" anchor="ctr">
                <a:spAutoFit/>
              </a:bodyPr>
              <a:lstStyle/>
              <a:p>
                <a:pPr algn="ctr"/>
                <a:r>
                  <a:rPr lang="en-US" sz="3600" b="1" dirty="0">
                    <a:solidFill>
                      <a:schemeClr val="bg1"/>
                    </a:solidFill>
                    <a:latin typeface="Arial" panose="020B0604020202020204"/>
                    <a:cs typeface="Arial" panose="020B0604020202020204"/>
                  </a:rPr>
                  <a:t>?</a:t>
                </a:r>
                <a:endParaRPr lang="en-US" sz="3600" b="1" dirty="0">
                  <a:solidFill>
                    <a:schemeClr val="bg1"/>
                  </a:solidFill>
                  <a:latin typeface="Arial" panose="020B0604020202020204"/>
                  <a:cs typeface="Arial" panose="020B0604020202020204"/>
                </a:endParaRPr>
              </a:p>
            </p:txBody>
          </p:sp>
        </p:grpSp>
        <p:sp>
          <p:nvSpPr>
            <p:cNvPr id="44" name="Isosceles Triangle 43"/>
            <p:cNvSpPr/>
            <p:nvPr/>
          </p:nvSpPr>
          <p:spPr>
            <a:xfrm flipH="1">
              <a:off x="2902215" y="2953595"/>
              <a:ext cx="528324" cy="415886"/>
            </a:xfrm>
            <a:prstGeom prst="triangle">
              <a:avLst/>
            </a:prstGeom>
            <a:solidFill>
              <a:schemeClr val="accent1"/>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6" name="Group 65"/>
          <p:cNvGrpSpPr/>
          <p:nvPr/>
        </p:nvGrpSpPr>
        <p:grpSpPr>
          <a:xfrm>
            <a:off x="7236315" y="3162951"/>
            <a:ext cx="1292180" cy="1501731"/>
            <a:chOff x="7236315" y="2953595"/>
            <a:chExt cx="1292180" cy="1501731"/>
          </a:xfrm>
        </p:grpSpPr>
        <p:grpSp>
          <p:nvGrpSpPr>
            <p:cNvPr id="22" name="Group 21"/>
            <p:cNvGrpSpPr/>
            <p:nvPr/>
          </p:nvGrpSpPr>
          <p:grpSpPr>
            <a:xfrm>
              <a:off x="7236315" y="3163146"/>
              <a:ext cx="1292180" cy="1292180"/>
              <a:chOff x="2529865" y="3081866"/>
              <a:chExt cx="1243074" cy="1243074"/>
            </a:xfrm>
          </p:grpSpPr>
          <p:sp>
            <p:nvSpPr>
              <p:cNvPr id="9" name="Oval 8"/>
              <p:cNvSpPr/>
              <p:nvPr/>
            </p:nvSpPr>
            <p:spPr>
              <a:xfrm flipH="1">
                <a:off x="2529865" y="3081866"/>
                <a:ext cx="1243074" cy="1243074"/>
              </a:xfrm>
              <a:prstGeom prst="ellipse">
                <a:avLst/>
              </a:prstGeom>
              <a:solidFill>
                <a:schemeClr val="accent5"/>
              </a:solidFill>
              <a:ln w="38100"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reeform 51"/>
              <p:cNvSpPr>
                <a:spLocks noChangeArrowheads="1"/>
              </p:cNvSpPr>
              <p:nvPr/>
            </p:nvSpPr>
            <p:spPr bwMode="auto">
              <a:xfrm>
                <a:off x="2877127" y="3533814"/>
                <a:ext cx="548550" cy="339178"/>
              </a:xfrm>
              <a:custGeom>
                <a:avLst/>
                <a:gdLst>
                  <a:gd name="T0" fmla="*/ 8120 w 461"/>
                  <a:gd name="T1" fmla="*/ 12182 h 285"/>
                  <a:gd name="T2" fmla="*/ 8120 w 461"/>
                  <a:gd name="T3" fmla="*/ 12182 h 285"/>
                  <a:gd name="T4" fmla="*/ 91576 w 461"/>
                  <a:gd name="T5" fmla="*/ 56398 h 285"/>
                  <a:gd name="T6" fmla="*/ 104207 w 461"/>
                  <a:gd name="T7" fmla="*/ 60008 h 285"/>
                  <a:gd name="T8" fmla="*/ 111876 w 461"/>
                  <a:gd name="T9" fmla="*/ 56398 h 285"/>
                  <a:gd name="T10" fmla="*/ 195783 w 461"/>
                  <a:gd name="T11" fmla="*/ 12182 h 285"/>
                  <a:gd name="T12" fmla="*/ 199843 w 461"/>
                  <a:gd name="T13" fmla="*/ 0 h 285"/>
                  <a:gd name="T14" fmla="*/ 8120 w 461"/>
                  <a:gd name="T15" fmla="*/ 0 h 285"/>
                  <a:gd name="T16" fmla="*/ 8120 w 461"/>
                  <a:gd name="T17" fmla="*/ 12182 h 285"/>
                  <a:gd name="T18" fmla="*/ 199843 w 461"/>
                  <a:gd name="T19" fmla="*/ 36095 h 285"/>
                  <a:gd name="T20" fmla="*/ 199843 w 461"/>
                  <a:gd name="T21" fmla="*/ 36095 h 285"/>
                  <a:gd name="T22" fmla="*/ 111876 w 461"/>
                  <a:gd name="T23" fmla="*/ 80311 h 285"/>
                  <a:gd name="T24" fmla="*/ 104207 w 461"/>
                  <a:gd name="T25" fmla="*/ 80311 h 285"/>
                  <a:gd name="T26" fmla="*/ 91576 w 461"/>
                  <a:gd name="T27" fmla="*/ 80311 h 285"/>
                  <a:gd name="T28" fmla="*/ 8120 w 461"/>
                  <a:gd name="T29" fmla="*/ 36095 h 285"/>
                  <a:gd name="T30" fmla="*/ 4060 w 461"/>
                  <a:gd name="T31" fmla="*/ 36095 h 285"/>
                  <a:gd name="T32" fmla="*/ 4060 w 461"/>
                  <a:gd name="T33" fmla="*/ 120015 h 285"/>
                  <a:gd name="T34" fmla="*/ 15789 w 461"/>
                  <a:gd name="T35" fmla="*/ 128137 h 285"/>
                  <a:gd name="T36" fmla="*/ 191723 w 461"/>
                  <a:gd name="T37" fmla="*/ 128137 h 285"/>
                  <a:gd name="T38" fmla="*/ 203903 w 461"/>
                  <a:gd name="T39" fmla="*/ 120015 h 285"/>
                  <a:gd name="T40" fmla="*/ 203903 w 461"/>
                  <a:gd name="T41" fmla="*/ 36095 h 285"/>
                  <a:gd name="T42" fmla="*/ 199843 w 461"/>
                  <a:gd name="T43" fmla="*/ 36095 h 2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61" h="285">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chemeClr val="bg1"/>
              </a:solidFill>
              <a:ln>
                <a:noFill/>
              </a:ln>
              <a:effectLst/>
            </p:spPr>
            <p:txBody>
              <a:bodyPr wrap="none" lIns="34290" tIns="17145" rIns="34290" bIns="17145" anchor="ctr"/>
              <a:lstStyle/>
              <a:p>
                <a:endParaRPr lang="en-US"/>
              </a:p>
            </p:txBody>
          </p:sp>
        </p:grpSp>
        <p:sp>
          <p:nvSpPr>
            <p:cNvPr id="45" name="Isosceles Triangle 44"/>
            <p:cNvSpPr/>
            <p:nvPr/>
          </p:nvSpPr>
          <p:spPr>
            <a:xfrm flipH="1">
              <a:off x="7618243" y="2953595"/>
              <a:ext cx="528324" cy="415886"/>
            </a:xfrm>
            <a:prstGeom prst="triangle">
              <a:avLst/>
            </a:prstGeom>
            <a:solidFill>
              <a:schemeClr val="accent5"/>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53" name="Rectangle 52"/>
          <p:cNvSpPr/>
          <p:nvPr/>
        </p:nvSpPr>
        <p:spPr>
          <a:xfrm>
            <a:off x="640951" y="1785136"/>
            <a:ext cx="2020098" cy="400110"/>
          </a:xfrm>
          <a:prstGeom prst="rect">
            <a:avLst/>
          </a:prstGeom>
        </p:spPr>
        <p:txBody>
          <a:bodyPr wrap="square" anchor="ctr">
            <a:spAutoFit/>
          </a:bodyPr>
          <a:lstStyle/>
          <a:p>
            <a:pPr algn="ctr"/>
            <a:r>
              <a:rPr lang="zh-CN" altLang="en-US" sz="2000" dirty="0" smtClean="0">
                <a:solidFill>
                  <a:schemeClr val="accent1"/>
                </a:solidFill>
                <a:latin typeface="Montserrat" panose="00000500000000000000" pitchFamily="50" charset="0"/>
                <a:cs typeface="Raleway"/>
              </a:rPr>
              <a:t>文字内容</a:t>
            </a:r>
            <a:endParaRPr lang="en-US" sz="2000" dirty="0">
              <a:solidFill>
                <a:schemeClr val="accent1"/>
              </a:solidFill>
              <a:latin typeface="Montserrat" panose="00000500000000000000" pitchFamily="50" charset="0"/>
              <a:cs typeface="Raleway"/>
            </a:endParaRPr>
          </a:p>
        </p:txBody>
      </p:sp>
      <p:sp>
        <p:nvSpPr>
          <p:cNvPr id="54" name="Rectangle 53"/>
          <p:cNvSpPr/>
          <p:nvPr/>
        </p:nvSpPr>
        <p:spPr>
          <a:xfrm flipH="1">
            <a:off x="751018" y="20800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9" name="Rectangle 58"/>
          <p:cNvSpPr/>
          <p:nvPr/>
        </p:nvSpPr>
        <p:spPr>
          <a:xfrm>
            <a:off x="1148951" y="4883936"/>
            <a:ext cx="2020098" cy="400110"/>
          </a:xfrm>
          <a:prstGeom prst="rect">
            <a:avLst/>
          </a:prstGeom>
        </p:spPr>
        <p:txBody>
          <a:bodyPr wrap="square" anchor="ctr">
            <a:spAutoFit/>
          </a:bodyPr>
          <a:lstStyle/>
          <a:p>
            <a:pPr algn="ctr"/>
            <a:r>
              <a:rPr lang="zh-CN" altLang="en-US" sz="2000" dirty="0" smtClean="0">
                <a:solidFill>
                  <a:schemeClr val="accent2"/>
                </a:solidFill>
                <a:latin typeface="Montserrat" panose="00000500000000000000" pitchFamily="50" charset="0"/>
                <a:cs typeface="Raleway"/>
              </a:rPr>
              <a:t>文字内容</a:t>
            </a:r>
            <a:endParaRPr lang="en-US" sz="2000" dirty="0">
              <a:solidFill>
                <a:schemeClr val="accent2"/>
              </a:solidFill>
              <a:latin typeface="Montserrat" panose="00000500000000000000" pitchFamily="50" charset="0"/>
              <a:cs typeface="Raleway"/>
            </a:endParaRPr>
          </a:p>
        </p:txBody>
      </p:sp>
      <p:sp>
        <p:nvSpPr>
          <p:cNvPr id="60" name="Rectangle 59"/>
          <p:cNvSpPr/>
          <p:nvPr/>
        </p:nvSpPr>
        <p:spPr>
          <a:xfrm flipH="1">
            <a:off x="1259018" y="51788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5" name="Rectangle 54"/>
          <p:cNvSpPr/>
          <p:nvPr/>
        </p:nvSpPr>
        <p:spPr>
          <a:xfrm>
            <a:off x="5958018" y="1785136"/>
            <a:ext cx="2020098" cy="400110"/>
          </a:xfrm>
          <a:prstGeom prst="rect">
            <a:avLst/>
          </a:prstGeom>
        </p:spPr>
        <p:txBody>
          <a:bodyPr wrap="square" anchor="ctr">
            <a:spAutoFit/>
          </a:bodyPr>
          <a:lstStyle/>
          <a:p>
            <a:pPr algn="ctr"/>
            <a:r>
              <a:rPr lang="zh-CN" altLang="en-US" sz="2000" dirty="0" smtClean="0">
                <a:solidFill>
                  <a:schemeClr val="accent3"/>
                </a:solidFill>
                <a:latin typeface="Montserrat" panose="00000500000000000000" pitchFamily="50" charset="0"/>
                <a:cs typeface="Raleway"/>
              </a:rPr>
              <a:t>文字内容</a:t>
            </a:r>
            <a:endParaRPr lang="en-US" sz="2000" dirty="0">
              <a:solidFill>
                <a:schemeClr val="accent3"/>
              </a:solidFill>
              <a:latin typeface="Montserrat" panose="00000500000000000000" pitchFamily="50" charset="0"/>
              <a:cs typeface="Raleway"/>
            </a:endParaRPr>
          </a:p>
        </p:txBody>
      </p:sp>
      <p:sp>
        <p:nvSpPr>
          <p:cNvPr id="56" name="Rectangle 55"/>
          <p:cNvSpPr/>
          <p:nvPr/>
        </p:nvSpPr>
        <p:spPr>
          <a:xfrm flipH="1">
            <a:off x="6068085" y="20800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61" name="Rectangle 60"/>
          <p:cNvSpPr/>
          <p:nvPr/>
        </p:nvSpPr>
        <p:spPr>
          <a:xfrm>
            <a:off x="4273153" y="4883936"/>
            <a:ext cx="2020098" cy="400110"/>
          </a:xfrm>
          <a:prstGeom prst="rect">
            <a:avLst/>
          </a:prstGeom>
        </p:spPr>
        <p:txBody>
          <a:bodyPr wrap="square" anchor="ctr">
            <a:spAutoFit/>
          </a:bodyPr>
          <a:lstStyle/>
          <a:p>
            <a:pPr algn="ctr"/>
            <a:r>
              <a:rPr lang="zh-CN" altLang="en-US" sz="2000" dirty="0" smtClean="0">
                <a:solidFill>
                  <a:schemeClr val="accent4"/>
                </a:solidFill>
                <a:latin typeface="Montserrat" panose="00000500000000000000" pitchFamily="50" charset="0"/>
                <a:cs typeface="Raleway"/>
              </a:rPr>
              <a:t>文字内容</a:t>
            </a:r>
            <a:endParaRPr lang="en-US" sz="2000" dirty="0">
              <a:solidFill>
                <a:schemeClr val="accent4"/>
              </a:solidFill>
              <a:latin typeface="Montserrat" panose="00000500000000000000" pitchFamily="50" charset="0"/>
              <a:cs typeface="Raleway"/>
            </a:endParaRPr>
          </a:p>
        </p:txBody>
      </p:sp>
      <p:sp>
        <p:nvSpPr>
          <p:cNvPr id="62" name="Rectangle 61"/>
          <p:cNvSpPr/>
          <p:nvPr/>
        </p:nvSpPr>
        <p:spPr>
          <a:xfrm flipH="1">
            <a:off x="4383220" y="51788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7" name="Rectangle 56"/>
          <p:cNvSpPr/>
          <p:nvPr/>
        </p:nvSpPr>
        <p:spPr>
          <a:xfrm>
            <a:off x="9022951" y="1785136"/>
            <a:ext cx="2020098" cy="400110"/>
          </a:xfrm>
          <a:prstGeom prst="rect">
            <a:avLst/>
          </a:prstGeom>
        </p:spPr>
        <p:txBody>
          <a:bodyPr wrap="square" anchor="ctr">
            <a:spAutoFit/>
          </a:bodyPr>
          <a:lstStyle/>
          <a:p>
            <a:pPr algn="ctr"/>
            <a:r>
              <a:rPr lang="zh-CN" altLang="en-US" sz="2000" dirty="0" smtClean="0">
                <a:solidFill>
                  <a:schemeClr val="accent5"/>
                </a:solidFill>
                <a:latin typeface="Montserrat" panose="00000500000000000000" pitchFamily="50" charset="0"/>
                <a:cs typeface="Raleway"/>
              </a:rPr>
              <a:t>文字内容</a:t>
            </a:r>
            <a:endParaRPr lang="en-US" sz="2000" dirty="0">
              <a:solidFill>
                <a:schemeClr val="accent5"/>
              </a:solidFill>
              <a:latin typeface="Montserrat" panose="00000500000000000000" pitchFamily="50" charset="0"/>
              <a:cs typeface="Raleway"/>
            </a:endParaRPr>
          </a:p>
        </p:txBody>
      </p:sp>
      <p:sp>
        <p:nvSpPr>
          <p:cNvPr id="58" name="Rectangle 57"/>
          <p:cNvSpPr/>
          <p:nvPr/>
        </p:nvSpPr>
        <p:spPr>
          <a:xfrm flipH="1">
            <a:off x="9133018" y="20800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63" name="Rectangle 62"/>
          <p:cNvSpPr/>
          <p:nvPr/>
        </p:nvSpPr>
        <p:spPr>
          <a:xfrm>
            <a:off x="9632549" y="4883936"/>
            <a:ext cx="2020098" cy="400110"/>
          </a:xfrm>
          <a:prstGeom prst="rect">
            <a:avLst/>
          </a:prstGeom>
        </p:spPr>
        <p:txBody>
          <a:bodyPr wrap="square" anchor="ctr">
            <a:spAutoFit/>
          </a:bodyPr>
          <a:lstStyle/>
          <a:p>
            <a:pPr algn="ctr"/>
            <a:r>
              <a:rPr lang="zh-CN" altLang="en-US" sz="2000" dirty="0" smtClean="0">
                <a:solidFill>
                  <a:schemeClr val="accent6"/>
                </a:solidFill>
                <a:latin typeface="Montserrat" panose="00000500000000000000" pitchFamily="50" charset="0"/>
                <a:cs typeface="Raleway"/>
              </a:rPr>
              <a:t>文字内容</a:t>
            </a:r>
            <a:endParaRPr lang="en-US" sz="2000" dirty="0">
              <a:solidFill>
                <a:schemeClr val="accent6"/>
              </a:solidFill>
              <a:latin typeface="Montserrat" panose="00000500000000000000" pitchFamily="50" charset="0"/>
              <a:cs typeface="Raleway"/>
            </a:endParaRPr>
          </a:p>
        </p:txBody>
      </p:sp>
      <p:sp>
        <p:nvSpPr>
          <p:cNvPr id="64" name="Rectangle 63"/>
          <p:cNvSpPr/>
          <p:nvPr/>
        </p:nvSpPr>
        <p:spPr>
          <a:xfrm flipH="1">
            <a:off x="9742616" y="5178806"/>
            <a:ext cx="1799964" cy="738664"/>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cxnSp>
        <p:nvCxnSpPr>
          <p:cNvPr id="76" name="Elbow Connector 75"/>
          <p:cNvCxnSpPr>
            <a:stCxn id="44" idx="0"/>
            <a:endCxn id="54" idx="1"/>
          </p:cNvCxnSpPr>
          <p:nvPr/>
        </p:nvCxnSpPr>
        <p:spPr>
          <a:xfrm rot="16200000" flipV="1">
            <a:off x="2501874" y="2498447"/>
            <a:ext cx="713613" cy="615395"/>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cxnSp>
        <p:nvCxnSpPr>
          <p:cNvPr id="78" name="Elbow Connector 77"/>
          <p:cNvCxnSpPr>
            <a:stCxn id="47" idx="0"/>
            <a:endCxn id="60" idx="1"/>
          </p:cNvCxnSpPr>
          <p:nvPr/>
        </p:nvCxnSpPr>
        <p:spPr>
          <a:xfrm rot="5400000">
            <a:off x="3357613" y="4560366"/>
            <a:ext cx="689141" cy="1286402"/>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cxnSp>
        <p:nvCxnSpPr>
          <p:cNvPr id="80" name="Elbow Connector 79"/>
          <p:cNvCxnSpPr>
            <a:stCxn id="42" idx="0"/>
            <a:endCxn id="56" idx="3"/>
          </p:cNvCxnSpPr>
          <p:nvPr/>
        </p:nvCxnSpPr>
        <p:spPr>
          <a:xfrm rot="5400000" flipH="1" flipV="1">
            <a:off x="5439432" y="2534298"/>
            <a:ext cx="713613" cy="543694"/>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cxnSp>
        <p:nvCxnSpPr>
          <p:cNvPr id="82" name="Elbow Connector 81"/>
          <p:cNvCxnSpPr>
            <a:stCxn id="48" idx="0"/>
            <a:endCxn id="62" idx="1"/>
          </p:cNvCxnSpPr>
          <p:nvPr/>
        </p:nvCxnSpPr>
        <p:spPr>
          <a:xfrm rot="5400000">
            <a:off x="6098721" y="4943460"/>
            <a:ext cx="689141" cy="520214"/>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cxnSp>
        <p:nvCxnSpPr>
          <p:cNvPr id="84" name="Elbow Connector 83"/>
          <p:cNvCxnSpPr>
            <a:stCxn id="45" idx="0"/>
            <a:endCxn id="58" idx="3"/>
          </p:cNvCxnSpPr>
          <p:nvPr/>
        </p:nvCxnSpPr>
        <p:spPr>
          <a:xfrm rot="5400000" flipH="1" flipV="1">
            <a:off x="8150905" y="2180839"/>
            <a:ext cx="713613" cy="1250613"/>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cxnSp>
        <p:nvCxnSpPr>
          <p:cNvPr id="86" name="Elbow Connector 85"/>
          <p:cNvCxnSpPr>
            <a:stCxn id="49" idx="0"/>
            <a:endCxn id="64" idx="3"/>
          </p:cNvCxnSpPr>
          <p:nvPr/>
        </p:nvCxnSpPr>
        <p:spPr>
          <a:xfrm rot="16200000" flipH="1">
            <a:off x="9057444" y="4862965"/>
            <a:ext cx="689141" cy="681203"/>
          </a:xfrm>
          <a:prstGeom prst="bentConnector2">
            <a:avLst/>
          </a:prstGeom>
          <a:ln>
            <a:solidFill>
              <a:schemeClr val="bg1">
                <a:lumMod val="65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sp>
        <p:nvSpPr>
          <p:cNvPr id="65"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68"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42000">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14:bounceEnd="42000">
                                          <p:cBhvr additive="base">
                                            <p:cTn id="7" dur="500" fill="hold"/>
                                            <p:tgtEl>
                                              <p:spTgt spid="46"/>
                                            </p:tgtEl>
                                            <p:attrNameLst>
                                              <p:attrName>ppt_x</p:attrName>
                                            </p:attrNameLst>
                                          </p:cBhvr>
                                          <p:tavLst>
                                            <p:tav tm="0">
                                              <p:val>
                                                <p:strVal val="0-#ppt_w/2"/>
                                              </p:val>
                                            </p:tav>
                                            <p:tav tm="100000">
                                              <p:val>
                                                <p:strVal val="#ppt_x"/>
                                              </p:val>
                                            </p:tav>
                                          </p:tavLst>
                                        </p:anim>
                                        <p:anim calcmode="lin" valueType="num" p14:bounceEnd="42000">
                                          <p:cBhvr additive="base">
                                            <p:cTn id="8" dur="50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fill="hold" nodeType="afterEffect" p14:presetBounceEnd="42000">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14:bounceEnd="42000">
                                          <p:cBhvr additive="base">
                                            <p:cTn id="12" dur="500" fill="hold"/>
                                            <p:tgtEl>
                                              <p:spTgt spid="50"/>
                                            </p:tgtEl>
                                            <p:attrNameLst>
                                              <p:attrName>ppt_x</p:attrName>
                                            </p:attrNameLst>
                                          </p:cBhvr>
                                          <p:tavLst>
                                            <p:tav tm="0">
                                              <p:val>
                                                <p:strVal val="#ppt_x"/>
                                              </p:val>
                                            </p:tav>
                                            <p:tav tm="100000">
                                              <p:val>
                                                <p:strVal val="#ppt_x"/>
                                              </p:val>
                                            </p:tav>
                                          </p:tavLst>
                                        </p:anim>
                                        <p:anim calcmode="lin" valueType="num" p14:bounceEnd="42000">
                                          <p:cBhvr additive="base">
                                            <p:cTn id="13" dur="500" fill="hold"/>
                                            <p:tgtEl>
                                              <p:spTgt spid="50"/>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14:presetBounceEnd="42000">
                                      <p:stCondLst>
                                        <p:cond delay="0"/>
                                      </p:stCondLst>
                                      <p:childTnLst>
                                        <p:set>
                                          <p:cBhvr>
                                            <p:cTn id="16" dur="1" fill="hold">
                                              <p:stCondLst>
                                                <p:cond delay="0"/>
                                              </p:stCondLst>
                                            </p:cTn>
                                            <p:tgtEl>
                                              <p:spTgt spid="67"/>
                                            </p:tgtEl>
                                            <p:attrNameLst>
                                              <p:attrName>style.visibility</p:attrName>
                                            </p:attrNameLst>
                                          </p:cBhvr>
                                          <p:to>
                                            <p:strVal val="visible"/>
                                          </p:to>
                                        </p:set>
                                        <p:anim calcmode="lin" valueType="num" p14:bounceEnd="42000">
                                          <p:cBhvr additive="base">
                                            <p:cTn id="17" dur="500" fill="hold"/>
                                            <p:tgtEl>
                                              <p:spTgt spid="67"/>
                                            </p:tgtEl>
                                            <p:attrNameLst>
                                              <p:attrName>ppt_x</p:attrName>
                                            </p:attrNameLst>
                                          </p:cBhvr>
                                          <p:tavLst>
                                            <p:tav tm="0">
                                              <p:val>
                                                <p:strVal val="#ppt_x"/>
                                              </p:val>
                                            </p:tav>
                                            <p:tav tm="100000">
                                              <p:val>
                                                <p:strVal val="#ppt_x"/>
                                              </p:val>
                                            </p:tav>
                                          </p:tavLst>
                                        </p:anim>
                                        <p:anim calcmode="lin" valueType="num" p14:bounceEnd="42000">
                                          <p:cBhvr additive="base">
                                            <p:cTn id="18" dur="500" fill="hold"/>
                                            <p:tgtEl>
                                              <p:spTgt spid="6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14:presetBounceEnd="42000">
                                      <p:stCondLst>
                                        <p:cond delay="0"/>
                                      </p:stCondLst>
                                      <p:childTnLst>
                                        <p:set>
                                          <p:cBhvr>
                                            <p:cTn id="21" dur="1" fill="hold">
                                              <p:stCondLst>
                                                <p:cond delay="0"/>
                                              </p:stCondLst>
                                            </p:cTn>
                                            <p:tgtEl>
                                              <p:spTgt spid="51"/>
                                            </p:tgtEl>
                                            <p:attrNameLst>
                                              <p:attrName>style.visibility</p:attrName>
                                            </p:attrNameLst>
                                          </p:cBhvr>
                                          <p:to>
                                            <p:strVal val="visible"/>
                                          </p:to>
                                        </p:set>
                                        <p:anim calcmode="lin" valueType="num" p14:bounceEnd="42000">
                                          <p:cBhvr additive="base">
                                            <p:cTn id="22" dur="500" fill="hold"/>
                                            <p:tgtEl>
                                              <p:spTgt spid="51"/>
                                            </p:tgtEl>
                                            <p:attrNameLst>
                                              <p:attrName>ppt_x</p:attrName>
                                            </p:attrNameLst>
                                          </p:cBhvr>
                                          <p:tavLst>
                                            <p:tav tm="0">
                                              <p:val>
                                                <p:strVal val="#ppt_x"/>
                                              </p:val>
                                            </p:tav>
                                            <p:tav tm="100000">
                                              <p:val>
                                                <p:strVal val="#ppt_x"/>
                                              </p:val>
                                            </p:tav>
                                          </p:tavLst>
                                        </p:anim>
                                        <p:anim calcmode="lin" valueType="num" p14:bounceEnd="42000">
                                          <p:cBhvr additive="base">
                                            <p:cTn id="23" dur="500" fill="hold"/>
                                            <p:tgtEl>
                                              <p:spTgt spid="51"/>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14:presetBounceEnd="42000">
                                      <p:stCondLst>
                                        <p:cond delay="0"/>
                                      </p:stCondLst>
                                      <p:childTnLst>
                                        <p:set>
                                          <p:cBhvr>
                                            <p:cTn id="26" dur="1" fill="hold">
                                              <p:stCondLst>
                                                <p:cond delay="0"/>
                                              </p:stCondLst>
                                            </p:cTn>
                                            <p:tgtEl>
                                              <p:spTgt spid="66"/>
                                            </p:tgtEl>
                                            <p:attrNameLst>
                                              <p:attrName>style.visibility</p:attrName>
                                            </p:attrNameLst>
                                          </p:cBhvr>
                                          <p:to>
                                            <p:strVal val="visible"/>
                                          </p:to>
                                        </p:set>
                                        <p:anim calcmode="lin" valueType="num" p14:bounceEnd="42000">
                                          <p:cBhvr additive="base">
                                            <p:cTn id="27" dur="500" fill="hold"/>
                                            <p:tgtEl>
                                              <p:spTgt spid="66"/>
                                            </p:tgtEl>
                                            <p:attrNameLst>
                                              <p:attrName>ppt_x</p:attrName>
                                            </p:attrNameLst>
                                          </p:cBhvr>
                                          <p:tavLst>
                                            <p:tav tm="0">
                                              <p:val>
                                                <p:strVal val="#ppt_x"/>
                                              </p:val>
                                            </p:tav>
                                            <p:tav tm="100000">
                                              <p:val>
                                                <p:strVal val="#ppt_x"/>
                                              </p:val>
                                            </p:tav>
                                          </p:tavLst>
                                        </p:anim>
                                        <p:anim calcmode="lin" valueType="num" p14:bounceEnd="42000">
                                          <p:cBhvr additive="base">
                                            <p:cTn id="28" dur="500" fill="hold"/>
                                            <p:tgtEl>
                                              <p:spTgt spid="66"/>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2" fill="hold" nodeType="afterEffect" p14:presetBounceEnd="42000">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14:bounceEnd="42000">
                                          <p:cBhvr additive="base">
                                            <p:cTn id="32" dur="500" fill="hold"/>
                                            <p:tgtEl>
                                              <p:spTgt spid="52"/>
                                            </p:tgtEl>
                                            <p:attrNameLst>
                                              <p:attrName>ppt_x</p:attrName>
                                            </p:attrNameLst>
                                          </p:cBhvr>
                                          <p:tavLst>
                                            <p:tav tm="0">
                                              <p:val>
                                                <p:strVal val="1+#ppt_w/2"/>
                                              </p:val>
                                            </p:tav>
                                            <p:tav tm="100000">
                                              <p:val>
                                                <p:strVal val="#ppt_x"/>
                                              </p:val>
                                            </p:tav>
                                          </p:tavLst>
                                        </p:anim>
                                        <p:anim calcmode="lin" valueType="num" p14:bounceEnd="42000">
                                          <p:cBhvr additive="base">
                                            <p:cTn id="33" dur="500" fill="hold"/>
                                            <p:tgtEl>
                                              <p:spTgt spid="52"/>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wipe(right)">
                                          <p:cBhvr>
                                            <p:cTn id="37" dur="500"/>
                                            <p:tgtEl>
                                              <p:spTgt spid="76"/>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childTnLst>
                              </p:cTn>
                            </p:par>
                            <p:par>
                              <p:cTn id="46" fill="hold">
                                <p:stCondLst>
                                  <p:cond delay="4500"/>
                                </p:stCondLst>
                                <p:childTnLst>
                                  <p:par>
                                    <p:cTn id="47" presetID="22" presetClass="entr" presetSubtype="2" fill="hold" nodeType="after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wipe(right)">
                                          <p:cBhvr>
                                            <p:cTn id="49" dur="500"/>
                                            <p:tgtEl>
                                              <p:spTgt spid="78"/>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childTnLst>
                              </p:cTn>
                            </p:par>
                            <p:par>
                              <p:cTn id="54" fill="hold">
                                <p:stCondLst>
                                  <p:cond delay="5500"/>
                                </p:stCondLst>
                                <p:childTnLst>
                                  <p:par>
                                    <p:cTn id="55" presetID="10" presetClass="entr" presetSubtype="0" fill="hold" grpId="0" nodeType="after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500"/>
                                            <p:tgtEl>
                                              <p:spTgt spid="60"/>
                                            </p:tgtEl>
                                          </p:cBhvr>
                                        </p:animEffect>
                                      </p:childTnLst>
                                    </p:cTn>
                                  </p:par>
                                </p:childTnLst>
                              </p:cTn>
                            </p:par>
                            <p:par>
                              <p:cTn id="58" fill="hold">
                                <p:stCondLst>
                                  <p:cond delay="6000"/>
                                </p:stCondLst>
                                <p:childTnLst>
                                  <p:par>
                                    <p:cTn id="59" presetID="22" presetClass="entr" presetSubtype="8" fill="hold" nodeType="afterEffect">
                                      <p:stCondLst>
                                        <p:cond delay="0"/>
                                      </p:stCondLst>
                                      <p:childTnLst>
                                        <p:set>
                                          <p:cBhvr>
                                            <p:cTn id="60" dur="1" fill="hold">
                                              <p:stCondLst>
                                                <p:cond delay="0"/>
                                              </p:stCondLst>
                                            </p:cTn>
                                            <p:tgtEl>
                                              <p:spTgt spid="80"/>
                                            </p:tgtEl>
                                            <p:attrNameLst>
                                              <p:attrName>style.visibility</p:attrName>
                                            </p:attrNameLst>
                                          </p:cBhvr>
                                          <p:to>
                                            <p:strVal val="visible"/>
                                          </p:to>
                                        </p:set>
                                        <p:animEffect transition="in" filter="wipe(left)">
                                          <p:cBhvr>
                                            <p:cTn id="61" dur="500"/>
                                            <p:tgtEl>
                                              <p:spTgt spid="80"/>
                                            </p:tgtEl>
                                          </p:cBhvr>
                                        </p:animEffect>
                                      </p:childTnLst>
                                    </p:cTn>
                                  </p:par>
                                </p:childTnLst>
                              </p:cTn>
                            </p:par>
                            <p:par>
                              <p:cTn id="62" fill="hold">
                                <p:stCondLst>
                                  <p:cond delay="6500"/>
                                </p:stCondLst>
                                <p:childTnLst>
                                  <p:par>
                                    <p:cTn id="63" presetID="10" presetClass="entr" presetSubtype="0" fill="hold" grpId="0"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par>
                              <p:cTn id="66" fill="hold">
                                <p:stCondLst>
                                  <p:cond delay="7000"/>
                                </p:stCondLst>
                                <p:childTnLst>
                                  <p:par>
                                    <p:cTn id="67" presetID="10" presetClass="entr" presetSubtype="0" fill="hold" grpId="0" nodeType="after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childTnLst>
                              </p:cTn>
                            </p:par>
                            <p:par>
                              <p:cTn id="70" fill="hold">
                                <p:stCondLst>
                                  <p:cond delay="7500"/>
                                </p:stCondLst>
                                <p:childTnLst>
                                  <p:par>
                                    <p:cTn id="71" presetID="22" presetClass="entr" presetSubtype="2" fill="hold" nodeType="afterEffect">
                                      <p:stCondLst>
                                        <p:cond delay="0"/>
                                      </p:stCondLst>
                                      <p:childTnLst>
                                        <p:set>
                                          <p:cBhvr>
                                            <p:cTn id="72" dur="1" fill="hold">
                                              <p:stCondLst>
                                                <p:cond delay="0"/>
                                              </p:stCondLst>
                                            </p:cTn>
                                            <p:tgtEl>
                                              <p:spTgt spid="82"/>
                                            </p:tgtEl>
                                            <p:attrNameLst>
                                              <p:attrName>style.visibility</p:attrName>
                                            </p:attrNameLst>
                                          </p:cBhvr>
                                          <p:to>
                                            <p:strVal val="visible"/>
                                          </p:to>
                                        </p:set>
                                        <p:animEffect transition="in" filter="wipe(right)">
                                          <p:cBhvr>
                                            <p:cTn id="73" dur="500"/>
                                            <p:tgtEl>
                                              <p:spTgt spid="82"/>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500"/>
                                            <p:tgtEl>
                                              <p:spTgt spid="61"/>
                                            </p:tgtEl>
                                          </p:cBhvr>
                                        </p:animEffect>
                                      </p:childTnLst>
                                    </p:cTn>
                                  </p:par>
                                </p:childTnLst>
                              </p:cTn>
                            </p:par>
                            <p:par>
                              <p:cTn id="78" fill="hold">
                                <p:stCondLst>
                                  <p:cond delay="8500"/>
                                </p:stCondLst>
                                <p:childTnLst>
                                  <p:par>
                                    <p:cTn id="79" presetID="10" presetClass="entr" presetSubtype="0" fill="hold" grpId="0" nodeType="after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childTnLst>
                              </p:cTn>
                            </p:par>
                            <p:par>
                              <p:cTn id="82" fill="hold">
                                <p:stCondLst>
                                  <p:cond delay="9000"/>
                                </p:stCondLst>
                                <p:childTnLst>
                                  <p:par>
                                    <p:cTn id="83" presetID="22" presetClass="entr" presetSubtype="8" fill="hold" nodeType="after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wipe(left)">
                                          <p:cBhvr>
                                            <p:cTn id="85" dur="500"/>
                                            <p:tgtEl>
                                              <p:spTgt spid="84"/>
                                            </p:tgtEl>
                                          </p:cBhvr>
                                        </p:animEffect>
                                      </p:childTnLst>
                                    </p:cTn>
                                  </p:par>
                                </p:childTnLst>
                              </p:cTn>
                            </p:par>
                            <p:par>
                              <p:cTn id="86" fill="hold">
                                <p:stCondLst>
                                  <p:cond delay="9500"/>
                                </p:stCondLst>
                                <p:childTnLst>
                                  <p:par>
                                    <p:cTn id="87" presetID="10" presetClass="entr" presetSubtype="0" fill="hold" grpId="0" nodeType="after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fade">
                                          <p:cBhvr>
                                            <p:cTn id="89" dur="500"/>
                                            <p:tgtEl>
                                              <p:spTgt spid="57"/>
                                            </p:tgtEl>
                                          </p:cBhvr>
                                        </p:animEffect>
                                      </p:childTnLst>
                                    </p:cTn>
                                  </p:par>
                                </p:childTnLst>
                              </p:cTn>
                            </p:par>
                            <p:par>
                              <p:cTn id="90" fill="hold">
                                <p:stCondLst>
                                  <p:cond delay="10000"/>
                                </p:stCondLst>
                                <p:childTnLst>
                                  <p:par>
                                    <p:cTn id="91" presetID="10" presetClass="entr" presetSubtype="0" fill="hold" grpId="0" nodeType="after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500"/>
                                            <p:tgtEl>
                                              <p:spTgt spid="58"/>
                                            </p:tgtEl>
                                          </p:cBhvr>
                                        </p:animEffect>
                                      </p:childTnLst>
                                    </p:cTn>
                                  </p:par>
                                </p:childTnLst>
                              </p:cTn>
                            </p:par>
                            <p:par>
                              <p:cTn id="94" fill="hold">
                                <p:stCondLst>
                                  <p:cond delay="10500"/>
                                </p:stCondLst>
                                <p:childTnLst>
                                  <p:par>
                                    <p:cTn id="95" presetID="22" presetClass="entr" presetSubtype="8" fill="hold" nodeType="afterEffect">
                                      <p:stCondLst>
                                        <p:cond delay="0"/>
                                      </p:stCondLst>
                                      <p:childTnLst>
                                        <p:set>
                                          <p:cBhvr>
                                            <p:cTn id="96" dur="1" fill="hold">
                                              <p:stCondLst>
                                                <p:cond delay="0"/>
                                              </p:stCondLst>
                                            </p:cTn>
                                            <p:tgtEl>
                                              <p:spTgt spid="86"/>
                                            </p:tgtEl>
                                            <p:attrNameLst>
                                              <p:attrName>style.visibility</p:attrName>
                                            </p:attrNameLst>
                                          </p:cBhvr>
                                          <p:to>
                                            <p:strVal val="visible"/>
                                          </p:to>
                                        </p:set>
                                        <p:animEffect transition="in" filter="wipe(left)">
                                          <p:cBhvr>
                                            <p:cTn id="97" dur="500"/>
                                            <p:tgtEl>
                                              <p:spTgt spid="86"/>
                                            </p:tgtEl>
                                          </p:cBhvr>
                                        </p:animEffect>
                                      </p:childTnLst>
                                    </p:cTn>
                                  </p:par>
                                </p:childTnLst>
                              </p:cTn>
                            </p:par>
                            <p:par>
                              <p:cTn id="98" fill="hold">
                                <p:stCondLst>
                                  <p:cond delay="11000"/>
                                </p:stCondLst>
                                <p:childTnLst>
                                  <p:par>
                                    <p:cTn id="99" presetID="10" presetClass="entr" presetSubtype="0" fill="hold" grpId="0" nodeType="afterEffect">
                                      <p:stCondLst>
                                        <p:cond delay="0"/>
                                      </p:stCondLst>
                                      <p:childTnLst>
                                        <p:set>
                                          <p:cBhvr>
                                            <p:cTn id="100" dur="1" fill="hold">
                                              <p:stCondLst>
                                                <p:cond delay="0"/>
                                              </p:stCondLst>
                                            </p:cTn>
                                            <p:tgtEl>
                                              <p:spTgt spid="63"/>
                                            </p:tgtEl>
                                            <p:attrNameLst>
                                              <p:attrName>style.visibility</p:attrName>
                                            </p:attrNameLst>
                                          </p:cBhvr>
                                          <p:to>
                                            <p:strVal val="visible"/>
                                          </p:to>
                                        </p:set>
                                        <p:animEffect transition="in" filter="fade">
                                          <p:cBhvr>
                                            <p:cTn id="101" dur="500"/>
                                            <p:tgtEl>
                                              <p:spTgt spid="63"/>
                                            </p:tgtEl>
                                          </p:cBhvr>
                                        </p:animEffect>
                                      </p:childTnLst>
                                    </p:cTn>
                                  </p:par>
                                </p:childTnLst>
                              </p:cTn>
                            </p:par>
                            <p:par>
                              <p:cTn id="102" fill="hold">
                                <p:stCondLst>
                                  <p:cond delay="11500"/>
                                </p:stCondLst>
                                <p:childTnLst>
                                  <p:par>
                                    <p:cTn id="103" presetID="10" presetClass="entr" presetSubtype="0" fill="hold" grpId="0" nodeType="after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fade">
                                          <p:cBhvr>
                                            <p:cTn id="10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9" grpId="0"/>
          <p:bldP spid="60" grpId="0"/>
          <p:bldP spid="55" grpId="0"/>
          <p:bldP spid="56" grpId="0"/>
          <p:bldP spid="61" grpId="0"/>
          <p:bldP spid="62" grpId="0"/>
          <p:bldP spid="57" grpId="0"/>
          <p:bldP spid="58" grpId="0"/>
          <p:bldP spid="63" grpId="0"/>
          <p:bldP spid="6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0-#ppt_w/2"/>
                                              </p:val>
                                            </p:tav>
                                            <p:tav tm="100000">
                                              <p:val>
                                                <p:strVal val="#ppt_x"/>
                                              </p:val>
                                            </p:tav>
                                          </p:tavLst>
                                        </p:anim>
                                        <p:anim calcmode="lin" valueType="num">
                                          <p:cBhvr additive="base">
                                            <p:cTn id="8" dur="500" fill="hold"/>
                                            <p:tgtEl>
                                              <p:spTgt spid="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cBhvr additive="base">
                                            <p:cTn id="12" dur="500" fill="hold"/>
                                            <p:tgtEl>
                                              <p:spTgt spid="50"/>
                                            </p:tgtEl>
                                            <p:attrNameLst>
                                              <p:attrName>ppt_x</p:attrName>
                                            </p:attrNameLst>
                                          </p:cBhvr>
                                          <p:tavLst>
                                            <p:tav tm="0">
                                              <p:val>
                                                <p:strVal val="#ppt_x"/>
                                              </p:val>
                                            </p:tav>
                                            <p:tav tm="100000">
                                              <p:val>
                                                <p:strVal val="#ppt_x"/>
                                              </p:val>
                                            </p:tav>
                                          </p:tavLst>
                                        </p:anim>
                                        <p:anim calcmode="lin" valueType="num">
                                          <p:cBhvr additive="base">
                                            <p:cTn id="13" dur="500" fill="hold"/>
                                            <p:tgtEl>
                                              <p:spTgt spid="50"/>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7"/>
                                            </p:tgtEl>
                                            <p:attrNameLst>
                                              <p:attrName>style.visibility</p:attrName>
                                            </p:attrNameLst>
                                          </p:cBhvr>
                                          <p:to>
                                            <p:strVal val="visible"/>
                                          </p:to>
                                        </p:set>
                                        <p:anim calcmode="lin" valueType="num">
                                          <p:cBhvr additive="base">
                                            <p:cTn id="17" dur="500" fill="hold"/>
                                            <p:tgtEl>
                                              <p:spTgt spid="67"/>
                                            </p:tgtEl>
                                            <p:attrNameLst>
                                              <p:attrName>ppt_x</p:attrName>
                                            </p:attrNameLst>
                                          </p:cBhvr>
                                          <p:tavLst>
                                            <p:tav tm="0">
                                              <p:val>
                                                <p:strVal val="#ppt_x"/>
                                              </p:val>
                                            </p:tav>
                                            <p:tav tm="100000">
                                              <p:val>
                                                <p:strVal val="#ppt_x"/>
                                              </p:val>
                                            </p:tav>
                                          </p:tavLst>
                                        </p:anim>
                                        <p:anim calcmode="lin" valueType="num">
                                          <p:cBhvr additive="base">
                                            <p:cTn id="18" dur="500" fill="hold"/>
                                            <p:tgtEl>
                                              <p:spTgt spid="6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stCondLst>
                                        <p:cond delay="0"/>
                                      </p:stCondLst>
                                      <p:childTnLst>
                                        <p:set>
                                          <p:cBhvr>
                                            <p:cTn id="21" dur="1" fill="hold">
                                              <p:stCondLst>
                                                <p:cond delay="0"/>
                                              </p:stCondLst>
                                            </p:cTn>
                                            <p:tgtEl>
                                              <p:spTgt spid="51"/>
                                            </p:tgtEl>
                                            <p:attrNameLst>
                                              <p:attrName>style.visibility</p:attrName>
                                            </p:attrNameLst>
                                          </p:cBhvr>
                                          <p:to>
                                            <p:strVal val="visible"/>
                                          </p:to>
                                        </p:set>
                                        <p:anim calcmode="lin" valueType="num">
                                          <p:cBhvr additive="base">
                                            <p:cTn id="22" dur="500" fill="hold"/>
                                            <p:tgtEl>
                                              <p:spTgt spid="51"/>
                                            </p:tgtEl>
                                            <p:attrNameLst>
                                              <p:attrName>ppt_x</p:attrName>
                                            </p:attrNameLst>
                                          </p:cBhvr>
                                          <p:tavLst>
                                            <p:tav tm="0">
                                              <p:val>
                                                <p:strVal val="#ppt_x"/>
                                              </p:val>
                                            </p:tav>
                                            <p:tav tm="100000">
                                              <p:val>
                                                <p:strVal val="#ppt_x"/>
                                              </p:val>
                                            </p:tav>
                                          </p:tavLst>
                                        </p:anim>
                                        <p:anim calcmode="lin" valueType="num">
                                          <p:cBhvr additive="base">
                                            <p:cTn id="23" dur="500" fill="hold"/>
                                            <p:tgtEl>
                                              <p:spTgt spid="51"/>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66"/>
                                            </p:tgtEl>
                                            <p:attrNameLst>
                                              <p:attrName>style.visibility</p:attrName>
                                            </p:attrNameLst>
                                          </p:cBhvr>
                                          <p:to>
                                            <p:strVal val="visible"/>
                                          </p:to>
                                        </p:set>
                                        <p:anim calcmode="lin" valueType="num">
                                          <p:cBhvr additive="base">
                                            <p:cTn id="27" dur="500" fill="hold"/>
                                            <p:tgtEl>
                                              <p:spTgt spid="66"/>
                                            </p:tgtEl>
                                            <p:attrNameLst>
                                              <p:attrName>ppt_x</p:attrName>
                                            </p:attrNameLst>
                                          </p:cBhvr>
                                          <p:tavLst>
                                            <p:tav tm="0">
                                              <p:val>
                                                <p:strVal val="#ppt_x"/>
                                              </p:val>
                                            </p:tav>
                                            <p:tav tm="100000">
                                              <p:val>
                                                <p:strVal val="#ppt_x"/>
                                              </p:val>
                                            </p:tav>
                                          </p:tavLst>
                                        </p:anim>
                                        <p:anim calcmode="lin" valueType="num">
                                          <p:cBhvr additive="base">
                                            <p:cTn id="28" dur="500" fill="hold"/>
                                            <p:tgtEl>
                                              <p:spTgt spid="66"/>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cBhvr additive="base">
                                            <p:cTn id="32" dur="500" fill="hold"/>
                                            <p:tgtEl>
                                              <p:spTgt spid="52"/>
                                            </p:tgtEl>
                                            <p:attrNameLst>
                                              <p:attrName>ppt_x</p:attrName>
                                            </p:attrNameLst>
                                          </p:cBhvr>
                                          <p:tavLst>
                                            <p:tav tm="0">
                                              <p:val>
                                                <p:strVal val="1+#ppt_w/2"/>
                                              </p:val>
                                            </p:tav>
                                            <p:tav tm="100000">
                                              <p:val>
                                                <p:strVal val="#ppt_x"/>
                                              </p:val>
                                            </p:tav>
                                          </p:tavLst>
                                        </p:anim>
                                        <p:anim calcmode="lin" valueType="num">
                                          <p:cBhvr additive="base">
                                            <p:cTn id="33" dur="500" fill="hold"/>
                                            <p:tgtEl>
                                              <p:spTgt spid="52"/>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wipe(right)">
                                          <p:cBhvr>
                                            <p:cTn id="37" dur="500"/>
                                            <p:tgtEl>
                                              <p:spTgt spid="76"/>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childTnLst>
                              </p:cTn>
                            </p:par>
                            <p:par>
                              <p:cTn id="46" fill="hold">
                                <p:stCondLst>
                                  <p:cond delay="4500"/>
                                </p:stCondLst>
                                <p:childTnLst>
                                  <p:par>
                                    <p:cTn id="47" presetID="22" presetClass="entr" presetSubtype="2" fill="hold" nodeType="after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wipe(right)">
                                          <p:cBhvr>
                                            <p:cTn id="49" dur="500"/>
                                            <p:tgtEl>
                                              <p:spTgt spid="78"/>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childTnLst>
                              </p:cTn>
                            </p:par>
                            <p:par>
                              <p:cTn id="54" fill="hold">
                                <p:stCondLst>
                                  <p:cond delay="5500"/>
                                </p:stCondLst>
                                <p:childTnLst>
                                  <p:par>
                                    <p:cTn id="55" presetID="10" presetClass="entr" presetSubtype="0" fill="hold" grpId="0" nodeType="after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500"/>
                                            <p:tgtEl>
                                              <p:spTgt spid="60"/>
                                            </p:tgtEl>
                                          </p:cBhvr>
                                        </p:animEffect>
                                      </p:childTnLst>
                                    </p:cTn>
                                  </p:par>
                                </p:childTnLst>
                              </p:cTn>
                            </p:par>
                            <p:par>
                              <p:cTn id="58" fill="hold">
                                <p:stCondLst>
                                  <p:cond delay="6000"/>
                                </p:stCondLst>
                                <p:childTnLst>
                                  <p:par>
                                    <p:cTn id="59" presetID="22" presetClass="entr" presetSubtype="8" fill="hold" nodeType="afterEffect">
                                      <p:stCondLst>
                                        <p:cond delay="0"/>
                                      </p:stCondLst>
                                      <p:childTnLst>
                                        <p:set>
                                          <p:cBhvr>
                                            <p:cTn id="60" dur="1" fill="hold">
                                              <p:stCondLst>
                                                <p:cond delay="0"/>
                                              </p:stCondLst>
                                            </p:cTn>
                                            <p:tgtEl>
                                              <p:spTgt spid="80"/>
                                            </p:tgtEl>
                                            <p:attrNameLst>
                                              <p:attrName>style.visibility</p:attrName>
                                            </p:attrNameLst>
                                          </p:cBhvr>
                                          <p:to>
                                            <p:strVal val="visible"/>
                                          </p:to>
                                        </p:set>
                                        <p:animEffect transition="in" filter="wipe(left)">
                                          <p:cBhvr>
                                            <p:cTn id="61" dur="500"/>
                                            <p:tgtEl>
                                              <p:spTgt spid="80"/>
                                            </p:tgtEl>
                                          </p:cBhvr>
                                        </p:animEffect>
                                      </p:childTnLst>
                                    </p:cTn>
                                  </p:par>
                                </p:childTnLst>
                              </p:cTn>
                            </p:par>
                            <p:par>
                              <p:cTn id="62" fill="hold">
                                <p:stCondLst>
                                  <p:cond delay="6500"/>
                                </p:stCondLst>
                                <p:childTnLst>
                                  <p:par>
                                    <p:cTn id="63" presetID="10" presetClass="entr" presetSubtype="0" fill="hold" grpId="0"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par>
                              <p:cTn id="66" fill="hold">
                                <p:stCondLst>
                                  <p:cond delay="7000"/>
                                </p:stCondLst>
                                <p:childTnLst>
                                  <p:par>
                                    <p:cTn id="67" presetID="10" presetClass="entr" presetSubtype="0" fill="hold" grpId="0" nodeType="after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childTnLst>
                              </p:cTn>
                            </p:par>
                            <p:par>
                              <p:cTn id="70" fill="hold">
                                <p:stCondLst>
                                  <p:cond delay="7500"/>
                                </p:stCondLst>
                                <p:childTnLst>
                                  <p:par>
                                    <p:cTn id="71" presetID="22" presetClass="entr" presetSubtype="2" fill="hold" nodeType="afterEffect">
                                      <p:stCondLst>
                                        <p:cond delay="0"/>
                                      </p:stCondLst>
                                      <p:childTnLst>
                                        <p:set>
                                          <p:cBhvr>
                                            <p:cTn id="72" dur="1" fill="hold">
                                              <p:stCondLst>
                                                <p:cond delay="0"/>
                                              </p:stCondLst>
                                            </p:cTn>
                                            <p:tgtEl>
                                              <p:spTgt spid="82"/>
                                            </p:tgtEl>
                                            <p:attrNameLst>
                                              <p:attrName>style.visibility</p:attrName>
                                            </p:attrNameLst>
                                          </p:cBhvr>
                                          <p:to>
                                            <p:strVal val="visible"/>
                                          </p:to>
                                        </p:set>
                                        <p:animEffect transition="in" filter="wipe(right)">
                                          <p:cBhvr>
                                            <p:cTn id="73" dur="500"/>
                                            <p:tgtEl>
                                              <p:spTgt spid="82"/>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500"/>
                                            <p:tgtEl>
                                              <p:spTgt spid="61"/>
                                            </p:tgtEl>
                                          </p:cBhvr>
                                        </p:animEffect>
                                      </p:childTnLst>
                                    </p:cTn>
                                  </p:par>
                                </p:childTnLst>
                              </p:cTn>
                            </p:par>
                            <p:par>
                              <p:cTn id="78" fill="hold">
                                <p:stCondLst>
                                  <p:cond delay="8500"/>
                                </p:stCondLst>
                                <p:childTnLst>
                                  <p:par>
                                    <p:cTn id="79" presetID="10" presetClass="entr" presetSubtype="0" fill="hold" grpId="0" nodeType="after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childTnLst>
                              </p:cTn>
                            </p:par>
                            <p:par>
                              <p:cTn id="82" fill="hold">
                                <p:stCondLst>
                                  <p:cond delay="9000"/>
                                </p:stCondLst>
                                <p:childTnLst>
                                  <p:par>
                                    <p:cTn id="83" presetID="22" presetClass="entr" presetSubtype="8" fill="hold" nodeType="after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wipe(left)">
                                          <p:cBhvr>
                                            <p:cTn id="85" dur="500"/>
                                            <p:tgtEl>
                                              <p:spTgt spid="84"/>
                                            </p:tgtEl>
                                          </p:cBhvr>
                                        </p:animEffect>
                                      </p:childTnLst>
                                    </p:cTn>
                                  </p:par>
                                </p:childTnLst>
                              </p:cTn>
                            </p:par>
                            <p:par>
                              <p:cTn id="86" fill="hold">
                                <p:stCondLst>
                                  <p:cond delay="9500"/>
                                </p:stCondLst>
                                <p:childTnLst>
                                  <p:par>
                                    <p:cTn id="87" presetID="10" presetClass="entr" presetSubtype="0" fill="hold" grpId="0" nodeType="after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fade">
                                          <p:cBhvr>
                                            <p:cTn id="89" dur="500"/>
                                            <p:tgtEl>
                                              <p:spTgt spid="57"/>
                                            </p:tgtEl>
                                          </p:cBhvr>
                                        </p:animEffect>
                                      </p:childTnLst>
                                    </p:cTn>
                                  </p:par>
                                </p:childTnLst>
                              </p:cTn>
                            </p:par>
                            <p:par>
                              <p:cTn id="90" fill="hold">
                                <p:stCondLst>
                                  <p:cond delay="10000"/>
                                </p:stCondLst>
                                <p:childTnLst>
                                  <p:par>
                                    <p:cTn id="91" presetID="10" presetClass="entr" presetSubtype="0" fill="hold" grpId="0" nodeType="after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500"/>
                                            <p:tgtEl>
                                              <p:spTgt spid="58"/>
                                            </p:tgtEl>
                                          </p:cBhvr>
                                        </p:animEffect>
                                      </p:childTnLst>
                                    </p:cTn>
                                  </p:par>
                                </p:childTnLst>
                              </p:cTn>
                            </p:par>
                            <p:par>
                              <p:cTn id="94" fill="hold">
                                <p:stCondLst>
                                  <p:cond delay="10500"/>
                                </p:stCondLst>
                                <p:childTnLst>
                                  <p:par>
                                    <p:cTn id="95" presetID="22" presetClass="entr" presetSubtype="8" fill="hold" nodeType="afterEffect">
                                      <p:stCondLst>
                                        <p:cond delay="0"/>
                                      </p:stCondLst>
                                      <p:childTnLst>
                                        <p:set>
                                          <p:cBhvr>
                                            <p:cTn id="96" dur="1" fill="hold">
                                              <p:stCondLst>
                                                <p:cond delay="0"/>
                                              </p:stCondLst>
                                            </p:cTn>
                                            <p:tgtEl>
                                              <p:spTgt spid="86"/>
                                            </p:tgtEl>
                                            <p:attrNameLst>
                                              <p:attrName>style.visibility</p:attrName>
                                            </p:attrNameLst>
                                          </p:cBhvr>
                                          <p:to>
                                            <p:strVal val="visible"/>
                                          </p:to>
                                        </p:set>
                                        <p:animEffect transition="in" filter="wipe(left)">
                                          <p:cBhvr>
                                            <p:cTn id="97" dur="500"/>
                                            <p:tgtEl>
                                              <p:spTgt spid="86"/>
                                            </p:tgtEl>
                                          </p:cBhvr>
                                        </p:animEffect>
                                      </p:childTnLst>
                                    </p:cTn>
                                  </p:par>
                                </p:childTnLst>
                              </p:cTn>
                            </p:par>
                            <p:par>
                              <p:cTn id="98" fill="hold">
                                <p:stCondLst>
                                  <p:cond delay="11000"/>
                                </p:stCondLst>
                                <p:childTnLst>
                                  <p:par>
                                    <p:cTn id="99" presetID="10" presetClass="entr" presetSubtype="0" fill="hold" grpId="0" nodeType="afterEffect">
                                      <p:stCondLst>
                                        <p:cond delay="0"/>
                                      </p:stCondLst>
                                      <p:childTnLst>
                                        <p:set>
                                          <p:cBhvr>
                                            <p:cTn id="100" dur="1" fill="hold">
                                              <p:stCondLst>
                                                <p:cond delay="0"/>
                                              </p:stCondLst>
                                            </p:cTn>
                                            <p:tgtEl>
                                              <p:spTgt spid="63"/>
                                            </p:tgtEl>
                                            <p:attrNameLst>
                                              <p:attrName>style.visibility</p:attrName>
                                            </p:attrNameLst>
                                          </p:cBhvr>
                                          <p:to>
                                            <p:strVal val="visible"/>
                                          </p:to>
                                        </p:set>
                                        <p:animEffect transition="in" filter="fade">
                                          <p:cBhvr>
                                            <p:cTn id="101" dur="500"/>
                                            <p:tgtEl>
                                              <p:spTgt spid="63"/>
                                            </p:tgtEl>
                                          </p:cBhvr>
                                        </p:animEffect>
                                      </p:childTnLst>
                                    </p:cTn>
                                  </p:par>
                                </p:childTnLst>
                              </p:cTn>
                            </p:par>
                            <p:par>
                              <p:cTn id="102" fill="hold">
                                <p:stCondLst>
                                  <p:cond delay="11500"/>
                                </p:stCondLst>
                                <p:childTnLst>
                                  <p:par>
                                    <p:cTn id="103" presetID="10" presetClass="entr" presetSubtype="0" fill="hold" grpId="0" nodeType="after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fade">
                                          <p:cBhvr>
                                            <p:cTn id="10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9" grpId="0"/>
          <p:bldP spid="60" grpId="0"/>
          <p:bldP spid="55" grpId="0"/>
          <p:bldP spid="56" grpId="0"/>
          <p:bldP spid="61" grpId="0"/>
          <p:bldP spid="62" grpId="0"/>
          <p:bldP spid="57" grpId="0"/>
          <p:bldP spid="58" grpId="0"/>
          <p:bldP spid="63" grpId="0"/>
          <p:bldP spid="64"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0"/>
          <p:cNvSpPr>
            <a:spLocks noChangeAspect="1"/>
          </p:cNvSpPr>
          <p:nvPr/>
        </p:nvSpPr>
        <p:spPr bwMode="auto">
          <a:xfrm rot="5400000">
            <a:off x="1461095" y="1969115"/>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1"/>
              </a:gs>
              <a:gs pos="100000">
                <a:schemeClr val="accent1">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10" name="Freeform 10"/>
          <p:cNvSpPr>
            <a:spLocks noChangeAspect="1"/>
          </p:cNvSpPr>
          <p:nvPr/>
        </p:nvSpPr>
        <p:spPr bwMode="auto">
          <a:xfrm rot="5400000">
            <a:off x="2195428" y="325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2"/>
              </a:gs>
              <a:gs pos="100000">
                <a:schemeClr val="accent2">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11" name="Freeform 10"/>
          <p:cNvSpPr>
            <a:spLocks noChangeAspect="1"/>
          </p:cNvSpPr>
          <p:nvPr/>
        </p:nvSpPr>
        <p:spPr bwMode="auto">
          <a:xfrm rot="5400000">
            <a:off x="3673527" y="325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3"/>
              </a:gs>
              <a:gs pos="100000">
                <a:schemeClr val="accent3">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13" name="Freeform 10"/>
          <p:cNvSpPr>
            <a:spLocks noChangeAspect="1"/>
          </p:cNvSpPr>
          <p:nvPr/>
        </p:nvSpPr>
        <p:spPr bwMode="auto">
          <a:xfrm rot="5400000">
            <a:off x="2946996" y="1969115"/>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s-SV"/>
          </a:p>
        </p:txBody>
      </p:sp>
      <p:sp>
        <p:nvSpPr>
          <p:cNvPr id="14" name="Freeform 10"/>
          <p:cNvSpPr>
            <a:spLocks noChangeAspect="1"/>
          </p:cNvSpPr>
          <p:nvPr/>
        </p:nvSpPr>
        <p:spPr bwMode="auto">
          <a:xfrm rot="5400000">
            <a:off x="4432936" y="452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4"/>
              </a:gs>
              <a:gs pos="100000">
                <a:schemeClr val="accent4">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15" name="Freeform 14"/>
          <p:cNvSpPr>
            <a:spLocks noChangeAspect="1"/>
          </p:cNvSpPr>
          <p:nvPr/>
        </p:nvSpPr>
        <p:spPr bwMode="auto">
          <a:xfrm rot="5400000">
            <a:off x="5911035" y="452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5"/>
              </a:gs>
              <a:gs pos="100000">
                <a:schemeClr val="accent5">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16" name="Freeform 10"/>
          <p:cNvSpPr>
            <a:spLocks noChangeAspect="1"/>
          </p:cNvSpPr>
          <p:nvPr/>
        </p:nvSpPr>
        <p:spPr bwMode="auto">
          <a:xfrm rot="5400000">
            <a:off x="2946996" y="4539595"/>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s-SV"/>
          </a:p>
        </p:txBody>
      </p:sp>
      <p:sp>
        <p:nvSpPr>
          <p:cNvPr id="17" name="Freeform 10"/>
          <p:cNvSpPr>
            <a:spLocks noChangeAspect="1"/>
          </p:cNvSpPr>
          <p:nvPr/>
        </p:nvSpPr>
        <p:spPr bwMode="auto">
          <a:xfrm rot="5400000">
            <a:off x="722228" y="325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s-SV"/>
          </a:p>
        </p:txBody>
      </p:sp>
      <p:sp>
        <p:nvSpPr>
          <p:cNvPr id="18" name="Freeform 17"/>
          <p:cNvSpPr>
            <a:spLocks noChangeAspect="1"/>
          </p:cNvSpPr>
          <p:nvPr/>
        </p:nvSpPr>
        <p:spPr bwMode="auto">
          <a:xfrm rot="5400000">
            <a:off x="7388468" y="452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gradFill flip="none" rotWithShape="1">
            <a:gsLst>
              <a:gs pos="0">
                <a:schemeClr val="accent6"/>
              </a:gs>
              <a:gs pos="100000">
                <a:schemeClr val="accent6">
                  <a:lumMod val="50000"/>
                </a:schemeClr>
              </a:gs>
            </a:gsLst>
            <a:lin ang="17280000" scaled="0"/>
            <a:tileRect/>
          </a:gradFill>
          <a:ln w="0">
            <a:noFill/>
            <a:prstDash val="solid"/>
            <a:round/>
          </a:ln>
        </p:spPr>
        <p:txBody>
          <a:bodyPr vert="horz" wrap="square" lIns="91440" tIns="45720" rIns="91440" bIns="45720" numCol="1" anchor="t" anchorCtr="0" compatLnSpc="1"/>
          <a:lstStyle/>
          <a:p>
            <a:endParaRPr lang="es-SV"/>
          </a:p>
        </p:txBody>
      </p:sp>
      <p:sp>
        <p:nvSpPr>
          <p:cNvPr id="22" name="Freeform 10"/>
          <p:cNvSpPr>
            <a:spLocks noChangeAspect="1"/>
          </p:cNvSpPr>
          <p:nvPr/>
        </p:nvSpPr>
        <p:spPr bwMode="auto">
          <a:xfrm rot="5400000">
            <a:off x="5169345" y="3253412"/>
            <a:ext cx="1634072" cy="1455388"/>
          </a:xfrm>
          <a:custGeom>
            <a:avLst/>
            <a:gdLst>
              <a:gd name="T0" fmla="*/ 1831 w 6183"/>
              <a:gd name="T1" fmla="*/ 0 h 5508"/>
              <a:gd name="T2" fmla="*/ 4351 w 6183"/>
              <a:gd name="T3" fmla="*/ 0 h 5508"/>
              <a:gd name="T4" fmla="*/ 4426 w 6183"/>
              <a:gd name="T5" fmla="*/ 4 h 5508"/>
              <a:gd name="T6" fmla="*/ 4500 w 6183"/>
              <a:gd name="T7" fmla="*/ 19 h 5508"/>
              <a:gd name="T8" fmla="*/ 4571 w 6183"/>
              <a:gd name="T9" fmla="*/ 43 h 5508"/>
              <a:gd name="T10" fmla="*/ 4636 w 6183"/>
              <a:gd name="T11" fmla="*/ 75 h 5508"/>
              <a:gd name="T12" fmla="*/ 4698 w 6183"/>
              <a:gd name="T13" fmla="*/ 116 h 5508"/>
              <a:gd name="T14" fmla="*/ 4755 w 6183"/>
              <a:gd name="T15" fmla="*/ 165 h 5508"/>
              <a:gd name="T16" fmla="*/ 4803 w 6183"/>
              <a:gd name="T17" fmla="*/ 222 h 5508"/>
              <a:gd name="T18" fmla="*/ 4847 w 6183"/>
              <a:gd name="T19" fmla="*/ 285 h 5508"/>
              <a:gd name="T20" fmla="*/ 6106 w 6183"/>
              <a:gd name="T21" fmla="*/ 2468 h 5508"/>
              <a:gd name="T22" fmla="*/ 6139 w 6183"/>
              <a:gd name="T23" fmla="*/ 2535 h 5508"/>
              <a:gd name="T24" fmla="*/ 6164 w 6183"/>
              <a:gd name="T25" fmla="*/ 2607 h 5508"/>
              <a:gd name="T26" fmla="*/ 6177 w 6183"/>
              <a:gd name="T27" fmla="*/ 2680 h 5508"/>
              <a:gd name="T28" fmla="*/ 6183 w 6183"/>
              <a:gd name="T29" fmla="*/ 2753 h 5508"/>
              <a:gd name="T30" fmla="*/ 6177 w 6183"/>
              <a:gd name="T31" fmla="*/ 2826 h 5508"/>
              <a:gd name="T32" fmla="*/ 6164 w 6183"/>
              <a:gd name="T33" fmla="*/ 2899 h 5508"/>
              <a:gd name="T34" fmla="*/ 6139 w 6183"/>
              <a:gd name="T35" fmla="*/ 2971 h 5508"/>
              <a:gd name="T36" fmla="*/ 6106 w 6183"/>
              <a:gd name="T37" fmla="*/ 3038 h 5508"/>
              <a:gd name="T38" fmla="*/ 4847 w 6183"/>
              <a:gd name="T39" fmla="*/ 5223 h 5508"/>
              <a:gd name="T40" fmla="*/ 4803 w 6183"/>
              <a:gd name="T41" fmla="*/ 5285 h 5508"/>
              <a:gd name="T42" fmla="*/ 4755 w 6183"/>
              <a:gd name="T43" fmla="*/ 5341 h 5508"/>
              <a:gd name="T44" fmla="*/ 4698 w 6183"/>
              <a:gd name="T45" fmla="*/ 5390 h 5508"/>
              <a:gd name="T46" fmla="*/ 4636 w 6183"/>
              <a:gd name="T47" fmla="*/ 5431 h 5508"/>
              <a:gd name="T48" fmla="*/ 4571 w 6183"/>
              <a:gd name="T49" fmla="*/ 5463 h 5508"/>
              <a:gd name="T50" fmla="*/ 4500 w 6183"/>
              <a:gd name="T51" fmla="*/ 5487 h 5508"/>
              <a:gd name="T52" fmla="*/ 4426 w 6183"/>
              <a:gd name="T53" fmla="*/ 5502 h 5508"/>
              <a:gd name="T54" fmla="*/ 4351 w 6183"/>
              <a:gd name="T55" fmla="*/ 5508 h 5508"/>
              <a:gd name="T56" fmla="*/ 1831 w 6183"/>
              <a:gd name="T57" fmla="*/ 5508 h 5508"/>
              <a:gd name="T58" fmla="*/ 1756 w 6183"/>
              <a:gd name="T59" fmla="*/ 5502 h 5508"/>
              <a:gd name="T60" fmla="*/ 1681 w 6183"/>
              <a:gd name="T61" fmla="*/ 5487 h 5508"/>
              <a:gd name="T62" fmla="*/ 1612 w 6183"/>
              <a:gd name="T63" fmla="*/ 5463 h 5508"/>
              <a:gd name="T64" fmla="*/ 1546 w 6183"/>
              <a:gd name="T65" fmla="*/ 5431 h 5508"/>
              <a:gd name="T66" fmla="*/ 1484 w 6183"/>
              <a:gd name="T67" fmla="*/ 5390 h 5508"/>
              <a:gd name="T68" fmla="*/ 1428 w 6183"/>
              <a:gd name="T69" fmla="*/ 5341 h 5508"/>
              <a:gd name="T70" fmla="*/ 1379 w 6183"/>
              <a:gd name="T71" fmla="*/ 5285 h 5508"/>
              <a:gd name="T72" fmla="*/ 1336 w 6183"/>
              <a:gd name="T73" fmla="*/ 5223 h 5508"/>
              <a:gd name="T74" fmla="*/ 77 w 6183"/>
              <a:gd name="T75" fmla="*/ 3038 h 5508"/>
              <a:gd name="T76" fmla="*/ 43 w 6183"/>
              <a:gd name="T77" fmla="*/ 2971 h 5508"/>
              <a:gd name="T78" fmla="*/ 19 w 6183"/>
              <a:gd name="T79" fmla="*/ 2899 h 5508"/>
              <a:gd name="T80" fmla="*/ 6 w 6183"/>
              <a:gd name="T81" fmla="*/ 2826 h 5508"/>
              <a:gd name="T82" fmla="*/ 0 w 6183"/>
              <a:gd name="T83" fmla="*/ 2753 h 5508"/>
              <a:gd name="T84" fmla="*/ 0 w 6183"/>
              <a:gd name="T85" fmla="*/ 2753 h 5508"/>
              <a:gd name="T86" fmla="*/ 6 w 6183"/>
              <a:gd name="T87" fmla="*/ 2680 h 5508"/>
              <a:gd name="T88" fmla="*/ 19 w 6183"/>
              <a:gd name="T89" fmla="*/ 2607 h 5508"/>
              <a:gd name="T90" fmla="*/ 43 w 6183"/>
              <a:gd name="T91" fmla="*/ 2535 h 5508"/>
              <a:gd name="T92" fmla="*/ 77 w 6183"/>
              <a:gd name="T93" fmla="*/ 2468 h 5508"/>
              <a:gd name="T94" fmla="*/ 1336 w 6183"/>
              <a:gd name="T95" fmla="*/ 285 h 5508"/>
              <a:gd name="T96" fmla="*/ 1379 w 6183"/>
              <a:gd name="T97" fmla="*/ 222 h 5508"/>
              <a:gd name="T98" fmla="*/ 1428 w 6183"/>
              <a:gd name="T99" fmla="*/ 165 h 5508"/>
              <a:gd name="T100" fmla="*/ 1484 w 6183"/>
              <a:gd name="T101" fmla="*/ 116 h 5508"/>
              <a:gd name="T102" fmla="*/ 1546 w 6183"/>
              <a:gd name="T103" fmla="*/ 75 h 5508"/>
              <a:gd name="T104" fmla="*/ 1612 w 6183"/>
              <a:gd name="T105" fmla="*/ 43 h 5508"/>
              <a:gd name="T106" fmla="*/ 1681 w 6183"/>
              <a:gd name="T107" fmla="*/ 19 h 5508"/>
              <a:gd name="T108" fmla="*/ 1756 w 6183"/>
              <a:gd name="T109" fmla="*/ 4 h 5508"/>
              <a:gd name="T110" fmla="*/ 1831 w 6183"/>
              <a:gd name="T111" fmla="*/ 0 h 5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83" h="5508">
                <a:moveTo>
                  <a:pt x="1831" y="0"/>
                </a:moveTo>
                <a:lnTo>
                  <a:pt x="4351" y="0"/>
                </a:lnTo>
                <a:lnTo>
                  <a:pt x="4426" y="4"/>
                </a:lnTo>
                <a:lnTo>
                  <a:pt x="4500" y="19"/>
                </a:lnTo>
                <a:lnTo>
                  <a:pt x="4571" y="43"/>
                </a:lnTo>
                <a:lnTo>
                  <a:pt x="4636" y="75"/>
                </a:lnTo>
                <a:lnTo>
                  <a:pt x="4698" y="116"/>
                </a:lnTo>
                <a:lnTo>
                  <a:pt x="4755" y="165"/>
                </a:lnTo>
                <a:lnTo>
                  <a:pt x="4803" y="222"/>
                </a:lnTo>
                <a:lnTo>
                  <a:pt x="4847" y="285"/>
                </a:lnTo>
                <a:lnTo>
                  <a:pt x="6106" y="2468"/>
                </a:lnTo>
                <a:lnTo>
                  <a:pt x="6139" y="2535"/>
                </a:lnTo>
                <a:lnTo>
                  <a:pt x="6164" y="2607"/>
                </a:lnTo>
                <a:lnTo>
                  <a:pt x="6177" y="2680"/>
                </a:lnTo>
                <a:lnTo>
                  <a:pt x="6183" y="2753"/>
                </a:lnTo>
                <a:lnTo>
                  <a:pt x="6177" y="2826"/>
                </a:lnTo>
                <a:lnTo>
                  <a:pt x="6164" y="2899"/>
                </a:lnTo>
                <a:lnTo>
                  <a:pt x="6139" y="2971"/>
                </a:lnTo>
                <a:lnTo>
                  <a:pt x="6106" y="3038"/>
                </a:lnTo>
                <a:lnTo>
                  <a:pt x="4847" y="5223"/>
                </a:lnTo>
                <a:lnTo>
                  <a:pt x="4803" y="5285"/>
                </a:lnTo>
                <a:lnTo>
                  <a:pt x="4755" y="5341"/>
                </a:lnTo>
                <a:lnTo>
                  <a:pt x="4698" y="5390"/>
                </a:lnTo>
                <a:lnTo>
                  <a:pt x="4636" y="5431"/>
                </a:lnTo>
                <a:lnTo>
                  <a:pt x="4571" y="5463"/>
                </a:lnTo>
                <a:lnTo>
                  <a:pt x="4500" y="5487"/>
                </a:lnTo>
                <a:lnTo>
                  <a:pt x="4426" y="5502"/>
                </a:lnTo>
                <a:lnTo>
                  <a:pt x="4351" y="5508"/>
                </a:lnTo>
                <a:lnTo>
                  <a:pt x="1831" y="5508"/>
                </a:lnTo>
                <a:lnTo>
                  <a:pt x="1756" y="5502"/>
                </a:lnTo>
                <a:lnTo>
                  <a:pt x="1681" y="5487"/>
                </a:lnTo>
                <a:lnTo>
                  <a:pt x="1612" y="5463"/>
                </a:lnTo>
                <a:lnTo>
                  <a:pt x="1546" y="5431"/>
                </a:lnTo>
                <a:lnTo>
                  <a:pt x="1484" y="5390"/>
                </a:lnTo>
                <a:lnTo>
                  <a:pt x="1428" y="5341"/>
                </a:lnTo>
                <a:lnTo>
                  <a:pt x="1379" y="5285"/>
                </a:lnTo>
                <a:lnTo>
                  <a:pt x="1336" y="5223"/>
                </a:lnTo>
                <a:lnTo>
                  <a:pt x="77" y="3038"/>
                </a:lnTo>
                <a:lnTo>
                  <a:pt x="43" y="2971"/>
                </a:lnTo>
                <a:lnTo>
                  <a:pt x="19" y="2899"/>
                </a:lnTo>
                <a:lnTo>
                  <a:pt x="6" y="2826"/>
                </a:lnTo>
                <a:lnTo>
                  <a:pt x="0" y="2753"/>
                </a:lnTo>
                <a:lnTo>
                  <a:pt x="0" y="2753"/>
                </a:lnTo>
                <a:lnTo>
                  <a:pt x="6" y="2680"/>
                </a:lnTo>
                <a:lnTo>
                  <a:pt x="19" y="2607"/>
                </a:lnTo>
                <a:lnTo>
                  <a:pt x="43" y="2535"/>
                </a:lnTo>
                <a:lnTo>
                  <a:pt x="77" y="2468"/>
                </a:lnTo>
                <a:lnTo>
                  <a:pt x="1336" y="285"/>
                </a:lnTo>
                <a:lnTo>
                  <a:pt x="1379" y="222"/>
                </a:lnTo>
                <a:lnTo>
                  <a:pt x="1428" y="165"/>
                </a:lnTo>
                <a:lnTo>
                  <a:pt x="1484" y="116"/>
                </a:lnTo>
                <a:lnTo>
                  <a:pt x="1546" y="75"/>
                </a:lnTo>
                <a:lnTo>
                  <a:pt x="1612" y="43"/>
                </a:lnTo>
                <a:lnTo>
                  <a:pt x="1681" y="19"/>
                </a:lnTo>
                <a:lnTo>
                  <a:pt x="1756" y="4"/>
                </a:lnTo>
                <a:lnTo>
                  <a:pt x="18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s-SV"/>
          </a:p>
        </p:txBody>
      </p:sp>
      <p:sp>
        <p:nvSpPr>
          <p:cNvPr id="24" name="Rectangle 23"/>
          <p:cNvSpPr/>
          <p:nvPr/>
        </p:nvSpPr>
        <p:spPr>
          <a:xfrm>
            <a:off x="7340890" y="2765270"/>
            <a:ext cx="4341614" cy="1815882"/>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endParaRPr lang="en-US" altLang="zh-CN" sz="1400" dirty="0">
              <a:solidFill>
                <a:srgbClr val="FFFFFF"/>
              </a:solidFill>
            </a:endParaRPr>
          </a:p>
          <a:p>
            <a:pPr algn="ctr"/>
            <a:endParaRPr lang="en-US" altLang="zh-CN" sz="1400" dirty="0">
              <a:solidFill>
                <a:srgbClr val="FFFFFF"/>
              </a:solidFill>
            </a:endParaRPr>
          </a:p>
          <a:p>
            <a:pPr algn="ctr"/>
            <a:endParaRPr lang="en-US" altLang="zh-CN" sz="1400" dirty="0">
              <a:solidFill>
                <a:srgbClr val="FFFFFF"/>
              </a:solidFill>
            </a:endParaRPr>
          </a:p>
        </p:txBody>
      </p:sp>
      <p:grpSp>
        <p:nvGrpSpPr>
          <p:cNvPr id="54" name="Group 53"/>
          <p:cNvGrpSpPr/>
          <p:nvPr/>
        </p:nvGrpSpPr>
        <p:grpSpPr>
          <a:xfrm>
            <a:off x="1465931" y="2294138"/>
            <a:ext cx="1624400" cy="636065"/>
            <a:chOff x="1364333" y="2511803"/>
            <a:chExt cx="1624400" cy="636065"/>
          </a:xfrm>
        </p:grpSpPr>
        <p:sp>
          <p:nvSpPr>
            <p:cNvPr id="26" name="Rectangle 25"/>
            <p:cNvSpPr/>
            <p:nvPr/>
          </p:nvSpPr>
          <p:spPr>
            <a:xfrm>
              <a:off x="1364333" y="2716981"/>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a:t>
              </a:r>
              <a:r>
                <a:rPr lang="zh-CN" altLang="en-US" sz="1100" dirty="0" smtClean="0">
                  <a:solidFill>
                    <a:srgbClr val="FFFFFF"/>
                  </a:solidFill>
                </a:rPr>
                <a:t>文字</a:t>
              </a:r>
              <a:endParaRPr lang="en-US" sz="1100" dirty="0">
                <a:solidFill>
                  <a:schemeClr val="bg1"/>
                </a:solidFill>
              </a:endParaRPr>
            </a:p>
          </p:txBody>
        </p:sp>
        <p:sp>
          <p:nvSpPr>
            <p:cNvPr id="27" name="TextBox 26"/>
            <p:cNvSpPr txBox="1"/>
            <p:nvPr/>
          </p:nvSpPr>
          <p:spPr>
            <a:xfrm>
              <a:off x="1930312" y="2511803"/>
              <a:ext cx="492444" cy="276999"/>
            </a:xfrm>
            <a:prstGeom prst="rect">
              <a:avLst/>
            </a:prstGeom>
            <a:noFill/>
          </p:spPr>
          <p:txBody>
            <a:bodyPr wrap="none" rtlCol="0" anchor="ctr">
              <a:spAutoFit/>
            </a:bodyPr>
            <a:lstStyle/>
            <a:p>
              <a:pPr algn="ctr"/>
              <a:r>
                <a:rPr lang="zh-CN" altLang="en-US" sz="1200" b="1" dirty="0" smtClean="0">
                  <a:solidFill>
                    <a:schemeClr val="bg1"/>
                  </a:solidFill>
                  <a:latin typeface="Raleway"/>
                  <a:ea typeface="Roboto Light" panose="02000000000000000000" pitchFamily="2" charset="0"/>
                  <a:cs typeface="Raleway"/>
                </a:rPr>
                <a:t>文字</a:t>
              </a:r>
              <a:endParaRPr lang="id-ID" sz="1200" b="1" dirty="0">
                <a:solidFill>
                  <a:schemeClr val="bg1"/>
                </a:solidFill>
                <a:latin typeface="Raleway"/>
                <a:ea typeface="Roboto Light" panose="02000000000000000000" pitchFamily="2" charset="0"/>
                <a:cs typeface="Raleway"/>
              </a:endParaRPr>
            </a:p>
          </p:txBody>
        </p:sp>
      </p:grpSp>
      <p:grpSp>
        <p:nvGrpSpPr>
          <p:cNvPr id="53" name="Group 52"/>
          <p:cNvGrpSpPr/>
          <p:nvPr/>
        </p:nvGrpSpPr>
        <p:grpSpPr>
          <a:xfrm>
            <a:off x="2202531" y="3578435"/>
            <a:ext cx="1624400" cy="636065"/>
            <a:chOff x="2100933" y="3796100"/>
            <a:chExt cx="1624400" cy="636065"/>
          </a:xfrm>
        </p:grpSpPr>
        <p:sp>
          <p:nvSpPr>
            <p:cNvPr id="30" name="Rectangle 29"/>
            <p:cNvSpPr/>
            <p:nvPr/>
          </p:nvSpPr>
          <p:spPr>
            <a:xfrm>
              <a:off x="2100933" y="4001278"/>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文字内容文字文字内容文字内容文字</a:t>
              </a:r>
              <a:endParaRPr lang="en-US" altLang="zh-CN" sz="1100" dirty="0">
                <a:solidFill>
                  <a:schemeClr val="bg1"/>
                </a:solidFill>
              </a:endParaRPr>
            </a:p>
          </p:txBody>
        </p:sp>
        <p:sp>
          <p:nvSpPr>
            <p:cNvPr id="31" name="TextBox 30"/>
            <p:cNvSpPr txBox="1"/>
            <p:nvPr/>
          </p:nvSpPr>
          <p:spPr>
            <a:xfrm>
              <a:off x="2666913" y="3796100"/>
              <a:ext cx="492443" cy="276999"/>
            </a:xfrm>
            <a:prstGeom prst="rect">
              <a:avLst/>
            </a:prstGeom>
            <a:noFill/>
          </p:spPr>
          <p:txBody>
            <a:bodyPr wrap="none" rtlCol="0" anchor="ctr">
              <a:spAutoFit/>
            </a:bodyPr>
            <a:lstStyle/>
            <a:p>
              <a:pPr algn="ctr"/>
              <a:r>
                <a:rPr lang="zh-CN" altLang="en-US" sz="1200" b="1" dirty="0">
                  <a:solidFill>
                    <a:schemeClr val="bg1"/>
                  </a:solidFill>
                  <a:latin typeface="Raleway"/>
                  <a:ea typeface="Roboto Light" panose="02000000000000000000" pitchFamily="2" charset="0"/>
                  <a:cs typeface="Raleway"/>
                </a:rPr>
                <a:t>文字</a:t>
              </a:r>
              <a:endParaRPr lang="id-ID" altLang="zh-CN" sz="1200" b="1" dirty="0">
                <a:solidFill>
                  <a:schemeClr val="bg1"/>
                </a:solidFill>
                <a:latin typeface="Raleway"/>
                <a:ea typeface="Roboto Light" panose="02000000000000000000" pitchFamily="2" charset="0"/>
                <a:cs typeface="Raleway"/>
              </a:endParaRPr>
            </a:p>
          </p:txBody>
        </p:sp>
      </p:grpSp>
      <p:grpSp>
        <p:nvGrpSpPr>
          <p:cNvPr id="52" name="Group 51"/>
          <p:cNvGrpSpPr/>
          <p:nvPr/>
        </p:nvGrpSpPr>
        <p:grpSpPr>
          <a:xfrm>
            <a:off x="3677636" y="3578435"/>
            <a:ext cx="1624400" cy="636065"/>
            <a:chOff x="3576038" y="3796100"/>
            <a:chExt cx="1624400" cy="636065"/>
          </a:xfrm>
        </p:grpSpPr>
        <p:sp>
          <p:nvSpPr>
            <p:cNvPr id="33" name="Rectangle 32"/>
            <p:cNvSpPr/>
            <p:nvPr/>
          </p:nvSpPr>
          <p:spPr>
            <a:xfrm>
              <a:off x="3576038" y="4001278"/>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文字内容文字文字内容文字内容文字</a:t>
              </a:r>
              <a:endParaRPr lang="en-US" altLang="zh-CN" sz="1100" dirty="0">
                <a:solidFill>
                  <a:schemeClr val="bg1"/>
                </a:solidFill>
              </a:endParaRPr>
            </a:p>
          </p:txBody>
        </p:sp>
        <p:sp>
          <p:nvSpPr>
            <p:cNvPr id="34" name="TextBox 33"/>
            <p:cNvSpPr txBox="1"/>
            <p:nvPr/>
          </p:nvSpPr>
          <p:spPr>
            <a:xfrm>
              <a:off x="4142021" y="3796100"/>
              <a:ext cx="492443" cy="276999"/>
            </a:xfrm>
            <a:prstGeom prst="rect">
              <a:avLst/>
            </a:prstGeom>
            <a:noFill/>
          </p:spPr>
          <p:txBody>
            <a:bodyPr wrap="none" rtlCol="0" anchor="ctr">
              <a:spAutoFit/>
            </a:bodyPr>
            <a:lstStyle/>
            <a:p>
              <a:pPr algn="ctr"/>
              <a:r>
                <a:rPr lang="zh-CN" altLang="en-US" sz="1200" b="1" dirty="0">
                  <a:solidFill>
                    <a:schemeClr val="bg1"/>
                  </a:solidFill>
                  <a:latin typeface="Raleway"/>
                  <a:ea typeface="Roboto Light" panose="02000000000000000000" pitchFamily="2" charset="0"/>
                  <a:cs typeface="Raleway"/>
                </a:rPr>
                <a:t>文字</a:t>
              </a:r>
              <a:endParaRPr lang="id-ID" altLang="zh-CN" sz="1200" b="1" dirty="0">
                <a:solidFill>
                  <a:schemeClr val="bg1"/>
                </a:solidFill>
                <a:latin typeface="Raleway"/>
                <a:ea typeface="Roboto Light" panose="02000000000000000000" pitchFamily="2" charset="0"/>
                <a:cs typeface="Raleway"/>
              </a:endParaRPr>
            </a:p>
          </p:txBody>
        </p:sp>
      </p:grpSp>
      <p:grpSp>
        <p:nvGrpSpPr>
          <p:cNvPr id="51" name="Group 50"/>
          <p:cNvGrpSpPr/>
          <p:nvPr/>
        </p:nvGrpSpPr>
        <p:grpSpPr>
          <a:xfrm>
            <a:off x="4439636" y="4848435"/>
            <a:ext cx="1624400" cy="636065"/>
            <a:chOff x="4338038" y="5066100"/>
            <a:chExt cx="1624400" cy="636065"/>
          </a:xfrm>
        </p:grpSpPr>
        <p:sp>
          <p:nvSpPr>
            <p:cNvPr id="36" name="Rectangle 35"/>
            <p:cNvSpPr/>
            <p:nvPr/>
          </p:nvSpPr>
          <p:spPr>
            <a:xfrm>
              <a:off x="4338038" y="5271278"/>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文字内容文字文字内容文字内容文字</a:t>
              </a:r>
              <a:endParaRPr lang="en-US" altLang="zh-CN" sz="1100" dirty="0">
                <a:solidFill>
                  <a:schemeClr val="bg1"/>
                </a:solidFill>
              </a:endParaRPr>
            </a:p>
          </p:txBody>
        </p:sp>
        <p:sp>
          <p:nvSpPr>
            <p:cNvPr id="37" name="TextBox 36"/>
            <p:cNvSpPr txBox="1"/>
            <p:nvPr/>
          </p:nvSpPr>
          <p:spPr>
            <a:xfrm>
              <a:off x="4904022" y="5066100"/>
              <a:ext cx="492443" cy="276999"/>
            </a:xfrm>
            <a:prstGeom prst="rect">
              <a:avLst/>
            </a:prstGeom>
            <a:noFill/>
          </p:spPr>
          <p:txBody>
            <a:bodyPr wrap="none" rtlCol="0" anchor="ctr">
              <a:spAutoFit/>
            </a:bodyPr>
            <a:lstStyle/>
            <a:p>
              <a:pPr algn="ctr"/>
              <a:r>
                <a:rPr lang="zh-CN" altLang="en-US" sz="1200" b="1" dirty="0">
                  <a:solidFill>
                    <a:schemeClr val="bg1"/>
                  </a:solidFill>
                  <a:latin typeface="Raleway"/>
                  <a:ea typeface="Roboto Light" panose="02000000000000000000" pitchFamily="2" charset="0"/>
                  <a:cs typeface="Raleway"/>
                </a:rPr>
                <a:t>文字</a:t>
              </a:r>
              <a:endParaRPr lang="id-ID" altLang="zh-CN" sz="1200" b="1" dirty="0">
                <a:solidFill>
                  <a:schemeClr val="bg1"/>
                </a:solidFill>
                <a:latin typeface="Raleway"/>
                <a:ea typeface="Roboto Light" panose="02000000000000000000" pitchFamily="2" charset="0"/>
                <a:cs typeface="Raleway"/>
              </a:endParaRPr>
            </a:p>
          </p:txBody>
        </p:sp>
      </p:grpSp>
      <p:grpSp>
        <p:nvGrpSpPr>
          <p:cNvPr id="50" name="Group 49"/>
          <p:cNvGrpSpPr/>
          <p:nvPr/>
        </p:nvGrpSpPr>
        <p:grpSpPr>
          <a:xfrm>
            <a:off x="5914106" y="4848435"/>
            <a:ext cx="1624400" cy="636065"/>
            <a:chOff x="5812508" y="5066100"/>
            <a:chExt cx="1624400" cy="636065"/>
          </a:xfrm>
        </p:grpSpPr>
        <p:sp>
          <p:nvSpPr>
            <p:cNvPr id="39" name="Rectangle 38"/>
            <p:cNvSpPr/>
            <p:nvPr/>
          </p:nvSpPr>
          <p:spPr>
            <a:xfrm>
              <a:off x="5812508" y="5271278"/>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文字内容文字文字内容文字内容文字</a:t>
              </a:r>
              <a:endParaRPr lang="en-US" altLang="zh-CN" sz="1100" dirty="0">
                <a:solidFill>
                  <a:schemeClr val="bg1"/>
                </a:solidFill>
              </a:endParaRPr>
            </a:p>
          </p:txBody>
        </p:sp>
        <p:sp>
          <p:nvSpPr>
            <p:cNvPr id="40" name="TextBox 39"/>
            <p:cNvSpPr txBox="1"/>
            <p:nvPr/>
          </p:nvSpPr>
          <p:spPr>
            <a:xfrm>
              <a:off x="6378493" y="5066100"/>
              <a:ext cx="492443" cy="276999"/>
            </a:xfrm>
            <a:prstGeom prst="rect">
              <a:avLst/>
            </a:prstGeom>
            <a:noFill/>
          </p:spPr>
          <p:txBody>
            <a:bodyPr wrap="none" rtlCol="0" anchor="ctr">
              <a:spAutoFit/>
            </a:bodyPr>
            <a:lstStyle/>
            <a:p>
              <a:pPr algn="ctr"/>
              <a:r>
                <a:rPr lang="zh-CN" altLang="en-US" sz="1200" b="1" dirty="0">
                  <a:solidFill>
                    <a:schemeClr val="bg1"/>
                  </a:solidFill>
                  <a:latin typeface="Raleway"/>
                  <a:ea typeface="Roboto Light" panose="02000000000000000000" pitchFamily="2" charset="0"/>
                  <a:cs typeface="Raleway"/>
                </a:rPr>
                <a:t>文字</a:t>
              </a:r>
              <a:endParaRPr lang="id-ID" altLang="zh-CN" sz="1200" b="1" dirty="0">
                <a:solidFill>
                  <a:schemeClr val="bg1"/>
                </a:solidFill>
                <a:latin typeface="Raleway"/>
                <a:ea typeface="Roboto Light" panose="02000000000000000000" pitchFamily="2" charset="0"/>
                <a:cs typeface="Raleway"/>
              </a:endParaRPr>
            </a:p>
          </p:txBody>
        </p:sp>
      </p:grpSp>
      <p:grpSp>
        <p:nvGrpSpPr>
          <p:cNvPr id="49" name="Group 48"/>
          <p:cNvGrpSpPr/>
          <p:nvPr/>
        </p:nvGrpSpPr>
        <p:grpSpPr>
          <a:xfrm>
            <a:off x="7393656" y="4848435"/>
            <a:ext cx="1624400" cy="636065"/>
            <a:chOff x="7292058" y="5066100"/>
            <a:chExt cx="1624400" cy="636065"/>
          </a:xfrm>
        </p:grpSpPr>
        <p:sp>
          <p:nvSpPr>
            <p:cNvPr id="45" name="Rectangle 44"/>
            <p:cNvSpPr/>
            <p:nvPr/>
          </p:nvSpPr>
          <p:spPr>
            <a:xfrm>
              <a:off x="7292058" y="5271278"/>
              <a:ext cx="1624400" cy="430887"/>
            </a:xfrm>
            <a:prstGeom prst="rect">
              <a:avLst/>
            </a:prstGeom>
          </p:spPr>
          <p:txBody>
            <a:bodyPr wrap="square">
              <a:spAutoFit/>
            </a:bodyPr>
            <a:lstStyle/>
            <a:p>
              <a:pPr algn="ctr">
                <a:spcBef>
                  <a:spcPts val="1200"/>
                </a:spcBef>
              </a:pPr>
              <a:r>
                <a:rPr lang="zh-CN" altLang="en-US" sz="1100" dirty="0">
                  <a:solidFill>
                    <a:srgbClr val="FFFFFF"/>
                  </a:solidFill>
                </a:rPr>
                <a:t>文字内容文字文字内容文字内容文字</a:t>
              </a:r>
              <a:endParaRPr lang="en-US" altLang="zh-CN" sz="1100" dirty="0">
                <a:solidFill>
                  <a:schemeClr val="bg1"/>
                </a:solidFill>
              </a:endParaRPr>
            </a:p>
          </p:txBody>
        </p:sp>
        <p:sp>
          <p:nvSpPr>
            <p:cNvPr id="46" name="TextBox 45"/>
            <p:cNvSpPr txBox="1"/>
            <p:nvPr/>
          </p:nvSpPr>
          <p:spPr>
            <a:xfrm>
              <a:off x="7858046" y="5066100"/>
              <a:ext cx="492443" cy="276999"/>
            </a:xfrm>
            <a:prstGeom prst="rect">
              <a:avLst/>
            </a:prstGeom>
            <a:noFill/>
          </p:spPr>
          <p:txBody>
            <a:bodyPr wrap="none" rtlCol="0" anchor="ctr">
              <a:spAutoFit/>
            </a:bodyPr>
            <a:lstStyle/>
            <a:p>
              <a:pPr algn="ctr"/>
              <a:r>
                <a:rPr lang="zh-CN" altLang="en-US" sz="1200" b="1" dirty="0">
                  <a:solidFill>
                    <a:schemeClr val="bg1"/>
                  </a:solidFill>
                  <a:latin typeface="Raleway"/>
                  <a:ea typeface="Roboto Light" panose="02000000000000000000" pitchFamily="2" charset="0"/>
                  <a:cs typeface="Raleway"/>
                </a:rPr>
                <a:t>文字</a:t>
              </a:r>
              <a:endParaRPr lang="id-ID" altLang="zh-CN" sz="1200" b="1" dirty="0">
                <a:solidFill>
                  <a:schemeClr val="bg1"/>
                </a:solidFill>
                <a:latin typeface="Raleway"/>
                <a:ea typeface="Roboto Light" panose="02000000000000000000" pitchFamily="2" charset="0"/>
                <a:cs typeface="Raleway"/>
              </a:endParaRPr>
            </a:p>
          </p:txBody>
        </p:sp>
      </p:grpSp>
      <p:sp>
        <p:nvSpPr>
          <p:cNvPr id="38"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41"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500"/>
                                        <p:tgtEl>
                                          <p:spTgt spid="52"/>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childTnLst>
                          </p:cTn>
                        </p:par>
                        <p:par>
                          <p:cTn id="46" fill="hold">
                            <p:stCondLst>
                              <p:cond delay="30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par>
                          <p:cTn id="59" fill="hold">
                            <p:stCondLst>
                              <p:cond delay="3500"/>
                            </p:stCondLst>
                            <p:childTnLst>
                              <p:par>
                                <p:cTn id="60" presetID="10" presetClass="entr" presetSubtype="0" fill="hold" grpId="0"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3" grpId="0" animBg="1"/>
      <p:bldP spid="14" grpId="0" animBg="1"/>
      <p:bldP spid="15" grpId="0" animBg="1"/>
      <p:bldP spid="16" grpId="0" animBg="1"/>
      <p:bldP spid="17" grpId="0" animBg="1"/>
      <p:bldP spid="18" grpId="0" animBg="1"/>
      <p:bldP spid="22" grpId="0" animBg="1"/>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5" name="Group 264"/>
          <p:cNvGrpSpPr/>
          <p:nvPr/>
        </p:nvGrpSpPr>
        <p:grpSpPr>
          <a:xfrm>
            <a:off x="267307" y="3680019"/>
            <a:ext cx="11657386" cy="5356225"/>
            <a:chOff x="267307" y="3680019"/>
            <a:chExt cx="11657386" cy="5356225"/>
          </a:xfrm>
        </p:grpSpPr>
        <p:grpSp>
          <p:nvGrpSpPr>
            <p:cNvPr id="5" name="Group 4"/>
            <p:cNvGrpSpPr/>
            <p:nvPr/>
          </p:nvGrpSpPr>
          <p:grpSpPr>
            <a:xfrm>
              <a:off x="267307" y="3859407"/>
              <a:ext cx="1630363" cy="1665288"/>
              <a:chOff x="827088" y="3840163"/>
              <a:chExt cx="1630363" cy="1665288"/>
            </a:xfrm>
          </p:grpSpPr>
          <p:sp>
            <p:nvSpPr>
              <p:cNvPr id="232" name="Freeform 15"/>
              <p:cNvSpPr/>
              <p:nvPr/>
            </p:nvSpPr>
            <p:spPr bwMode="auto">
              <a:xfrm>
                <a:off x="838201" y="4027488"/>
                <a:ext cx="1570038" cy="1317625"/>
              </a:xfrm>
              <a:custGeom>
                <a:avLst/>
                <a:gdLst>
                  <a:gd name="T0" fmla="*/ 185 w 989"/>
                  <a:gd name="T1" fmla="*/ 830 h 830"/>
                  <a:gd name="T2" fmla="*/ 0 w 989"/>
                  <a:gd name="T3" fmla="*/ 262 h 830"/>
                  <a:gd name="T4" fmla="*/ 804 w 989"/>
                  <a:gd name="T5" fmla="*/ 0 h 830"/>
                  <a:gd name="T6" fmla="*/ 989 w 989"/>
                  <a:gd name="T7" fmla="*/ 568 h 830"/>
                  <a:gd name="T8" fmla="*/ 185 w 989"/>
                  <a:gd name="T9" fmla="*/ 830 h 830"/>
                </a:gdLst>
                <a:ahLst/>
                <a:cxnLst>
                  <a:cxn ang="0">
                    <a:pos x="T0" y="T1"/>
                  </a:cxn>
                  <a:cxn ang="0">
                    <a:pos x="T2" y="T3"/>
                  </a:cxn>
                  <a:cxn ang="0">
                    <a:pos x="T4" y="T5"/>
                  </a:cxn>
                  <a:cxn ang="0">
                    <a:pos x="T6" y="T7"/>
                  </a:cxn>
                  <a:cxn ang="0">
                    <a:pos x="T8" y="T9"/>
                  </a:cxn>
                </a:cxnLst>
                <a:rect l="0" t="0" r="r" b="b"/>
                <a:pathLst>
                  <a:path w="989" h="830">
                    <a:moveTo>
                      <a:pt x="185" y="830"/>
                    </a:moveTo>
                    <a:lnTo>
                      <a:pt x="0" y="262"/>
                    </a:lnTo>
                    <a:lnTo>
                      <a:pt x="804" y="0"/>
                    </a:lnTo>
                    <a:lnTo>
                      <a:pt x="989" y="568"/>
                    </a:lnTo>
                    <a:lnTo>
                      <a:pt x="185" y="83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233" name="Freeform 16"/>
              <p:cNvSpPr/>
              <p:nvPr/>
            </p:nvSpPr>
            <p:spPr bwMode="auto">
              <a:xfrm>
                <a:off x="827088" y="3840163"/>
                <a:ext cx="1630363" cy="1665288"/>
              </a:xfrm>
              <a:custGeom>
                <a:avLst/>
                <a:gdLst>
                  <a:gd name="T0" fmla="*/ 357 w 600"/>
                  <a:gd name="T1" fmla="*/ 11 h 613"/>
                  <a:gd name="T2" fmla="*/ 587 w 600"/>
                  <a:gd name="T3" fmla="*/ 213 h 613"/>
                  <a:gd name="T4" fmla="*/ 589 w 600"/>
                  <a:gd name="T5" fmla="*/ 256 h 613"/>
                  <a:gd name="T6" fmla="*/ 543 w 600"/>
                  <a:gd name="T7" fmla="*/ 308 h 613"/>
                  <a:gd name="T8" fmla="*/ 526 w 600"/>
                  <a:gd name="T9" fmla="*/ 327 h 613"/>
                  <a:gd name="T10" fmla="*/ 515 w 600"/>
                  <a:gd name="T11" fmla="*/ 331 h 613"/>
                  <a:gd name="T12" fmla="*/ 504 w 600"/>
                  <a:gd name="T13" fmla="*/ 327 h 613"/>
                  <a:gd name="T14" fmla="*/ 488 w 600"/>
                  <a:gd name="T15" fmla="*/ 333 h 613"/>
                  <a:gd name="T16" fmla="*/ 430 w 600"/>
                  <a:gd name="T17" fmla="*/ 398 h 613"/>
                  <a:gd name="T18" fmla="*/ 426 w 600"/>
                  <a:gd name="T19" fmla="*/ 415 h 613"/>
                  <a:gd name="T20" fmla="*/ 432 w 600"/>
                  <a:gd name="T21" fmla="*/ 425 h 613"/>
                  <a:gd name="T22" fmla="*/ 429 w 600"/>
                  <a:gd name="T23" fmla="*/ 437 h 613"/>
                  <a:gd name="T24" fmla="*/ 412 w 600"/>
                  <a:gd name="T25" fmla="*/ 456 h 613"/>
                  <a:gd name="T26" fmla="*/ 286 w 600"/>
                  <a:gd name="T27" fmla="*/ 599 h 613"/>
                  <a:gd name="T28" fmla="*/ 244 w 600"/>
                  <a:gd name="T29" fmla="*/ 602 h 613"/>
                  <a:gd name="T30" fmla="*/ 14 w 600"/>
                  <a:gd name="T31" fmla="*/ 399 h 613"/>
                  <a:gd name="T32" fmla="*/ 11 w 600"/>
                  <a:gd name="T33" fmla="*/ 357 h 613"/>
                  <a:gd name="T34" fmla="*/ 314 w 600"/>
                  <a:gd name="T35" fmla="*/ 13 h 613"/>
                  <a:gd name="T36" fmla="*/ 357 w 600"/>
                  <a:gd name="T37" fmla="*/ 11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00" h="613">
                    <a:moveTo>
                      <a:pt x="357" y="11"/>
                    </a:moveTo>
                    <a:cubicBezTo>
                      <a:pt x="587" y="213"/>
                      <a:pt x="587" y="213"/>
                      <a:pt x="587" y="213"/>
                    </a:cubicBezTo>
                    <a:cubicBezTo>
                      <a:pt x="599" y="224"/>
                      <a:pt x="600" y="243"/>
                      <a:pt x="589" y="256"/>
                    </a:cubicBezTo>
                    <a:cubicBezTo>
                      <a:pt x="543" y="308"/>
                      <a:pt x="543" y="308"/>
                      <a:pt x="543" y="308"/>
                    </a:cubicBezTo>
                    <a:cubicBezTo>
                      <a:pt x="526" y="327"/>
                      <a:pt x="526" y="327"/>
                      <a:pt x="526" y="327"/>
                    </a:cubicBezTo>
                    <a:cubicBezTo>
                      <a:pt x="522" y="332"/>
                      <a:pt x="520" y="333"/>
                      <a:pt x="515" y="331"/>
                    </a:cubicBezTo>
                    <a:cubicBezTo>
                      <a:pt x="504" y="327"/>
                      <a:pt x="504" y="327"/>
                      <a:pt x="504" y="327"/>
                    </a:cubicBezTo>
                    <a:cubicBezTo>
                      <a:pt x="498" y="325"/>
                      <a:pt x="493" y="327"/>
                      <a:pt x="488" y="333"/>
                    </a:cubicBezTo>
                    <a:cubicBezTo>
                      <a:pt x="430" y="398"/>
                      <a:pt x="430" y="398"/>
                      <a:pt x="430" y="398"/>
                    </a:cubicBezTo>
                    <a:cubicBezTo>
                      <a:pt x="425" y="404"/>
                      <a:pt x="424" y="410"/>
                      <a:pt x="426" y="415"/>
                    </a:cubicBezTo>
                    <a:cubicBezTo>
                      <a:pt x="432" y="425"/>
                      <a:pt x="432" y="425"/>
                      <a:pt x="432" y="425"/>
                    </a:cubicBezTo>
                    <a:cubicBezTo>
                      <a:pt x="434" y="430"/>
                      <a:pt x="433" y="433"/>
                      <a:pt x="429" y="437"/>
                    </a:cubicBezTo>
                    <a:cubicBezTo>
                      <a:pt x="412" y="456"/>
                      <a:pt x="412" y="456"/>
                      <a:pt x="412" y="456"/>
                    </a:cubicBezTo>
                    <a:cubicBezTo>
                      <a:pt x="286" y="599"/>
                      <a:pt x="286" y="599"/>
                      <a:pt x="286" y="599"/>
                    </a:cubicBezTo>
                    <a:cubicBezTo>
                      <a:pt x="275" y="612"/>
                      <a:pt x="256" y="613"/>
                      <a:pt x="244" y="602"/>
                    </a:cubicBezTo>
                    <a:cubicBezTo>
                      <a:pt x="14" y="399"/>
                      <a:pt x="14" y="399"/>
                      <a:pt x="14" y="399"/>
                    </a:cubicBezTo>
                    <a:cubicBezTo>
                      <a:pt x="2" y="389"/>
                      <a:pt x="0" y="369"/>
                      <a:pt x="11" y="357"/>
                    </a:cubicBezTo>
                    <a:cubicBezTo>
                      <a:pt x="314" y="13"/>
                      <a:pt x="314" y="13"/>
                      <a:pt x="314" y="13"/>
                    </a:cubicBezTo>
                    <a:cubicBezTo>
                      <a:pt x="325" y="1"/>
                      <a:pt x="344" y="0"/>
                      <a:pt x="357" y="11"/>
                    </a:cubicBezTo>
                    <a:close/>
                  </a:path>
                </a:pathLst>
              </a:custGeom>
              <a:solidFill>
                <a:schemeClr val="accent1"/>
              </a:solidFill>
              <a:ln>
                <a:noFill/>
              </a:ln>
            </p:spPr>
            <p:txBody>
              <a:bodyPr vert="horz" wrap="square" lIns="91440" tIns="45720" rIns="91440" bIns="45720" numCol="1" anchor="t" anchorCtr="0" compatLnSpc="1"/>
              <a:lstStyle/>
              <a:p>
                <a:endParaRPr lang="en-US"/>
              </a:p>
            </p:txBody>
          </p:sp>
        </p:grpSp>
        <p:grpSp>
          <p:nvGrpSpPr>
            <p:cNvPr id="6" name="Group 5"/>
            <p:cNvGrpSpPr/>
            <p:nvPr/>
          </p:nvGrpSpPr>
          <p:grpSpPr>
            <a:xfrm>
              <a:off x="6723808" y="4845244"/>
              <a:ext cx="779463" cy="779463"/>
              <a:chOff x="6423026" y="4826000"/>
              <a:chExt cx="779463" cy="779463"/>
            </a:xfrm>
          </p:grpSpPr>
          <p:sp>
            <p:nvSpPr>
              <p:cNvPr id="225" name="Freeform 17"/>
              <p:cNvSpPr/>
              <p:nvPr/>
            </p:nvSpPr>
            <p:spPr bwMode="auto">
              <a:xfrm>
                <a:off x="6423026" y="4826000"/>
                <a:ext cx="779463" cy="779463"/>
              </a:xfrm>
              <a:custGeom>
                <a:avLst/>
                <a:gdLst>
                  <a:gd name="T0" fmla="*/ 224 w 287"/>
                  <a:gd name="T1" fmla="*/ 44 h 287"/>
                  <a:gd name="T2" fmla="*/ 243 w 287"/>
                  <a:gd name="T3" fmla="*/ 224 h 287"/>
                  <a:gd name="T4" fmla="*/ 63 w 287"/>
                  <a:gd name="T5" fmla="*/ 242 h 287"/>
                  <a:gd name="T6" fmla="*/ 45 w 287"/>
                  <a:gd name="T7" fmla="*/ 63 h 287"/>
                  <a:gd name="T8" fmla="*/ 224 w 287"/>
                  <a:gd name="T9" fmla="*/ 44 h 287"/>
                </a:gdLst>
                <a:ahLst/>
                <a:cxnLst>
                  <a:cxn ang="0">
                    <a:pos x="T0" y="T1"/>
                  </a:cxn>
                  <a:cxn ang="0">
                    <a:pos x="T2" y="T3"/>
                  </a:cxn>
                  <a:cxn ang="0">
                    <a:pos x="T4" y="T5"/>
                  </a:cxn>
                  <a:cxn ang="0">
                    <a:pos x="T6" y="T7"/>
                  </a:cxn>
                  <a:cxn ang="0">
                    <a:pos x="T8" y="T9"/>
                  </a:cxn>
                </a:cxnLst>
                <a:rect l="0" t="0" r="r" b="b"/>
                <a:pathLst>
                  <a:path w="287" h="287">
                    <a:moveTo>
                      <a:pt x="224" y="44"/>
                    </a:moveTo>
                    <a:cubicBezTo>
                      <a:pt x="279" y="89"/>
                      <a:pt x="287" y="169"/>
                      <a:pt x="243" y="224"/>
                    </a:cubicBezTo>
                    <a:cubicBezTo>
                      <a:pt x="198" y="279"/>
                      <a:pt x="118" y="287"/>
                      <a:pt x="63" y="242"/>
                    </a:cubicBezTo>
                    <a:cubicBezTo>
                      <a:pt x="9" y="198"/>
                      <a:pt x="0" y="118"/>
                      <a:pt x="45" y="63"/>
                    </a:cubicBezTo>
                    <a:cubicBezTo>
                      <a:pt x="89" y="8"/>
                      <a:pt x="169" y="0"/>
                      <a:pt x="224" y="44"/>
                    </a:cubicBezTo>
                    <a:close/>
                  </a:path>
                </a:pathLst>
              </a:custGeom>
              <a:solidFill>
                <a:srgbClr val="E6E6E6"/>
              </a:solidFill>
              <a:ln>
                <a:noFill/>
              </a:ln>
            </p:spPr>
            <p:txBody>
              <a:bodyPr vert="horz" wrap="square" lIns="91440" tIns="45720" rIns="91440" bIns="45720" numCol="1" anchor="t" anchorCtr="0" compatLnSpc="1"/>
              <a:lstStyle/>
              <a:p>
                <a:endParaRPr lang="en-US"/>
              </a:p>
            </p:txBody>
          </p:sp>
          <p:sp>
            <p:nvSpPr>
              <p:cNvPr id="226" name="Freeform 18"/>
              <p:cNvSpPr/>
              <p:nvPr/>
            </p:nvSpPr>
            <p:spPr bwMode="auto">
              <a:xfrm>
                <a:off x="6904039" y="4872038"/>
                <a:ext cx="184150" cy="206375"/>
              </a:xfrm>
              <a:custGeom>
                <a:avLst/>
                <a:gdLst>
                  <a:gd name="T0" fmla="*/ 57 w 68"/>
                  <a:gd name="T1" fmla="*/ 3 h 76"/>
                  <a:gd name="T2" fmla="*/ 63 w 68"/>
                  <a:gd name="T3" fmla="*/ 8 h 76"/>
                  <a:gd name="T4" fmla="*/ 65 w 68"/>
                  <a:gd name="T5" fmla="*/ 23 h 76"/>
                  <a:gd name="T6" fmla="*/ 25 w 68"/>
                  <a:gd name="T7" fmla="*/ 71 h 76"/>
                  <a:gd name="T8" fmla="*/ 11 w 68"/>
                  <a:gd name="T9" fmla="*/ 73 h 76"/>
                  <a:gd name="T10" fmla="*/ 5 w 68"/>
                  <a:gd name="T11" fmla="*/ 67 h 76"/>
                  <a:gd name="T12" fmla="*/ 3 w 68"/>
                  <a:gd name="T13" fmla="*/ 53 h 76"/>
                  <a:gd name="T14" fmla="*/ 43 w 68"/>
                  <a:gd name="T15" fmla="*/ 5 h 76"/>
                  <a:gd name="T16" fmla="*/ 57 w 68"/>
                  <a:gd name="T17" fmla="*/ 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76">
                    <a:moveTo>
                      <a:pt x="57" y="3"/>
                    </a:moveTo>
                    <a:cubicBezTo>
                      <a:pt x="63" y="8"/>
                      <a:pt x="63" y="8"/>
                      <a:pt x="63" y="8"/>
                    </a:cubicBezTo>
                    <a:cubicBezTo>
                      <a:pt x="68" y="12"/>
                      <a:pt x="68" y="18"/>
                      <a:pt x="65" y="23"/>
                    </a:cubicBezTo>
                    <a:cubicBezTo>
                      <a:pt x="25" y="71"/>
                      <a:pt x="25" y="71"/>
                      <a:pt x="25" y="71"/>
                    </a:cubicBezTo>
                    <a:cubicBezTo>
                      <a:pt x="22" y="75"/>
                      <a:pt x="16" y="76"/>
                      <a:pt x="11" y="73"/>
                    </a:cubicBezTo>
                    <a:cubicBezTo>
                      <a:pt x="5" y="67"/>
                      <a:pt x="5" y="67"/>
                      <a:pt x="5" y="67"/>
                    </a:cubicBezTo>
                    <a:cubicBezTo>
                      <a:pt x="0" y="64"/>
                      <a:pt x="0" y="57"/>
                      <a:pt x="3" y="53"/>
                    </a:cubicBezTo>
                    <a:cubicBezTo>
                      <a:pt x="43" y="5"/>
                      <a:pt x="43" y="5"/>
                      <a:pt x="43" y="5"/>
                    </a:cubicBezTo>
                    <a:cubicBezTo>
                      <a:pt x="46" y="0"/>
                      <a:pt x="52" y="0"/>
                      <a:pt x="57" y="3"/>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7" name="Freeform 19"/>
              <p:cNvSpPr/>
              <p:nvPr/>
            </p:nvSpPr>
            <p:spPr bwMode="auto">
              <a:xfrm>
                <a:off x="6507164" y="4906963"/>
                <a:ext cx="614363" cy="614363"/>
              </a:xfrm>
              <a:custGeom>
                <a:avLst/>
                <a:gdLst>
                  <a:gd name="T0" fmla="*/ 176 w 226"/>
                  <a:gd name="T1" fmla="*/ 35 h 226"/>
                  <a:gd name="T2" fmla="*/ 191 w 226"/>
                  <a:gd name="T3" fmla="*/ 177 h 226"/>
                  <a:gd name="T4" fmla="*/ 49 w 226"/>
                  <a:gd name="T5" fmla="*/ 191 h 226"/>
                  <a:gd name="T6" fmla="*/ 35 w 226"/>
                  <a:gd name="T7" fmla="*/ 50 h 226"/>
                  <a:gd name="T8" fmla="*/ 176 w 226"/>
                  <a:gd name="T9" fmla="*/ 35 h 226"/>
                </a:gdLst>
                <a:ahLst/>
                <a:cxnLst>
                  <a:cxn ang="0">
                    <a:pos x="T0" y="T1"/>
                  </a:cxn>
                  <a:cxn ang="0">
                    <a:pos x="T2" y="T3"/>
                  </a:cxn>
                  <a:cxn ang="0">
                    <a:pos x="T4" y="T5"/>
                  </a:cxn>
                  <a:cxn ang="0">
                    <a:pos x="T6" y="T7"/>
                  </a:cxn>
                  <a:cxn ang="0">
                    <a:pos x="T8" y="T9"/>
                  </a:cxn>
                </a:cxnLst>
                <a:rect l="0" t="0" r="r" b="b"/>
                <a:pathLst>
                  <a:path w="226" h="226">
                    <a:moveTo>
                      <a:pt x="176" y="35"/>
                    </a:moveTo>
                    <a:cubicBezTo>
                      <a:pt x="219" y="70"/>
                      <a:pt x="226" y="134"/>
                      <a:pt x="191" y="177"/>
                    </a:cubicBezTo>
                    <a:cubicBezTo>
                      <a:pt x="156" y="220"/>
                      <a:pt x="92" y="226"/>
                      <a:pt x="49" y="191"/>
                    </a:cubicBezTo>
                    <a:cubicBezTo>
                      <a:pt x="6" y="156"/>
                      <a:pt x="0" y="93"/>
                      <a:pt x="35" y="50"/>
                    </a:cubicBezTo>
                    <a:cubicBezTo>
                      <a:pt x="70" y="7"/>
                      <a:pt x="133" y="0"/>
                      <a:pt x="176" y="35"/>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8" name="Freeform 20"/>
              <p:cNvSpPr/>
              <p:nvPr/>
            </p:nvSpPr>
            <p:spPr bwMode="auto">
              <a:xfrm>
                <a:off x="6537326" y="4940300"/>
                <a:ext cx="550863" cy="550863"/>
              </a:xfrm>
              <a:custGeom>
                <a:avLst/>
                <a:gdLst>
                  <a:gd name="T0" fmla="*/ 159 w 203"/>
                  <a:gd name="T1" fmla="*/ 31 h 203"/>
                  <a:gd name="T2" fmla="*/ 172 w 203"/>
                  <a:gd name="T3" fmla="*/ 158 h 203"/>
                  <a:gd name="T4" fmla="*/ 45 w 203"/>
                  <a:gd name="T5" fmla="*/ 172 h 203"/>
                  <a:gd name="T6" fmla="*/ 31 w 203"/>
                  <a:gd name="T7" fmla="*/ 44 h 203"/>
                  <a:gd name="T8" fmla="*/ 159 w 203"/>
                  <a:gd name="T9" fmla="*/ 31 h 203"/>
                </a:gdLst>
                <a:ahLst/>
                <a:cxnLst>
                  <a:cxn ang="0">
                    <a:pos x="T0" y="T1"/>
                  </a:cxn>
                  <a:cxn ang="0">
                    <a:pos x="T2" y="T3"/>
                  </a:cxn>
                  <a:cxn ang="0">
                    <a:pos x="T4" y="T5"/>
                  </a:cxn>
                  <a:cxn ang="0">
                    <a:pos x="T6" y="T7"/>
                  </a:cxn>
                  <a:cxn ang="0">
                    <a:pos x="T8" y="T9"/>
                  </a:cxn>
                </a:cxnLst>
                <a:rect l="0" t="0" r="r" b="b"/>
                <a:pathLst>
                  <a:path w="203" h="203">
                    <a:moveTo>
                      <a:pt x="159" y="31"/>
                    </a:moveTo>
                    <a:cubicBezTo>
                      <a:pt x="198" y="63"/>
                      <a:pt x="203" y="120"/>
                      <a:pt x="172" y="158"/>
                    </a:cubicBezTo>
                    <a:cubicBezTo>
                      <a:pt x="140" y="197"/>
                      <a:pt x="83" y="203"/>
                      <a:pt x="45" y="172"/>
                    </a:cubicBezTo>
                    <a:cubicBezTo>
                      <a:pt x="6" y="140"/>
                      <a:pt x="0" y="83"/>
                      <a:pt x="31" y="44"/>
                    </a:cubicBezTo>
                    <a:cubicBezTo>
                      <a:pt x="63" y="6"/>
                      <a:pt x="120" y="0"/>
                      <a:pt x="159" y="31"/>
                    </a:cubicBezTo>
                    <a:close/>
                  </a:path>
                </a:pathLst>
              </a:custGeom>
              <a:solidFill>
                <a:srgbClr val="E6E6E6"/>
              </a:solidFill>
              <a:ln>
                <a:noFill/>
              </a:ln>
            </p:spPr>
            <p:txBody>
              <a:bodyPr vert="horz" wrap="square" lIns="91440" tIns="45720" rIns="91440" bIns="45720" numCol="1" anchor="t" anchorCtr="0" compatLnSpc="1"/>
              <a:lstStyle/>
              <a:p>
                <a:endParaRPr lang="en-US"/>
              </a:p>
            </p:txBody>
          </p:sp>
          <p:sp>
            <p:nvSpPr>
              <p:cNvPr id="229" name="Freeform 21"/>
              <p:cNvSpPr/>
              <p:nvPr/>
            </p:nvSpPr>
            <p:spPr bwMode="auto">
              <a:xfrm>
                <a:off x="6578601" y="4979988"/>
                <a:ext cx="469900" cy="469900"/>
              </a:xfrm>
              <a:custGeom>
                <a:avLst/>
                <a:gdLst>
                  <a:gd name="T0" fmla="*/ 135 w 173"/>
                  <a:gd name="T1" fmla="*/ 27 h 173"/>
                  <a:gd name="T2" fmla="*/ 146 w 173"/>
                  <a:gd name="T3" fmla="*/ 135 h 173"/>
                  <a:gd name="T4" fmla="*/ 38 w 173"/>
                  <a:gd name="T5" fmla="*/ 146 h 173"/>
                  <a:gd name="T6" fmla="*/ 27 w 173"/>
                  <a:gd name="T7" fmla="*/ 38 h 173"/>
                  <a:gd name="T8" fmla="*/ 135 w 173"/>
                  <a:gd name="T9" fmla="*/ 27 h 173"/>
                </a:gdLst>
                <a:ahLst/>
                <a:cxnLst>
                  <a:cxn ang="0">
                    <a:pos x="T0" y="T1"/>
                  </a:cxn>
                  <a:cxn ang="0">
                    <a:pos x="T2" y="T3"/>
                  </a:cxn>
                  <a:cxn ang="0">
                    <a:pos x="T4" y="T5"/>
                  </a:cxn>
                  <a:cxn ang="0">
                    <a:pos x="T6" y="T7"/>
                  </a:cxn>
                  <a:cxn ang="0">
                    <a:pos x="T8" y="T9"/>
                  </a:cxn>
                </a:cxnLst>
                <a:rect l="0" t="0" r="r" b="b"/>
                <a:pathLst>
                  <a:path w="173" h="173">
                    <a:moveTo>
                      <a:pt x="135" y="27"/>
                    </a:moveTo>
                    <a:cubicBezTo>
                      <a:pt x="168" y="53"/>
                      <a:pt x="173" y="102"/>
                      <a:pt x="146" y="135"/>
                    </a:cubicBezTo>
                    <a:cubicBezTo>
                      <a:pt x="120" y="168"/>
                      <a:pt x="71" y="173"/>
                      <a:pt x="38" y="146"/>
                    </a:cubicBezTo>
                    <a:cubicBezTo>
                      <a:pt x="5" y="119"/>
                      <a:pt x="0" y="71"/>
                      <a:pt x="27" y="38"/>
                    </a:cubicBezTo>
                    <a:cubicBezTo>
                      <a:pt x="54" y="5"/>
                      <a:pt x="102" y="0"/>
                      <a:pt x="135" y="27"/>
                    </a:cubicBezTo>
                    <a:close/>
                  </a:path>
                </a:pathLst>
              </a:custGeom>
              <a:solidFill>
                <a:srgbClr val="886734"/>
              </a:solidFill>
              <a:ln>
                <a:noFill/>
              </a:ln>
            </p:spPr>
            <p:txBody>
              <a:bodyPr vert="horz" wrap="square" lIns="91440" tIns="45720" rIns="91440" bIns="45720" numCol="1" anchor="t" anchorCtr="0" compatLnSpc="1"/>
              <a:lstStyle/>
              <a:p>
                <a:endParaRPr lang="en-US"/>
              </a:p>
            </p:txBody>
          </p:sp>
          <p:sp>
            <p:nvSpPr>
              <p:cNvPr id="230" name="Freeform 22"/>
              <p:cNvSpPr/>
              <p:nvPr/>
            </p:nvSpPr>
            <p:spPr bwMode="auto">
              <a:xfrm>
                <a:off x="6643689" y="5046663"/>
                <a:ext cx="339725" cy="338138"/>
              </a:xfrm>
              <a:custGeom>
                <a:avLst/>
                <a:gdLst>
                  <a:gd name="T0" fmla="*/ 98 w 125"/>
                  <a:gd name="T1" fmla="*/ 19 h 125"/>
                  <a:gd name="T2" fmla="*/ 106 w 125"/>
                  <a:gd name="T3" fmla="*/ 97 h 125"/>
                  <a:gd name="T4" fmla="*/ 28 w 125"/>
                  <a:gd name="T5" fmla="*/ 106 h 125"/>
                  <a:gd name="T6" fmla="*/ 20 w 125"/>
                  <a:gd name="T7" fmla="*/ 27 h 125"/>
                  <a:gd name="T8" fmla="*/ 98 w 125"/>
                  <a:gd name="T9" fmla="*/ 19 h 125"/>
                </a:gdLst>
                <a:ahLst/>
                <a:cxnLst>
                  <a:cxn ang="0">
                    <a:pos x="T0" y="T1"/>
                  </a:cxn>
                  <a:cxn ang="0">
                    <a:pos x="T2" y="T3"/>
                  </a:cxn>
                  <a:cxn ang="0">
                    <a:pos x="T4" y="T5"/>
                  </a:cxn>
                  <a:cxn ang="0">
                    <a:pos x="T6" y="T7"/>
                  </a:cxn>
                  <a:cxn ang="0">
                    <a:pos x="T8" y="T9"/>
                  </a:cxn>
                </a:cxnLst>
                <a:rect l="0" t="0" r="r" b="b"/>
                <a:pathLst>
                  <a:path w="125" h="125">
                    <a:moveTo>
                      <a:pt x="98" y="19"/>
                    </a:moveTo>
                    <a:cubicBezTo>
                      <a:pt x="122" y="39"/>
                      <a:pt x="125" y="74"/>
                      <a:pt x="106" y="97"/>
                    </a:cubicBezTo>
                    <a:cubicBezTo>
                      <a:pt x="86" y="121"/>
                      <a:pt x="51" y="125"/>
                      <a:pt x="28" y="106"/>
                    </a:cubicBezTo>
                    <a:cubicBezTo>
                      <a:pt x="4" y="86"/>
                      <a:pt x="0" y="51"/>
                      <a:pt x="20" y="27"/>
                    </a:cubicBezTo>
                    <a:cubicBezTo>
                      <a:pt x="39" y="4"/>
                      <a:pt x="74" y="0"/>
                      <a:pt x="98" y="19"/>
                    </a:cubicBezTo>
                    <a:close/>
                  </a:path>
                </a:pathLst>
              </a:custGeom>
              <a:solidFill>
                <a:srgbClr val="694F28"/>
              </a:solidFill>
              <a:ln>
                <a:noFill/>
              </a:ln>
            </p:spPr>
            <p:txBody>
              <a:bodyPr vert="horz" wrap="square" lIns="91440" tIns="45720" rIns="91440" bIns="45720" numCol="1" anchor="t" anchorCtr="0" compatLnSpc="1"/>
              <a:lstStyle/>
              <a:p>
                <a:endParaRPr lang="en-US"/>
              </a:p>
            </p:txBody>
          </p:sp>
          <p:sp>
            <p:nvSpPr>
              <p:cNvPr id="231" name="Freeform 23"/>
              <p:cNvSpPr/>
              <p:nvPr/>
            </p:nvSpPr>
            <p:spPr bwMode="auto">
              <a:xfrm>
                <a:off x="6632576" y="5216525"/>
                <a:ext cx="366713" cy="206375"/>
              </a:xfrm>
              <a:custGeom>
                <a:avLst/>
                <a:gdLst>
                  <a:gd name="T0" fmla="*/ 135 w 135"/>
                  <a:gd name="T1" fmla="*/ 0 h 76"/>
                  <a:gd name="T2" fmla="*/ 120 w 135"/>
                  <a:gd name="T3" fmla="*/ 43 h 76"/>
                  <a:gd name="T4" fmla="*/ 24 w 135"/>
                  <a:gd name="T5" fmla="*/ 53 h 76"/>
                  <a:gd name="T6" fmla="*/ 0 w 135"/>
                  <a:gd name="T7" fmla="*/ 14 h 76"/>
                  <a:gd name="T8" fmla="*/ 22 w 135"/>
                  <a:gd name="T9" fmla="*/ 47 h 76"/>
                  <a:gd name="T10" fmla="*/ 120 w 135"/>
                  <a:gd name="T11" fmla="*/ 37 h 76"/>
                  <a:gd name="T12" fmla="*/ 135 w 135"/>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35" h="76">
                    <a:moveTo>
                      <a:pt x="135" y="0"/>
                    </a:moveTo>
                    <a:cubicBezTo>
                      <a:pt x="135" y="15"/>
                      <a:pt x="130" y="30"/>
                      <a:pt x="120" y="43"/>
                    </a:cubicBezTo>
                    <a:cubicBezTo>
                      <a:pt x="96" y="72"/>
                      <a:pt x="53" y="76"/>
                      <a:pt x="24" y="53"/>
                    </a:cubicBezTo>
                    <a:cubicBezTo>
                      <a:pt x="11" y="42"/>
                      <a:pt x="3" y="29"/>
                      <a:pt x="0" y="14"/>
                    </a:cubicBezTo>
                    <a:cubicBezTo>
                      <a:pt x="4" y="27"/>
                      <a:pt x="11" y="38"/>
                      <a:pt x="22" y="47"/>
                    </a:cubicBezTo>
                    <a:cubicBezTo>
                      <a:pt x="52" y="71"/>
                      <a:pt x="96" y="66"/>
                      <a:pt x="120" y="37"/>
                    </a:cubicBezTo>
                    <a:cubicBezTo>
                      <a:pt x="129" y="26"/>
                      <a:pt x="134" y="13"/>
                      <a:pt x="135" y="0"/>
                    </a:cubicBezTo>
                    <a:close/>
                  </a:path>
                </a:pathLst>
              </a:custGeom>
              <a:solidFill>
                <a:srgbClr val="BD9D6E"/>
              </a:solidFill>
              <a:ln>
                <a:noFill/>
              </a:ln>
            </p:spPr>
            <p:txBody>
              <a:bodyPr vert="horz" wrap="square" lIns="91440" tIns="45720" rIns="91440" bIns="45720" numCol="1" anchor="t" anchorCtr="0" compatLnSpc="1"/>
              <a:lstStyle/>
              <a:p>
                <a:endParaRPr lang="en-US"/>
              </a:p>
            </p:txBody>
          </p:sp>
        </p:grpSp>
        <p:grpSp>
          <p:nvGrpSpPr>
            <p:cNvPr id="7" name="Group 6"/>
            <p:cNvGrpSpPr/>
            <p:nvPr/>
          </p:nvGrpSpPr>
          <p:grpSpPr>
            <a:xfrm>
              <a:off x="9614880" y="3680019"/>
              <a:ext cx="1728788" cy="1879600"/>
              <a:chOff x="9032876" y="3660775"/>
              <a:chExt cx="1728788" cy="1879600"/>
            </a:xfrm>
          </p:grpSpPr>
          <p:sp>
            <p:nvSpPr>
              <p:cNvPr id="190" name="Freeform 24"/>
              <p:cNvSpPr>
                <a:spLocks noEditPoints="1"/>
              </p:cNvSpPr>
              <p:nvPr/>
            </p:nvSpPr>
            <p:spPr bwMode="auto">
              <a:xfrm>
                <a:off x="9036051" y="3660775"/>
                <a:ext cx="1725613" cy="1879600"/>
              </a:xfrm>
              <a:custGeom>
                <a:avLst/>
                <a:gdLst>
                  <a:gd name="T0" fmla="*/ 295 w 635"/>
                  <a:gd name="T1" fmla="*/ 692 h 692"/>
                  <a:gd name="T2" fmla="*/ 293 w 635"/>
                  <a:gd name="T3" fmla="*/ 655 h 692"/>
                  <a:gd name="T4" fmla="*/ 267 w 635"/>
                  <a:gd name="T5" fmla="*/ 44 h 692"/>
                  <a:gd name="T6" fmla="*/ 280 w 635"/>
                  <a:gd name="T7" fmla="*/ 634 h 692"/>
                  <a:gd name="T8" fmla="*/ 267 w 635"/>
                  <a:gd name="T9" fmla="*/ 646 h 692"/>
                  <a:gd name="T10" fmla="*/ 275 w 635"/>
                  <a:gd name="T11" fmla="*/ 618 h 692"/>
                  <a:gd name="T12" fmla="*/ 267 w 635"/>
                  <a:gd name="T13" fmla="*/ 44 h 692"/>
                  <a:gd name="T14" fmla="*/ 259 w 635"/>
                  <a:gd name="T15" fmla="*/ 608 h 692"/>
                  <a:gd name="T16" fmla="*/ 248 w 635"/>
                  <a:gd name="T17" fmla="*/ 590 h 692"/>
                  <a:gd name="T18" fmla="*/ 248 w 635"/>
                  <a:gd name="T19" fmla="*/ 573 h 692"/>
                  <a:gd name="T20" fmla="*/ 248 w 635"/>
                  <a:gd name="T21" fmla="*/ 573 h 692"/>
                  <a:gd name="T22" fmla="*/ 248 w 635"/>
                  <a:gd name="T23" fmla="*/ 590 h 692"/>
                  <a:gd name="T24" fmla="*/ 230 w 635"/>
                  <a:gd name="T25" fmla="*/ 560 h 692"/>
                  <a:gd name="T26" fmla="*/ 229 w 635"/>
                  <a:gd name="T27" fmla="*/ 67 h 692"/>
                  <a:gd name="T28" fmla="*/ 228 w 635"/>
                  <a:gd name="T29" fmla="*/ 541 h 692"/>
                  <a:gd name="T30" fmla="*/ 229 w 635"/>
                  <a:gd name="T31" fmla="*/ 584 h 692"/>
                  <a:gd name="T32" fmla="*/ 217 w 635"/>
                  <a:gd name="T33" fmla="*/ 530 h 692"/>
                  <a:gd name="T34" fmla="*/ 191 w 635"/>
                  <a:gd name="T35" fmla="*/ 91 h 692"/>
                  <a:gd name="T36" fmla="*/ 203 w 635"/>
                  <a:gd name="T37" fmla="*/ 508 h 692"/>
                  <a:gd name="T38" fmla="*/ 191 w 635"/>
                  <a:gd name="T39" fmla="*/ 521 h 692"/>
                  <a:gd name="T40" fmla="*/ 199 w 635"/>
                  <a:gd name="T41" fmla="*/ 492 h 692"/>
                  <a:gd name="T42" fmla="*/ 191 w 635"/>
                  <a:gd name="T43" fmla="*/ 91 h 692"/>
                  <a:gd name="T44" fmla="*/ 183 w 635"/>
                  <a:gd name="T45" fmla="*/ 482 h 692"/>
                  <a:gd name="T46" fmla="*/ 172 w 635"/>
                  <a:gd name="T47" fmla="*/ 464 h 692"/>
                  <a:gd name="T48" fmla="*/ 172 w 635"/>
                  <a:gd name="T49" fmla="*/ 447 h 692"/>
                  <a:gd name="T50" fmla="*/ 172 w 635"/>
                  <a:gd name="T51" fmla="*/ 447 h 692"/>
                  <a:gd name="T52" fmla="*/ 172 w 635"/>
                  <a:gd name="T53" fmla="*/ 464 h 692"/>
                  <a:gd name="T54" fmla="*/ 153 w 635"/>
                  <a:gd name="T55" fmla="*/ 434 h 692"/>
                  <a:gd name="T56" fmla="*/ 153 w 635"/>
                  <a:gd name="T57" fmla="*/ 114 h 692"/>
                  <a:gd name="T58" fmla="*/ 152 w 635"/>
                  <a:gd name="T59" fmla="*/ 415 h 692"/>
                  <a:gd name="T60" fmla="*/ 153 w 635"/>
                  <a:gd name="T61" fmla="*/ 458 h 692"/>
                  <a:gd name="T62" fmla="*/ 140 w 635"/>
                  <a:gd name="T63" fmla="*/ 404 h 692"/>
                  <a:gd name="T64" fmla="*/ 115 w 635"/>
                  <a:gd name="T65" fmla="*/ 137 h 692"/>
                  <a:gd name="T66" fmla="*/ 127 w 635"/>
                  <a:gd name="T67" fmla="*/ 382 h 692"/>
                  <a:gd name="T68" fmla="*/ 115 w 635"/>
                  <a:gd name="T69" fmla="*/ 395 h 692"/>
                  <a:gd name="T70" fmla="*/ 123 w 635"/>
                  <a:gd name="T71" fmla="*/ 366 h 692"/>
                  <a:gd name="T72" fmla="*/ 115 w 635"/>
                  <a:gd name="T73" fmla="*/ 137 h 692"/>
                  <a:gd name="T74" fmla="*/ 107 w 635"/>
                  <a:gd name="T75" fmla="*/ 356 h 692"/>
                  <a:gd name="T76" fmla="*/ 95 w 635"/>
                  <a:gd name="T77" fmla="*/ 338 h 692"/>
                  <a:gd name="T78" fmla="*/ 95 w 635"/>
                  <a:gd name="T79" fmla="*/ 322 h 692"/>
                  <a:gd name="T80" fmla="*/ 95 w 635"/>
                  <a:gd name="T81" fmla="*/ 322 h 692"/>
                  <a:gd name="T82" fmla="*/ 95 w 635"/>
                  <a:gd name="T83" fmla="*/ 338 h 692"/>
                  <a:gd name="T84" fmla="*/ 77 w 635"/>
                  <a:gd name="T85" fmla="*/ 308 h 692"/>
                  <a:gd name="T86" fmla="*/ 76 w 635"/>
                  <a:gd name="T87" fmla="*/ 160 h 692"/>
                  <a:gd name="T88" fmla="*/ 76 w 635"/>
                  <a:gd name="T89" fmla="*/ 289 h 692"/>
                  <a:gd name="T90" fmla="*/ 76 w 635"/>
                  <a:gd name="T91" fmla="*/ 332 h 692"/>
                  <a:gd name="T92" fmla="*/ 64 w 635"/>
                  <a:gd name="T93" fmla="*/ 278 h 692"/>
                  <a:gd name="T94" fmla="*/ 38 w 635"/>
                  <a:gd name="T95" fmla="*/ 183 h 692"/>
                  <a:gd name="T96" fmla="*/ 51 w 635"/>
                  <a:gd name="T97" fmla="*/ 256 h 692"/>
                  <a:gd name="T98" fmla="*/ 38 w 635"/>
                  <a:gd name="T99" fmla="*/ 269 h 692"/>
                  <a:gd name="T100" fmla="*/ 46 w 635"/>
                  <a:gd name="T101" fmla="*/ 240 h 692"/>
                  <a:gd name="T102" fmla="*/ 38 w 635"/>
                  <a:gd name="T103" fmla="*/ 183 h 692"/>
                  <a:gd name="T104" fmla="*/ 30 w 635"/>
                  <a:gd name="T105" fmla="*/ 231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35" h="692">
                    <a:moveTo>
                      <a:pt x="286" y="33"/>
                    </a:moveTo>
                    <a:cubicBezTo>
                      <a:pt x="341" y="0"/>
                      <a:pt x="341" y="0"/>
                      <a:pt x="341" y="0"/>
                    </a:cubicBezTo>
                    <a:cubicBezTo>
                      <a:pt x="635" y="485"/>
                      <a:pt x="635" y="485"/>
                      <a:pt x="635" y="485"/>
                    </a:cubicBezTo>
                    <a:cubicBezTo>
                      <a:pt x="295" y="692"/>
                      <a:pt x="295" y="692"/>
                      <a:pt x="295" y="692"/>
                    </a:cubicBezTo>
                    <a:cubicBezTo>
                      <a:pt x="286" y="678"/>
                      <a:pt x="286" y="678"/>
                      <a:pt x="286" y="678"/>
                    </a:cubicBezTo>
                    <a:cubicBezTo>
                      <a:pt x="286" y="653"/>
                      <a:pt x="286" y="653"/>
                      <a:pt x="286" y="653"/>
                    </a:cubicBezTo>
                    <a:cubicBezTo>
                      <a:pt x="287" y="654"/>
                      <a:pt x="287" y="654"/>
                      <a:pt x="287" y="654"/>
                    </a:cubicBezTo>
                    <a:cubicBezTo>
                      <a:pt x="288" y="656"/>
                      <a:pt x="291" y="657"/>
                      <a:pt x="293" y="655"/>
                    </a:cubicBezTo>
                    <a:cubicBezTo>
                      <a:pt x="295" y="654"/>
                      <a:pt x="296" y="651"/>
                      <a:pt x="294" y="649"/>
                    </a:cubicBezTo>
                    <a:cubicBezTo>
                      <a:pt x="286" y="636"/>
                      <a:pt x="286" y="636"/>
                      <a:pt x="286" y="636"/>
                    </a:cubicBezTo>
                    <a:cubicBezTo>
                      <a:pt x="286" y="33"/>
                      <a:pt x="286" y="33"/>
                      <a:pt x="286" y="33"/>
                    </a:cubicBezTo>
                    <a:moveTo>
                      <a:pt x="267" y="44"/>
                    </a:moveTo>
                    <a:cubicBezTo>
                      <a:pt x="286" y="33"/>
                      <a:pt x="286" y="33"/>
                      <a:pt x="286" y="33"/>
                    </a:cubicBezTo>
                    <a:cubicBezTo>
                      <a:pt x="286" y="636"/>
                      <a:pt x="286" y="636"/>
                      <a:pt x="286" y="636"/>
                    </a:cubicBezTo>
                    <a:cubicBezTo>
                      <a:pt x="286" y="635"/>
                      <a:pt x="286" y="635"/>
                      <a:pt x="286" y="635"/>
                    </a:cubicBezTo>
                    <a:cubicBezTo>
                      <a:pt x="284" y="633"/>
                      <a:pt x="282" y="632"/>
                      <a:pt x="280" y="634"/>
                    </a:cubicBezTo>
                    <a:cubicBezTo>
                      <a:pt x="278" y="635"/>
                      <a:pt x="277" y="638"/>
                      <a:pt x="278" y="640"/>
                    </a:cubicBezTo>
                    <a:cubicBezTo>
                      <a:pt x="286" y="653"/>
                      <a:pt x="286" y="653"/>
                      <a:pt x="286" y="653"/>
                    </a:cubicBezTo>
                    <a:cubicBezTo>
                      <a:pt x="286" y="678"/>
                      <a:pt x="286" y="678"/>
                      <a:pt x="286" y="678"/>
                    </a:cubicBezTo>
                    <a:cubicBezTo>
                      <a:pt x="267" y="646"/>
                      <a:pt x="267" y="646"/>
                      <a:pt x="267" y="646"/>
                    </a:cubicBezTo>
                    <a:cubicBezTo>
                      <a:pt x="267" y="621"/>
                      <a:pt x="267" y="621"/>
                      <a:pt x="267" y="621"/>
                    </a:cubicBezTo>
                    <a:cubicBezTo>
                      <a:pt x="268" y="622"/>
                      <a:pt x="268" y="622"/>
                      <a:pt x="268" y="622"/>
                    </a:cubicBezTo>
                    <a:cubicBezTo>
                      <a:pt x="269" y="624"/>
                      <a:pt x="272" y="625"/>
                      <a:pt x="274" y="624"/>
                    </a:cubicBezTo>
                    <a:cubicBezTo>
                      <a:pt x="276" y="623"/>
                      <a:pt x="276" y="620"/>
                      <a:pt x="275" y="618"/>
                    </a:cubicBezTo>
                    <a:cubicBezTo>
                      <a:pt x="267" y="605"/>
                      <a:pt x="267" y="605"/>
                      <a:pt x="267" y="605"/>
                    </a:cubicBezTo>
                    <a:cubicBezTo>
                      <a:pt x="267" y="44"/>
                      <a:pt x="267" y="44"/>
                      <a:pt x="267" y="44"/>
                    </a:cubicBezTo>
                    <a:moveTo>
                      <a:pt x="248" y="56"/>
                    </a:moveTo>
                    <a:cubicBezTo>
                      <a:pt x="267" y="44"/>
                      <a:pt x="267" y="44"/>
                      <a:pt x="267" y="44"/>
                    </a:cubicBezTo>
                    <a:cubicBezTo>
                      <a:pt x="267" y="605"/>
                      <a:pt x="267" y="605"/>
                      <a:pt x="267" y="605"/>
                    </a:cubicBezTo>
                    <a:cubicBezTo>
                      <a:pt x="267" y="604"/>
                      <a:pt x="267" y="604"/>
                      <a:pt x="267" y="604"/>
                    </a:cubicBezTo>
                    <a:cubicBezTo>
                      <a:pt x="265" y="602"/>
                      <a:pt x="263" y="601"/>
                      <a:pt x="261" y="602"/>
                    </a:cubicBezTo>
                    <a:cubicBezTo>
                      <a:pt x="259" y="603"/>
                      <a:pt x="258" y="606"/>
                      <a:pt x="259" y="608"/>
                    </a:cubicBezTo>
                    <a:cubicBezTo>
                      <a:pt x="267" y="621"/>
                      <a:pt x="267" y="621"/>
                      <a:pt x="267" y="621"/>
                    </a:cubicBezTo>
                    <a:cubicBezTo>
                      <a:pt x="267" y="646"/>
                      <a:pt x="267" y="646"/>
                      <a:pt x="267" y="646"/>
                    </a:cubicBezTo>
                    <a:cubicBezTo>
                      <a:pt x="248" y="615"/>
                      <a:pt x="248" y="615"/>
                      <a:pt x="248" y="615"/>
                    </a:cubicBezTo>
                    <a:cubicBezTo>
                      <a:pt x="248" y="590"/>
                      <a:pt x="248" y="590"/>
                      <a:pt x="248" y="590"/>
                    </a:cubicBezTo>
                    <a:cubicBezTo>
                      <a:pt x="249" y="591"/>
                      <a:pt x="249" y="591"/>
                      <a:pt x="249" y="591"/>
                    </a:cubicBezTo>
                    <a:cubicBezTo>
                      <a:pt x="250" y="593"/>
                      <a:pt x="253" y="594"/>
                      <a:pt x="255" y="592"/>
                    </a:cubicBezTo>
                    <a:cubicBezTo>
                      <a:pt x="257" y="591"/>
                      <a:pt x="257" y="589"/>
                      <a:pt x="256" y="586"/>
                    </a:cubicBezTo>
                    <a:cubicBezTo>
                      <a:pt x="248" y="573"/>
                      <a:pt x="248" y="573"/>
                      <a:pt x="248" y="573"/>
                    </a:cubicBezTo>
                    <a:cubicBezTo>
                      <a:pt x="248" y="56"/>
                      <a:pt x="248" y="56"/>
                      <a:pt x="248" y="56"/>
                    </a:cubicBezTo>
                    <a:moveTo>
                      <a:pt x="229" y="67"/>
                    </a:moveTo>
                    <a:cubicBezTo>
                      <a:pt x="248" y="56"/>
                      <a:pt x="248" y="56"/>
                      <a:pt x="248" y="56"/>
                    </a:cubicBezTo>
                    <a:cubicBezTo>
                      <a:pt x="248" y="573"/>
                      <a:pt x="248" y="573"/>
                      <a:pt x="248" y="573"/>
                    </a:cubicBezTo>
                    <a:cubicBezTo>
                      <a:pt x="248" y="572"/>
                      <a:pt x="248" y="572"/>
                      <a:pt x="248" y="572"/>
                    </a:cubicBezTo>
                    <a:cubicBezTo>
                      <a:pt x="246" y="570"/>
                      <a:pt x="244" y="570"/>
                      <a:pt x="242" y="571"/>
                    </a:cubicBezTo>
                    <a:cubicBezTo>
                      <a:pt x="240" y="572"/>
                      <a:pt x="239" y="575"/>
                      <a:pt x="240" y="577"/>
                    </a:cubicBezTo>
                    <a:cubicBezTo>
                      <a:pt x="248" y="590"/>
                      <a:pt x="248" y="590"/>
                      <a:pt x="248" y="590"/>
                    </a:cubicBezTo>
                    <a:cubicBezTo>
                      <a:pt x="248" y="615"/>
                      <a:pt x="248" y="615"/>
                      <a:pt x="248" y="615"/>
                    </a:cubicBezTo>
                    <a:cubicBezTo>
                      <a:pt x="229" y="584"/>
                      <a:pt x="229" y="584"/>
                      <a:pt x="229" y="584"/>
                    </a:cubicBezTo>
                    <a:cubicBezTo>
                      <a:pt x="229" y="559"/>
                      <a:pt x="229" y="559"/>
                      <a:pt x="229" y="559"/>
                    </a:cubicBezTo>
                    <a:cubicBezTo>
                      <a:pt x="230" y="560"/>
                      <a:pt x="230" y="560"/>
                      <a:pt x="230" y="560"/>
                    </a:cubicBezTo>
                    <a:cubicBezTo>
                      <a:pt x="231" y="562"/>
                      <a:pt x="234" y="562"/>
                      <a:pt x="236" y="561"/>
                    </a:cubicBezTo>
                    <a:cubicBezTo>
                      <a:pt x="238" y="560"/>
                      <a:pt x="238" y="557"/>
                      <a:pt x="237" y="555"/>
                    </a:cubicBezTo>
                    <a:cubicBezTo>
                      <a:pt x="229" y="542"/>
                      <a:pt x="229" y="542"/>
                      <a:pt x="229" y="542"/>
                    </a:cubicBezTo>
                    <a:cubicBezTo>
                      <a:pt x="229" y="67"/>
                      <a:pt x="229" y="67"/>
                      <a:pt x="229" y="67"/>
                    </a:cubicBezTo>
                    <a:moveTo>
                      <a:pt x="210" y="79"/>
                    </a:moveTo>
                    <a:cubicBezTo>
                      <a:pt x="229" y="67"/>
                      <a:pt x="229" y="67"/>
                      <a:pt x="229" y="67"/>
                    </a:cubicBezTo>
                    <a:cubicBezTo>
                      <a:pt x="229" y="542"/>
                      <a:pt x="229" y="542"/>
                      <a:pt x="229" y="542"/>
                    </a:cubicBezTo>
                    <a:cubicBezTo>
                      <a:pt x="228" y="541"/>
                      <a:pt x="228" y="541"/>
                      <a:pt x="228" y="541"/>
                    </a:cubicBezTo>
                    <a:cubicBezTo>
                      <a:pt x="227" y="539"/>
                      <a:pt x="225" y="538"/>
                      <a:pt x="222" y="539"/>
                    </a:cubicBezTo>
                    <a:cubicBezTo>
                      <a:pt x="220" y="541"/>
                      <a:pt x="220" y="543"/>
                      <a:pt x="221" y="545"/>
                    </a:cubicBezTo>
                    <a:cubicBezTo>
                      <a:pt x="229" y="559"/>
                      <a:pt x="229" y="559"/>
                      <a:pt x="229" y="559"/>
                    </a:cubicBezTo>
                    <a:cubicBezTo>
                      <a:pt x="229" y="584"/>
                      <a:pt x="229" y="584"/>
                      <a:pt x="229" y="584"/>
                    </a:cubicBezTo>
                    <a:cubicBezTo>
                      <a:pt x="210" y="552"/>
                      <a:pt x="210" y="552"/>
                      <a:pt x="210" y="552"/>
                    </a:cubicBezTo>
                    <a:cubicBezTo>
                      <a:pt x="210" y="527"/>
                      <a:pt x="210" y="527"/>
                      <a:pt x="210" y="527"/>
                    </a:cubicBezTo>
                    <a:cubicBezTo>
                      <a:pt x="211" y="528"/>
                      <a:pt x="211" y="528"/>
                      <a:pt x="211" y="528"/>
                    </a:cubicBezTo>
                    <a:cubicBezTo>
                      <a:pt x="212" y="530"/>
                      <a:pt x="214" y="531"/>
                      <a:pt x="217" y="530"/>
                    </a:cubicBezTo>
                    <a:cubicBezTo>
                      <a:pt x="219" y="528"/>
                      <a:pt x="219" y="526"/>
                      <a:pt x="218" y="524"/>
                    </a:cubicBezTo>
                    <a:cubicBezTo>
                      <a:pt x="210" y="510"/>
                      <a:pt x="210" y="510"/>
                      <a:pt x="210" y="510"/>
                    </a:cubicBezTo>
                    <a:cubicBezTo>
                      <a:pt x="210" y="79"/>
                      <a:pt x="210" y="79"/>
                      <a:pt x="210" y="79"/>
                    </a:cubicBezTo>
                    <a:moveTo>
                      <a:pt x="191" y="91"/>
                    </a:moveTo>
                    <a:cubicBezTo>
                      <a:pt x="210" y="79"/>
                      <a:pt x="210" y="79"/>
                      <a:pt x="210" y="79"/>
                    </a:cubicBezTo>
                    <a:cubicBezTo>
                      <a:pt x="210" y="510"/>
                      <a:pt x="210" y="510"/>
                      <a:pt x="210" y="510"/>
                    </a:cubicBezTo>
                    <a:cubicBezTo>
                      <a:pt x="209" y="509"/>
                      <a:pt x="209" y="509"/>
                      <a:pt x="209" y="509"/>
                    </a:cubicBezTo>
                    <a:cubicBezTo>
                      <a:pt x="208" y="507"/>
                      <a:pt x="205" y="507"/>
                      <a:pt x="203" y="508"/>
                    </a:cubicBezTo>
                    <a:cubicBezTo>
                      <a:pt x="201" y="509"/>
                      <a:pt x="201" y="512"/>
                      <a:pt x="202" y="514"/>
                    </a:cubicBezTo>
                    <a:cubicBezTo>
                      <a:pt x="210" y="527"/>
                      <a:pt x="210" y="527"/>
                      <a:pt x="210" y="527"/>
                    </a:cubicBezTo>
                    <a:cubicBezTo>
                      <a:pt x="210" y="552"/>
                      <a:pt x="210" y="552"/>
                      <a:pt x="210" y="552"/>
                    </a:cubicBezTo>
                    <a:cubicBezTo>
                      <a:pt x="191" y="521"/>
                      <a:pt x="191" y="521"/>
                      <a:pt x="191" y="521"/>
                    </a:cubicBezTo>
                    <a:cubicBezTo>
                      <a:pt x="191" y="496"/>
                      <a:pt x="191" y="496"/>
                      <a:pt x="191" y="496"/>
                    </a:cubicBezTo>
                    <a:cubicBezTo>
                      <a:pt x="191" y="497"/>
                      <a:pt x="191" y="497"/>
                      <a:pt x="191" y="497"/>
                    </a:cubicBezTo>
                    <a:cubicBezTo>
                      <a:pt x="193" y="499"/>
                      <a:pt x="195" y="499"/>
                      <a:pt x="197" y="498"/>
                    </a:cubicBezTo>
                    <a:cubicBezTo>
                      <a:pt x="199" y="497"/>
                      <a:pt x="200" y="494"/>
                      <a:pt x="199" y="492"/>
                    </a:cubicBezTo>
                    <a:cubicBezTo>
                      <a:pt x="191" y="479"/>
                      <a:pt x="191" y="479"/>
                      <a:pt x="191" y="479"/>
                    </a:cubicBezTo>
                    <a:cubicBezTo>
                      <a:pt x="191" y="91"/>
                      <a:pt x="191" y="91"/>
                      <a:pt x="191" y="91"/>
                    </a:cubicBezTo>
                    <a:moveTo>
                      <a:pt x="172" y="102"/>
                    </a:moveTo>
                    <a:cubicBezTo>
                      <a:pt x="191" y="91"/>
                      <a:pt x="191" y="91"/>
                      <a:pt x="191" y="91"/>
                    </a:cubicBezTo>
                    <a:cubicBezTo>
                      <a:pt x="191" y="479"/>
                      <a:pt x="191" y="479"/>
                      <a:pt x="191" y="479"/>
                    </a:cubicBezTo>
                    <a:cubicBezTo>
                      <a:pt x="190" y="478"/>
                      <a:pt x="190" y="478"/>
                      <a:pt x="190" y="478"/>
                    </a:cubicBezTo>
                    <a:cubicBezTo>
                      <a:pt x="189" y="476"/>
                      <a:pt x="186" y="475"/>
                      <a:pt x="184" y="476"/>
                    </a:cubicBezTo>
                    <a:cubicBezTo>
                      <a:pt x="182" y="478"/>
                      <a:pt x="182" y="480"/>
                      <a:pt x="183" y="482"/>
                    </a:cubicBezTo>
                    <a:cubicBezTo>
                      <a:pt x="191" y="496"/>
                      <a:pt x="191" y="496"/>
                      <a:pt x="191" y="496"/>
                    </a:cubicBezTo>
                    <a:cubicBezTo>
                      <a:pt x="191" y="521"/>
                      <a:pt x="191" y="521"/>
                      <a:pt x="191" y="521"/>
                    </a:cubicBezTo>
                    <a:cubicBezTo>
                      <a:pt x="172" y="489"/>
                      <a:pt x="172" y="489"/>
                      <a:pt x="172" y="489"/>
                    </a:cubicBezTo>
                    <a:cubicBezTo>
                      <a:pt x="172" y="464"/>
                      <a:pt x="172" y="464"/>
                      <a:pt x="172" y="464"/>
                    </a:cubicBezTo>
                    <a:cubicBezTo>
                      <a:pt x="172" y="465"/>
                      <a:pt x="172" y="465"/>
                      <a:pt x="172" y="465"/>
                    </a:cubicBezTo>
                    <a:cubicBezTo>
                      <a:pt x="174" y="467"/>
                      <a:pt x="176" y="468"/>
                      <a:pt x="178" y="467"/>
                    </a:cubicBezTo>
                    <a:cubicBezTo>
                      <a:pt x="180" y="465"/>
                      <a:pt x="181" y="463"/>
                      <a:pt x="180" y="461"/>
                    </a:cubicBezTo>
                    <a:cubicBezTo>
                      <a:pt x="172" y="447"/>
                      <a:pt x="172" y="447"/>
                      <a:pt x="172" y="447"/>
                    </a:cubicBezTo>
                    <a:cubicBezTo>
                      <a:pt x="172" y="102"/>
                      <a:pt x="172" y="102"/>
                      <a:pt x="172" y="102"/>
                    </a:cubicBezTo>
                    <a:moveTo>
                      <a:pt x="153" y="114"/>
                    </a:moveTo>
                    <a:cubicBezTo>
                      <a:pt x="172" y="102"/>
                      <a:pt x="172" y="102"/>
                      <a:pt x="172" y="102"/>
                    </a:cubicBezTo>
                    <a:cubicBezTo>
                      <a:pt x="172" y="447"/>
                      <a:pt x="172" y="447"/>
                      <a:pt x="172" y="447"/>
                    </a:cubicBezTo>
                    <a:cubicBezTo>
                      <a:pt x="171" y="446"/>
                      <a:pt x="171" y="446"/>
                      <a:pt x="171" y="446"/>
                    </a:cubicBezTo>
                    <a:cubicBezTo>
                      <a:pt x="170" y="444"/>
                      <a:pt x="167" y="444"/>
                      <a:pt x="165" y="445"/>
                    </a:cubicBezTo>
                    <a:cubicBezTo>
                      <a:pt x="163" y="446"/>
                      <a:pt x="163" y="449"/>
                      <a:pt x="164" y="451"/>
                    </a:cubicBezTo>
                    <a:cubicBezTo>
                      <a:pt x="172" y="464"/>
                      <a:pt x="172" y="464"/>
                      <a:pt x="172" y="464"/>
                    </a:cubicBezTo>
                    <a:cubicBezTo>
                      <a:pt x="172" y="489"/>
                      <a:pt x="172" y="489"/>
                      <a:pt x="172" y="489"/>
                    </a:cubicBezTo>
                    <a:cubicBezTo>
                      <a:pt x="153" y="458"/>
                      <a:pt x="153" y="458"/>
                      <a:pt x="153" y="458"/>
                    </a:cubicBezTo>
                    <a:cubicBezTo>
                      <a:pt x="153" y="433"/>
                      <a:pt x="153" y="433"/>
                      <a:pt x="153" y="433"/>
                    </a:cubicBezTo>
                    <a:cubicBezTo>
                      <a:pt x="153" y="434"/>
                      <a:pt x="153" y="434"/>
                      <a:pt x="153" y="434"/>
                    </a:cubicBezTo>
                    <a:cubicBezTo>
                      <a:pt x="155" y="436"/>
                      <a:pt x="157" y="436"/>
                      <a:pt x="159" y="435"/>
                    </a:cubicBezTo>
                    <a:cubicBezTo>
                      <a:pt x="161" y="434"/>
                      <a:pt x="162" y="431"/>
                      <a:pt x="161" y="429"/>
                    </a:cubicBezTo>
                    <a:cubicBezTo>
                      <a:pt x="153" y="416"/>
                      <a:pt x="153" y="416"/>
                      <a:pt x="153" y="416"/>
                    </a:cubicBezTo>
                    <a:cubicBezTo>
                      <a:pt x="153" y="114"/>
                      <a:pt x="153" y="114"/>
                      <a:pt x="153" y="114"/>
                    </a:cubicBezTo>
                    <a:moveTo>
                      <a:pt x="134" y="125"/>
                    </a:moveTo>
                    <a:cubicBezTo>
                      <a:pt x="153" y="114"/>
                      <a:pt x="153" y="114"/>
                      <a:pt x="153" y="114"/>
                    </a:cubicBezTo>
                    <a:cubicBezTo>
                      <a:pt x="153" y="416"/>
                      <a:pt x="153" y="416"/>
                      <a:pt x="153" y="416"/>
                    </a:cubicBezTo>
                    <a:cubicBezTo>
                      <a:pt x="152" y="415"/>
                      <a:pt x="152" y="415"/>
                      <a:pt x="152" y="415"/>
                    </a:cubicBezTo>
                    <a:cubicBezTo>
                      <a:pt x="151" y="413"/>
                      <a:pt x="148" y="412"/>
                      <a:pt x="146" y="413"/>
                    </a:cubicBezTo>
                    <a:cubicBezTo>
                      <a:pt x="144" y="415"/>
                      <a:pt x="143" y="417"/>
                      <a:pt x="145" y="419"/>
                    </a:cubicBezTo>
                    <a:cubicBezTo>
                      <a:pt x="153" y="433"/>
                      <a:pt x="153" y="433"/>
                      <a:pt x="153" y="433"/>
                    </a:cubicBezTo>
                    <a:cubicBezTo>
                      <a:pt x="153" y="458"/>
                      <a:pt x="153" y="458"/>
                      <a:pt x="153" y="458"/>
                    </a:cubicBezTo>
                    <a:cubicBezTo>
                      <a:pt x="134" y="426"/>
                      <a:pt x="134" y="426"/>
                      <a:pt x="134" y="426"/>
                    </a:cubicBezTo>
                    <a:cubicBezTo>
                      <a:pt x="134" y="401"/>
                      <a:pt x="134" y="401"/>
                      <a:pt x="134" y="401"/>
                    </a:cubicBezTo>
                    <a:cubicBezTo>
                      <a:pt x="134" y="402"/>
                      <a:pt x="134" y="402"/>
                      <a:pt x="134" y="402"/>
                    </a:cubicBezTo>
                    <a:cubicBezTo>
                      <a:pt x="135" y="404"/>
                      <a:pt x="138" y="405"/>
                      <a:pt x="140" y="404"/>
                    </a:cubicBezTo>
                    <a:cubicBezTo>
                      <a:pt x="142" y="402"/>
                      <a:pt x="143" y="400"/>
                      <a:pt x="142" y="398"/>
                    </a:cubicBezTo>
                    <a:cubicBezTo>
                      <a:pt x="134" y="384"/>
                      <a:pt x="134" y="384"/>
                      <a:pt x="134" y="384"/>
                    </a:cubicBezTo>
                    <a:cubicBezTo>
                      <a:pt x="134" y="125"/>
                      <a:pt x="134" y="125"/>
                      <a:pt x="134" y="125"/>
                    </a:cubicBezTo>
                    <a:moveTo>
                      <a:pt x="115" y="137"/>
                    </a:moveTo>
                    <a:cubicBezTo>
                      <a:pt x="134" y="125"/>
                      <a:pt x="134" y="125"/>
                      <a:pt x="134" y="125"/>
                    </a:cubicBezTo>
                    <a:cubicBezTo>
                      <a:pt x="134" y="384"/>
                      <a:pt x="134" y="384"/>
                      <a:pt x="134" y="384"/>
                    </a:cubicBezTo>
                    <a:cubicBezTo>
                      <a:pt x="133" y="383"/>
                      <a:pt x="133" y="383"/>
                      <a:pt x="133" y="383"/>
                    </a:cubicBezTo>
                    <a:cubicBezTo>
                      <a:pt x="132" y="381"/>
                      <a:pt x="129" y="381"/>
                      <a:pt x="127" y="382"/>
                    </a:cubicBezTo>
                    <a:cubicBezTo>
                      <a:pt x="125" y="383"/>
                      <a:pt x="124" y="386"/>
                      <a:pt x="126" y="388"/>
                    </a:cubicBezTo>
                    <a:cubicBezTo>
                      <a:pt x="134" y="401"/>
                      <a:pt x="134" y="401"/>
                      <a:pt x="134" y="401"/>
                    </a:cubicBezTo>
                    <a:cubicBezTo>
                      <a:pt x="134" y="426"/>
                      <a:pt x="134" y="426"/>
                      <a:pt x="134" y="426"/>
                    </a:cubicBezTo>
                    <a:cubicBezTo>
                      <a:pt x="115" y="395"/>
                      <a:pt x="115" y="395"/>
                      <a:pt x="115" y="395"/>
                    </a:cubicBezTo>
                    <a:cubicBezTo>
                      <a:pt x="115" y="370"/>
                      <a:pt x="115" y="370"/>
                      <a:pt x="115" y="370"/>
                    </a:cubicBezTo>
                    <a:cubicBezTo>
                      <a:pt x="115" y="371"/>
                      <a:pt x="115" y="371"/>
                      <a:pt x="115" y="371"/>
                    </a:cubicBezTo>
                    <a:cubicBezTo>
                      <a:pt x="116" y="373"/>
                      <a:pt x="119" y="373"/>
                      <a:pt x="121" y="372"/>
                    </a:cubicBezTo>
                    <a:cubicBezTo>
                      <a:pt x="123" y="371"/>
                      <a:pt x="124" y="368"/>
                      <a:pt x="123" y="366"/>
                    </a:cubicBezTo>
                    <a:cubicBezTo>
                      <a:pt x="115" y="353"/>
                      <a:pt x="115" y="353"/>
                      <a:pt x="115" y="353"/>
                    </a:cubicBezTo>
                    <a:cubicBezTo>
                      <a:pt x="115" y="137"/>
                      <a:pt x="115" y="137"/>
                      <a:pt x="115" y="137"/>
                    </a:cubicBezTo>
                    <a:moveTo>
                      <a:pt x="95" y="148"/>
                    </a:moveTo>
                    <a:cubicBezTo>
                      <a:pt x="115" y="137"/>
                      <a:pt x="115" y="137"/>
                      <a:pt x="115" y="137"/>
                    </a:cubicBezTo>
                    <a:cubicBezTo>
                      <a:pt x="115" y="353"/>
                      <a:pt x="115" y="353"/>
                      <a:pt x="115" y="353"/>
                    </a:cubicBezTo>
                    <a:cubicBezTo>
                      <a:pt x="114" y="352"/>
                      <a:pt x="114" y="352"/>
                      <a:pt x="114" y="352"/>
                    </a:cubicBezTo>
                    <a:cubicBezTo>
                      <a:pt x="113" y="350"/>
                      <a:pt x="110" y="349"/>
                      <a:pt x="108" y="351"/>
                    </a:cubicBezTo>
                    <a:cubicBezTo>
                      <a:pt x="106" y="352"/>
                      <a:pt x="105" y="354"/>
                      <a:pt x="107" y="356"/>
                    </a:cubicBezTo>
                    <a:cubicBezTo>
                      <a:pt x="115" y="370"/>
                      <a:pt x="115" y="370"/>
                      <a:pt x="115" y="370"/>
                    </a:cubicBezTo>
                    <a:cubicBezTo>
                      <a:pt x="115" y="395"/>
                      <a:pt x="115" y="395"/>
                      <a:pt x="115" y="395"/>
                    </a:cubicBezTo>
                    <a:cubicBezTo>
                      <a:pt x="95" y="363"/>
                      <a:pt x="95" y="363"/>
                      <a:pt x="95" y="363"/>
                    </a:cubicBezTo>
                    <a:cubicBezTo>
                      <a:pt x="95" y="338"/>
                      <a:pt x="95" y="338"/>
                      <a:pt x="95" y="338"/>
                    </a:cubicBezTo>
                    <a:cubicBezTo>
                      <a:pt x="96" y="339"/>
                      <a:pt x="96" y="339"/>
                      <a:pt x="96" y="339"/>
                    </a:cubicBezTo>
                    <a:cubicBezTo>
                      <a:pt x="97" y="341"/>
                      <a:pt x="100" y="342"/>
                      <a:pt x="102" y="341"/>
                    </a:cubicBezTo>
                    <a:cubicBezTo>
                      <a:pt x="104" y="339"/>
                      <a:pt x="105" y="337"/>
                      <a:pt x="103" y="335"/>
                    </a:cubicBezTo>
                    <a:cubicBezTo>
                      <a:pt x="95" y="322"/>
                      <a:pt x="95" y="322"/>
                      <a:pt x="95" y="322"/>
                    </a:cubicBezTo>
                    <a:cubicBezTo>
                      <a:pt x="95" y="148"/>
                      <a:pt x="95" y="148"/>
                      <a:pt x="95" y="148"/>
                    </a:cubicBezTo>
                    <a:moveTo>
                      <a:pt x="76" y="160"/>
                    </a:moveTo>
                    <a:cubicBezTo>
                      <a:pt x="95" y="148"/>
                      <a:pt x="95" y="148"/>
                      <a:pt x="95" y="148"/>
                    </a:cubicBezTo>
                    <a:cubicBezTo>
                      <a:pt x="95" y="322"/>
                      <a:pt x="95" y="322"/>
                      <a:pt x="95" y="322"/>
                    </a:cubicBezTo>
                    <a:cubicBezTo>
                      <a:pt x="95" y="321"/>
                      <a:pt x="95" y="321"/>
                      <a:pt x="95" y="321"/>
                    </a:cubicBezTo>
                    <a:cubicBezTo>
                      <a:pt x="94" y="318"/>
                      <a:pt x="91" y="318"/>
                      <a:pt x="89" y="319"/>
                    </a:cubicBezTo>
                    <a:cubicBezTo>
                      <a:pt x="87" y="320"/>
                      <a:pt x="86" y="323"/>
                      <a:pt x="87" y="325"/>
                    </a:cubicBezTo>
                    <a:cubicBezTo>
                      <a:pt x="95" y="338"/>
                      <a:pt x="95" y="338"/>
                      <a:pt x="95" y="338"/>
                    </a:cubicBezTo>
                    <a:cubicBezTo>
                      <a:pt x="95" y="363"/>
                      <a:pt x="95" y="363"/>
                      <a:pt x="95" y="363"/>
                    </a:cubicBezTo>
                    <a:cubicBezTo>
                      <a:pt x="76" y="332"/>
                      <a:pt x="76" y="332"/>
                      <a:pt x="76" y="332"/>
                    </a:cubicBezTo>
                    <a:cubicBezTo>
                      <a:pt x="76" y="307"/>
                      <a:pt x="76" y="307"/>
                      <a:pt x="76" y="307"/>
                    </a:cubicBezTo>
                    <a:cubicBezTo>
                      <a:pt x="77" y="308"/>
                      <a:pt x="77" y="308"/>
                      <a:pt x="77" y="308"/>
                    </a:cubicBezTo>
                    <a:cubicBezTo>
                      <a:pt x="78" y="310"/>
                      <a:pt x="81" y="310"/>
                      <a:pt x="83" y="309"/>
                    </a:cubicBezTo>
                    <a:cubicBezTo>
                      <a:pt x="85" y="308"/>
                      <a:pt x="86" y="305"/>
                      <a:pt x="84" y="303"/>
                    </a:cubicBezTo>
                    <a:cubicBezTo>
                      <a:pt x="76" y="290"/>
                      <a:pt x="76" y="290"/>
                      <a:pt x="76" y="290"/>
                    </a:cubicBezTo>
                    <a:cubicBezTo>
                      <a:pt x="76" y="160"/>
                      <a:pt x="76" y="160"/>
                      <a:pt x="76" y="160"/>
                    </a:cubicBezTo>
                    <a:moveTo>
                      <a:pt x="57" y="172"/>
                    </a:moveTo>
                    <a:cubicBezTo>
                      <a:pt x="76" y="160"/>
                      <a:pt x="76" y="160"/>
                      <a:pt x="76" y="160"/>
                    </a:cubicBezTo>
                    <a:cubicBezTo>
                      <a:pt x="76" y="290"/>
                      <a:pt x="76" y="290"/>
                      <a:pt x="76" y="290"/>
                    </a:cubicBezTo>
                    <a:cubicBezTo>
                      <a:pt x="76" y="289"/>
                      <a:pt x="76" y="289"/>
                      <a:pt x="76" y="289"/>
                    </a:cubicBezTo>
                    <a:cubicBezTo>
                      <a:pt x="75" y="287"/>
                      <a:pt x="72" y="286"/>
                      <a:pt x="70" y="288"/>
                    </a:cubicBezTo>
                    <a:cubicBezTo>
                      <a:pt x="68" y="289"/>
                      <a:pt x="67" y="292"/>
                      <a:pt x="68" y="294"/>
                    </a:cubicBezTo>
                    <a:cubicBezTo>
                      <a:pt x="76" y="307"/>
                      <a:pt x="76" y="307"/>
                      <a:pt x="76" y="307"/>
                    </a:cubicBezTo>
                    <a:cubicBezTo>
                      <a:pt x="76" y="332"/>
                      <a:pt x="76" y="332"/>
                      <a:pt x="76" y="332"/>
                    </a:cubicBezTo>
                    <a:cubicBezTo>
                      <a:pt x="57" y="300"/>
                      <a:pt x="57" y="300"/>
                      <a:pt x="57" y="300"/>
                    </a:cubicBezTo>
                    <a:cubicBezTo>
                      <a:pt x="57" y="275"/>
                      <a:pt x="57" y="275"/>
                      <a:pt x="57" y="275"/>
                    </a:cubicBezTo>
                    <a:cubicBezTo>
                      <a:pt x="58" y="276"/>
                      <a:pt x="58" y="276"/>
                      <a:pt x="58" y="276"/>
                    </a:cubicBezTo>
                    <a:cubicBezTo>
                      <a:pt x="59" y="278"/>
                      <a:pt x="62" y="279"/>
                      <a:pt x="64" y="278"/>
                    </a:cubicBezTo>
                    <a:cubicBezTo>
                      <a:pt x="66" y="277"/>
                      <a:pt x="67" y="274"/>
                      <a:pt x="65" y="272"/>
                    </a:cubicBezTo>
                    <a:cubicBezTo>
                      <a:pt x="57" y="259"/>
                      <a:pt x="57" y="259"/>
                      <a:pt x="57" y="259"/>
                    </a:cubicBezTo>
                    <a:cubicBezTo>
                      <a:pt x="57" y="172"/>
                      <a:pt x="57" y="172"/>
                      <a:pt x="57" y="172"/>
                    </a:cubicBezTo>
                    <a:moveTo>
                      <a:pt x="38" y="183"/>
                    </a:moveTo>
                    <a:cubicBezTo>
                      <a:pt x="57" y="172"/>
                      <a:pt x="57" y="172"/>
                      <a:pt x="57" y="172"/>
                    </a:cubicBezTo>
                    <a:cubicBezTo>
                      <a:pt x="57" y="259"/>
                      <a:pt x="57" y="259"/>
                      <a:pt x="57" y="259"/>
                    </a:cubicBezTo>
                    <a:cubicBezTo>
                      <a:pt x="57" y="258"/>
                      <a:pt x="57" y="258"/>
                      <a:pt x="57" y="258"/>
                    </a:cubicBezTo>
                    <a:cubicBezTo>
                      <a:pt x="55" y="256"/>
                      <a:pt x="53" y="255"/>
                      <a:pt x="51" y="256"/>
                    </a:cubicBezTo>
                    <a:cubicBezTo>
                      <a:pt x="49" y="257"/>
                      <a:pt x="48" y="260"/>
                      <a:pt x="49" y="262"/>
                    </a:cubicBezTo>
                    <a:cubicBezTo>
                      <a:pt x="57" y="275"/>
                      <a:pt x="57" y="275"/>
                      <a:pt x="57" y="275"/>
                    </a:cubicBezTo>
                    <a:cubicBezTo>
                      <a:pt x="57" y="300"/>
                      <a:pt x="57" y="300"/>
                      <a:pt x="57" y="300"/>
                    </a:cubicBezTo>
                    <a:cubicBezTo>
                      <a:pt x="38" y="269"/>
                      <a:pt x="38" y="269"/>
                      <a:pt x="38" y="269"/>
                    </a:cubicBezTo>
                    <a:cubicBezTo>
                      <a:pt x="38" y="244"/>
                      <a:pt x="38" y="244"/>
                      <a:pt x="38" y="244"/>
                    </a:cubicBezTo>
                    <a:cubicBezTo>
                      <a:pt x="39" y="245"/>
                      <a:pt x="39" y="245"/>
                      <a:pt x="39" y="245"/>
                    </a:cubicBezTo>
                    <a:cubicBezTo>
                      <a:pt x="40" y="247"/>
                      <a:pt x="43" y="248"/>
                      <a:pt x="45" y="246"/>
                    </a:cubicBezTo>
                    <a:cubicBezTo>
                      <a:pt x="47" y="245"/>
                      <a:pt x="47" y="242"/>
                      <a:pt x="46" y="240"/>
                    </a:cubicBezTo>
                    <a:cubicBezTo>
                      <a:pt x="38" y="227"/>
                      <a:pt x="38" y="227"/>
                      <a:pt x="38" y="227"/>
                    </a:cubicBezTo>
                    <a:cubicBezTo>
                      <a:pt x="38" y="183"/>
                      <a:pt x="38" y="183"/>
                      <a:pt x="38" y="183"/>
                    </a:cubicBezTo>
                    <a:moveTo>
                      <a:pt x="0" y="206"/>
                    </a:moveTo>
                    <a:cubicBezTo>
                      <a:pt x="38" y="183"/>
                      <a:pt x="38" y="183"/>
                      <a:pt x="38" y="183"/>
                    </a:cubicBezTo>
                    <a:cubicBezTo>
                      <a:pt x="38" y="227"/>
                      <a:pt x="38" y="227"/>
                      <a:pt x="38" y="227"/>
                    </a:cubicBezTo>
                    <a:cubicBezTo>
                      <a:pt x="38" y="226"/>
                      <a:pt x="38" y="226"/>
                      <a:pt x="38" y="226"/>
                    </a:cubicBezTo>
                    <a:cubicBezTo>
                      <a:pt x="36" y="224"/>
                      <a:pt x="34" y="223"/>
                      <a:pt x="32" y="225"/>
                    </a:cubicBezTo>
                    <a:cubicBezTo>
                      <a:pt x="30" y="226"/>
                      <a:pt x="29" y="229"/>
                      <a:pt x="30" y="231"/>
                    </a:cubicBezTo>
                    <a:cubicBezTo>
                      <a:pt x="38" y="244"/>
                      <a:pt x="38" y="244"/>
                      <a:pt x="38" y="244"/>
                    </a:cubicBezTo>
                    <a:cubicBezTo>
                      <a:pt x="38" y="269"/>
                      <a:pt x="38" y="269"/>
                      <a:pt x="38" y="269"/>
                    </a:cubicBezTo>
                    <a:cubicBezTo>
                      <a:pt x="0" y="206"/>
                      <a:pt x="0" y="206"/>
                      <a:pt x="0" y="206"/>
                    </a:cubicBezTo>
                  </a:path>
                </a:pathLst>
              </a:custGeom>
              <a:solidFill>
                <a:schemeClr val="accent3"/>
              </a:solidFill>
              <a:ln>
                <a:noFill/>
              </a:ln>
            </p:spPr>
            <p:txBody>
              <a:bodyPr vert="horz" wrap="square" lIns="91440" tIns="45720" rIns="91440" bIns="45720" numCol="1" anchor="t" anchorCtr="0" compatLnSpc="1"/>
              <a:lstStyle/>
              <a:p>
                <a:endParaRPr lang="en-US"/>
              </a:p>
            </p:txBody>
          </p:sp>
          <p:sp>
            <p:nvSpPr>
              <p:cNvPr id="191" name="Freeform 25"/>
              <p:cNvSpPr/>
              <p:nvPr/>
            </p:nvSpPr>
            <p:spPr bwMode="auto">
              <a:xfrm>
                <a:off x="9036051" y="4283075"/>
                <a:ext cx="98425" cy="66675"/>
              </a:xfrm>
              <a:custGeom>
                <a:avLst/>
                <a:gdLst>
                  <a:gd name="T0" fmla="*/ 32 w 36"/>
                  <a:gd name="T1" fmla="*/ 1 h 25"/>
                  <a:gd name="T2" fmla="*/ 2 w 36"/>
                  <a:gd name="T3" fmla="*/ 19 h 25"/>
                  <a:gd name="T4" fmla="*/ 1 w 36"/>
                  <a:gd name="T5" fmla="*/ 23 h 25"/>
                  <a:gd name="T6" fmla="*/ 4 w 36"/>
                  <a:gd name="T7" fmla="*/ 24 h 25"/>
                  <a:gd name="T8" fmla="*/ 35 w 36"/>
                  <a:gd name="T9" fmla="*/ 6 h 25"/>
                  <a:gd name="T10" fmla="*/ 35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19"/>
                      <a:pt x="2" y="19"/>
                      <a:pt x="2" y="19"/>
                    </a:cubicBezTo>
                    <a:cubicBezTo>
                      <a:pt x="0" y="20"/>
                      <a:pt x="0" y="22"/>
                      <a:pt x="1" y="23"/>
                    </a:cubicBezTo>
                    <a:cubicBezTo>
                      <a:pt x="1" y="24"/>
                      <a:pt x="3" y="25"/>
                      <a:pt x="4" y="24"/>
                    </a:cubicBezTo>
                    <a:cubicBezTo>
                      <a:pt x="35" y="6"/>
                      <a:pt x="35" y="6"/>
                      <a:pt x="35" y="6"/>
                    </a:cubicBezTo>
                    <a:cubicBezTo>
                      <a:pt x="36" y="5"/>
                      <a:pt x="36" y="3"/>
                      <a:pt x="35"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2" name="Freeform 26"/>
              <p:cNvSpPr/>
              <p:nvPr/>
            </p:nvSpPr>
            <p:spPr bwMode="auto">
              <a:xfrm>
                <a:off x="9050339" y="4306888"/>
                <a:ext cx="100013" cy="68263"/>
              </a:xfrm>
              <a:custGeom>
                <a:avLst/>
                <a:gdLst>
                  <a:gd name="T0" fmla="*/ 32 w 37"/>
                  <a:gd name="T1" fmla="*/ 1 h 25"/>
                  <a:gd name="T2" fmla="*/ 2 w 37"/>
                  <a:gd name="T3" fmla="*/ 20 h 25"/>
                  <a:gd name="T4" fmla="*/ 1 w 37"/>
                  <a:gd name="T5" fmla="*/ 23 h 25"/>
                  <a:gd name="T6" fmla="*/ 1 w 37"/>
                  <a:gd name="T7" fmla="*/ 23 h 25"/>
                  <a:gd name="T8" fmla="*/ 5 w 37"/>
                  <a:gd name="T9" fmla="*/ 24 h 25"/>
                  <a:gd name="T10" fmla="*/ 35 w 37"/>
                  <a:gd name="T11" fmla="*/ 6 h 25"/>
                  <a:gd name="T12" fmla="*/ 36 w 37"/>
                  <a:gd name="T13" fmla="*/ 2 h 25"/>
                  <a:gd name="T14" fmla="*/ 32 w 37"/>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2" y="1"/>
                    </a:moveTo>
                    <a:cubicBezTo>
                      <a:pt x="2" y="20"/>
                      <a:pt x="2" y="20"/>
                      <a:pt x="2" y="20"/>
                    </a:cubicBezTo>
                    <a:cubicBezTo>
                      <a:pt x="1" y="20"/>
                      <a:pt x="0" y="22"/>
                      <a:pt x="1" y="23"/>
                    </a:cubicBezTo>
                    <a:cubicBezTo>
                      <a:pt x="1" y="23"/>
                      <a:pt x="1" y="23"/>
                      <a:pt x="1" y="23"/>
                    </a:cubicBezTo>
                    <a:cubicBezTo>
                      <a:pt x="2" y="24"/>
                      <a:pt x="4" y="25"/>
                      <a:pt x="5" y="24"/>
                    </a:cubicBezTo>
                    <a:cubicBezTo>
                      <a:pt x="35" y="6"/>
                      <a:pt x="35" y="6"/>
                      <a:pt x="35" y="6"/>
                    </a:cubicBezTo>
                    <a:cubicBezTo>
                      <a:pt x="36" y="5"/>
                      <a:pt x="37" y="3"/>
                      <a:pt x="36" y="2"/>
                    </a:cubicBezTo>
                    <a:cubicBezTo>
                      <a:pt x="35" y="1"/>
                      <a:pt x="34"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3" name="Freeform 27"/>
              <p:cNvSpPr/>
              <p:nvPr/>
            </p:nvSpPr>
            <p:spPr bwMode="auto">
              <a:xfrm>
                <a:off x="9088439" y="4368800"/>
                <a:ext cx="96838" cy="65088"/>
              </a:xfrm>
              <a:custGeom>
                <a:avLst/>
                <a:gdLst>
                  <a:gd name="T0" fmla="*/ 32 w 36"/>
                  <a:gd name="T1" fmla="*/ 0 h 24"/>
                  <a:gd name="T2" fmla="*/ 2 w 36"/>
                  <a:gd name="T3" fmla="*/ 19 h 24"/>
                  <a:gd name="T4" fmla="*/ 1 w 36"/>
                  <a:gd name="T5" fmla="*/ 22 h 24"/>
                  <a:gd name="T6" fmla="*/ 4 w 36"/>
                  <a:gd name="T7" fmla="*/ 23 h 24"/>
                  <a:gd name="T8" fmla="*/ 35 w 36"/>
                  <a:gd name="T9" fmla="*/ 5 h 24"/>
                  <a:gd name="T10" fmla="*/ 35 w 36"/>
                  <a:gd name="T11" fmla="*/ 1 h 24"/>
                  <a:gd name="T12" fmla="*/ 32 w 3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2" y="0"/>
                    </a:moveTo>
                    <a:cubicBezTo>
                      <a:pt x="2" y="19"/>
                      <a:pt x="2" y="19"/>
                      <a:pt x="2" y="19"/>
                    </a:cubicBezTo>
                    <a:cubicBezTo>
                      <a:pt x="0" y="20"/>
                      <a:pt x="0" y="21"/>
                      <a:pt x="1" y="22"/>
                    </a:cubicBezTo>
                    <a:cubicBezTo>
                      <a:pt x="1" y="24"/>
                      <a:pt x="3" y="24"/>
                      <a:pt x="4" y="23"/>
                    </a:cubicBezTo>
                    <a:cubicBezTo>
                      <a:pt x="35" y="5"/>
                      <a:pt x="35" y="5"/>
                      <a:pt x="35" y="5"/>
                    </a:cubicBezTo>
                    <a:cubicBezTo>
                      <a:pt x="36" y="4"/>
                      <a:pt x="36" y="3"/>
                      <a:pt x="35" y="1"/>
                    </a:cubicBezTo>
                    <a:cubicBezTo>
                      <a:pt x="35" y="0"/>
                      <a:pt x="33" y="0"/>
                      <a:pt x="3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4" name="Freeform 28"/>
              <p:cNvSpPr/>
              <p:nvPr/>
            </p:nvSpPr>
            <p:spPr bwMode="auto">
              <a:xfrm>
                <a:off x="9101139" y="4394200"/>
                <a:ext cx="101600" cy="65088"/>
              </a:xfrm>
              <a:custGeom>
                <a:avLst/>
                <a:gdLst>
                  <a:gd name="T0" fmla="*/ 32 w 37"/>
                  <a:gd name="T1" fmla="*/ 1 h 24"/>
                  <a:gd name="T2" fmla="*/ 2 w 37"/>
                  <a:gd name="T3" fmla="*/ 19 h 24"/>
                  <a:gd name="T4" fmla="*/ 1 w 37"/>
                  <a:gd name="T5" fmla="*/ 23 h 24"/>
                  <a:gd name="T6" fmla="*/ 5 w 37"/>
                  <a:gd name="T7" fmla="*/ 24 h 24"/>
                  <a:gd name="T8" fmla="*/ 35 w 37"/>
                  <a:gd name="T9" fmla="*/ 5 h 24"/>
                  <a:gd name="T10" fmla="*/ 36 w 37"/>
                  <a:gd name="T11" fmla="*/ 2 h 24"/>
                  <a:gd name="T12" fmla="*/ 32 w 37"/>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37" h="24">
                    <a:moveTo>
                      <a:pt x="32" y="1"/>
                    </a:moveTo>
                    <a:cubicBezTo>
                      <a:pt x="2" y="19"/>
                      <a:pt x="2" y="19"/>
                      <a:pt x="2" y="19"/>
                    </a:cubicBezTo>
                    <a:cubicBezTo>
                      <a:pt x="1" y="20"/>
                      <a:pt x="0" y="21"/>
                      <a:pt x="1" y="23"/>
                    </a:cubicBezTo>
                    <a:cubicBezTo>
                      <a:pt x="2" y="24"/>
                      <a:pt x="4" y="24"/>
                      <a:pt x="5" y="24"/>
                    </a:cubicBezTo>
                    <a:cubicBezTo>
                      <a:pt x="35" y="5"/>
                      <a:pt x="35" y="5"/>
                      <a:pt x="35" y="5"/>
                    </a:cubicBezTo>
                    <a:cubicBezTo>
                      <a:pt x="36" y="4"/>
                      <a:pt x="37" y="3"/>
                      <a:pt x="36" y="2"/>
                    </a:cubicBezTo>
                    <a:cubicBezTo>
                      <a:pt x="35" y="0"/>
                      <a:pt x="34"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5" name="Freeform 29"/>
              <p:cNvSpPr/>
              <p:nvPr/>
            </p:nvSpPr>
            <p:spPr bwMode="auto">
              <a:xfrm>
                <a:off x="9139239" y="4452938"/>
                <a:ext cx="98425" cy="68263"/>
              </a:xfrm>
              <a:custGeom>
                <a:avLst/>
                <a:gdLst>
                  <a:gd name="T0" fmla="*/ 32 w 36"/>
                  <a:gd name="T1" fmla="*/ 1 h 25"/>
                  <a:gd name="T2" fmla="*/ 2 w 36"/>
                  <a:gd name="T3" fmla="*/ 19 h 25"/>
                  <a:gd name="T4" fmla="*/ 1 w 36"/>
                  <a:gd name="T5" fmla="*/ 23 h 25"/>
                  <a:gd name="T6" fmla="*/ 4 w 36"/>
                  <a:gd name="T7" fmla="*/ 24 h 25"/>
                  <a:gd name="T8" fmla="*/ 35 w 36"/>
                  <a:gd name="T9" fmla="*/ 5 h 25"/>
                  <a:gd name="T10" fmla="*/ 36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19"/>
                      <a:pt x="2" y="19"/>
                      <a:pt x="2" y="19"/>
                    </a:cubicBezTo>
                    <a:cubicBezTo>
                      <a:pt x="0" y="20"/>
                      <a:pt x="0" y="22"/>
                      <a:pt x="1" y="23"/>
                    </a:cubicBezTo>
                    <a:cubicBezTo>
                      <a:pt x="2" y="24"/>
                      <a:pt x="3" y="25"/>
                      <a:pt x="4" y="24"/>
                    </a:cubicBezTo>
                    <a:cubicBezTo>
                      <a:pt x="35" y="5"/>
                      <a:pt x="35" y="5"/>
                      <a:pt x="35" y="5"/>
                    </a:cubicBezTo>
                    <a:cubicBezTo>
                      <a:pt x="36" y="5"/>
                      <a:pt x="36" y="3"/>
                      <a:pt x="36" y="2"/>
                    </a:cubicBezTo>
                    <a:cubicBezTo>
                      <a:pt x="35" y="0"/>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6" name="Freeform 30"/>
              <p:cNvSpPr/>
              <p:nvPr/>
            </p:nvSpPr>
            <p:spPr bwMode="auto">
              <a:xfrm>
                <a:off x="9155114" y="4478338"/>
                <a:ext cx="98425" cy="68263"/>
              </a:xfrm>
              <a:custGeom>
                <a:avLst/>
                <a:gdLst>
                  <a:gd name="T0" fmla="*/ 31 w 36"/>
                  <a:gd name="T1" fmla="*/ 1 h 25"/>
                  <a:gd name="T2" fmla="*/ 1 w 36"/>
                  <a:gd name="T3" fmla="*/ 19 h 25"/>
                  <a:gd name="T4" fmla="*/ 0 w 36"/>
                  <a:gd name="T5" fmla="*/ 23 h 25"/>
                  <a:gd name="T6" fmla="*/ 4 w 36"/>
                  <a:gd name="T7" fmla="*/ 24 h 25"/>
                  <a:gd name="T8" fmla="*/ 34 w 36"/>
                  <a:gd name="T9" fmla="*/ 6 h 25"/>
                  <a:gd name="T10" fmla="*/ 35 w 36"/>
                  <a:gd name="T11" fmla="*/ 2 h 25"/>
                  <a:gd name="T12" fmla="*/ 31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1" y="1"/>
                    </a:moveTo>
                    <a:cubicBezTo>
                      <a:pt x="1" y="19"/>
                      <a:pt x="1" y="19"/>
                      <a:pt x="1" y="19"/>
                    </a:cubicBezTo>
                    <a:cubicBezTo>
                      <a:pt x="0" y="20"/>
                      <a:pt x="0" y="22"/>
                      <a:pt x="0" y="23"/>
                    </a:cubicBezTo>
                    <a:cubicBezTo>
                      <a:pt x="1" y="24"/>
                      <a:pt x="3" y="25"/>
                      <a:pt x="4" y="24"/>
                    </a:cubicBezTo>
                    <a:cubicBezTo>
                      <a:pt x="34" y="6"/>
                      <a:pt x="34" y="6"/>
                      <a:pt x="34" y="6"/>
                    </a:cubicBezTo>
                    <a:cubicBezTo>
                      <a:pt x="35" y="5"/>
                      <a:pt x="36" y="3"/>
                      <a:pt x="35" y="2"/>
                    </a:cubicBezTo>
                    <a:cubicBezTo>
                      <a:pt x="34" y="1"/>
                      <a:pt x="33" y="0"/>
                      <a:pt x="31"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7" name="Freeform 31"/>
              <p:cNvSpPr/>
              <p:nvPr/>
            </p:nvSpPr>
            <p:spPr bwMode="auto">
              <a:xfrm>
                <a:off x="9191626" y="4540250"/>
                <a:ext cx="96838" cy="65088"/>
              </a:xfrm>
              <a:custGeom>
                <a:avLst/>
                <a:gdLst>
                  <a:gd name="T0" fmla="*/ 32 w 36"/>
                  <a:gd name="T1" fmla="*/ 0 h 24"/>
                  <a:gd name="T2" fmla="*/ 2 w 36"/>
                  <a:gd name="T3" fmla="*/ 19 h 24"/>
                  <a:gd name="T4" fmla="*/ 1 w 36"/>
                  <a:gd name="T5" fmla="*/ 22 h 24"/>
                  <a:gd name="T6" fmla="*/ 4 w 36"/>
                  <a:gd name="T7" fmla="*/ 23 h 24"/>
                  <a:gd name="T8" fmla="*/ 35 w 36"/>
                  <a:gd name="T9" fmla="*/ 5 h 24"/>
                  <a:gd name="T10" fmla="*/ 36 w 36"/>
                  <a:gd name="T11" fmla="*/ 1 h 24"/>
                  <a:gd name="T12" fmla="*/ 32 w 3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2" y="0"/>
                    </a:moveTo>
                    <a:cubicBezTo>
                      <a:pt x="2" y="19"/>
                      <a:pt x="2" y="19"/>
                      <a:pt x="2" y="19"/>
                    </a:cubicBezTo>
                    <a:cubicBezTo>
                      <a:pt x="0" y="19"/>
                      <a:pt x="0" y="21"/>
                      <a:pt x="1" y="22"/>
                    </a:cubicBezTo>
                    <a:cubicBezTo>
                      <a:pt x="2" y="24"/>
                      <a:pt x="3" y="24"/>
                      <a:pt x="4" y="23"/>
                    </a:cubicBezTo>
                    <a:cubicBezTo>
                      <a:pt x="35" y="5"/>
                      <a:pt x="35" y="5"/>
                      <a:pt x="35" y="5"/>
                    </a:cubicBezTo>
                    <a:cubicBezTo>
                      <a:pt x="36" y="4"/>
                      <a:pt x="36" y="2"/>
                      <a:pt x="36" y="1"/>
                    </a:cubicBezTo>
                    <a:cubicBezTo>
                      <a:pt x="35" y="0"/>
                      <a:pt x="33" y="0"/>
                      <a:pt x="3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8" name="Freeform 32"/>
              <p:cNvSpPr/>
              <p:nvPr/>
            </p:nvSpPr>
            <p:spPr bwMode="auto">
              <a:xfrm>
                <a:off x="9207501" y="4565650"/>
                <a:ext cx="98425" cy="65088"/>
              </a:xfrm>
              <a:custGeom>
                <a:avLst/>
                <a:gdLst>
                  <a:gd name="T0" fmla="*/ 31 w 36"/>
                  <a:gd name="T1" fmla="*/ 0 h 24"/>
                  <a:gd name="T2" fmla="*/ 1 w 36"/>
                  <a:gd name="T3" fmla="*/ 19 h 24"/>
                  <a:gd name="T4" fmla="*/ 0 w 36"/>
                  <a:gd name="T5" fmla="*/ 22 h 24"/>
                  <a:gd name="T6" fmla="*/ 4 w 36"/>
                  <a:gd name="T7" fmla="*/ 23 h 24"/>
                  <a:gd name="T8" fmla="*/ 34 w 36"/>
                  <a:gd name="T9" fmla="*/ 5 h 24"/>
                  <a:gd name="T10" fmla="*/ 35 w 36"/>
                  <a:gd name="T11" fmla="*/ 1 h 24"/>
                  <a:gd name="T12" fmla="*/ 31 w 3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1" y="0"/>
                    </a:moveTo>
                    <a:cubicBezTo>
                      <a:pt x="1" y="19"/>
                      <a:pt x="1" y="19"/>
                      <a:pt x="1" y="19"/>
                    </a:cubicBezTo>
                    <a:cubicBezTo>
                      <a:pt x="0" y="20"/>
                      <a:pt x="0" y="21"/>
                      <a:pt x="0" y="22"/>
                    </a:cubicBezTo>
                    <a:cubicBezTo>
                      <a:pt x="1" y="24"/>
                      <a:pt x="3" y="24"/>
                      <a:pt x="4" y="23"/>
                    </a:cubicBezTo>
                    <a:cubicBezTo>
                      <a:pt x="34" y="5"/>
                      <a:pt x="34" y="5"/>
                      <a:pt x="34" y="5"/>
                    </a:cubicBezTo>
                    <a:cubicBezTo>
                      <a:pt x="36" y="4"/>
                      <a:pt x="36" y="3"/>
                      <a:pt x="35" y="1"/>
                    </a:cubicBezTo>
                    <a:cubicBezTo>
                      <a:pt x="34" y="0"/>
                      <a:pt x="33" y="0"/>
                      <a:pt x="31"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9" name="Freeform 33"/>
              <p:cNvSpPr/>
              <p:nvPr/>
            </p:nvSpPr>
            <p:spPr bwMode="auto">
              <a:xfrm>
                <a:off x="9242426" y="4624388"/>
                <a:ext cx="98425" cy="65088"/>
              </a:xfrm>
              <a:custGeom>
                <a:avLst/>
                <a:gdLst>
                  <a:gd name="T0" fmla="*/ 32 w 36"/>
                  <a:gd name="T1" fmla="*/ 1 h 24"/>
                  <a:gd name="T2" fmla="*/ 2 w 36"/>
                  <a:gd name="T3" fmla="*/ 19 h 24"/>
                  <a:gd name="T4" fmla="*/ 1 w 36"/>
                  <a:gd name="T5" fmla="*/ 23 h 24"/>
                  <a:gd name="T6" fmla="*/ 5 w 36"/>
                  <a:gd name="T7" fmla="*/ 24 h 24"/>
                  <a:gd name="T8" fmla="*/ 35 w 36"/>
                  <a:gd name="T9" fmla="*/ 5 h 24"/>
                  <a:gd name="T10" fmla="*/ 36 w 36"/>
                  <a:gd name="T11" fmla="*/ 2 h 24"/>
                  <a:gd name="T12" fmla="*/ 32 w 36"/>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2" y="1"/>
                    </a:moveTo>
                    <a:cubicBezTo>
                      <a:pt x="2" y="19"/>
                      <a:pt x="2" y="19"/>
                      <a:pt x="2" y="19"/>
                    </a:cubicBezTo>
                    <a:cubicBezTo>
                      <a:pt x="0" y="20"/>
                      <a:pt x="0" y="21"/>
                      <a:pt x="1" y="23"/>
                    </a:cubicBezTo>
                    <a:cubicBezTo>
                      <a:pt x="2" y="24"/>
                      <a:pt x="3" y="24"/>
                      <a:pt x="5" y="24"/>
                    </a:cubicBezTo>
                    <a:cubicBezTo>
                      <a:pt x="35" y="5"/>
                      <a:pt x="35" y="5"/>
                      <a:pt x="35" y="5"/>
                    </a:cubicBezTo>
                    <a:cubicBezTo>
                      <a:pt x="36" y="5"/>
                      <a:pt x="36" y="3"/>
                      <a:pt x="36" y="2"/>
                    </a:cubicBezTo>
                    <a:cubicBezTo>
                      <a:pt x="35" y="0"/>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0" name="Freeform 34"/>
              <p:cNvSpPr/>
              <p:nvPr/>
            </p:nvSpPr>
            <p:spPr bwMode="auto">
              <a:xfrm>
                <a:off x="9258301" y="4649788"/>
                <a:ext cx="98425" cy="66675"/>
              </a:xfrm>
              <a:custGeom>
                <a:avLst/>
                <a:gdLst>
                  <a:gd name="T0" fmla="*/ 32 w 36"/>
                  <a:gd name="T1" fmla="*/ 1 h 25"/>
                  <a:gd name="T2" fmla="*/ 1 w 36"/>
                  <a:gd name="T3" fmla="*/ 19 h 25"/>
                  <a:gd name="T4" fmla="*/ 0 w 36"/>
                  <a:gd name="T5" fmla="*/ 23 h 25"/>
                  <a:gd name="T6" fmla="*/ 4 w 36"/>
                  <a:gd name="T7" fmla="*/ 24 h 25"/>
                  <a:gd name="T8" fmla="*/ 34 w 36"/>
                  <a:gd name="T9" fmla="*/ 5 h 25"/>
                  <a:gd name="T10" fmla="*/ 35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1" y="19"/>
                      <a:pt x="1" y="19"/>
                      <a:pt x="1" y="19"/>
                    </a:cubicBezTo>
                    <a:cubicBezTo>
                      <a:pt x="0" y="20"/>
                      <a:pt x="0" y="22"/>
                      <a:pt x="0" y="23"/>
                    </a:cubicBezTo>
                    <a:cubicBezTo>
                      <a:pt x="1" y="24"/>
                      <a:pt x="3" y="25"/>
                      <a:pt x="4" y="24"/>
                    </a:cubicBezTo>
                    <a:cubicBezTo>
                      <a:pt x="34" y="5"/>
                      <a:pt x="34" y="5"/>
                      <a:pt x="34" y="5"/>
                    </a:cubicBezTo>
                    <a:cubicBezTo>
                      <a:pt x="36" y="5"/>
                      <a:pt x="36" y="3"/>
                      <a:pt x="35" y="2"/>
                    </a:cubicBezTo>
                    <a:cubicBezTo>
                      <a:pt x="34"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1" name="Freeform 35"/>
              <p:cNvSpPr/>
              <p:nvPr/>
            </p:nvSpPr>
            <p:spPr bwMode="auto">
              <a:xfrm>
                <a:off x="9294814" y="4708525"/>
                <a:ext cx="96838" cy="68263"/>
              </a:xfrm>
              <a:custGeom>
                <a:avLst/>
                <a:gdLst>
                  <a:gd name="T0" fmla="*/ 32 w 36"/>
                  <a:gd name="T1" fmla="*/ 1 h 25"/>
                  <a:gd name="T2" fmla="*/ 2 w 36"/>
                  <a:gd name="T3" fmla="*/ 19 h 25"/>
                  <a:gd name="T4" fmla="*/ 1 w 36"/>
                  <a:gd name="T5" fmla="*/ 23 h 25"/>
                  <a:gd name="T6" fmla="*/ 5 w 36"/>
                  <a:gd name="T7" fmla="*/ 24 h 25"/>
                  <a:gd name="T8" fmla="*/ 35 w 36"/>
                  <a:gd name="T9" fmla="*/ 6 h 25"/>
                  <a:gd name="T10" fmla="*/ 36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19"/>
                      <a:pt x="2" y="19"/>
                      <a:pt x="2" y="19"/>
                    </a:cubicBezTo>
                    <a:cubicBezTo>
                      <a:pt x="1" y="20"/>
                      <a:pt x="0" y="22"/>
                      <a:pt x="1" y="23"/>
                    </a:cubicBezTo>
                    <a:cubicBezTo>
                      <a:pt x="2" y="24"/>
                      <a:pt x="3" y="25"/>
                      <a:pt x="5" y="24"/>
                    </a:cubicBezTo>
                    <a:cubicBezTo>
                      <a:pt x="35" y="6"/>
                      <a:pt x="35" y="6"/>
                      <a:pt x="35" y="6"/>
                    </a:cubicBezTo>
                    <a:cubicBezTo>
                      <a:pt x="36" y="5"/>
                      <a:pt x="36" y="3"/>
                      <a:pt x="36"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2" name="Freeform 36"/>
              <p:cNvSpPr/>
              <p:nvPr/>
            </p:nvSpPr>
            <p:spPr bwMode="auto">
              <a:xfrm>
                <a:off x="9310689" y="4735513"/>
                <a:ext cx="98425" cy="65088"/>
              </a:xfrm>
              <a:custGeom>
                <a:avLst/>
                <a:gdLst>
                  <a:gd name="T0" fmla="*/ 32 w 36"/>
                  <a:gd name="T1" fmla="*/ 0 h 24"/>
                  <a:gd name="T2" fmla="*/ 1 w 36"/>
                  <a:gd name="T3" fmla="*/ 19 h 24"/>
                  <a:gd name="T4" fmla="*/ 0 w 36"/>
                  <a:gd name="T5" fmla="*/ 22 h 24"/>
                  <a:gd name="T6" fmla="*/ 4 w 36"/>
                  <a:gd name="T7" fmla="*/ 23 h 24"/>
                  <a:gd name="T8" fmla="*/ 34 w 36"/>
                  <a:gd name="T9" fmla="*/ 5 h 24"/>
                  <a:gd name="T10" fmla="*/ 35 w 36"/>
                  <a:gd name="T11" fmla="*/ 1 h 24"/>
                  <a:gd name="T12" fmla="*/ 35 w 36"/>
                  <a:gd name="T13" fmla="*/ 1 h 24"/>
                  <a:gd name="T14" fmla="*/ 32 w 36"/>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4">
                    <a:moveTo>
                      <a:pt x="32" y="0"/>
                    </a:moveTo>
                    <a:cubicBezTo>
                      <a:pt x="1" y="19"/>
                      <a:pt x="1" y="19"/>
                      <a:pt x="1" y="19"/>
                    </a:cubicBezTo>
                    <a:cubicBezTo>
                      <a:pt x="0" y="19"/>
                      <a:pt x="0" y="21"/>
                      <a:pt x="0" y="22"/>
                    </a:cubicBezTo>
                    <a:cubicBezTo>
                      <a:pt x="1" y="24"/>
                      <a:pt x="3" y="24"/>
                      <a:pt x="4" y="23"/>
                    </a:cubicBezTo>
                    <a:cubicBezTo>
                      <a:pt x="34" y="5"/>
                      <a:pt x="34" y="5"/>
                      <a:pt x="34" y="5"/>
                    </a:cubicBezTo>
                    <a:cubicBezTo>
                      <a:pt x="36" y="4"/>
                      <a:pt x="36" y="2"/>
                      <a:pt x="35" y="1"/>
                    </a:cubicBezTo>
                    <a:cubicBezTo>
                      <a:pt x="35" y="1"/>
                      <a:pt x="35" y="1"/>
                      <a:pt x="35" y="1"/>
                    </a:cubicBezTo>
                    <a:cubicBezTo>
                      <a:pt x="35" y="0"/>
                      <a:pt x="33" y="0"/>
                      <a:pt x="3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3" name="Freeform 37"/>
              <p:cNvSpPr/>
              <p:nvPr/>
            </p:nvSpPr>
            <p:spPr bwMode="auto">
              <a:xfrm>
                <a:off x="9345614" y="4795838"/>
                <a:ext cx="101600" cy="65088"/>
              </a:xfrm>
              <a:custGeom>
                <a:avLst/>
                <a:gdLst>
                  <a:gd name="T0" fmla="*/ 32 w 37"/>
                  <a:gd name="T1" fmla="*/ 1 h 24"/>
                  <a:gd name="T2" fmla="*/ 2 w 37"/>
                  <a:gd name="T3" fmla="*/ 19 h 24"/>
                  <a:gd name="T4" fmla="*/ 1 w 37"/>
                  <a:gd name="T5" fmla="*/ 23 h 24"/>
                  <a:gd name="T6" fmla="*/ 5 w 37"/>
                  <a:gd name="T7" fmla="*/ 23 h 24"/>
                  <a:gd name="T8" fmla="*/ 35 w 37"/>
                  <a:gd name="T9" fmla="*/ 5 h 24"/>
                  <a:gd name="T10" fmla="*/ 36 w 37"/>
                  <a:gd name="T11" fmla="*/ 1 h 24"/>
                  <a:gd name="T12" fmla="*/ 32 w 37"/>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37" h="24">
                    <a:moveTo>
                      <a:pt x="32" y="1"/>
                    </a:moveTo>
                    <a:cubicBezTo>
                      <a:pt x="2" y="19"/>
                      <a:pt x="2" y="19"/>
                      <a:pt x="2" y="19"/>
                    </a:cubicBezTo>
                    <a:cubicBezTo>
                      <a:pt x="1" y="20"/>
                      <a:pt x="0" y="21"/>
                      <a:pt x="1" y="23"/>
                    </a:cubicBezTo>
                    <a:cubicBezTo>
                      <a:pt x="2" y="24"/>
                      <a:pt x="3" y="24"/>
                      <a:pt x="5" y="23"/>
                    </a:cubicBezTo>
                    <a:cubicBezTo>
                      <a:pt x="35" y="5"/>
                      <a:pt x="35" y="5"/>
                      <a:pt x="35" y="5"/>
                    </a:cubicBezTo>
                    <a:cubicBezTo>
                      <a:pt x="36" y="4"/>
                      <a:pt x="37" y="3"/>
                      <a:pt x="36" y="1"/>
                    </a:cubicBezTo>
                    <a:cubicBezTo>
                      <a:pt x="35" y="0"/>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4" name="Freeform 38"/>
              <p:cNvSpPr/>
              <p:nvPr/>
            </p:nvSpPr>
            <p:spPr bwMode="auto">
              <a:xfrm>
                <a:off x="9363076" y="4819650"/>
                <a:ext cx="96838" cy="66675"/>
              </a:xfrm>
              <a:custGeom>
                <a:avLst/>
                <a:gdLst>
                  <a:gd name="T0" fmla="*/ 32 w 36"/>
                  <a:gd name="T1" fmla="*/ 1 h 24"/>
                  <a:gd name="T2" fmla="*/ 1 w 36"/>
                  <a:gd name="T3" fmla="*/ 19 h 24"/>
                  <a:gd name="T4" fmla="*/ 1 w 36"/>
                  <a:gd name="T5" fmla="*/ 23 h 24"/>
                  <a:gd name="T6" fmla="*/ 4 w 36"/>
                  <a:gd name="T7" fmla="*/ 24 h 24"/>
                  <a:gd name="T8" fmla="*/ 34 w 36"/>
                  <a:gd name="T9" fmla="*/ 5 h 24"/>
                  <a:gd name="T10" fmla="*/ 35 w 36"/>
                  <a:gd name="T11" fmla="*/ 2 h 24"/>
                  <a:gd name="T12" fmla="*/ 32 w 36"/>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2" y="1"/>
                    </a:moveTo>
                    <a:cubicBezTo>
                      <a:pt x="1" y="19"/>
                      <a:pt x="1" y="19"/>
                      <a:pt x="1" y="19"/>
                    </a:cubicBezTo>
                    <a:cubicBezTo>
                      <a:pt x="0" y="20"/>
                      <a:pt x="0" y="22"/>
                      <a:pt x="1" y="23"/>
                    </a:cubicBezTo>
                    <a:cubicBezTo>
                      <a:pt x="1" y="24"/>
                      <a:pt x="3" y="24"/>
                      <a:pt x="4" y="24"/>
                    </a:cubicBezTo>
                    <a:cubicBezTo>
                      <a:pt x="34" y="5"/>
                      <a:pt x="34" y="5"/>
                      <a:pt x="34" y="5"/>
                    </a:cubicBezTo>
                    <a:cubicBezTo>
                      <a:pt x="36" y="5"/>
                      <a:pt x="36" y="3"/>
                      <a:pt x="35" y="2"/>
                    </a:cubicBezTo>
                    <a:cubicBezTo>
                      <a:pt x="35" y="0"/>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5" name="Freeform 39"/>
              <p:cNvSpPr/>
              <p:nvPr/>
            </p:nvSpPr>
            <p:spPr bwMode="auto">
              <a:xfrm>
                <a:off x="9398001" y="4879975"/>
                <a:ext cx="100013" cy="68263"/>
              </a:xfrm>
              <a:custGeom>
                <a:avLst/>
                <a:gdLst>
                  <a:gd name="T0" fmla="*/ 32 w 37"/>
                  <a:gd name="T1" fmla="*/ 1 h 25"/>
                  <a:gd name="T2" fmla="*/ 2 w 37"/>
                  <a:gd name="T3" fmla="*/ 19 h 25"/>
                  <a:gd name="T4" fmla="*/ 1 w 37"/>
                  <a:gd name="T5" fmla="*/ 23 h 25"/>
                  <a:gd name="T6" fmla="*/ 5 w 37"/>
                  <a:gd name="T7" fmla="*/ 24 h 25"/>
                  <a:gd name="T8" fmla="*/ 35 w 37"/>
                  <a:gd name="T9" fmla="*/ 6 h 25"/>
                  <a:gd name="T10" fmla="*/ 36 w 37"/>
                  <a:gd name="T11" fmla="*/ 2 h 25"/>
                  <a:gd name="T12" fmla="*/ 32 w 37"/>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7" h="25">
                    <a:moveTo>
                      <a:pt x="32" y="1"/>
                    </a:moveTo>
                    <a:cubicBezTo>
                      <a:pt x="2" y="19"/>
                      <a:pt x="2" y="19"/>
                      <a:pt x="2" y="19"/>
                    </a:cubicBezTo>
                    <a:cubicBezTo>
                      <a:pt x="1" y="20"/>
                      <a:pt x="0" y="22"/>
                      <a:pt x="1" y="23"/>
                    </a:cubicBezTo>
                    <a:cubicBezTo>
                      <a:pt x="2" y="24"/>
                      <a:pt x="3" y="25"/>
                      <a:pt x="5" y="24"/>
                    </a:cubicBezTo>
                    <a:cubicBezTo>
                      <a:pt x="35" y="6"/>
                      <a:pt x="35" y="6"/>
                      <a:pt x="35" y="6"/>
                    </a:cubicBezTo>
                    <a:cubicBezTo>
                      <a:pt x="36" y="5"/>
                      <a:pt x="37" y="3"/>
                      <a:pt x="36"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6" name="Freeform 40"/>
              <p:cNvSpPr/>
              <p:nvPr/>
            </p:nvSpPr>
            <p:spPr bwMode="auto">
              <a:xfrm>
                <a:off x="9413876" y="4905375"/>
                <a:ext cx="98425" cy="66675"/>
              </a:xfrm>
              <a:custGeom>
                <a:avLst/>
                <a:gdLst>
                  <a:gd name="T0" fmla="*/ 32 w 36"/>
                  <a:gd name="T1" fmla="*/ 1 h 25"/>
                  <a:gd name="T2" fmla="*/ 2 w 36"/>
                  <a:gd name="T3" fmla="*/ 20 h 25"/>
                  <a:gd name="T4" fmla="*/ 1 w 36"/>
                  <a:gd name="T5" fmla="*/ 23 h 25"/>
                  <a:gd name="T6" fmla="*/ 4 w 36"/>
                  <a:gd name="T7" fmla="*/ 24 h 25"/>
                  <a:gd name="T8" fmla="*/ 35 w 36"/>
                  <a:gd name="T9" fmla="*/ 6 h 25"/>
                  <a:gd name="T10" fmla="*/ 35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20"/>
                      <a:pt x="2" y="20"/>
                      <a:pt x="2" y="20"/>
                    </a:cubicBezTo>
                    <a:cubicBezTo>
                      <a:pt x="0" y="20"/>
                      <a:pt x="0" y="22"/>
                      <a:pt x="1" y="23"/>
                    </a:cubicBezTo>
                    <a:cubicBezTo>
                      <a:pt x="1" y="24"/>
                      <a:pt x="3" y="25"/>
                      <a:pt x="4" y="24"/>
                    </a:cubicBezTo>
                    <a:cubicBezTo>
                      <a:pt x="35" y="6"/>
                      <a:pt x="35" y="6"/>
                      <a:pt x="35" y="6"/>
                    </a:cubicBezTo>
                    <a:cubicBezTo>
                      <a:pt x="36" y="5"/>
                      <a:pt x="36" y="3"/>
                      <a:pt x="35"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7" name="Freeform 41"/>
              <p:cNvSpPr/>
              <p:nvPr/>
            </p:nvSpPr>
            <p:spPr bwMode="auto">
              <a:xfrm>
                <a:off x="9448801" y="4967288"/>
                <a:ext cx="101600" cy="65088"/>
              </a:xfrm>
              <a:custGeom>
                <a:avLst/>
                <a:gdLst>
                  <a:gd name="T0" fmla="*/ 32 w 37"/>
                  <a:gd name="T1" fmla="*/ 0 h 24"/>
                  <a:gd name="T2" fmla="*/ 2 w 37"/>
                  <a:gd name="T3" fmla="*/ 19 h 24"/>
                  <a:gd name="T4" fmla="*/ 1 w 37"/>
                  <a:gd name="T5" fmla="*/ 22 h 24"/>
                  <a:gd name="T6" fmla="*/ 1 w 37"/>
                  <a:gd name="T7" fmla="*/ 22 h 24"/>
                  <a:gd name="T8" fmla="*/ 5 w 37"/>
                  <a:gd name="T9" fmla="*/ 23 h 24"/>
                  <a:gd name="T10" fmla="*/ 35 w 37"/>
                  <a:gd name="T11" fmla="*/ 5 h 24"/>
                  <a:gd name="T12" fmla="*/ 36 w 37"/>
                  <a:gd name="T13" fmla="*/ 1 h 24"/>
                  <a:gd name="T14" fmla="*/ 32 w 37"/>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4">
                    <a:moveTo>
                      <a:pt x="32" y="0"/>
                    </a:moveTo>
                    <a:cubicBezTo>
                      <a:pt x="2" y="19"/>
                      <a:pt x="2" y="19"/>
                      <a:pt x="2" y="19"/>
                    </a:cubicBezTo>
                    <a:cubicBezTo>
                      <a:pt x="1" y="19"/>
                      <a:pt x="0" y="21"/>
                      <a:pt x="1" y="22"/>
                    </a:cubicBezTo>
                    <a:cubicBezTo>
                      <a:pt x="1" y="22"/>
                      <a:pt x="1" y="22"/>
                      <a:pt x="1" y="22"/>
                    </a:cubicBezTo>
                    <a:cubicBezTo>
                      <a:pt x="2" y="24"/>
                      <a:pt x="4" y="24"/>
                      <a:pt x="5" y="23"/>
                    </a:cubicBezTo>
                    <a:cubicBezTo>
                      <a:pt x="35" y="5"/>
                      <a:pt x="35" y="5"/>
                      <a:pt x="35" y="5"/>
                    </a:cubicBezTo>
                    <a:cubicBezTo>
                      <a:pt x="36" y="4"/>
                      <a:pt x="37" y="3"/>
                      <a:pt x="36" y="1"/>
                    </a:cubicBezTo>
                    <a:cubicBezTo>
                      <a:pt x="35" y="0"/>
                      <a:pt x="33" y="0"/>
                      <a:pt x="3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8" name="Freeform 42"/>
              <p:cNvSpPr/>
              <p:nvPr/>
            </p:nvSpPr>
            <p:spPr bwMode="auto">
              <a:xfrm>
                <a:off x="9466264" y="4991100"/>
                <a:ext cx="96838" cy="65088"/>
              </a:xfrm>
              <a:custGeom>
                <a:avLst/>
                <a:gdLst>
                  <a:gd name="T0" fmla="*/ 32 w 36"/>
                  <a:gd name="T1" fmla="*/ 1 h 24"/>
                  <a:gd name="T2" fmla="*/ 2 w 36"/>
                  <a:gd name="T3" fmla="*/ 19 h 24"/>
                  <a:gd name="T4" fmla="*/ 1 w 36"/>
                  <a:gd name="T5" fmla="*/ 23 h 24"/>
                  <a:gd name="T6" fmla="*/ 4 w 36"/>
                  <a:gd name="T7" fmla="*/ 24 h 24"/>
                  <a:gd name="T8" fmla="*/ 35 w 36"/>
                  <a:gd name="T9" fmla="*/ 5 h 24"/>
                  <a:gd name="T10" fmla="*/ 35 w 36"/>
                  <a:gd name="T11" fmla="*/ 2 h 24"/>
                  <a:gd name="T12" fmla="*/ 35 w 36"/>
                  <a:gd name="T13" fmla="*/ 2 h 24"/>
                  <a:gd name="T14" fmla="*/ 32 w 36"/>
                  <a:gd name="T15" fmla="*/ 1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4">
                    <a:moveTo>
                      <a:pt x="32" y="1"/>
                    </a:moveTo>
                    <a:cubicBezTo>
                      <a:pt x="2" y="19"/>
                      <a:pt x="2" y="19"/>
                      <a:pt x="2" y="19"/>
                    </a:cubicBezTo>
                    <a:cubicBezTo>
                      <a:pt x="0" y="20"/>
                      <a:pt x="0" y="21"/>
                      <a:pt x="1" y="23"/>
                    </a:cubicBezTo>
                    <a:cubicBezTo>
                      <a:pt x="1" y="24"/>
                      <a:pt x="3" y="24"/>
                      <a:pt x="4" y="24"/>
                    </a:cubicBezTo>
                    <a:cubicBezTo>
                      <a:pt x="35" y="5"/>
                      <a:pt x="35" y="5"/>
                      <a:pt x="35" y="5"/>
                    </a:cubicBezTo>
                    <a:cubicBezTo>
                      <a:pt x="36" y="4"/>
                      <a:pt x="36" y="3"/>
                      <a:pt x="35" y="2"/>
                    </a:cubicBezTo>
                    <a:cubicBezTo>
                      <a:pt x="35" y="2"/>
                      <a:pt x="35" y="2"/>
                      <a:pt x="35" y="2"/>
                    </a:cubicBezTo>
                    <a:cubicBezTo>
                      <a:pt x="35" y="0"/>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9" name="Freeform 43"/>
              <p:cNvSpPr/>
              <p:nvPr/>
            </p:nvSpPr>
            <p:spPr bwMode="auto">
              <a:xfrm>
                <a:off x="9501189" y="5051425"/>
                <a:ext cx="100013" cy="68263"/>
              </a:xfrm>
              <a:custGeom>
                <a:avLst/>
                <a:gdLst>
                  <a:gd name="T0" fmla="*/ 32 w 37"/>
                  <a:gd name="T1" fmla="*/ 1 h 25"/>
                  <a:gd name="T2" fmla="*/ 2 w 37"/>
                  <a:gd name="T3" fmla="*/ 19 h 25"/>
                  <a:gd name="T4" fmla="*/ 1 w 37"/>
                  <a:gd name="T5" fmla="*/ 23 h 25"/>
                  <a:gd name="T6" fmla="*/ 5 w 37"/>
                  <a:gd name="T7" fmla="*/ 24 h 25"/>
                  <a:gd name="T8" fmla="*/ 35 w 37"/>
                  <a:gd name="T9" fmla="*/ 5 h 25"/>
                  <a:gd name="T10" fmla="*/ 36 w 37"/>
                  <a:gd name="T11" fmla="*/ 2 h 25"/>
                  <a:gd name="T12" fmla="*/ 36 w 37"/>
                  <a:gd name="T13" fmla="*/ 2 h 25"/>
                  <a:gd name="T14" fmla="*/ 32 w 37"/>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2" y="1"/>
                    </a:moveTo>
                    <a:cubicBezTo>
                      <a:pt x="2" y="19"/>
                      <a:pt x="2" y="19"/>
                      <a:pt x="2" y="19"/>
                    </a:cubicBezTo>
                    <a:cubicBezTo>
                      <a:pt x="1" y="20"/>
                      <a:pt x="0" y="22"/>
                      <a:pt x="1" y="23"/>
                    </a:cubicBezTo>
                    <a:cubicBezTo>
                      <a:pt x="2" y="24"/>
                      <a:pt x="4" y="25"/>
                      <a:pt x="5" y="24"/>
                    </a:cubicBezTo>
                    <a:cubicBezTo>
                      <a:pt x="35" y="5"/>
                      <a:pt x="35" y="5"/>
                      <a:pt x="35" y="5"/>
                    </a:cubicBezTo>
                    <a:cubicBezTo>
                      <a:pt x="36" y="5"/>
                      <a:pt x="37" y="3"/>
                      <a:pt x="36" y="2"/>
                    </a:cubicBezTo>
                    <a:cubicBezTo>
                      <a:pt x="36" y="2"/>
                      <a:pt x="36" y="2"/>
                      <a:pt x="36" y="2"/>
                    </a:cubicBezTo>
                    <a:cubicBezTo>
                      <a:pt x="35" y="0"/>
                      <a:pt x="34"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0" name="Freeform 44"/>
              <p:cNvSpPr/>
              <p:nvPr/>
            </p:nvSpPr>
            <p:spPr bwMode="auto">
              <a:xfrm>
                <a:off x="9517064" y="5075238"/>
                <a:ext cx="98425" cy="68263"/>
              </a:xfrm>
              <a:custGeom>
                <a:avLst/>
                <a:gdLst>
                  <a:gd name="T0" fmla="*/ 32 w 36"/>
                  <a:gd name="T1" fmla="*/ 1 h 25"/>
                  <a:gd name="T2" fmla="*/ 2 w 36"/>
                  <a:gd name="T3" fmla="*/ 19 h 25"/>
                  <a:gd name="T4" fmla="*/ 1 w 36"/>
                  <a:gd name="T5" fmla="*/ 23 h 25"/>
                  <a:gd name="T6" fmla="*/ 4 w 36"/>
                  <a:gd name="T7" fmla="*/ 24 h 25"/>
                  <a:gd name="T8" fmla="*/ 35 w 36"/>
                  <a:gd name="T9" fmla="*/ 6 h 25"/>
                  <a:gd name="T10" fmla="*/ 36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19"/>
                      <a:pt x="2" y="19"/>
                      <a:pt x="2" y="19"/>
                    </a:cubicBezTo>
                    <a:cubicBezTo>
                      <a:pt x="0" y="20"/>
                      <a:pt x="0" y="22"/>
                      <a:pt x="1" y="23"/>
                    </a:cubicBezTo>
                    <a:cubicBezTo>
                      <a:pt x="2" y="24"/>
                      <a:pt x="3" y="25"/>
                      <a:pt x="4" y="24"/>
                    </a:cubicBezTo>
                    <a:cubicBezTo>
                      <a:pt x="35" y="6"/>
                      <a:pt x="35" y="6"/>
                      <a:pt x="35" y="6"/>
                    </a:cubicBezTo>
                    <a:cubicBezTo>
                      <a:pt x="36" y="5"/>
                      <a:pt x="36" y="3"/>
                      <a:pt x="36"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1" name="Freeform 45"/>
              <p:cNvSpPr/>
              <p:nvPr/>
            </p:nvSpPr>
            <p:spPr bwMode="auto">
              <a:xfrm>
                <a:off x="9551989" y="5135563"/>
                <a:ext cx="101600" cy="68263"/>
              </a:xfrm>
              <a:custGeom>
                <a:avLst/>
                <a:gdLst>
                  <a:gd name="T0" fmla="*/ 32 w 37"/>
                  <a:gd name="T1" fmla="*/ 1 h 25"/>
                  <a:gd name="T2" fmla="*/ 2 w 37"/>
                  <a:gd name="T3" fmla="*/ 20 h 25"/>
                  <a:gd name="T4" fmla="*/ 1 w 37"/>
                  <a:gd name="T5" fmla="*/ 23 h 25"/>
                  <a:gd name="T6" fmla="*/ 5 w 37"/>
                  <a:gd name="T7" fmla="*/ 24 h 25"/>
                  <a:gd name="T8" fmla="*/ 35 w 37"/>
                  <a:gd name="T9" fmla="*/ 6 h 25"/>
                  <a:gd name="T10" fmla="*/ 36 w 37"/>
                  <a:gd name="T11" fmla="*/ 2 h 25"/>
                  <a:gd name="T12" fmla="*/ 32 w 37"/>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7" h="25">
                    <a:moveTo>
                      <a:pt x="32" y="1"/>
                    </a:moveTo>
                    <a:cubicBezTo>
                      <a:pt x="2" y="20"/>
                      <a:pt x="2" y="20"/>
                      <a:pt x="2" y="20"/>
                    </a:cubicBezTo>
                    <a:cubicBezTo>
                      <a:pt x="1" y="20"/>
                      <a:pt x="0" y="22"/>
                      <a:pt x="1" y="23"/>
                    </a:cubicBezTo>
                    <a:cubicBezTo>
                      <a:pt x="2" y="25"/>
                      <a:pt x="4" y="25"/>
                      <a:pt x="5" y="24"/>
                    </a:cubicBezTo>
                    <a:cubicBezTo>
                      <a:pt x="35" y="6"/>
                      <a:pt x="35" y="6"/>
                      <a:pt x="35" y="6"/>
                    </a:cubicBezTo>
                    <a:cubicBezTo>
                      <a:pt x="36" y="5"/>
                      <a:pt x="37" y="3"/>
                      <a:pt x="36" y="2"/>
                    </a:cubicBezTo>
                    <a:cubicBezTo>
                      <a:pt x="35" y="1"/>
                      <a:pt x="34"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2" name="Freeform 46"/>
              <p:cNvSpPr/>
              <p:nvPr/>
            </p:nvSpPr>
            <p:spPr bwMode="auto">
              <a:xfrm>
                <a:off x="9569451" y="5162550"/>
                <a:ext cx="96838" cy="65088"/>
              </a:xfrm>
              <a:custGeom>
                <a:avLst/>
                <a:gdLst>
                  <a:gd name="T0" fmla="*/ 32 w 36"/>
                  <a:gd name="T1" fmla="*/ 0 h 24"/>
                  <a:gd name="T2" fmla="*/ 2 w 36"/>
                  <a:gd name="T3" fmla="*/ 19 h 24"/>
                  <a:gd name="T4" fmla="*/ 1 w 36"/>
                  <a:gd name="T5" fmla="*/ 22 h 24"/>
                  <a:gd name="T6" fmla="*/ 1 w 36"/>
                  <a:gd name="T7" fmla="*/ 22 h 24"/>
                  <a:gd name="T8" fmla="*/ 4 w 36"/>
                  <a:gd name="T9" fmla="*/ 23 h 24"/>
                  <a:gd name="T10" fmla="*/ 35 w 36"/>
                  <a:gd name="T11" fmla="*/ 5 h 24"/>
                  <a:gd name="T12" fmla="*/ 36 w 36"/>
                  <a:gd name="T13" fmla="*/ 1 h 24"/>
                  <a:gd name="T14" fmla="*/ 32 w 36"/>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4">
                    <a:moveTo>
                      <a:pt x="32" y="0"/>
                    </a:moveTo>
                    <a:cubicBezTo>
                      <a:pt x="2" y="19"/>
                      <a:pt x="2" y="19"/>
                      <a:pt x="2" y="19"/>
                    </a:cubicBezTo>
                    <a:cubicBezTo>
                      <a:pt x="0" y="20"/>
                      <a:pt x="0" y="21"/>
                      <a:pt x="1" y="22"/>
                    </a:cubicBezTo>
                    <a:cubicBezTo>
                      <a:pt x="1" y="22"/>
                      <a:pt x="1" y="22"/>
                      <a:pt x="1" y="22"/>
                    </a:cubicBezTo>
                    <a:cubicBezTo>
                      <a:pt x="2" y="24"/>
                      <a:pt x="3" y="24"/>
                      <a:pt x="4" y="23"/>
                    </a:cubicBezTo>
                    <a:cubicBezTo>
                      <a:pt x="35" y="5"/>
                      <a:pt x="35" y="5"/>
                      <a:pt x="35" y="5"/>
                    </a:cubicBezTo>
                    <a:cubicBezTo>
                      <a:pt x="36" y="4"/>
                      <a:pt x="36" y="3"/>
                      <a:pt x="36" y="1"/>
                    </a:cubicBezTo>
                    <a:cubicBezTo>
                      <a:pt x="35" y="0"/>
                      <a:pt x="33" y="0"/>
                      <a:pt x="3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3" name="Freeform 47"/>
              <p:cNvSpPr/>
              <p:nvPr/>
            </p:nvSpPr>
            <p:spPr bwMode="auto">
              <a:xfrm>
                <a:off x="9607551" y="5222875"/>
                <a:ext cx="96838" cy="65088"/>
              </a:xfrm>
              <a:custGeom>
                <a:avLst/>
                <a:gdLst>
                  <a:gd name="T0" fmla="*/ 31 w 36"/>
                  <a:gd name="T1" fmla="*/ 1 h 24"/>
                  <a:gd name="T2" fmla="*/ 1 w 36"/>
                  <a:gd name="T3" fmla="*/ 19 h 24"/>
                  <a:gd name="T4" fmla="*/ 0 w 36"/>
                  <a:gd name="T5" fmla="*/ 23 h 24"/>
                  <a:gd name="T6" fmla="*/ 4 w 36"/>
                  <a:gd name="T7" fmla="*/ 24 h 24"/>
                  <a:gd name="T8" fmla="*/ 34 w 36"/>
                  <a:gd name="T9" fmla="*/ 5 h 24"/>
                  <a:gd name="T10" fmla="*/ 35 w 36"/>
                  <a:gd name="T11" fmla="*/ 2 h 24"/>
                  <a:gd name="T12" fmla="*/ 31 w 36"/>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36" h="24">
                    <a:moveTo>
                      <a:pt x="31" y="1"/>
                    </a:moveTo>
                    <a:cubicBezTo>
                      <a:pt x="1" y="19"/>
                      <a:pt x="1" y="19"/>
                      <a:pt x="1" y="19"/>
                    </a:cubicBezTo>
                    <a:cubicBezTo>
                      <a:pt x="0" y="20"/>
                      <a:pt x="0" y="21"/>
                      <a:pt x="0" y="23"/>
                    </a:cubicBezTo>
                    <a:cubicBezTo>
                      <a:pt x="1" y="24"/>
                      <a:pt x="3" y="24"/>
                      <a:pt x="4" y="24"/>
                    </a:cubicBezTo>
                    <a:cubicBezTo>
                      <a:pt x="34" y="5"/>
                      <a:pt x="34" y="5"/>
                      <a:pt x="34" y="5"/>
                    </a:cubicBezTo>
                    <a:cubicBezTo>
                      <a:pt x="35" y="5"/>
                      <a:pt x="36" y="3"/>
                      <a:pt x="35" y="2"/>
                    </a:cubicBezTo>
                    <a:cubicBezTo>
                      <a:pt x="34" y="0"/>
                      <a:pt x="33" y="0"/>
                      <a:pt x="31"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4" name="Freeform 48"/>
              <p:cNvSpPr/>
              <p:nvPr/>
            </p:nvSpPr>
            <p:spPr bwMode="auto">
              <a:xfrm>
                <a:off x="9620251" y="5246688"/>
                <a:ext cx="98425" cy="68263"/>
              </a:xfrm>
              <a:custGeom>
                <a:avLst/>
                <a:gdLst>
                  <a:gd name="T0" fmla="*/ 32 w 36"/>
                  <a:gd name="T1" fmla="*/ 1 h 25"/>
                  <a:gd name="T2" fmla="*/ 2 w 36"/>
                  <a:gd name="T3" fmla="*/ 19 h 25"/>
                  <a:gd name="T4" fmla="*/ 1 w 36"/>
                  <a:gd name="T5" fmla="*/ 23 h 25"/>
                  <a:gd name="T6" fmla="*/ 5 w 36"/>
                  <a:gd name="T7" fmla="*/ 24 h 25"/>
                  <a:gd name="T8" fmla="*/ 35 w 36"/>
                  <a:gd name="T9" fmla="*/ 5 h 25"/>
                  <a:gd name="T10" fmla="*/ 36 w 36"/>
                  <a:gd name="T11" fmla="*/ 2 h 25"/>
                  <a:gd name="T12" fmla="*/ 32 w 36"/>
                  <a:gd name="T13" fmla="*/ 1 h 25"/>
                </a:gdLst>
                <a:ahLst/>
                <a:cxnLst>
                  <a:cxn ang="0">
                    <a:pos x="T0" y="T1"/>
                  </a:cxn>
                  <a:cxn ang="0">
                    <a:pos x="T2" y="T3"/>
                  </a:cxn>
                  <a:cxn ang="0">
                    <a:pos x="T4" y="T5"/>
                  </a:cxn>
                  <a:cxn ang="0">
                    <a:pos x="T6" y="T7"/>
                  </a:cxn>
                  <a:cxn ang="0">
                    <a:pos x="T8" y="T9"/>
                  </a:cxn>
                  <a:cxn ang="0">
                    <a:pos x="T10" y="T11"/>
                  </a:cxn>
                  <a:cxn ang="0">
                    <a:pos x="T12" y="T13"/>
                  </a:cxn>
                </a:cxnLst>
                <a:rect l="0" t="0" r="r" b="b"/>
                <a:pathLst>
                  <a:path w="36" h="25">
                    <a:moveTo>
                      <a:pt x="32" y="1"/>
                    </a:moveTo>
                    <a:cubicBezTo>
                      <a:pt x="2" y="19"/>
                      <a:pt x="2" y="19"/>
                      <a:pt x="2" y="19"/>
                    </a:cubicBezTo>
                    <a:cubicBezTo>
                      <a:pt x="0" y="20"/>
                      <a:pt x="0" y="22"/>
                      <a:pt x="1" y="23"/>
                    </a:cubicBezTo>
                    <a:cubicBezTo>
                      <a:pt x="2" y="24"/>
                      <a:pt x="3" y="25"/>
                      <a:pt x="5" y="24"/>
                    </a:cubicBezTo>
                    <a:cubicBezTo>
                      <a:pt x="35" y="5"/>
                      <a:pt x="35" y="5"/>
                      <a:pt x="35" y="5"/>
                    </a:cubicBezTo>
                    <a:cubicBezTo>
                      <a:pt x="36" y="5"/>
                      <a:pt x="36" y="3"/>
                      <a:pt x="36" y="2"/>
                    </a:cubicBezTo>
                    <a:cubicBezTo>
                      <a:pt x="35" y="1"/>
                      <a:pt x="33" y="0"/>
                      <a:pt x="32"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5" name="Freeform 49"/>
              <p:cNvSpPr/>
              <p:nvPr/>
            </p:nvSpPr>
            <p:spPr bwMode="auto">
              <a:xfrm>
                <a:off x="9658351" y="5307013"/>
                <a:ext cx="98425" cy="68263"/>
              </a:xfrm>
              <a:custGeom>
                <a:avLst/>
                <a:gdLst>
                  <a:gd name="T0" fmla="*/ 31 w 36"/>
                  <a:gd name="T1" fmla="*/ 1 h 25"/>
                  <a:gd name="T2" fmla="*/ 1 w 36"/>
                  <a:gd name="T3" fmla="*/ 19 h 25"/>
                  <a:gd name="T4" fmla="*/ 0 w 36"/>
                  <a:gd name="T5" fmla="*/ 23 h 25"/>
                  <a:gd name="T6" fmla="*/ 0 w 36"/>
                  <a:gd name="T7" fmla="*/ 23 h 25"/>
                  <a:gd name="T8" fmla="*/ 4 w 36"/>
                  <a:gd name="T9" fmla="*/ 24 h 25"/>
                  <a:gd name="T10" fmla="*/ 34 w 36"/>
                  <a:gd name="T11" fmla="*/ 6 h 25"/>
                  <a:gd name="T12" fmla="*/ 35 w 36"/>
                  <a:gd name="T13" fmla="*/ 2 h 25"/>
                  <a:gd name="T14" fmla="*/ 31 w 36"/>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5">
                    <a:moveTo>
                      <a:pt x="31" y="1"/>
                    </a:moveTo>
                    <a:cubicBezTo>
                      <a:pt x="1" y="19"/>
                      <a:pt x="1" y="19"/>
                      <a:pt x="1" y="19"/>
                    </a:cubicBezTo>
                    <a:cubicBezTo>
                      <a:pt x="0" y="20"/>
                      <a:pt x="0" y="22"/>
                      <a:pt x="0" y="23"/>
                    </a:cubicBezTo>
                    <a:cubicBezTo>
                      <a:pt x="0" y="23"/>
                      <a:pt x="0" y="23"/>
                      <a:pt x="0" y="23"/>
                    </a:cubicBezTo>
                    <a:cubicBezTo>
                      <a:pt x="1" y="24"/>
                      <a:pt x="3" y="25"/>
                      <a:pt x="4" y="24"/>
                    </a:cubicBezTo>
                    <a:cubicBezTo>
                      <a:pt x="34" y="6"/>
                      <a:pt x="34" y="6"/>
                      <a:pt x="34" y="6"/>
                    </a:cubicBezTo>
                    <a:cubicBezTo>
                      <a:pt x="36" y="5"/>
                      <a:pt x="36" y="3"/>
                      <a:pt x="35" y="2"/>
                    </a:cubicBezTo>
                    <a:cubicBezTo>
                      <a:pt x="34" y="1"/>
                      <a:pt x="33" y="0"/>
                      <a:pt x="31" y="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6" name="Freeform 215"/>
              <p:cNvSpPr/>
              <p:nvPr/>
            </p:nvSpPr>
            <p:spPr bwMode="auto">
              <a:xfrm>
                <a:off x="9674215" y="5334000"/>
                <a:ext cx="147653" cy="149226"/>
              </a:xfrm>
              <a:custGeom>
                <a:avLst/>
                <a:gdLst>
                  <a:gd name="connsiteX0" fmla="*/ 141128 w 147653"/>
                  <a:gd name="connsiteY0" fmla="*/ 85155 h 149226"/>
                  <a:gd name="connsiteX1" fmla="*/ 146534 w 147653"/>
                  <a:gd name="connsiteY1" fmla="*/ 89562 h 149226"/>
                  <a:gd name="connsiteX2" fmla="*/ 143831 w 147653"/>
                  <a:gd name="connsiteY2" fmla="*/ 97698 h 149226"/>
                  <a:gd name="connsiteX3" fmla="*/ 62739 w 147653"/>
                  <a:gd name="connsiteY3" fmla="*/ 149226 h 149226"/>
                  <a:gd name="connsiteX4" fmla="*/ 51927 w 147653"/>
                  <a:gd name="connsiteY4" fmla="*/ 146514 h 149226"/>
                  <a:gd name="connsiteX5" fmla="*/ 54630 w 147653"/>
                  <a:gd name="connsiteY5" fmla="*/ 135666 h 149226"/>
                  <a:gd name="connsiteX6" fmla="*/ 135722 w 147653"/>
                  <a:gd name="connsiteY6" fmla="*/ 86850 h 149226"/>
                  <a:gd name="connsiteX7" fmla="*/ 141128 w 147653"/>
                  <a:gd name="connsiteY7" fmla="*/ 85155 h 149226"/>
                  <a:gd name="connsiteX8" fmla="*/ 122602 w 147653"/>
                  <a:gd name="connsiteY8" fmla="*/ 63037 h 149226"/>
                  <a:gd name="connsiteX9" fmla="*/ 130672 w 147653"/>
                  <a:gd name="connsiteY9" fmla="*/ 63037 h 149226"/>
                  <a:gd name="connsiteX10" fmla="*/ 127982 w 147653"/>
                  <a:gd name="connsiteY10" fmla="*/ 73885 h 149226"/>
                  <a:gd name="connsiteX11" fmla="*/ 47284 w 147653"/>
                  <a:gd name="connsiteY11" fmla="*/ 122701 h 149226"/>
                  <a:gd name="connsiteX12" fmla="*/ 36524 w 147653"/>
                  <a:gd name="connsiteY12" fmla="*/ 122701 h 149226"/>
                  <a:gd name="connsiteX13" fmla="*/ 39214 w 147653"/>
                  <a:gd name="connsiteY13" fmla="*/ 111853 h 149226"/>
                  <a:gd name="connsiteX14" fmla="*/ 122602 w 147653"/>
                  <a:gd name="connsiteY14" fmla="*/ 63037 h 149226"/>
                  <a:gd name="connsiteX15" fmla="*/ 84502 w 147653"/>
                  <a:gd name="connsiteY15" fmla="*/ 0 h 149226"/>
                  <a:gd name="connsiteX16" fmla="*/ 95262 w 147653"/>
                  <a:gd name="connsiteY16" fmla="*/ 2712 h 149226"/>
                  <a:gd name="connsiteX17" fmla="*/ 92572 w 147653"/>
                  <a:gd name="connsiteY17" fmla="*/ 13560 h 149226"/>
                  <a:gd name="connsiteX18" fmla="*/ 11874 w 147653"/>
                  <a:gd name="connsiteY18" fmla="*/ 62376 h 149226"/>
                  <a:gd name="connsiteX19" fmla="*/ 1114 w 147653"/>
                  <a:gd name="connsiteY19" fmla="*/ 59664 h 149226"/>
                  <a:gd name="connsiteX20" fmla="*/ 3804 w 147653"/>
                  <a:gd name="connsiteY20" fmla="*/ 51528 h 149226"/>
                  <a:gd name="connsiteX21" fmla="*/ 84502 w 147653"/>
                  <a:gd name="connsiteY21" fmla="*/ 0 h 14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653" h="149226">
                    <a:moveTo>
                      <a:pt x="141128" y="85155"/>
                    </a:moveTo>
                    <a:cubicBezTo>
                      <a:pt x="143155" y="85494"/>
                      <a:pt x="145183" y="86850"/>
                      <a:pt x="146534" y="89562"/>
                    </a:cubicBezTo>
                    <a:cubicBezTo>
                      <a:pt x="149237" y="92274"/>
                      <a:pt x="146534" y="97698"/>
                      <a:pt x="143831" y="97698"/>
                    </a:cubicBezTo>
                    <a:cubicBezTo>
                      <a:pt x="143831" y="97698"/>
                      <a:pt x="143831" y="97698"/>
                      <a:pt x="62739" y="149226"/>
                    </a:cubicBezTo>
                    <a:cubicBezTo>
                      <a:pt x="57333" y="149226"/>
                      <a:pt x="54630" y="149226"/>
                      <a:pt x="51927" y="146514"/>
                    </a:cubicBezTo>
                    <a:cubicBezTo>
                      <a:pt x="49224" y="143802"/>
                      <a:pt x="51927" y="138378"/>
                      <a:pt x="54630" y="135666"/>
                    </a:cubicBezTo>
                    <a:cubicBezTo>
                      <a:pt x="54630" y="135666"/>
                      <a:pt x="54630" y="135666"/>
                      <a:pt x="135722" y="86850"/>
                    </a:cubicBezTo>
                    <a:cubicBezTo>
                      <a:pt x="137073" y="85494"/>
                      <a:pt x="139101" y="84816"/>
                      <a:pt x="141128" y="85155"/>
                    </a:cubicBezTo>
                    <a:close/>
                    <a:moveTo>
                      <a:pt x="122602" y="63037"/>
                    </a:moveTo>
                    <a:cubicBezTo>
                      <a:pt x="125292" y="60325"/>
                      <a:pt x="127982" y="60325"/>
                      <a:pt x="130672" y="63037"/>
                    </a:cubicBezTo>
                    <a:cubicBezTo>
                      <a:pt x="133362" y="68461"/>
                      <a:pt x="133362" y="71173"/>
                      <a:pt x="127982" y="73885"/>
                    </a:cubicBezTo>
                    <a:cubicBezTo>
                      <a:pt x="127982" y="73885"/>
                      <a:pt x="127982" y="73885"/>
                      <a:pt x="47284" y="122701"/>
                    </a:cubicBezTo>
                    <a:cubicBezTo>
                      <a:pt x="44594" y="125413"/>
                      <a:pt x="39214" y="125413"/>
                      <a:pt x="36524" y="122701"/>
                    </a:cubicBezTo>
                    <a:cubicBezTo>
                      <a:pt x="36524" y="117277"/>
                      <a:pt x="36524" y="114565"/>
                      <a:pt x="39214" y="111853"/>
                    </a:cubicBezTo>
                    <a:cubicBezTo>
                      <a:pt x="39214" y="111853"/>
                      <a:pt x="39214" y="111853"/>
                      <a:pt x="122602" y="63037"/>
                    </a:cubicBezTo>
                    <a:close/>
                    <a:moveTo>
                      <a:pt x="84502" y="0"/>
                    </a:moveTo>
                    <a:cubicBezTo>
                      <a:pt x="87192" y="0"/>
                      <a:pt x="92572" y="0"/>
                      <a:pt x="95262" y="2712"/>
                    </a:cubicBezTo>
                    <a:cubicBezTo>
                      <a:pt x="95262" y="5424"/>
                      <a:pt x="95262" y="10848"/>
                      <a:pt x="92572" y="13560"/>
                    </a:cubicBezTo>
                    <a:cubicBezTo>
                      <a:pt x="92572" y="13560"/>
                      <a:pt x="92572" y="13560"/>
                      <a:pt x="11874" y="62376"/>
                    </a:cubicBezTo>
                    <a:cubicBezTo>
                      <a:pt x="6494" y="65088"/>
                      <a:pt x="3804" y="65088"/>
                      <a:pt x="1114" y="59664"/>
                    </a:cubicBezTo>
                    <a:cubicBezTo>
                      <a:pt x="-1576" y="56952"/>
                      <a:pt x="1114" y="51528"/>
                      <a:pt x="3804" y="51528"/>
                    </a:cubicBezTo>
                    <a:cubicBezTo>
                      <a:pt x="3804" y="51528"/>
                      <a:pt x="3804" y="51528"/>
                      <a:pt x="84502" y="0"/>
                    </a:cubicBezTo>
                    <a:close/>
                  </a:path>
                </a:pathLst>
              </a:custGeom>
              <a:solidFill>
                <a:srgbClr val="FFFFFF"/>
              </a:solidFill>
              <a:ln>
                <a:noFill/>
              </a:ln>
            </p:spPr>
            <p:txBody>
              <a:bodyPr vert="horz" wrap="square" lIns="91440" tIns="45720" rIns="91440" bIns="45720" numCol="1" anchor="t" anchorCtr="0" compatLnSpc="1">
                <a:noAutofit/>
              </a:bodyPr>
              <a:lstStyle/>
              <a:p>
                <a:endParaRPr lang="en-US"/>
              </a:p>
            </p:txBody>
          </p:sp>
          <p:sp>
            <p:nvSpPr>
              <p:cNvPr id="217" name="Freeform 53"/>
              <p:cNvSpPr/>
              <p:nvPr/>
            </p:nvSpPr>
            <p:spPr bwMode="auto">
              <a:xfrm>
                <a:off x="10231439" y="4418013"/>
                <a:ext cx="98425" cy="57150"/>
              </a:xfrm>
              <a:custGeom>
                <a:avLst/>
                <a:gdLst>
                  <a:gd name="T0" fmla="*/ 0 w 36"/>
                  <a:gd name="T1" fmla="*/ 20 h 21"/>
                  <a:gd name="T2" fmla="*/ 30 w 36"/>
                  <a:gd name="T3" fmla="*/ 20 h 21"/>
                  <a:gd name="T4" fmla="*/ 32 w 36"/>
                  <a:gd name="T5" fmla="*/ 15 h 21"/>
                  <a:gd name="T6" fmla="*/ 7 w 36"/>
                  <a:gd name="T7" fmla="*/ 0 h 21"/>
                  <a:gd name="T8" fmla="*/ 0 w 36"/>
                  <a:gd name="T9" fmla="*/ 20 h 21"/>
                </a:gdLst>
                <a:ahLst/>
                <a:cxnLst>
                  <a:cxn ang="0">
                    <a:pos x="T0" y="T1"/>
                  </a:cxn>
                  <a:cxn ang="0">
                    <a:pos x="T2" y="T3"/>
                  </a:cxn>
                  <a:cxn ang="0">
                    <a:pos x="T4" y="T5"/>
                  </a:cxn>
                  <a:cxn ang="0">
                    <a:pos x="T6" y="T7"/>
                  </a:cxn>
                  <a:cxn ang="0">
                    <a:pos x="T8" y="T9"/>
                  </a:cxn>
                </a:cxnLst>
                <a:rect l="0" t="0" r="r" b="b"/>
                <a:pathLst>
                  <a:path w="36" h="21">
                    <a:moveTo>
                      <a:pt x="0" y="20"/>
                    </a:moveTo>
                    <a:cubicBezTo>
                      <a:pt x="30" y="20"/>
                      <a:pt x="30" y="20"/>
                      <a:pt x="30" y="20"/>
                    </a:cubicBezTo>
                    <a:cubicBezTo>
                      <a:pt x="35" y="21"/>
                      <a:pt x="36" y="18"/>
                      <a:pt x="32" y="15"/>
                    </a:cubicBezTo>
                    <a:cubicBezTo>
                      <a:pt x="7" y="0"/>
                      <a:pt x="7" y="0"/>
                      <a:pt x="7" y="0"/>
                    </a:cubicBezTo>
                    <a:lnTo>
                      <a:pt x="0" y="20"/>
                    </a:lnTo>
                    <a:close/>
                  </a:path>
                </a:pathLst>
              </a:custGeom>
              <a:solidFill>
                <a:srgbClr val="266974"/>
              </a:solidFill>
              <a:ln>
                <a:noFill/>
              </a:ln>
            </p:spPr>
            <p:txBody>
              <a:bodyPr vert="horz" wrap="square" lIns="91440" tIns="45720" rIns="91440" bIns="45720" numCol="1" anchor="t" anchorCtr="0" compatLnSpc="1"/>
              <a:lstStyle/>
              <a:p>
                <a:endParaRPr lang="en-US"/>
              </a:p>
            </p:txBody>
          </p:sp>
          <p:sp>
            <p:nvSpPr>
              <p:cNvPr id="218" name="Freeform 54"/>
              <p:cNvSpPr/>
              <p:nvPr/>
            </p:nvSpPr>
            <p:spPr bwMode="auto">
              <a:xfrm>
                <a:off x="10231439" y="4418013"/>
                <a:ext cx="76200" cy="53975"/>
              </a:xfrm>
              <a:custGeom>
                <a:avLst/>
                <a:gdLst>
                  <a:gd name="T0" fmla="*/ 0 w 28"/>
                  <a:gd name="T1" fmla="*/ 20 h 20"/>
                  <a:gd name="T2" fmla="*/ 26 w 28"/>
                  <a:gd name="T3" fmla="*/ 20 h 20"/>
                  <a:gd name="T4" fmla="*/ 28 w 28"/>
                  <a:gd name="T5" fmla="*/ 13 h 20"/>
                  <a:gd name="T6" fmla="*/ 7 w 28"/>
                  <a:gd name="T7" fmla="*/ 0 h 20"/>
                  <a:gd name="T8" fmla="*/ 0 w 28"/>
                  <a:gd name="T9" fmla="*/ 20 h 20"/>
                </a:gdLst>
                <a:ahLst/>
                <a:cxnLst>
                  <a:cxn ang="0">
                    <a:pos x="T0" y="T1"/>
                  </a:cxn>
                  <a:cxn ang="0">
                    <a:pos x="T2" y="T3"/>
                  </a:cxn>
                  <a:cxn ang="0">
                    <a:pos x="T4" y="T5"/>
                  </a:cxn>
                  <a:cxn ang="0">
                    <a:pos x="T6" y="T7"/>
                  </a:cxn>
                  <a:cxn ang="0">
                    <a:pos x="T8" y="T9"/>
                  </a:cxn>
                </a:cxnLst>
                <a:rect l="0" t="0" r="r" b="b"/>
                <a:pathLst>
                  <a:path w="28" h="20">
                    <a:moveTo>
                      <a:pt x="0" y="20"/>
                    </a:moveTo>
                    <a:cubicBezTo>
                      <a:pt x="26" y="20"/>
                      <a:pt x="26" y="20"/>
                      <a:pt x="26" y="20"/>
                    </a:cubicBezTo>
                    <a:cubicBezTo>
                      <a:pt x="26" y="18"/>
                      <a:pt x="26" y="15"/>
                      <a:pt x="28" y="13"/>
                    </a:cubicBezTo>
                    <a:cubicBezTo>
                      <a:pt x="7" y="0"/>
                      <a:pt x="7" y="0"/>
                      <a:pt x="7" y="0"/>
                    </a:cubicBezTo>
                    <a:lnTo>
                      <a:pt x="0" y="20"/>
                    </a:lnTo>
                    <a:close/>
                  </a:path>
                </a:pathLst>
              </a:custGeom>
              <a:solidFill>
                <a:srgbClr val="266974"/>
              </a:solidFill>
              <a:ln>
                <a:noFill/>
              </a:ln>
            </p:spPr>
            <p:txBody>
              <a:bodyPr vert="horz" wrap="square" lIns="91440" tIns="45720" rIns="91440" bIns="45720" numCol="1" anchor="t" anchorCtr="0" compatLnSpc="1"/>
              <a:lstStyle/>
              <a:p>
                <a:endParaRPr lang="en-US"/>
              </a:p>
            </p:txBody>
          </p:sp>
          <p:sp>
            <p:nvSpPr>
              <p:cNvPr id="219" name="Freeform 55"/>
              <p:cNvSpPr/>
              <p:nvPr/>
            </p:nvSpPr>
            <p:spPr bwMode="auto">
              <a:xfrm>
                <a:off x="9096376" y="4065588"/>
                <a:ext cx="1181100" cy="420688"/>
              </a:xfrm>
              <a:custGeom>
                <a:avLst/>
                <a:gdLst>
                  <a:gd name="T0" fmla="*/ 729 w 744"/>
                  <a:gd name="T1" fmla="*/ 265 h 265"/>
                  <a:gd name="T2" fmla="*/ 0 w 744"/>
                  <a:gd name="T3" fmla="*/ 49 h 265"/>
                  <a:gd name="T4" fmla="*/ 14 w 744"/>
                  <a:gd name="T5" fmla="*/ 0 h 265"/>
                  <a:gd name="T6" fmla="*/ 744 w 744"/>
                  <a:gd name="T7" fmla="*/ 215 h 265"/>
                  <a:gd name="T8" fmla="*/ 729 w 744"/>
                  <a:gd name="T9" fmla="*/ 265 h 265"/>
                </a:gdLst>
                <a:ahLst/>
                <a:cxnLst>
                  <a:cxn ang="0">
                    <a:pos x="T0" y="T1"/>
                  </a:cxn>
                  <a:cxn ang="0">
                    <a:pos x="T2" y="T3"/>
                  </a:cxn>
                  <a:cxn ang="0">
                    <a:pos x="T4" y="T5"/>
                  </a:cxn>
                  <a:cxn ang="0">
                    <a:pos x="T6" y="T7"/>
                  </a:cxn>
                  <a:cxn ang="0">
                    <a:pos x="T8" y="T9"/>
                  </a:cxn>
                </a:cxnLst>
                <a:rect l="0" t="0" r="r" b="b"/>
                <a:pathLst>
                  <a:path w="744" h="265">
                    <a:moveTo>
                      <a:pt x="729" y="265"/>
                    </a:moveTo>
                    <a:lnTo>
                      <a:pt x="0" y="49"/>
                    </a:lnTo>
                    <a:lnTo>
                      <a:pt x="14" y="0"/>
                    </a:lnTo>
                    <a:lnTo>
                      <a:pt x="744" y="215"/>
                    </a:lnTo>
                    <a:lnTo>
                      <a:pt x="729" y="265"/>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a:p>
            </p:txBody>
          </p:sp>
          <p:sp>
            <p:nvSpPr>
              <p:cNvPr id="220" name="Freeform 56"/>
              <p:cNvSpPr/>
              <p:nvPr/>
            </p:nvSpPr>
            <p:spPr bwMode="auto">
              <a:xfrm>
                <a:off x="9107489" y="4065588"/>
                <a:ext cx="1169988" cy="382588"/>
              </a:xfrm>
              <a:custGeom>
                <a:avLst/>
                <a:gdLst>
                  <a:gd name="T0" fmla="*/ 0 w 737"/>
                  <a:gd name="T1" fmla="*/ 25 h 241"/>
                  <a:gd name="T2" fmla="*/ 7 w 737"/>
                  <a:gd name="T3" fmla="*/ 0 h 241"/>
                  <a:gd name="T4" fmla="*/ 737 w 737"/>
                  <a:gd name="T5" fmla="*/ 215 h 241"/>
                  <a:gd name="T6" fmla="*/ 729 w 737"/>
                  <a:gd name="T7" fmla="*/ 241 h 241"/>
                  <a:gd name="T8" fmla="*/ 0 w 737"/>
                  <a:gd name="T9" fmla="*/ 25 h 241"/>
                </a:gdLst>
                <a:ahLst/>
                <a:cxnLst>
                  <a:cxn ang="0">
                    <a:pos x="T0" y="T1"/>
                  </a:cxn>
                  <a:cxn ang="0">
                    <a:pos x="T2" y="T3"/>
                  </a:cxn>
                  <a:cxn ang="0">
                    <a:pos x="T4" y="T5"/>
                  </a:cxn>
                  <a:cxn ang="0">
                    <a:pos x="T6" y="T7"/>
                  </a:cxn>
                  <a:cxn ang="0">
                    <a:pos x="T8" y="T9"/>
                  </a:cxn>
                </a:cxnLst>
                <a:rect l="0" t="0" r="r" b="b"/>
                <a:pathLst>
                  <a:path w="737" h="241">
                    <a:moveTo>
                      <a:pt x="0" y="25"/>
                    </a:moveTo>
                    <a:lnTo>
                      <a:pt x="7" y="0"/>
                    </a:lnTo>
                    <a:lnTo>
                      <a:pt x="737" y="215"/>
                    </a:lnTo>
                    <a:lnTo>
                      <a:pt x="729" y="241"/>
                    </a:lnTo>
                    <a:lnTo>
                      <a:pt x="0" y="25"/>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221" name="Freeform 57"/>
              <p:cNvSpPr/>
              <p:nvPr/>
            </p:nvSpPr>
            <p:spPr bwMode="auto">
              <a:xfrm>
                <a:off x="9047164" y="4067175"/>
                <a:ext cx="301625" cy="182563"/>
              </a:xfrm>
              <a:custGeom>
                <a:avLst/>
                <a:gdLst>
                  <a:gd name="T0" fmla="*/ 188 w 190"/>
                  <a:gd name="T1" fmla="*/ 115 h 115"/>
                  <a:gd name="T2" fmla="*/ 0 w 190"/>
                  <a:gd name="T3" fmla="*/ 71 h 115"/>
                  <a:gd name="T4" fmla="*/ 19 w 190"/>
                  <a:gd name="T5" fmla="*/ 0 h 115"/>
                  <a:gd name="T6" fmla="*/ 29 w 190"/>
                  <a:gd name="T7" fmla="*/ 4 h 115"/>
                  <a:gd name="T8" fmla="*/ 12 w 190"/>
                  <a:gd name="T9" fmla="*/ 65 h 115"/>
                  <a:gd name="T10" fmla="*/ 190 w 190"/>
                  <a:gd name="T11" fmla="*/ 107 h 115"/>
                  <a:gd name="T12" fmla="*/ 188 w 190"/>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90" h="115">
                    <a:moveTo>
                      <a:pt x="188" y="115"/>
                    </a:moveTo>
                    <a:lnTo>
                      <a:pt x="0" y="71"/>
                    </a:lnTo>
                    <a:lnTo>
                      <a:pt x="19" y="0"/>
                    </a:lnTo>
                    <a:lnTo>
                      <a:pt x="29" y="4"/>
                    </a:lnTo>
                    <a:lnTo>
                      <a:pt x="12" y="65"/>
                    </a:lnTo>
                    <a:lnTo>
                      <a:pt x="190" y="107"/>
                    </a:lnTo>
                    <a:lnTo>
                      <a:pt x="188" y="115"/>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2" name="Freeform 58"/>
              <p:cNvSpPr/>
              <p:nvPr/>
            </p:nvSpPr>
            <p:spPr bwMode="auto">
              <a:xfrm>
                <a:off x="9032876" y="4032250"/>
                <a:ext cx="376238" cy="214313"/>
              </a:xfrm>
              <a:custGeom>
                <a:avLst/>
                <a:gdLst>
                  <a:gd name="T0" fmla="*/ 218 w 237"/>
                  <a:gd name="T1" fmla="*/ 135 h 135"/>
                  <a:gd name="T2" fmla="*/ 0 w 237"/>
                  <a:gd name="T3" fmla="*/ 70 h 135"/>
                  <a:gd name="T4" fmla="*/ 19 w 237"/>
                  <a:gd name="T5" fmla="*/ 0 h 135"/>
                  <a:gd name="T6" fmla="*/ 237 w 237"/>
                  <a:gd name="T7" fmla="*/ 64 h 135"/>
                  <a:gd name="T8" fmla="*/ 218 w 237"/>
                  <a:gd name="T9" fmla="*/ 135 h 135"/>
                </a:gdLst>
                <a:ahLst/>
                <a:cxnLst>
                  <a:cxn ang="0">
                    <a:pos x="T0" y="T1"/>
                  </a:cxn>
                  <a:cxn ang="0">
                    <a:pos x="T2" y="T3"/>
                  </a:cxn>
                  <a:cxn ang="0">
                    <a:pos x="T4" y="T5"/>
                  </a:cxn>
                  <a:cxn ang="0">
                    <a:pos x="T6" y="T7"/>
                  </a:cxn>
                  <a:cxn ang="0">
                    <a:pos x="T8" y="T9"/>
                  </a:cxn>
                </a:cxnLst>
                <a:rect l="0" t="0" r="r" b="b"/>
                <a:pathLst>
                  <a:path w="237" h="135">
                    <a:moveTo>
                      <a:pt x="218" y="135"/>
                    </a:moveTo>
                    <a:lnTo>
                      <a:pt x="0" y="70"/>
                    </a:lnTo>
                    <a:lnTo>
                      <a:pt x="19" y="0"/>
                    </a:lnTo>
                    <a:lnTo>
                      <a:pt x="237" y="64"/>
                    </a:lnTo>
                    <a:lnTo>
                      <a:pt x="218" y="135"/>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a:p>
            </p:txBody>
          </p:sp>
          <p:sp>
            <p:nvSpPr>
              <p:cNvPr id="223" name="Freeform 59"/>
              <p:cNvSpPr/>
              <p:nvPr/>
            </p:nvSpPr>
            <p:spPr bwMode="auto">
              <a:xfrm>
                <a:off x="9050339" y="4032250"/>
                <a:ext cx="358775" cy="157163"/>
              </a:xfrm>
              <a:custGeom>
                <a:avLst/>
                <a:gdLst>
                  <a:gd name="T0" fmla="*/ 0 w 226"/>
                  <a:gd name="T1" fmla="*/ 34 h 99"/>
                  <a:gd name="T2" fmla="*/ 8 w 226"/>
                  <a:gd name="T3" fmla="*/ 0 h 99"/>
                  <a:gd name="T4" fmla="*/ 226 w 226"/>
                  <a:gd name="T5" fmla="*/ 64 h 99"/>
                  <a:gd name="T6" fmla="*/ 217 w 226"/>
                  <a:gd name="T7" fmla="*/ 99 h 99"/>
                  <a:gd name="T8" fmla="*/ 0 w 226"/>
                  <a:gd name="T9" fmla="*/ 34 h 99"/>
                </a:gdLst>
                <a:ahLst/>
                <a:cxnLst>
                  <a:cxn ang="0">
                    <a:pos x="T0" y="T1"/>
                  </a:cxn>
                  <a:cxn ang="0">
                    <a:pos x="T2" y="T3"/>
                  </a:cxn>
                  <a:cxn ang="0">
                    <a:pos x="T4" y="T5"/>
                  </a:cxn>
                  <a:cxn ang="0">
                    <a:pos x="T6" y="T7"/>
                  </a:cxn>
                  <a:cxn ang="0">
                    <a:pos x="T8" y="T9"/>
                  </a:cxn>
                </a:cxnLst>
                <a:rect l="0" t="0" r="r" b="b"/>
                <a:pathLst>
                  <a:path w="226" h="99">
                    <a:moveTo>
                      <a:pt x="0" y="34"/>
                    </a:moveTo>
                    <a:lnTo>
                      <a:pt x="8" y="0"/>
                    </a:lnTo>
                    <a:lnTo>
                      <a:pt x="226" y="64"/>
                    </a:lnTo>
                    <a:lnTo>
                      <a:pt x="217" y="99"/>
                    </a:lnTo>
                    <a:lnTo>
                      <a:pt x="0" y="34"/>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224" name="Freeform 60"/>
              <p:cNvSpPr/>
              <p:nvPr/>
            </p:nvSpPr>
            <p:spPr bwMode="auto">
              <a:xfrm>
                <a:off x="9383714" y="4149725"/>
                <a:ext cx="49213" cy="88900"/>
              </a:xfrm>
              <a:custGeom>
                <a:avLst/>
                <a:gdLst>
                  <a:gd name="T0" fmla="*/ 16 w 31"/>
                  <a:gd name="T1" fmla="*/ 56 h 56"/>
                  <a:gd name="T2" fmla="*/ 0 w 31"/>
                  <a:gd name="T3" fmla="*/ 51 h 56"/>
                  <a:gd name="T4" fmla="*/ 12 w 31"/>
                  <a:gd name="T5" fmla="*/ 0 h 56"/>
                  <a:gd name="T6" fmla="*/ 31 w 31"/>
                  <a:gd name="T7" fmla="*/ 7 h 56"/>
                  <a:gd name="T8" fmla="*/ 16 w 31"/>
                  <a:gd name="T9" fmla="*/ 56 h 56"/>
                </a:gdLst>
                <a:ahLst/>
                <a:cxnLst>
                  <a:cxn ang="0">
                    <a:pos x="T0" y="T1"/>
                  </a:cxn>
                  <a:cxn ang="0">
                    <a:pos x="T2" y="T3"/>
                  </a:cxn>
                  <a:cxn ang="0">
                    <a:pos x="T4" y="T5"/>
                  </a:cxn>
                  <a:cxn ang="0">
                    <a:pos x="T6" y="T7"/>
                  </a:cxn>
                  <a:cxn ang="0">
                    <a:pos x="T8" y="T9"/>
                  </a:cxn>
                </a:cxnLst>
                <a:rect l="0" t="0" r="r" b="b"/>
                <a:pathLst>
                  <a:path w="31" h="56">
                    <a:moveTo>
                      <a:pt x="16" y="56"/>
                    </a:moveTo>
                    <a:lnTo>
                      <a:pt x="0" y="51"/>
                    </a:lnTo>
                    <a:lnTo>
                      <a:pt x="12" y="0"/>
                    </a:lnTo>
                    <a:lnTo>
                      <a:pt x="31" y="7"/>
                    </a:lnTo>
                    <a:lnTo>
                      <a:pt x="16" y="56"/>
                    </a:lnTo>
                    <a:close/>
                  </a:path>
                </a:pathLst>
              </a:custGeom>
              <a:solidFill>
                <a:srgbClr val="FFFFFF"/>
              </a:solidFill>
              <a:ln>
                <a:noFill/>
              </a:ln>
            </p:spPr>
            <p:txBody>
              <a:bodyPr vert="horz" wrap="square" lIns="91440" tIns="45720" rIns="91440" bIns="45720" numCol="1" anchor="t" anchorCtr="0" compatLnSpc="1"/>
              <a:lstStyle/>
              <a:p>
                <a:endParaRPr lang="en-US"/>
              </a:p>
            </p:txBody>
          </p:sp>
        </p:grpSp>
        <p:sp>
          <p:nvSpPr>
            <p:cNvPr id="8" name="Freeform 220"/>
            <p:cNvSpPr/>
            <p:nvPr/>
          </p:nvSpPr>
          <p:spPr bwMode="auto">
            <a:xfrm>
              <a:off x="2573290" y="4986532"/>
              <a:ext cx="1687513" cy="1746250"/>
            </a:xfrm>
            <a:custGeom>
              <a:avLst/>
              <a:gdLst>
                <a:gd name="T0" fmla="*/ 326 w 621"/>
                <a:gd name="T1" fmla="*/ 642 h 643"/>
                <a:gd name="T2" fmla="*/ 621 w 621"/>
                <a:gd name="T3" fmla="*/ 407 h 643"/>
                <a:gd name="T4" fmla="*/ 621 w 621"/>
                <a:gd name="T5" fmla="*/ 405 h 643"/>
                <a:gd name="T6" fmla="*/ 297 w 621"/>
                <a:gd name="T7" fmla="*/ 1 h 643"/>
                <a:gd name="T8" fmla="*/ 295 w 621"/>
                <a:gd name="T9" fmla="*/ 0 h 643"/>
                <a:gd name="T10" fmla="*/ 1 w 621"/>
                <a:gd name="T11" fmla="*/ 236 h 643"/>
                <a:gd name="T12" fmla="*/ 1 w 621"/>
                <a:gd name="T13" fmla="*/ 238 h 643"/>
                <a:gd name="T14" fmla="*/ 324 w 621"/>
                <a:gd name="T15" fmla="*/ 642 h 643"/>
                <a:gd name="T16" fmla="*/ 326 w 621"/>
                <a:gd name="T17" fmla="*/ 642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1" h="643">
                  <a:moveTo>
                    <a:pt x="326" y="642"/>
                  </a:moveTo>
                  <a:cubicBezTo>
                    <a:pt x="621" y="407"/>
                    <a:pt x="621" y="407"/>
                    <a:pt x="621" y="407"/>
                  </a:cubicBezTo>
                  <a:cubicBezTo>
                    <a:pt x="621" y="406"/>
                    <a:pt x="621" y="405"/>
                    <a:pt x="621" y="405"/>
                  </a:cubicBezTo>
                  <a:cubicBezTo>
                    <a:pt x="297" y="1"/>
                    <a:pt x="297" y="1"/>
                    <a:pt x="297" y="1"/>
                  </a:cubicBezTo>
                  <a:cubicBezTo>
                    <a:pt x="297" y="0"/>
                    <a:pt x="296" y="0"/>
                    <a:pt x="295" y="0"/>
                  </a:cubicBezTo>
                  <a:cubicBezTo>
                    <a:pt x="1" y="236"/>
                    <a:pt x="1" y="236"/>
                    <a:pt x="1" y="236"/>
                  </a:cubicBezTo>
                  <a:cubicBezTo>
                    <a:pt x="0" y="237"/>
                    <a:pt x="0" y="238"/>
                    <a:pt x="1" y="238"/>
                  </a:cubicBezTo>
                  <a:cubicBezTo>
                    <a:pt x="324" y="642"/>
                    <a:pt x="324" y="642"/>
                    <a:pt x="324" y="642"/>
                  </a:cubicBezTo>
                  <a:cubicBezTo>
                    <a:pt x="325" y="643"/>
                    <a:pt x="326" y="643"/>
                    <a:pt x="326" y="642"/>
                  </a:cubicBezTo>
                  <a:close/>
                </a:path>
              </a:pathLst>
            </a:custGeom>
            <a:solidFill>
              <a:srgbClr val="FFFFFF"/>
            </a:solidFill>
            <a:ln>
              <a:noFill/>
            </a:ln>
          </p:spPr>
          <p:txBody>
            <a:bodyPr vert="horz" wrap="square" lIns="91440" tIns="45720" rIns="91440" bIns="45720" numCol="1" anchor="t" anchorCtr="0" compatLnSpc="1"/>
            <a:lstStyle/>
            <a:p>
              <a:endParaRPr lang="en-US"/>
            </a:p>
          </p:txBody>
        </p:sp>
        <p:grpSp>
          <p:nvGrpSpPr>
            <p:cNvPr id="9" name="Group 8"/>
            <p:cNvGrpSpPr/>
            <p:nvPr/>
          </p:nvGrpSpPr>
          <p:grpSpPr>
            <a:xfrm>
              <a:off x="534007" y="4876994"/>
              <a:ext cx="3248026" cy="3395663"/>
              <a:chOff x="1093788" y="4857750"/>
              <a:chExt cx="3248026" cy="3395663"/>
            </a:xfrm>
          </p:grpSpPr>
          <p:sp>
            <p:nvSpPr>
              <p:cNvPr id="162" name="Freeform 216"/>
              <p:cNvSpPr/>
              <p:nvPr/>
            </p:nvSpPr>
            <p:spPr bwMode="auto">
              <a:xfrm>
                <a:off x="3125788" y="6448425"/>
                <a:ext cx="700088" cy="742950"/>
              </a:xfrm>
              <a:custGeom>
                <a:avLst/>
                <a:gdLst>
                  <a:gd name="T0" fmla="*/ 231 w 258"/>
                  <a:gd name="T1" fmla="*/ 70 h 274"/>
                  <a:gd name="T2" fmla="*/ 195 w 258"/>
                  <a:gd name="T3" fmla="*/ 230 h 274"/>
                  <a:gd name="T4" fmla="*/ 41 w 258"/>
                  <a:gd name="T5" fmla="*/ 202 h 274"/>
                  <a:gd name="T6" fmla="*/ 71 w 258"/>
                  <a:gd name="T7" fmla="*/ 34 h 274"/>
                  <a:gd name="T8" fmla="*/ 231 w 258"/>
                  <a:gd name="T9" fmla="*/ 70 h 274"/>
                </a:gdLst>
                <a:ahLst/>
                <a:cxnLst>
                  <a:cxn ang="0">
                    <a:pos x="T0" y="T1"/>
                  </a:cxn>
                  <a:cxn ang="0">
                    <a:pos x="T2" y="T3"/>
                  </a:cxn>
                  <a:cxn ang="0">
                    <a:pos x="T4" y="T5"/>
                  </a:cxn>
                  <a:cxn ang="0">
                    <a:pos x="T6" y="T7"/>
                  </a:cxn>
                  <a:cxn ang="0">
                    <a:pos x="T8" y="T9"/>
                  </a:cxn>
                </a:cxnLst>
                <a:rect l="0" t="0" r="r" b="b"/>
                <a:pathLst>
                  <a:path w="258" h="274">
                    <a:moveTo>
                      <a:pt x="231" y="70"/>
                    </a:moveTo>
                    <a:cubicBezTo>
                      <a:pt x="258" y="118"/>
                      <a:pt x="238" y="186"/>
                      <a:pt x="195" y="230"/>
                    </a:cubicBezTo>
                    <a:cubicBezTo>
                      <a:pt x="151" y="274"/>
                      <a:pt x="72" y="258"/>
                      <a:pt x="41" y="202"/>
                    </a:cubicBezTo>
                    <a:cubicBezTo>
                      <a:pt x="0" y="129"/>
                      <a:pt x="27" y="39"/>
                      <a:pt x="71" y="34"/>
                    </a:cubicBezTo>
                    <a:cubicBezTo>
                      <a:pt x="125" y="0"/>
                      <a:pt x="204" y="22"/>
                      <a:pt x="231" y="70"/>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63" name="Freeform 217"/>
              <p:cNvSpPr/>
              <p:nvPr/>
            </p:nvSpPr>
            <p:spPr bwMode="auto">
              <a:xfrm>
                <a:off x="3579813" y="6434138"/>
                <a:ext cx="265113" cy="581025"/>
              </a:xfrm>
              <a:custGeom>
                <a:avLst/>
                <a:gdLst>
                  <a:gd name="T0" fmla="*/ 85 w 98"/>
                  <a:gd name="T1" fmla="*/ 4 h 214"/>
                  <a:gd name="T2" fmla="*/ 96 w 98"/>
                  <a:gd name="T3" fmla="*/ 23 h 214"/>
                  <a:gd name="T4" fmla="*/ 59 w 98"/>
                  <a:gd name="T5" fmla="*/ 181 h 214"/>
                  <a:gd name="T6" fmla="*/ 24 w 98"/>
                  <a:gd name="T7" fmla="*/ 211 h 214"/>
                  <a:gd name="T8" fmla="*/ 4 w 98"/>
                  <a:gd name="T9" fmla="*/ 179 h 214"/>
                  <a:gd name="T10" fmla="*/ 37 w 98"/>
                  <a:gd name="T11" fmla="*/ 38 h 214"/>
                  <a:gd name="T12" fmla="*/ 85 w 98"/>
                  <a:gd name="T13" fmla="*/ 4 h 214"/>
                </a:gdLst>
                <a:ahLst/>
                <a:cxnLst>
                  <a:cxn ang="0">
                    <a:pos x="T0" y="T1"/>
                  </a:cxn>
                  <a:cxn ang="0">
                    <a:pos x="T2" y="T3"/>
                  </a:cxn>
                  <a:cxn ang="0">
                    <a:pos x="T4" y="T5"/>
                  </a:cxn>
                  <a:cxn ang="0">
                    <a:pos x="T6" y="T7"/>
                  </a:cxn>
                  <a:cxn ang="0">
                    <a:pos x="T8" y="T9"/>
                  </a:cxn>
                  <a:cxn ang="0">
                    <a:pos x="T10" y="T11"/>
                  </a:cxn>
                  <a:cxn ang="0">
                    <a:pos x="T12" y="T13"/>
                  </a:cxn>
                </a:cxnLst>
                <a:rect l="0" t="0" r="r" b="b"/>
                <a:pathLst>
                  <a:path w="98" h="214">
                    <a:moveTo>
                      <a:pt x="85" y="4"/>
                    </a:moveTo>
                    <a:cubicBezTo>
                      <a:pt x="93" y="6"/>
                      <a:pt x="98" y="15"/>
                      <a:pt x="96" y="23"/>
                    </a:cubicBezTo>
                    <a:cubicBezTo>
                      <a:pt x="59" y="181"/>
                      <a:pt x="59" y="181"/>
                      <a:pt x="59" y="181"/>
                    </a:cubicBezTo>
                    <a:cubicBezTo>
                      <a:pt x="55" y="196"/>
                      <a:pt x="38" y="214"/>
                      <a:pt x="24" y="211"/>
                    </a:cubicBezTo>
                    <a:cubicBezTo>
                      <a:pt x="10" y="208"/>
                      <a:pt x="0" y="193"/>
                      <a:pt x="4" y="179"/>
                    </a:cubicBezTo>
                    <a:cubicBezTo>
                      <a:pt x="37" y="38"/>
                      <a:pt x="37" y="38"/>
                      <a:pt x="37" y="38"/>
                    </a:cubicBezTo>
                    <a:cubicBezTo>
                      <a:pt x="43" y="15"/>
                      <a:pt x="67" y="0"/>
                      <a:pt x="85" y="4"/>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164" name="Freeform 218"/>
              <p:cNvSpPr/>
              <p:nvPr/>
            </p:nvSpPr>
            <p:spPr bwMode="auto">
              <a:xfrm>
                <a:off x="2473326" y="4857750"/>
                <a:ext cx="1868488" cy="1954213"/>
              </a:xfrm>
              <a:custGeom>
                <a:avLst/>
                <a:gdLst>
                  <a:gd name="T0" fmla="*/ 440 w 688"/>
                  <a:gd name="T1" fmla="*/ 687 h 719"/>
                  <a:gd name="T2" fmla="*/ 643 w 688"/>
                  <a:gd name="T3" fmla="*/ 525 h 719"/>
                  <a:gd name="T4" fmla="*/ 657 w 688"/>
                  <a:gd name="T5" fmla="*/ 396 h 719"/>
                  <a:gd name="T6" fmla="*/ 377 w 688"/>
                  <a:gd name="T7" fmla="*/ 46 h 719"/>
                  <a:gd name="T8" fmla="*/ 248 w 688"/>
                  <a:gd name="T9" fmla="*/ 32 h 719"/>
                  <a:gd name="T10" fmla="*/ 45 w 688"/>
                  <a:gd name="T11" fmla="*/ 194 h 719"/>
                  <a:gd name="T12" fmla="*/ 31 w 688"/>
                  <a:gd name="T13" fmla="*/ 323 h 719"/>
                  <a:gd name="T14" fmla="*/ 311 w 688"/>
                  <a:gd name="T15" fmla="*/ 673 h 719"/>
                  <a:gd name="T16" fmla="*/ 440 w 688"/>
                  <a:gd name="T17" fmla="*/ 687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8" h="719">
                    <a:moveTo>
                      <a:pt x="440" y="687"/>
                    </a:moveTo>
                    <a:cubicBezTo>
                      <a:pt x="643" y="525"/>
                      <a:pt x="643" y="525"/>
                      <a:pt x="643" y="525"/>
                    </a:cubicBezTo>
                    <a:cubicBezTo>
                      <a:pt x="682" y="493"/>
                      <a:pt x="688" y="435"/>
                      <a:pt x="657" y="396"/>
                    </a:cubicBezTo>
                    <a:cubicBezTo>
                      <a:pt x="377" y="46"/>
                      <a:pt x="377" y="46"/>
                      <a:pt x="377" y="46"/>
                    </a:cubicBezTo>
                    <a:cubicBezTo>
                      <a:pt x="345" y="7"/>
                      <a:pt x="287" y="0"/>
                      <a:pt x="248" y="32"/>
                    </a:cubicBezTo>
                    <a:cubicBezTo>
                      <a:pt x="45" y="194"/>
                      <a:pt x="45" y="194"/>
                      <a:pt x="45" y="194"/>
                    </a:cubicBezTo>
                    <a:cubicBezTo>
                      <a:pt x="6" y="226"/>
                      <a:pt x="0" y="284"/>
                      <a:pt x="31" y="323"/>
                    </a:cubicBezTo>
                    <a:cubicBezTo>
                      <a:pt x="311" y="673"/>
                      <a:pt x="311" y="673"/>
                      <a:pt x="311" y="673"/>
                    </a:cubicBezTo>
                    <a:cubicBezTo>
                      <a:pt x="343" y="712"/>
                      <a:pt x="401" y="719"/>
                      <a:pt x="440" y="687"/>
                    </a:cubicBezTo>
                    <a:close/>
                  </a:path>
                </a:pathLst>
              </a:custGeom>
              <a:solidFill>
                <a:srgbClr val="4D4D4D"/>
              </a:solidFill>
              <a:ln>
                <a:noFill/>
              </a:ln>
            </p:spPr>
            <p:txBody>
              <a:bodyPr vert="horz" wrap="square" lIns="91440" tIns="45720" rIns="91440" bIns="45720" numCol="1" anchor="t" anchorCtr="0" compatLnSpc="1"/>
              <a:lstStyle/>
              <a:p>
                <a:endParaRPr lang="en-US"/>
              </a:p>
            </p:txBody>
          </p:sp>
          <p:sp>
            <p:nvSpPr>
              <p:cNvPr id="165" name="Freeform 219"/>
              <p:cNvSpPr/>
              <p:nvPr/>
            </p:nvSpPr>
            <p:spPr bwMode="auto">
              <a:xfrm>
                <a:off x="3783013" y="6353175"/>
                <a:ext cx="236538" cy="195263"/>
              </a:xfrm>
              <a:custGeom>
                <a:avLst/>
                <a:gdLst>
                  <a:gd name="T0" fmla="*/ 8 w 87"/>
                  <a:gd name="T1" fmla="*/ 70 h 72"/>
                  <a:gd name="T2" fmla="*/ 84 w 87"/>
                  <a:gd name="T3" fmla="*/ 9 h 72"/>
                  <a:gd name="T4" fmla="*/ 85 w 87"/>
                  <a:gd name="T5" fmla="*/ 2 h 72"/>
                  <a:gd name="T6" fmla="*/ 78 w 87"/>
                  <a:gd name="T7" fmla="*/ 2 h 72"/>
                  <a:gd name="T8" fmla="*/ 2 w 87"/>
                  <a:gd name="T9" fmla="*/ 62 h 72"/>
                  <a:gd name="T10" fmla="*/ 2 w 87"/>
                  <a:gd name="T11" fmla="*/ 69 h 72"/>
                  <a:gd name="T12" fmla="*/ 8 w 87"/>
                  <a:gd name="T13" fmla="*/ 70 h 72"/>
                </a:gdLst>
                <a:ahLst/>
                <a:cxnLst>
                  <a:cxn ang="0">
                    <a:pos x="T0" y="T1"/>
                  </a:cxn>
                  <a:cxn ang="0">
                    <a:pos x="T2" y="T3"/>
                  </a:cxn>
                  <a:cxn ang="0">
                    <a:pos x="T4" y="T5"/>
                  </a:cxn>
                  <a:cxn ang="0">
                    <a:pos x="T6" y="T7"/>
                  </a:cxn>
                  <a:cxn ang="0">
                    <a:pos x="T8" y="T9"/>
                  </a:cxn>
                  <a:cxn ang="0">
                    <a:pos x="T10" y="T11"/>
                  </a:cxn>
                  <a:cxn ang="0">
                    <a:pos x="T12" y="T13"/>
                  </a:cxn>
                </a:cxnLst>
                <a:rect l="0" t="0" r="r" b="b"/>
                <a:pathLst>
                  <a:path w="87" h="72">
                    <a:moveTo>
                      <a:pt x="8" y="70"/>
                    </a:moveTo>
                    <a:cubicBezTo>
                      <a:pt x="84" y="9"/>
                      <a:pt x="84" y="9"/>
                      <a:pt x="84" y="9"/>
                    </a:cubicBezTo>
                    <a:cubicBezTo>
                      <a:pt x="86" y="7"/>
                      <a:pt x="87" y="4"/>
                      <a:pt x="85" y="2"/>
                    </a:cubicBezTo>
                    <a:cubicBezTo>
                      <a:pt x="83" y="0"/>
                      <a:pt x="80" y="0"/>
                      <a:pt x="78" y="2"/>
                    </a:cubicBezTo>
                    <a:cubicBezTo>
                      <a:pt x="2" y="62"/>
                      <a:pt x="2" y="62"/>
                      <a:pt x="2" y="62"/>
                    </a:cubicBezTo>
                    <a:cubicBezTo>
                      <a:pt x="0" y="64"/>
                      <a:pt x="0" y="67"/>
                      <a:pt x="2" y="69"/>
                    </a:cubicBezTo>
                    <a:cubicBezTo>
                      <a:pt x="3" y="71"/>
                      <a:pt x="6" y="72"/>
                      <a:pt x="8" y="70"/>
                    </a:cubicBezTo>
                    <a:close/>
                  </a:path>
                </a:pathLst>
              </a:custGeom>
              <a:solidFill>
                <a:srgbClr val="CCCCCC"/>
              </a:solidFill>
              <a:ln>
                <a:noFill/>
              </a:ln>
            </p:spPr>
            <p:txBody>
              <a:bodyPr vert="horz" wrap="square" lIns="91440" tIns="45720" rIns="91440" bIns="45720" numCol="1" anchor="t" anchorCtr="0" compatLnSpc="1"/>
              <a:lstStyle/>
              <a:p>
                <a:endParaRPr lang="en-US"/>
              </a:p>
            </p:txBody>
          </p:sp>
          <p:sp>
            <p:nvSpPr>
              <p:cNvPr id="166" name="Freeform 221"/>
              <p:cNvSpPr/>
              <p:nvPr/>
            </p:nvSpPr>
            <p:spPr bwMode="auto">
              <a:xfrm>
                <a:off x="2614613" y="5027613"/>
                <a:ext cx="1603375" cy="1636713"/>
              </a:xfrm>
              <a:custGeom>
                <a:avLst/>
                <a:gdLst>
                  <a:gd name="T0" fmla="*/ 508 w 1010"/>
                  <a:gd name="T1" fmla="*/ 0 h 1031"/>
                  <a:gd name="T2" fmla="*/ 1010 w 1010"/>
                  <a:gd name="T3" fmla="*/ 624 h 1031"/>
                  <a:gd name="T4" fmla="*/ 501 w 1010"/>
                  <a:gd name="T5" fmla="*/ 1031 h 1031"/>
                  <a:gd name="T6" fmla="*/ 0 w 1010"/>
                  <a:gd name="T7" fmla="*/ 405 h 1031"/>
                  <a:gd name="T8" fmla="*/ 508 w 1010"/>
                  <a:gd name="T9" fmla="*/ 0 h 1031"/>
                </a:gdLst>
                <a:ahLst/>
                <a:cxnLst>
                  <a:cxn ang="0">
                    <a:pos x="T0" y="T1"/>
                  </a:cxn>
                  <a:cxn ang="0">
                    <a:pos x="T2" y="T3"/>
                  </a:cxn>
                  <a:cxn ang="0">
                    <a:pos x="T4" y="T5"/>
                  </a:cxn>
                  <a:cxn ang="0">
                    <a:pos x="T6" y="T7"/>
                  </a:cxn>
                  <a:cxn ang="0">
                    <a:pos x="T8" y="T9"/>
                  </a:cxn>
                </a:cxnLst>
                <a:rect l="0" t="0" r="r" b="b"/>
                <a:pathLst>
                  <a:path w="1010" h="1031">
                    <a:moveTo>
                      <a:pt x="508" y="0"/>
                    </a:moveTo>
                    <a:lnTo>
                      <a:pt x="1010" y="624"/>
                    </a:lnTo>
                    <a:lnTo>
                      <a:pt x="501" y="1031"/>
                    </a:lnTo>
                    <a:lnTo>
                      <a:pt x="0" y="405"/>
                    </a:lnTo>
                    <a:lnTo>
                      <a:pt x="508"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67" name="Freeform 222"/>
              <p:cNvSpPr/>
              <p:nvPr/>
            </p:nvSpPr>
            <p:spPr bwMode="auto">
              <a:xfrm>
                <a:off x="3381376" y="5027613"/>
                <a:ext cx="836613" cy="1023938"/>
              </a:xfrm>
              <a:custGeom>
                <a:avLst/>
                <a:gdLst>
                  <a:gd name="T0" fmla="*/ 25 w 527"/>
                  <a:gd name="T1" fmla="*/ 0 h 645"/>
                  <a:gd name="T2" fmla="*/ 527 w 527"/>
                  <a:gd name="T3" fmla="*/ 624 h 645"/>
                  <a:gd name="T4" fmla="*/ 503 w 527"/>
                  <a:gd name="T5" fmla="*/ 645 h 645"/>
                  <a:gd name="T6" fmla="*/ 0 w 527"/>
                  <a:gd name="T7" fmla="*/ 18 h 645"/>
                  <a:gd name="T8" fmla="*/ 25 w 527"/>
                  <a:gd name="T9" fmla="*/ 0 h 645"/>
                </a:gdLst>
                <a:ahLst/>
                <a:cxnLst>
                  <a:cxn ang="0">
                    <a:pos x="T0" y="T1"/>
                  </a:cxn>
                  <a:cxn ang="0">
                    <a:pos x="T2" y="T3"/>
                  </a:cxn>
                  <a:cxn ang="0">
                    <a:pos x="T4" y="T5"/>
                  </a:cxn>
                  <a:cxn ang="0">
                    <a:pos x="T6" y="T7"/>
                  </a:cxn>
                  <a:cxn ang="0">
                    <a:pos x="T8" y="T9"/>
                  </a:cxn>
                </a:cxnLst>
                <a:rect l="0" t="0" r="r" b="b"/>
                <a:pathLst>
                  <a:path w="527" h="645">
                    <a:moveTo>
                      <a:pt x="25" y="0"/>
                    </a:moveTo>
                    <a:lnTo>
                      <a:pt x="527" y="624"/>
                    </a:lnTo>
                    <a:lnTo>
                      <a:pt x="503" y="645"/>
                    </a:lnTo>
                    <a:lnTo>
                      <a:pt x="0" y="18"/>
                    </a:lnTo>
                    <a:lnTo>
                      <a:pt x="25"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68" name="Freeform 223"/>
              <p:cNvSpPr/>
              <p:nvPr/>
            </p:nvSpPr>
            <p:spPr bwMode="auto">
              <a:xfrm>
                <a:off x="3511551" y="5341938"/>
                <a:ext cx="428625" cy="511175"/>
              </a:xfrm>
              <a:custGeom>
                <a:avLst/>
                <a:gdLst>
                  <a:gd name="T0" fmla="*/ 37 w 270"/>
                  <a:gd name="T1" fmla="*/ 0 h 322"/>
                  <a:gd name="T2" fmla="*/ 270 w 270"/>
                  <a:gd name="T3" fmla="*/ 291 h 322"/>
                  <a:gd name="T4" fmla="*/ 234 w 270"/>
                  <a:gd name="T5" fmla="*/ 322 h 322"/>
                  <a:gd name="T6" fmla="*/ 0 w 270"/>
                  <a:gd name="T7" fmla="*/ 31 h 322"/>
                  <a:gd name="T8" fmla="*/ 37 w 270"/>
                  <a:gd name="T9" fmla="*/ 0 h 322"/>
                </a:gdLst>
                <a:ahLst/>
                <a:cxnLst>
                  <a:cxn ang="0">
                    <a:pos x="T0" y="T1"/>
                  </a:cxn>
                  <a:cxn ang="0">
                    <a:pos x="T2" y="T3"/>
                  </a:cxn>
                  <a:cxn ang="0">
                    <a:pos x="T4" y="T5"/>
                  </a:cxn>
                  <a:cxn ang="0">
                    <a:pos x="T6" y="T7"/>
                  </a:cxn>
                  <a:cxn ang="0">
                    <a:pos x="T8" y="T9"/>
                  </a:cxn>
                </a:cxnLst>
                <a:rect l="0" t="0" r="r" b="b"/>
                <a:pathLst>
                  <a:path w="270" h="322">
                    <a:moveTo>
                      <a:pt x="37" y="0"/>
                    </a:moveTo>
                    <a:lnTo>
                      <a:pt x="270" y="291"/>
                    </a:lnTo>
                    <a:lnTo>
                      <a:pt x="234" y="322"/>
                    </a:lnTo>
                    <a:lnTo>
                      <a:pt x="0" y="31"/>
                    </a:lnTo>
                    <a:lnTo>
                      <a:pt x="37" y="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69" name="Freeform 224"/>
              <p:cNvSpPr/>
              <p:nvPr/>
            </p:nvSpPr>
            <p:spPr bwMode="auto">
              <a:xfrm>
                <a:off x="3065463" y="5178425"/>
                <a:ext cx="958850" cy="1128713"/>
              </a:xfrm>
              <a:custGeom>
                <a:avLst/>
                <a:gdLst>
                  <a:gd name="T0" fmla="*/ 103 w 604"/>
                  <a:gd name="T1" fmla="*/ 0 h 711"/>
                  <a:gd name="T2" fmla="*/ 604 w 604"/>
                  <a:gd name="T3" fmla="*/ 627 h 711"/>
                  <a:gd name="T4" fmla="*/ 502 w 604"/>
                  <a:gd name="T5" fmla="*/ 711 h 711"/>
                  <a:gd name="T6" fmla="*/ 0 w 604"/>
                  <a:gd name="T7" fmla="*/ 84 h 711"/>
                  <a:gd name="T8" fmla="*/ 103 w 604"/>
                  <a:gd name="T9" fmla="*/ 0 h 711"/>
                </a:gdLst>
                <a:ahLst/>
                <a:cxnLst>
                  <a:cxn ang="0">
                    <a:pos x="T0" y="T1"/>
                  </a:cxn>
                  <a:cxn ang="0">
                    <a:pos x="T2" y="T3"/>
                  </a:cxn>
                  <a:cxn ang="0">
                    <a:pos x="T4" y="T5"/>
                  </a:cxn>
                  <a:cxn ang="0">
                    <a:pos x="T6" y="T7"/>
                  </a:cxn>
                  <a:cxn ang="0">
                    <a:pos x="T8" y="T9"/>
                  </a:cxn>
                </a:cxnLst>
                <a:rect l="0" t="0" r="r" b="b"/>
                <a:pathLst>
                  <a:path w="604" h="711">
                    <a:moveTo>
                      <a:pt x="103" y="0"/>
                    </a:moveTo>
                    <a:lnTo>
                      <a:pt x="604" y="627"/>
                    </a:lnTo>
                    <a:lnTo>
                      <a:pt x="502" y="711"/>
                    </a:lnTo>
                    <a:lnTo>
                      <a:pt x="0" y="84"/>
                    </a:lnTo>
                    <a:lnTo>
                      <a:pt x="103"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70" name="Freeform 225"/>
              <p:cNvSpPr/>
              <p:nvPr/>
            </p:nvSpPr>
            <p:spPr bwMode="auto">
              <a:xfrm>
                <a:off x="3402013" y="5334000"/>
                <a:ext cx="515938" cy="633413"/>
              </a:xfrm>
              <a:custGeom>
                <a:avLst/>
                <a:gdLst>
                  <a:gd name="T0" fmla="*/ 0 w 325"/>
                  <a:gd name="T1" fmla="*/ 12 h 399"/>
                  <a:gd name="T2" fmla="*/ 310 w 325"/>
                  <a:gd name="T3" fmla="*/ 399 h 399"/>
                  <a:gd name="T4" fmla="*/ 325 w 325"/>
                  <a:gd name="T5" fmla="*/ 385 h 399"/>
                  <a:gd name="T6" fmla="*/ 17 w 325"/>
                  <a:gd name="T7" fmla="*/ 0 h 399"/>
                  <a:gd name="T8" fmla="*/ 0 w 325"/>
                  <a:gd name="T9" fmla="*/ 12 h 399"/>
                </a:gdLst>
                <a:ahLst/>
                <a:cxnLst>
                  <a:cxn ang="0">
                    <a:pos x="T0" y="T1"/>
                  </a:cxn>
                  <a:cxn ang="0">
                    <a:pos x="T2" y="T3"/>
                  </a:cxn>
                  <a:cxn ang="0">
                    <a:pos x="T4" y="T5"/>
                  </a:cxn>
                  <a:cxn ang="0">
                    <a:pos x="T6" y="T7"/>
                  </a:cxn>
                  <a:cxn ang="0">
                    <a:pos x="T8" y="T9"/>
                  </a:cxn>
                </a:cxnLst>
                <a:rect l="0" t="0" r="r" b="b"/>
                <a:pathLst>
                  <a:path w="325" h="399">
                    <a:moveTo>
                      <a:pt x="0" y="12"/>
                    </a:moveTo>
                    <a:lnTo>
                      <a:pt x="310" y="399"/>
                    </a:lnTo>
                    <a:lnTo>
                      <a:pt x="325" y="385"/>
                    </a:lnTo>
                    <a:lnTo>
                      <a:pt x="17" y="0"/>
                    </a:lnTo>
                    <a:lnTo>
                      <a:pt x="0" y="12"/>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71" name="Freeform 226"/>
              <p:cNvSpPr/>
              <p:nvPr/>
            </p:nvSpPr>
            <p:spPr bwMode="auto">
              <a:xfrm>
                <a:off x="2946401" y="5399088"/>
                <a:ext cx="333375" cy="355600"/>
              </a:xfrm>
              <a:custGeom>
                <a:avLst/>
                <a:gdLst>
                  <a:gd name="T0" fmla="*/ 0 w 210"/>
                  <a:gd name="T1" fmla="*/ 67 h 224"/>
                  <a:gd name="T2" fmla="*/ 126 w 210"/>
                  <a:gd name="T3" fmla="*/ 224 h 224"/>
                  <a:gd name="T4" fmla="*/ 210 w 210"/>
                  <a:gd name="T5" fmla="*/ 157 h 224"/>
                  <a:gd name="T6" fmla="*/ 84 w 210"/>
                  <a:gd name="T7" fmla="*/ 0 h 224"/>
                  <a:gd name="T8" fmla="*/ 0 w 210"/>
                  <a:gd name="T9" fmla="*/ 67 h 224"/>
                </a:gdLst>
                <a:ahLst/>
                <a:cxnLst>
                  <a:cxn ang="0">
                    <a:pos x="T0" y="T1"/>
                  </a:cxn>
                  <a:cxn ang="0">
                    <a:pos x="T2" y="T3"/>
                  </a:cxn>
                  <a:cxn ang="0">
                    <a:pos x="T4" y="T5"/>
                  </a:cxn>
                  <a:cxn ang="0">
                    <a:pos x="T6" y="T7"/>
                  </a:cxn>
                  <a:cxn ang="0">
                    <a:pos x="T8" y="T9"/>
                  </a:cxn>
                </a:cxnLst>
                <a:rect l="0" t="0" r="r" b="b"/>
                <a:pathLst>
                  <a:path w="210" h="224">
                    <a:moveTo>
                      <a:pt x="0" y="67"/>
                    </a:moveTo>
                    <a:lnTo>
                      <a:pt x="126" y="224"/>
                    </a:lnTo>
                    <a:lnTo>
                      <a:pt x="210" y="157"/>
                    </a:lnTo>
                    <a:lnTo>
                      <a:pt x="84" y="0"/>
                    </a:lnTo>
                    <a:lnTo>
                      <a:pt x="0" y="67"/>
                    </a:lnTo>
                    <a:close/>
                  </a:path>
                </a:pathLst>
              </a:custGeom>
              <a:solidFill>
                <a:srgbClr val="FF910B"/>
              </a:solidFill>
              <a:ln>
                <a:noFill/>
              </a:ln>
            </p:spPr>
            <p:txBody>
              <a:bodyPr vert="horz" wrap="square" lIns="91440" tIns="45720" rIns="91440" bIns="45720" numCol="1" anchor="t" anchorCtr="0" compatLnSpc="1"/>
              <a:lstStyle/>
              <a:p>
                <a:endParaRPr lang="en-US"/>
              </a:p>
            </p:txBody>
          </p:sp>
          <p:sp>
            <p:nvSpPr>
              <p:cNvPr id="172" name="Freeform 227"/>
              <p:cNvSpPr/>
              <p:nvPr/>
            </p:nvSpPr>
            <p:spPr bwMode="auto">
              <a:xfrm>
                <a:off x="3195638" y="5708650"/>
                <a:ext cx="334963" cy="355600"/>
              </a:xfrm>
              <a:custGeom>
                <a:avLst/>
                <a:gdLst>
                  <a:gd name="T0" fmla="*/ 0 w 211"/>
                  <a:gd name="T1" fmla="*/ 69 h 224"/>
                  <a:gd name="T2" fmla="*/ 127 w 211"/>
                  <a:gd name="T3" fmla="*/ 224 h 224"/>
                  <a:gd name="T4" fmla="*/ 211 w 211"/>
                  <a:gd name="T5" fmla="*/ 157 h 224"/>
                  <a:gd name="T6" fmla="*/ 84 w 211"/>
                  <a:gd name="T7" fmla="*/ 0 h 224"/>
                  <a:gd name="T8" fmla="*/ 0 w 211"/>
                  <a:gd name="T9" fmla="*/ 69 h 224"/>
                </a:gdLst>
                <a:ahLst/>
                <a:cxnLst>
                  <a:cxn ang="0">
                    <a:pos x="T0" y="T1"/>
                  </a:cxn>
                  <a:cxn ang="0">
                    <a:pos x="T2" y="T3"/>
                  </a:cxn>
                  <a:cxn ang="0">
                    <a:pos x="T4" y="T5"/>
                  </a:cxn>
                  <a:cxn ang="0">
                    <a:pos x="T6" y="T7"/>
                  </a:cxn>
                  <a:cxn ang="0">
                    <a:pos x="T8" y="T9"/>
                  </a:cxn>
                </a:cxnLst>
                <a:rect l="0" t="0" r="r" b="b"/>
                <a:pathLst>
                  <a:path w="211" h="224">
                    <a:moveTo>
                      <a:pt x="0" y="69"/>
                    </a:moveTo>
                    <a:lnTo>
                      <a:pt x="127" y="224"/>
                    </a:lnTo>
                    <a:lnTo>
                      <a:pt x="211" y="157"/>
                    </a:lnTo>
                    <a:lnTo>
                      <a:pt x="84" y="0"/>
                    </a:lnTo>
                    <a:lnTo>
                      <a:pt x="0" y="69"/>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73" name="Freeform 228"/>
              <p:cNvSpPr/>
              <p:nvPr/>
            </p:nvSpPr>
            <p:spPr bwMode="auto">
              <a:xfrm>
                <a:off x="3446463" y="6021388"/>
                <a:ext cx="333375" cy="355600"/>
              </a:xfrm>
              <a:custGeom>
                <a:avLst/>
                <a:gdLst>
                  <a:gd name="T0" fmla="*/ 0 w 210"/>
                  <a:gd name="T1" fmla="*/ 67 h 224"/>
                  <a:gd name="T2" fmla="*/ 126 w 210"/>
                  <a:gd name="T3" fmla="*/ 224 h 224"/>
                  <a:gd name="T4" fmla="*/ 210 w 210"/>
                  <a:gd name="T5" fmla="*/ 157 h 224"/>
                  <a:gd name="T6" fmla="*/ 84 w 210"/>
                  <a:gd name="T7" fmla="*/ 0 h 224"/>
                  <a:gd name="T8" fmla="*/ 0 w 210"/>
                  <a:gd name="T9" fmla="*/ 67 h 224"/>
                </a:gdLst>
                <a:ahLst/>
                <a:cxnLst>
                  <a:cxn ang="0">
                    <a:pos x="T0" y="T1"/>
                  </a:cxn>
                  <a:cxn ang="0">
                    <a:pos x="T2" y="T3"/>
                  </a:cxn>
                  <a:cxn ang="0">
                    <a:pos x="T4" y="T5"/>
                  </a:cxn>
                  <a:cxn ang="0">
                    <a:pos x="T6" y="T7"/>
                  </a:cxn>
                  <a:cxn ang="0">
                    <a:pos x="T8" y="T9"/>
                  </a:cxn>
                </a:cxnLst>
                <a:rect l="0" t="0" r="r" b="b"/>
                <a:pathLst>
                  <a:path w="210" h="224">
                    <a:moveTo>
                      <a:pt x="0" y="67"/>
                    </a:moveTo>
                    <a:lnTo>
                      <a:pt x="126" y="224"/>
                    </a:lnTo>
                    <a:lnTo>
                      <a:pt x="210" y="157"/>
                    </a:lnTo>
                    <a:lnTo>
                      <a:pt x="84" y="0"/>
                    </a:lnTo>
                    <a:lnTo>
                      <a:pt x="0" y="6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4" name="Freeform 229"/>
              <p:cNvSpPr/>
              <p:nvPr/>
            </p:nvSpPr>
            <p:spPr bwMode="auto">
              <a:xfrm>
                <a:off x="2614613" y="5613400"/>
                <a:ext cx="869950" cy="1050925"/>
              </a:xfrm>
              <a:custGeom>
                <a:avLst/>
                <a:gdLst>
                  <a:gd name="T0" fmla="*/ 46 w 548"/>
                  <a:gd name="T1" fmla="*/ 0 h 662"/>
                  <a:gd name="T2" fmla="*/ 548 w 548"/>
                  <a:gd name="T3" fmla="*/ 626 h 662"/>
                  <a:gd name="T4" fmla="*/ 501 w 548"/>
                  <a:gd name="T5" fmla="*/ 662 h 662"/>
                  <a:gd name="T6" fmla="*/ 0 w 548"/>
                  <a:gd name="T7" fmla="*/ 36 h 662"/>
                  <a:gd name="T8" fmla="*/ 46 w 548"/>
                  <a:gd name="T9" fmla="*/ 0 h 662"/>
                </a:gdLst>
                <a:ahLst/>
                <a:cxnLst>
                  <a:cxn ang="0">
                    <a:pos x="T0" y="T1"/>
                  </a:cxn>
                  <a:cxn ang="0">
                    <a:pos x="T2" y="T3"/>
                  </a:cxn>
                  <a:cxn ang="0">
                    <a:pos x="T4" y="T5"/>
                  </a:cxn>
                  <a:cxn ang="0">
                    <a:pos x="T6" y="T7"/>
                  </a:cxn>
                  <a:cxn ang="0">
                    <a:pos x="T8" y="T9"/>
                  </a:cxn>
                </a:cxnLst>
                <a:rect l="0" t="0" r="r" b="b"/>
                <a:pathLst>
                  <a:path w="548" h="662">
                    <a:moveTo>
                      <a:pt x="46" y="0"/>
                    </a:moveTo>
                    <a:lnTo>
                      <a:pt x="548" y="626"/>
                    </a:lnTo>
                    <a:lnTo>
                      <a:pt x="501" y="662"/>
                    </a:lnTo>
                    <a:lnTo>
                      <a:pt x="0" y="36"/>
                    </a:lnTo>
                    <a:lnTo>
                      <a:pt x="46"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75" name="Freeform 174"/>
              <p:cNvSpPr/>
              <p:nvPr/>
            </p:nvSpPr>
            <p:spPr bwMode="auto">
              <a:xfrm>
                <a:off x="2774951" y="5518149"/>
                <a:ext cx="852487" cy="962026"/>
              </a:xfrm>
              <a:custGeom>
                <a:avLst/>
                <a:gdLst>
                  <a:gd name="connsiteX0" fmla="*/ 523875 w 852487"/>
                  <a:gd name="connsiteY0" fmla="*/ 728663 h 962026"/>
                  <a:gd name="connsiteX1" fmla="*/ 652462 w 852487"/>
                  <a:gd name="connsiteY1" fmla="*/ 885826 h 962026"/>
                  <a:gd name="connsiteX2" fmla="*/ 627062 w 852487"/>
                  <a:gd name="connsiteY2" fmla="*/ 904876 h 962026"/>
                  <a:gd name="connsiteX3" fmla="*/ 500062 w 852487"/>
                  <a:gd name="connsiteY3" fmla="*/ 747713 h 962026"/>
                  <a:gd name="connsiteX4" fmla="*/ 568325 w 852487"/>
                  <a:gd name="connsiteY4" fmla="*/ 693738 h 962026"/>
                  <a:gd name="connsiteX5" fmla="*/ 768350 w 852487"/>
                  <a:gd name="connsiteY5" fmla="*/ 942976 h 962026"/>
                  <a:gd name="connsiteX6" fmla="*/ 744538 w 852487"/>
                  <a:gd name="connsiteY6" fmla="*/ 962026 h 962026"/>
                  <a:gd name="connsiteX7" fmla="*/ 542925 w 852487"/>
                  <a:gd name="connsiteY7" fmla="*/ 714375 h 962026"/>
                  <a:gd name="connsiteX8" fmla="*/ 611188 w 852487"/>
                  <a:gd name="connsiteY8" fmla="*/ 657225 h 962026"/>
                  <a:gd name="connsiteX9" fmla="*/ 812800 w 852487"/>
                  <a:gd name="connsiteY9" fmla="*/ 908050 h 962026"/>
                  <a:gd name="connsiteX10" fmla="*/ 785813 w 852487"/>
                  <a:gd name="connsiteY10" fmla="*/ 930275 h 962026"/>
                  <a:gd name="connsiteX11" fmla="*/ 587375 w 852487"/>
                  <a:gd name="connsiteY11" fmla="*/ 679450 h 962026"/>
                  <a:gd name="connsiteX12" fmla="*/ 654050 w 852487"/>
                  <a:gd name="connsiteY12" fmla="*/ 625475 h 962026"/>
                  <a:gd name="connsiteX13" fmla="*/ 852487 w 852487"/>
                  <a:gd name="connsiteY13" fmla="*/ 874713 h 962026"/>
                  <a:gd name="connsiteX14" fmla="*/ 828675 w 852487"/>
                  <a:gd name="connsiteY14" fmla="*/ 893763 h 962026"/>
                  <a:gd name="connsiteX15" fmla="*/ 630237 w 852487"/>
                  <a:gd name="connsiteY15" fmla="*/ 644525 h 962026"/>
                  <a:gd name="connsiteX16" fmla="*/ 274637 w 852487"/>
                  <a:gd name="connsiteY16" fmla="*/ 415925 h 962026"/>
                  <a:gd name="connsiteX17" fmla="*/ 401637 w 852487"/>
                  <a:gd name="connsiteY17" fmla="*/ 573088 h 962026"/>
                  <a:gd name="connsiteX18" fmla="*/ 377824 w 852487"/>
                  <a:gd name="connsiteY18" fmla="*/ 592138 h 962026"/>
                  <a:gd name="connsiteX19" fmla="*/ 249237 w 852487"/>
                  <a:gd name="connsiteY19" fmla="*/ 434975 h 962026"/>
                  <a:gd name="connsiteX20" fmla="*/ 317499 w 852487"/>
                  <a:gd name="connsiteY20" fmla="*/ 381000 h 962026"/>
                  <a:gd name="connsiteX21" fmla="*/ 519112 w 852487"/>
                  <a:gd name="connsiteY21" fmla="*/ 630238 h 962026"/>
                  <a:gd name="connsiteX22" fmla="*/ 493712 w 852487"/>
                  <a:gd name="connsiteY22" fmla="*/ 652463 h 962026"/>
                  <a:gd name="connsiteX23" fmla="*/ 293687 w 852487"/>
                  <a:gd name="connsiteY23" fmla="*/ 403225 h 962026"/>
                  <a:gd name="connsiteX24" fmla="*/ 361950 w 852487"/>
                  <a:gd name="connsiteY24" fmla="*/ 347663 h 962026"/>
                  <a:gd name="connsiteX25" fmla="*/ 561975 w 852487"/>
                  <a:gd name="connsiteY25" fmla="*/ 598488 h 962026"/>
                  <a:gd name="connsiteX26" fmla="*/ 534988 w 852487"/>
                  <a:gd name="connsiteY26" fmla="*/ 617538 h 962026"/>
                  <a:gd name="connsiteX27" fmla="*/ 336550 w 852487"/>
                  <a:gd name="connsiteY27" fmla="*/ 366713 h 962026"/>
                  <a:gd name="connsiteX28" fmla="*/ 404812 w 852487"/>
                  <a:gd name="connsiteY28" fmla="*/ 312738 h 962026"/>
                  <a:gd name="connsiteX29" fmla="*/ 603250 w 852487"/>
                  <a:gd name="connsiteY29" fmla="*/ 563563 h 962026"/>
                  <a:gd name="connsiteX30" fmla="*/ 579438 w 852487"/>
                  <a:gd name="connsiteY30" fmla="*/ 581026 h 962026"/>
                  <a:gd name="connsiteX31" fmla="*/ 381000 w 852487"/>
                  <a:gd name="connsiteY31" fmla="*/ 331788 h 962026"/>
                  <a:gd name="connsiteX32" fmla="*/ 23812 w 852487"/>
                  <a:gd name="connsiteY32" fmla="*/ 103188 h 962026"/>
                  <a:gd name="connsiteX33" fmla="*/ 152400 w 852487"/>
                  <a:gd name="connsiteY33" fmla="*/ 261938 h 962026"/>
                  <a:gd name="connsiteX34" fmla="*/ 127000 w 852487"/>
                  <a:gd name="connsiteY34" fmla="*/ 282576 h 962026"/>
                  <a:gd name="connsiteX35" fmla="*/ 0 w 852487"/>
                  <a:gd name="connsiteY35" fmla="*/ 122238 h 962026"/>
                  <a:gd name="connsiteX36" fmla="*/ 68262 w 852487"/>
                  <a:gd name="connsiteY36" fmla="*/ 68263 h 962026"/>
                  <a:gd name="connsiteX37" fmla="*/ 268287 w 852487"/>
                  <a:gd name="connsiteY37" fmla="*/ 317501 h 962026"/>
                  <a:gd name="connsiteX38" fmla="*/ 244474 w 852487"/>
                  <a:gd name="connsiteY38" fmla="*/ 339726 h 962026"/>
                  <a:gd name="connsiteX39" fmla="*/ 42862 w 852487"/>
                  <a:gd name="connsiteY39" fmla="*/ 90488 h 962026"/>
                  <a:gd name="connsiteX40" fmla="*/ 111124 w 852487"/>
                  <a:gd name="connsiteY40" fmla="*/ 36513 h 962026"/>
                  <a:gd name="connsiteX41" fmla="*/ 312737 w 852487"/>
                  <a:gd name="connsiteY41" fmla="*/ 285751 h 962026"/>
                  <a:gd name="connsiteX42" fmla="*/ 285749 w 852487"/>
                  <a:gd name="connsiteY42" fmla="*/ 304801 h 962026"/>
                  <a:gd name="connsiteX43" fmla="*/ 87312 w 852487"/>
                  <a:gd name="connsiteY43" fmla="*/ 53975 h 962026"/>
                  <a:gd name="connsiteX44" fmla="*/ 155575 w 852487"/>
                  <a:gd name="connsiteY44" fmla="*/ 0 h 962026"/>
                  <a:gd name="connsiteX45" fmla="*/ 354013 w 852487"/>
                  <a:gd name="connsiteY45" fmla="*/ 250825 h 962026"/>
                  <a:gd name="connsiteX46" fmla="*/ 328613 w 852487"/>
                  <a:gd name="connsiteY46" fmla="*/ 269875 h 962026"/>
                  <a:gd name="connsiteX47" fmla="*/ 130175 w 852487"/>
                  <a:gd name="connsiteY47" fmla="*/ 22225 h 962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52487" h="962026">
                    <a:moveTo>
                      <a:pt x="523875" y="728663"/>
                    </a:moveTo>
                    <a:lnTo>
                      <a:pt x="652462" y="885826"/>
                    </a:lnTo>
                    <a:lnTo>
                      <a:pt x="627062" y="904876"/>
                    </a:lnTo>
                    <a:lnTo>
                      <a:pt x="500062" y="747713"/>
                    </a:lnTo>
                    <a:close/>
                    <a:moveTo>
                      <a:pt x="568325" y="693738"/>
                    </a:moveTo>
                    <a:lnTo>
                      <a:pt x="768350" y="942976"/>
                    </a:lnTo>
                    <a:lnTo>
                      <a:pt x="744538" y="962026"/>
                    </a:lnTo>
                    <a:lnTo>
                      <a:pt x="542925" y="714375"/>
                    </a:lnTo>
                    <a:close/>
                    <a:moveTo>
                      <a:pt x="611188" y="657225"/>
                    </a:moveTo>
                    <a:lnTo>
                      <a:pt x="812800" y="908050"/>
                    </a:lnTo>
                    <a:lnTo>
                      <a:pt x="785813" y="930275"/>
                    </a:lnTo>
                    <a:lnTo>
                      <a:pt x="587375" y="679450"/>
                    </a:lnTo>
                    <a:close/>
                    <a:moveTo>
                      <a:pt x="654050" y="625475"/>
                    </a:moveTo>
                    <a:lnTo>
                      <a:pt x="852487" y="874713"/>
                    </a:lnTo>
                    <a:lnTo>
                      <a:pt x="828675" y="893763"/>
                    </a:lnTo>
                    <a:lnTo>
                      <a:pt x="630237" y="644525"/>
                    </a:lnTo>
                    <a:close/>
                    <a:moveTo>
                      <a:pt x="274637" y="415925"/>
                    </a:moveTo>
                    <a:lnTo>
                      <a:pt x="401637" y="573088"/>
                    </a:lnTo>
                    <a:lnTo>
                      <a:pt x="377824" y="592138"/>
                    </a:lnTo>
                    <a:lnTo>
                      <a:pt x="249237" y="434975"/>
                    </a:lnTo>
                    <a:close/>
                    <a:moveTo>
                      <a:pt x="317499" y="381000"/>
                    </a:moveTo>
                    <a:lnTo>
                      <a:pt x="519112" y="630238"/>
                    </a:lnTo>
                    <a:lnTo>
                      <a:pt x="493712" y="652463"/>
                    </a:lnTo>
                    <a:lnTo>
                      <a:pt x="293687" y="403225"/>
                    </a:lnTo>
                    <a:close/>
                    <a:moveTo>
                      <a:pt x="361950" y="347663"/>
                    </a:moveTo>
                    <a:lnTo>
                      <a:pt x="561975" y="598488"/>
                    </a:lnTo>
                    <a:lnTo>
                      <a:pt x="534988" y="617538"/>
                    </a:lnTo>
                    <a:lnTo>
                      <a:pt x="336550" y="366713"/>
                    </a:lnTo>
                    <a:close/>
                    <a:moveTo>
                      <a:pt x="404812" y="312738"/>
                    </a:moveTo>
                    <a:lnTo>
                      <a:pt x="603250" y="563563"/>
                    </a:lnTo>
                    <a:lnTo>
                      <a:pt x="579438" y="581026"/>
                    </a:lnTo>
                    <a:lnTo>
                      <a:pt x="381000" y="331788"/>
                    </a:lnTo>
                    <a:close/>
                    <a:moveTo>
                      <a:pt x="23812" y="103188"/>
                    </a:moveTo>
                    <a:lnTo>
                      <a:pt x="152400" y="261938"/>
                    </a:lnTo>
                    <a:lnTo>
                      <a:pt x="127000" y="282576"/>
                    </a:lnTo>
                    <a:lnTo>
                      <a:pt x="0" y="122238"/>
                    </a:lnTo>
                    <a:close/>
                    <a:moveTo>
                      <a:pt x="68262" y="68263"/>
                    </a:moveTo>
                    <a:lnTo>
                      <a:pt x="268287" y="317501"/>
                    </a:lnTo>
                    <a:lnTo>
                      <a:pt x="244474" y="339726"/>
                    </a:lnTo>
                    <a:lnTo>
                      <a:pt x="42862" y="90488"/>
                    </a:lnTo>
                    <a:close/>
                    <a:moveTo>
                      <a:pt x="111124" y="36513"/>
                    </a:moveTo>
                    <a:lnTo>
                      <a:pt x="312737" y="285751"/>
                    </a:lnTo>
                    <a:lnTo>
                      <a:pt x="285749" y="304801"/>
                    </a:lnTo>
                    <a:lnTo>
                      <a:pt x="87312" y="53975"/>
                    </a:lnTo>
                    <a:close/>
                    <a:moveTo>
                      <a:pt x="155575" y="0"/>
                    </a:moveTo>
                    <a:lnTo>
                      <a:pt x="354013" y="250825"/>
                    </a:lnTo>
                    <a:lnTo>
                      <a:pt x="328613" y="269875"/>
                    </a:lnTo>
                    <a:lnTo>
                      <a:pt x="130175" y="22225"/>
                    </a:ln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sp>
            <p:nvSpPr>
              <p:cNvPr id="176" name="Freeform 242"/>
              <p:cNvSpPr/>
              <p:nvPr/>
            </p:nvSpPr>
            <p:spPr bwMode="auto">
              <a:xfrm>
                <a:off x="2908301" y="5165725"/>
                <a:ext cx="92075" cy="95250"/>
              </a:xfrm>
              <a:custGeom>
                <a:avLst/>
                <a:gdLst>
                  <a:gd name="T0" fmla="*/ 29 w 34"/>
                  <a:gd name="T1" fmla="*/ 27 h 35"/>
                  <a:gd name="T2" fmla="*/ 27 w 34"/>
                  <a:gd name="T3" fmla="*/ 6 h 35"/>
                  <a:gd name="T4" fmla="*/ 6 w 34"/>
                  <a:gd name="T5" fmla="*/ 8 h 35"/>
                  <a:gd name="T6" fmla="*/ 7 w 34"/>
                  <a:gd name="T7" fmla="*/ 29 h 35"/>
                  <a:gd name="T8" fmla="*/ 29 w 34"/>
                  <a:gd name="T9" fmla="*/ 27 h 35"/>
                </a:gdLst>
                <a:ahLst/>
                <a:cxnLst>
                  <a:cxn ang="0">
                    <a:pos x="T0" y="T1"/>
                  </a:cxn>
                  <a:cxn ang="0">
                    <a:pos x="T2" y="T3"/>
                  </a:cxn>
                  <a:cxn ang="0">
                    <a:pos x="T4" y="T5"/>
                  </a:cxn>
                  <a:cxn ang="0">
                    <a:pos x="T6" y="T7"/>
                  </a:cxn>
                  <a:cxn ang="0">
                    <a:pos x="T8" y="T9"/>
                  </a:cxn>
                </a:cxnLst>
                <a:rect l="0" t="0" r="r" b="b"/>
                <a:pathLst>
                  <a:path w="34" h="35">
                    <a:moveTo>
                      <a:pt x="29" y="27"/>
                    </a:moveTo>
                    <a:cubicBezTo>
                      <a:pt x="34" y="21"/>
                      <a:pt x="34" y="11"/>
                      <a:pt x="27" y="6"/>
                    </a:cubicBezTo>
                    <a:cubicBezTo>
                      <a:pt x="21" y="0"/>
                      <a:pt x="11" y="1"/>
                      <a:pt x="6" y="8"/>
                    </a:cubicBezTo>
                    <a:cubicBezTo>
                      <a:pt x="0" y="14"/>
                      <a:pt x="1" y="24"/>
                      <a:pt x="7" y="29"/>
                    </a:cubicBezTo>
                    <a:cubicBezTo>
                      <a:pt x="14" y="35"/>
                      <a:pt x="24" y="34"/>
                      <a:pt x="29" y="27"/>
                    </a:cubicBezTo>
                    <a:close/>
                  </a:path>
                </a:pathLst>
              </a:custGeom>
              <a:solidFill>
                <a:srgbClr val="CCCCCC"/>
              </a:solidFill>
              <a:ln>
                <a:noFill/>
              </a:ln>
            </p:spPr>
            <p:txBody>
              <a:bodyPr vert="horz" wrap="square" lIns="91440" tIns="45720" rIns="91440" bIns="45720" numCol="1" anchor="t" anchorCtr="0" compatLnSpc="1"/>
              <a:lstStyle/>
              <a:p>
                <a:endParaRPr lang="en-US"/>
              </a:p>
            </p:txBody>
          </p:sp>
          <p:sp>
            <p:nvSpPr>
              <p:cNvPr id="177" name="Freeform 243"/>
              <p:cNvSpPr/>
              <p:nvPr/>
            </p:nvSpPr>
            <p:spPr bwMode="auto">
              <a:xfrm>
                <a:off x="3119438" y="6880225"/>
                <a:ext cx="508000" cy="661988"/>
              </a:xfrm>
              <a:custGeom>
                <a:avLst/>
                <a:gdLst>
                  <a:gd name="T0" fmla="*/ 320 w 320"/>
                  <a:gd name="T1" fmla="*/ 30 h 417"/>
                  <a:gd name="T2" fmla="*/ 242 w 320"/>
                  <a:gd name="T3" fmla="*/ 357 h 417"/>
                  <a:gd name="T4" fmla="*/ 166 w 320"/>
                  <a:gd name="T5" fmla="*/ 417 h 417"/>
                  <a:gd name="T6" fmla="*/ 0 w 320"/>
                  <a:gd name="T7" fmla="*/ 378 h 417"/>
                  <a:gd name="T8" fmla="*/ 91 w 320"/>
                  <a:gd name="T9" fmla="*/ 0 h 417"/>
                  <a:gd name="T10" fmla="*/ 320 w 320"/>
                  <a:gd name="T11" fmla="*/ 30 h 417"/>
                </a:gdLst>
                <a:ahLst/>
                <a:cxnLst>
                  <a:cxn ang="0">
                    <a:pos x="T0" y="T1"/>
                  </a:cxn>
                  <a:cxn ang="0">
                    <a:pos x="T2" y="T3"/>
                  </a:cxn>
                  <a:cxn ang="0">
                    <a:pos x="T4" y="T5"/>
                  </a:cxn>
                  <a:cxn ang="0">
                    <a:pos x="T6" y="T7"/>
                  </a:cxn>
                  <a:cxn ang="0">
                    <a:pos x="T8" y="T9"/>
                  </a:cxn>
                  <a:cxn ang="0">
                    <a:pos x="T10" y="T11"/>
                  </a:cxn>
                </a:cxnLst>
                <a:rect l="0" t="0" r="r" b="b"/>
                <a:pathLst>
                  <a:path w="320" h="417">
                    <a:moveTo>
                      <a:pt x="320" y="30"/>
                    </a:moveTo>
                    <a:lnTo>
                      <a:pt x="242" y="357"/>
                    </a:lnTo>
                    <a:lnTo>
                      <a:pt x="166" y="417"/>
                    </a:lnTo>
                    <a:lnTo>
                      <a:pt x="0" y="378"/>
                    </a:lnTo>
                    <a:lnTo>
                      <a:pt x="91" y="0"/>
                    </a:lnTo>
                    <a:lnTo>
                      <a:pt x="320" y="30"/>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78" name="Freeform 244"/>
              <p:cNvSpPr/>
              <p:nvPr/>
            </p:nvSpPr>
            <p:spPr bwMode="auto">
              <a:xfrm>
                <a:off x="2905126" y="7265988"/>
                <a:ext cx="663575" cy="987425"/>
              </a:xfrm>
              <a:custGeom>
                <a:avLst/>
                <a:gdLst>
                  <a:gd name="T0" fmla="*/ 418 w 418"/>
                  <a:gd name="T1" fmla="*/ 66 h 622"/>
                  <a:gd name="T2" fmla="*/ 279 w 418"/>
                  <a:gd name="T3" fmla="*/ 622 h 622"/>
                  <a:gd name="T4" fmla="*/ 0 w 418"/>
                  <a:gd name="T5" fmla="*/ 561 h 622"/>
                  <a:gd name="T6" fmla="*/ 139 w 418"/>
                  <a:gd name="T7" fmla="*/ 0 h 622"/>
                  <a:gd name="T8" fmla="*/ 418 w 418"/>
                  <a:gd name="T9" fmla="*/ 66 h 622"/>
                </a:gdLst>
                <a:ahLst/>
                <a:cxnLst>
                  <a:cxn ang="0">
                    <a:pos x="T0" y="T1"/>
                  </a:cxn>
                  <a:cxn ang="0">
                    <a:pos x="T2" y="T3"/>
                  </a:cxn>
                  <a:cxn ang="0">
                    <a:pos x="T4" y="T5"/>
                  </a:cxn>
                  <a:cxn ang="0">
                    <a:pos x="T6" y="T7"/>
                  </a:cxn>
                  <a:cxn ang="0">
                    <a:pos x="T8" y="T9"/>
                  </a:cxn>
                </a:cxnLst>
                <a:rect l="0" t="0" r="r" b="b"/>
                <a:pathLst>
                  <a:path w="418" h="622">
                    <a:moveTo>
                      <a:pt x="418" y="66"/>
                    </a:moveTo>
                    <a:lnTo>
                      <a:pt x="279" y="622"/>
                    </a:lnTo>
                    <a:lnTo>
                      <a:pt x="0" y="561"/>
                    </a:lnTo>
                    <a:lnTo>
                      <a:pt x="139" y="0"/>
                    </a:lnTo>
                    <a:lnTo>
                      <a:pt x="418" y="66"/>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79" name="Freeform 245"/>
              <p:cNvSpPr/>
              <p:nvPr/>
            </p:nvSpPr>
            <p:spPr bwMode="auto">
              <a:xfrm>
                <a:off x="3340101" y="6781800"/>
                <a:ext cx="331788" cy="282575"/>
              </a:xfrm>
              <a:custGeom>
                <a:avLst/>
                <a:gdLst>
                  <a:gd name="T0" fmla="*/ 116 w 122"/>
                  <a:gd name="T1" fmla="*/ 43 h 104"/>
                  <a:gd name="T2" fmla="*/ 73 w 122"/>
                  <a:gd name="T3" fmla="*/ 99 h 104"/>
                  <a:gd name="T4" fmla="*/ 6 w 122"/>
                  <a:gd name="T5" fmla="*/ 61 h 104"/>
                  <a:gd name="T6" fmla="*/ 49 w 122"/>
                  <a:gd name="T7" fmla="*/ 5 h 104"/>
                  <a:gd name="T8" fmla="*/ 116 w 122"/>
                  <a:gd name="T9" fmla="*/ 43 h 104"/>
                </a:gdLst>
                <a:ahLst/>
                <a:cxnLst>
                  <a:cxn ang="0">
                    <a:pos x="T0" y="T1"/>
                  </a:cxn>
                  <a:cxn ang="0">
                    <a:pos x="T2" y="T3"/>
                  </a:cxn>
                  <a:cxn ang="0">
                    <a:pos x="T4" y="T5"/>
                  </a:cxn>
                  <a:cxn ang="0">
                    <a:pos x="T6" y="T7"/>
                  </a:cxn>
                  <a:cxn ang="0">
                    <a:pos x="T8" y="T9"/>
                  </a:cxn>
                </a:cxnLst>
                <a:rect l="0" t="0" r="r" b="b"/>
                <a:pathLst>
                  <a:path w="122" h="104">
                    <a:moveTo>
                      <a:pt x="116" y="43"/>
                    </a:moveTo>
                    <a:cubicBezTo>
                      <a:pt x="122" y="68"/>
                      <a:pt x="103" y="94"/>
                      <a:pt x="73" y="99"/>
                    </a:cubicBezTo>
                    <a:cubicBezTo>
                      <a:pt x="43" y="104"/>
                      <a:pt x="13" y="87"/>
                      <a:pt x="6" y="61"/>
                    </a:cubicBezTo>
                    <a:cubicBezTo>
                      <a:pt x="0" y="35"/>
                      <a:pt x="19" y="10"/>
                      <a:pt x="49" y="5"/>
                    </a:cubicBezTo>
                    <a:cubicBezTo>
                      <a:pt x="79" y="0"/>
                      <a:pt x="109" y="17"/>
                      <a:pt x="116" y="43"/>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180" name="Freeform 246"/>
              <p:cNvSpPr/>
              <p:nvPr/>
            </p:nvSpPr>
            <p:spPr bwMode="auto">
              <a:xfrm>
                <a:off x="3592513" y="6450013"/>
                <a:ext cx="328613" cy="636588"/>
              </a:xfrm>
              <a:custGeom>
                <a:avLst/>
                <a:gdLst>
                  <a:gd name="T0" fmla="*/ 121 w 121"/>
                  <a:gd name="T1" fmla="*/ 11 h 234"/>
                  <a:gd name="T2" fmla="*/ 61 w 121"/>
                  <a:gd name="T3" fmla="*/ 176 h 234"/>
                  <a:gd name="T4" fmla="*/ 13 w 121"/>
                  <a:gd name="T5" fmla="*/ 229 h 234"/>
                  <a:gd name="T6" fmla="*/ 6 w 121"/>
                  <a:gd name="T7" fmla="*/ 167 h 234"/>
                  <a:gd name="T8" fmla="*/ 54 w 121"/>
                  <a:gd name="T9" fmla="*/ 37 h 234"/>
                  <a:gd name="T10" fmla="*/ 121 w 121"/>
                  <a:gd name="T11" fmla="*/ 11 h 234"/>
                </a:gdLst>
                <a:ahLst/>
                <a:cxnLst>
                  <a:cxn ang="0">
                    <a:pos x="T0" y="T1"/>
                  </a:cxn>
                  <a:cxn ang="0">
                    <a:pos x="T2" y="T3"/>
                  </a:cxn>
                  <a:cxn ang="0">
                    <a:pos x="T4" y="T5"/>
                  </a:cxn>
                  <a:cxn ang="0">
                    <a:pos x="T6" y="T7"/>
                  </a:cxn>
                  <a:cxn ang="0">
                    <a:pos x="T8" y="T9"/>
                  </a:cxn>
                  <a:cxn ang="0">
                    <a:pos x="T10" y="T11"/>
                  </a:cxn>
                </a:cxnLst>
                <a:rect l="0" t="0" r="r" b="b"/>
                <a:pathLst>
                  <a:path w="121" h="234">
                    <a:moveTo>
                      <a:pt x="121" y="11"/>
                    </a:moveTo>
                    <a:cubicBezTo>
                      <a:pt x="61" y="176"/>
                      <a:pt x="61" y="176"/>
                      <a:pt x="61" y="176"/>
                    </a:cubicBezTo>
                    <a:cubicBezTo>
                      <a:pt x="56" y="190"/>
                      <a:pt x="27" y="234"/>
                      <a:pt x="13" y="229"/>
                    </a:cubicBezTo>
                    <a:cubicBezTo>
                      <a:pt x="0" y="224"/>
                      <a:pt x="1" y="181"/>
                      <a:pt x="6" y="167"/>
                    </a:cubicBezTo>
                    <a:cubicBezTo>
                      <a:pt x="54" y="37"/>
                      <a:pt x="54" y="37"/>
                      <a:pt x="54" y="37"/>
                    </a:cubicBezTo>
                    <a:cubicBezTo>
                      <a:pt x="68" y="0"/>
                      <a:pt x="111" y="6"/>
                      <a:pt x="121" y="11"/>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81" name="Freeform 247"/>
              <p:cNvSpPr/>
              <p:nvPr/>
            </p:nvSpPr>
            <p:spPr bwMode="auto">
              <a:xfrm>
                <a:off x="3343276" y="6804025"/>
                <a:ext cx="358775" cy="282575"/>
              </a:xfrm>
              <a:custGeom>
                <a:avLst/>
                <a:gdLst>
                  <a:gd name="T0" fmla="*/ 127 w 132"/>
                  <a:gd name="T1" fmla="*/ 43 h 104"/>
                  <a:gd name="T2" fmla="*/ 76 w 132"/>
                  <a:gd name="T3" fmla="*/ 99 h 104"/>
                  <a:gd name="T4" fmla="*/ 6 w 132"/>
                  <a:gd name="T5" fmla="*/ 61 h 104"/>
                  <a:gd name="T6" fmla="*/ 56 w 132"/>
                  <a:gd name="T7" fmla="*/ 5 h 104"/>
                  <a:gd name="T8" fmla="*/ 127 w 132"/>
                  <a:gd name="T9" fmla="*/ 43 h 104"/>
                </a:gdLst>
                <a:ahLst/>
                <a:cxnLst>
                  <a:cxn ang="0">
                    <a:pos x="T0" y="T1"/>
                  </a:cxn>
                  <a:cxn ang="0">
                    <a:pos x="T2" y="T3"/>
                  </a:cxn>
                  <a:cxn ang="0">
                    <a:pos x="T4" y="T5"/>
                  </a:cxn>
                  <a:cxn ang="0">
                    <a:pos x="T6" y="T7"/>
                  </a:cxn>
                  <a:cxn ang="0">
                    <a:pos x="T8" y="T9"/>
                  </a:cxn>
                </a:cxnLst>
                <a:rect l="0" t="0" r="r" b="b"/>
                <a:pathLst>
                  <a:path w="132" h="104">
                    <a:moveTo>
                      <a:pt x="127" y="43"/>
                    </a:moveTo>
                    <a:cubicBezTo>
                      <a:pt x="132" y="69"/>
                      <a:pt x="110" y="94"/>
                      <a:pt x="76" y="99"/>
                    </a:cubicBezTo>
                    <a:cubicBezTo>
                      <a:pt x="43" y="104"/>
                      <a:pt x="11" y="87"/>
                      <a:pt x="6" y="61"/>
                    </a:cubicBezTo>
                    <a:cubicBezTo>
                      <a:pt x="0" y="35"/>
                      <a:pt x="23" y="10"/>
                      <a:pt x="56" y="5"/>
                    </a:cubicBezTo>
                    <a:cubicBezTo>
                      <a:pt x="90" y="0"/>
                      <a:pt x="121" y="17"/>
                      <a:pt x="127" y="43"/>
                    </a:cubicBezTo>
                    <a:close/>
                  </a:path>
                </a:pathLst>
              </a:custGeom>
              <a:solidFill>
                <a:srgbClr val="FED4A4"/>
              </a:solidFill>
              <a:ln>
                <a:noFill/>
              </a:ln>
            </p:spPr>
            <p:txBody>
              <a:bodyPr vert="horz" wrap="square" lIns="91440" tIns="45720" rIns="91440" bIns="45720" numCol="1" anchor="t" anchorCtr="0" compatLnSpc="1"/>
              <a:lstStyle/>
              <a:p>
                <a:endParaRPr lang="en-US"/>
              </a:p>
            </p:txBody>
          </p:sp>
          <p:grpSp>
            <p:nvGrpSpPr>
              <p:cNvPr id="182" name="Group 181"/>
              <p:cNvGrpSpPr/>
              <p:nvPr/>
            </p:nvGrpSpPr>
            <p:grpSpPr>
              <a:xfrm>
                <a:off x="1093788" y="5318125"/>
                <a:ext cx="2243138" cy="803276"/>
                <a:chOff x="1093788" y="5318125"/>
                <a:chExt cx="2243138" cy="803276"/>
              </a:xfrm>
            </p:grpSpPr>
            <p:sp>
              <p:nvSpPr>
                <p:cNvPr id="183" name="Freeform 248"/>
                <p:cNvSpPr/>
                <p:nvPr/>
              </p:nvSpPr>
              <p:spPr bwMode="auto">
                <a:xfrm>
                  <a:off x="1636713" y="5461000"/>
                  <a:ext cx="774700" cy="465138"/>
                </a:xfrm>
                <a:custGeom>
                  <a:avLst/>
                  <a:gdLst>
                    <a:gd name="T0" fmla="*/ 488 w 488"/>
                    <a:gd name="T1" fmla="*/ 218 h 293"/>
                    <a:gd name="T2" fmla="*/ 176 w 488"/>
                    <a:gd name="T3" fmla="*/ 293 h 293"/>
                    <a:gd name="T4" fmla="*/ 104 w 488"/>
                    <a:gd name="T5" fmla="*/ 248 h 293"/>
                    <a:gd name="T6" fmla="*/ 0 w 488"/>
                    <a:gd name="T7" fmla="*/ 117 h 293"/>
                    <a:gd name="T8" fmla="*/ 17 w 488"/>
                    <a:gd name="T9" fmla="*/ 93 h 293"/>
                    <a:gd name="T10" fmla="*/ 407 w 488"/>
                    <a:gd name="T11" fmla="*/ 0 h 293"/>
                    <a:gd name="T12" fmla="*/ 488 w 488"/>
                    <a:gd name="T13" fmla="*/ 218 h 293"/>
                  </a:gdLst>
                  <a:ahLst/>
                  <a:cxnLst>
                    <a:cxn ang="0">
                      <a:pos x="T0" y="T1"/>
                    </a:cxn>
                    <a:cxn ang="0">
                      <a:pos x="T2" y="T3"/>
                    </a:cxn>
                    <a:cxn ang="0">
                      <a:pos x="T4" y="T5"/>
                    </a:cxn>
                    <a:cxn ang="0">
                      <a:pos x="T6" y="T7"/>
                    </a:cxn>
                    <a:cxn ang="0">
                      <a:pos x="T8" y="T9"/>
                    </a:cxn>
                    <a:cxn ang="0">
                      <a:pos x="T10" y="T11"/>
                    </a:cxn>
                    <a:cxn ang="0">
                      <a:pos x="T12" y="T13"/>
                    </a:cxn>
                  </a:cxnLst>
                  <a:rect l="0" t="0" r="r" b="b"/>
                  <a:pathLst>
                    <a:path w="488" h="293">
                      <a:moveTo>
                        <a:pt x="488" y="218"/>
                      </a:moveTo>
                      <a:lnTo>
                        <a:pt x="176" y="293"/>
                      </a:lnTo>
                      <a:lnTo>
                        <a:pt x="104" y="248"/>
                      </a:lnTo>
                      <a:lnTo>
                        <a:pt x="0" y="117"/>
                      </a:lnTo>
                      <a:lnTo>
                        <a:pt x="17" y="93"/>
                      </a:lnTo>
                      <a:lnTo>
                        <a:pt x="407" y="0"/>
                      </a:lnTo>
                      <a:lnTo>
                        <a:pt x="488" y="218"/>
                      </a:lnTo>
                      <a:close/>
                    </a:path>
                  </a:pathLst>
                </a:custGeom>
                <a:solidFill>
                  <a:srgbClr val="E7D1A7"/>
                </a:solidFill>
                <a:ln>
                  <a:noFill/>
                </a:ln>
              </p:spPr>
              <p:txBody>
                <a:bodyPr vert="horz" wrap="square" lIns="91440" tIns="45720" rIns="91440" bIns="45720" numCol="1" anchor="t" anchorCtr="0" compatLnSpc="1"/>
                <a:lstStyle/>
                <a:p>
                  <a:endParaRPr lang="en-US"/>
                </a:p>
              </p:txBody>
            </p:sp>
            <p:sp>
              <p:nvSpPr>
                <p:cNvPr id="184" name="Freeform 249"/>
                <p:cNvSpPr/>
                <p:nvPr/>
              </p:nvSpPr>
              <p:spPr bwMode="auto">
                <a:xfrm>
                  <a:off x="1597026" y="5483225"/>
                  <a:ext cx="665163" cy="427038"/>
                </a:xfrm>
                <a:custGeom>
                  <a:avLst/>
                  <a:gdLst>
                    <a:gd name="T0" fmla="*/ 402 w 419"/>
                    <a:gd name="T1" fmla="*/ 0 h 269"/>
                    <a:gd name="T2" fmla="*/ 10 w 419"/>
                    <a:gd name="T3" fmla="*/ 63 h 269"/>
                    <a:gd name="T4" fmla="*/ 1 w 419"/>
                    <a:gd name="T5" fmla="*/ 72 h 269"/>
                    <a:gd name="T6" fmla="*/ 0 w 419"/>
                    <a:gd name="T7" fmla="*/ 72 h 269"/>
                    <a:gd name="T8" fmla="*/ 126 w 419"/>
                    <a:gd name="T9" fmla="*/ 229 h 269"/>
                    <a:gd name="T10" fmla="*/ 189 w 419"/>
                    <a:gd name="T11" fmla="*/ 269 h 269"/>
                    <a:gd name="T12" fmla="*/ 419 w 419"/>
                    <a:gd name="T13" fmla="*/ 231 h 269"/>
                    <a:gd name="T14" fmla="*/ 402 w 419"/>
                    <a:gd name="T15" fmla="*/ 0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 h="269">
                      <a:moveTo>
                        <a:pt x="402" y="0"/>
                      </a:moveTo>
                      <a:lnTo>
                        <a:pt x="10" y="63"/>
                      </a:lnTo>
                      <a:lnTo>
                        <a:pt x="1" y="72"/>
                      </a:lnTo>
                      <a:lnTo>
                        <a:pt x="0" y="72"/>
                      </a:lnTo>
                      <a:lnTo>
                        <a:pt x="126" y="229"/>
                      </a:lnTo>
                      <a:lnTo>
                        <a:pt x="189" y="269"/>
                      </a:lnTo>
                      <a:lnTo>
                        <a:pt x="419" y="231"/>
                      </a:lnTo>
                      <a:lnTo>
                        <a:pt x="402" y="0"/>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85" name="Freeform 250"/>
                <p:cNvSpPr/>
                <p:nvPr/>
              </p:nvSpPr>
              <p:spPr bwMode="auto">
                <a:xfrm>
                  <a:off x="1093788" y="5513388"/>
                  <a:ext cx="868363" cy="608013"/>
                </a:xfrm>
                <a:custGeom>
                  <a:avLst/>
                  <a:gdLst>
                    <a:gd name="T0" fmla="*/ 501 w 547"/>
                    <a:gd name="T1" fmla="*/ 0 h 383"/>
                    <a:gd name="T2" fmla="*/ 74 w 547"/>
                    <a:gd name="T3" fmla="*/ 84 h 383"/>
                    <a:gd name="T4" fmla="*/ 0 w 547"/>
                    <a:gd name="T5" fmla="*/ 383 h 383"/>
                    <a:gd name="T6" fmla="*/ 547 w 547"/>
                    <a:gd name="T7" fmla="*/ 275 h 383"/>
                    <a:gd name="T8" fmla="*/ 501 w 547"/>
                    <a:gd name="T9" fmla="*/ 0 h 383"/>
                  </a:gdLst>
                  <a:ahLst/>
                  <a:cxnLst>
                    <a:cxn ang="0">
                      <a:pos x="T0" y="T1"/>
                    </a:cxn>
                    <a:cxn ang="0">
                      <a:pos x="T2" y="T3"/>
                    </a:cxn>
                    <a:cxn ang="0">
                      <a:pos x="T4" y="T5"/>
                    </a:cxn>
                    <a:cxn ang="0">
                      <a:pos x="T6" y="T7"/>
                    </a:cxn>
                    <a:cxn ang="0">
                      <a:pos x="T8" y="T9"/>
                    </a:cxn>
                  </a:cxnLst>
                  <a:rect l="0" t="0" r="r" b="b"/>
                  <a:pathLst>
                    <a:path w="547" h="383">
                      <a:moveTo>
                        <a:pt x="501" y="0"/>
                      </a:moveTo>
                      <a:lnTo>
                        <a:pt x="74" y="84"/>
                      </a:lnTo>
                      <a:lnTo>
                        <a:pt x="0" y="383"/>
                      </a:lnTo>
                      <a:lnTo>
                        <a:pt x="547" y="275"/>
                      </a:lnTo>
                      <a:lnTo>
                        <a:pt x="501"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86" name="Freeform 251"/>
                <p:cNvSpPr/>
                <p:nvPr/>
              </p:nvSpPr>
              <p:spPr bwMode="auto">
                <a:xfrm>
                  <a:off x="2205038" y="5761038"/>
                  <a:ext cx="619125" cy="282575"/>
                </a:xfrm>
                <a:custGeom>
                  <a:avLst/>
                  <a:gdLst>
                    <a:gd name="T0" fmla="*/ 219 w 228"/>
                    <a:gd name="T1" fmla="*/ 104 h 104"/>
                    <a:gd name="T2" fmla="*/ 109 w 228"/>
                    <a:gd name="T3" fmla="*/ 78 h 104"/>
                    <a:gd name="T4" fmla="*/ 3 w 228"/>
                    <a:gd name="T5" fmla="*/ 14 h 104"/>
                    <a:gd name="T6" fmla="*/ 107 w 228"/>
                    <a:gd name="T7" fmla="*/ 24 h 104"/>
                    <a:gd name="T8" fmla="*/ 184 w 228"/>
                    <a:gd name="T9" fmla="*/ 47 h 104"/>
                    <a:gd name="T10" fmla="*/ 219 w 228"/>
                    <a:gd name="T11" fmla="*/ 104 h 104"/>
                  </a:gdLst>
                  <a:ahLst/>
                  <a:cxnLst>
                    <a:cxn ang="0">
                      <a:pos x="T0" y="T1"/>
                    </a:cxn>
                    <a:cxn ang="0">
                      <a:pos x="T2" y="T3"/>
                    </a:cxn>
                    <a:cxn ang="0">
                      <a:pos x="T4" y="T5"/>
                    </a:cxn>
                    <a:cxn ang="0">
                      <a:pos x="T6" y="T7"/>
                    </a:cxn>
                    <a:cxn ang="0">
                      <a:pos x="T8" y="T9"/>
                    </a:cxn>
                    <a:cxn ang="0">
                      <a:pos x="T10" y="T11"/>
                    </a:cxn>
                  </a:cxnLst>
                  <a:rect l="0" t="0" r="r" b="b"/>
                  <a:pathLst>
                    <a:path w="228" h="104">
                      <a:moveTo>
                        <a:pt x="219" y="104"/>
                      </a:moveTo>
                      <a:cubicBezTo>
                        <a:pt x="109" y="78"/>
                        <a:pt x="109" y="78"/>
                        <a:pt x="109" y="78"/>
                      </a:cubicBezTo>
                      <a:cubicBezTo>
                        <a:pt x="95" y="75"/>
                        <a:pt x="0" y="28"/>
                        <a:pt x="3" y="14"/>
                      </a:cubicBezTo>
                      <a:cubicBezTo>
                        <a:pt x="5" y="0"/>
                        <a:pt x="93" y="21"/>
                        <a:pt x="107" y="24"/>
                      </a:cubicBezTo>
                      <a:cubicBezTo>
                        <a:pt x="184" y="47"/>
                        <a:pt x="184" y="47"/>
                        <a:pt x="184" y="47"/>
                      </a:cubicBezTo>
                      <a:cubicBezTo>
                        <a:pt x="228" y="61"/>
                        <a:pt x="223" y="89"/>
                        <a:pt x="219" y="104"/>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87" name="Freeform 252"/>
                <p:cNvSpPr/>
                <p:nvPr/>
              </p:nvSpPr>
              <p:spPr bwMode="auto">
                <a:xfrm>
                  <a:off x="2052638" y="5318125"/>
                  <a:ext cx="1284288" cy="581025"/>
                </a:xfrm>
                <a:custGeom>
                  <a:avLst/>
                  <a:gdLst>
                    <a:gd name="T0" fmla="*/ 424 w 473"/>
                    <a:gd name="T1" fmla="*/ 109 h 214"/>
                    <a:gd name="T2" fmla="*/ 295 w 473"/>
                    <a:gd name="T3" fmla="*/ 133 h 214"/>
                    <a:gd name="T4" fmla="*/ 272 w 473"/>
                    <a:gd name="T5" fmla="*/ 90 h 214"/>
                    <a:gd name="T6" fmla="*/ 255 w 473"/>
                    <a:gd name="T7" fmla="*/ 44 h 214"/>
                    <a:gd name="T8" fmla="*/ 229 w 473"/>
                    <a:gd name="T9" fmla="*/ 5 h 214"/>
                    <a:gd name="T10" fmla="*/ 120 w 473"/>
                    <a:gd name="T11" fmla="*/ 24 h 214"/>
                    <a:gd name="T12" fmla="*/ 40 w 473"/>
                    <a:gd name="T13" fmla="*/ 70 h 214"/>
                    <a:gd name="T14" fmla="*/ 73 w 473"/>
                    <a:gd name="T15" fmla="*/ 195 h 214"/>
                    <a:gd name="T16" fmla="*/ 129 w 473"/>
                    <a:gd name="T17" fmla="*/ 212 h 214"/>
                    <a:gd name="T18" fmla="*/ 434 w 473"/>
                    <a:gd name="T19" fmla="*/ 160 h 214"/>
                    <a:gd name="T20" fmla="*/ 424 w 473"/>
                    <a:gd name="T21" fmla="*/ 10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3" h="214">
                      <a:moveTo>
                        <a:pt x="424" y="109"/>
                      </a:moveTo>
                      <a:cubicBezTo>
                        <a:pt x="295" y="133"/>
                        <a:pt x="295" y="133"/>
                        <a:pt x="295" y="133"/>
                      </a:cubicBezTo>
                      <a:cubicBezTo>
                        <a:pt x="311" y="117"/>
                        <a:pt x="295" y="88"/>
                        <a:pt x="272" y="90"/>
                      </a:cubicBezTo>
                      <a:cubicBezTo>
                        <a:pt x="290" y="76"/>
                        <a:pt x="277" y="47"/>
                        <a:pt x="255" y="44"/>
                      </a:cubicBezTo>
                      <a:cubicBezTo>
                        <a:pt x="270" y="29"/>
                        <a:pt x="253" y="0"/>
                        <a:pt x="229" y="5"/>
                      </a:cubicBezTo>
                      <a:cubicBezTo>
                        <a:pt x="120" y="24"/>
                        <a:pt x="120" y="24"/>
                        <a:pt x="120" y="24"/>
                      </a:cubicBezTo>
                      <a:cubicBezTo>
                        <a:pt x="89" y="30"/>
                        <a:pt x="53" y="54"/>
                        <a:pt x="40" y="70"/>
                      </a:cubicBezTo>
                      <a:cubicBezTo>
                        <a:pt x="0" y="117"/>
                        <a:pt x="43" y="183"/>
                        <a:pt x="73" y="195"/>
                      </a:cubicBezTo>
                      <a:cubicBezTo>
                        <a:pt x="97" y="205"/>
                        <a:pt x="113" y="214"/>
                        <a:pt x="129" y="212"/>
                      </a:cubicBezTo>
                      <a:cubicBezTo>
                        <a:pt x="434" y="160"/>
                        <a:pt x="434" y="160"/>
                        <a:pt x="434" y="160"/>
                      </a:cubicBezTo>
                      <a:cubicBezTo>
                        <a:pt x="473" y="154"/>
                        <a:pt x="456" y="103"/>
                        <a:pt x="424" y="109"/>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88" name="Freeform 253"/>
                <p:cNvSpPr>
                  <a:spLocks noEditPoints="1"/>
                </p:cNvSpPr>
                <p:nvPr/>
              </p:nvSpPr>
              <p:spPr bwMode="auto">
                <a:xfrm>
                  <a:off x="2641601" y="5432425"/>
                  <a:ext cx="223838" cy="268288"/>
                </a:xfrm>
                <a:custGeom>
                  <a:avLst/>
                  <a:gdLst>
                    <a:gd name="T0" fmla="*/ 0 w 82"/>
                    <a:gd name="T1" fmla="*/ 8 h 99"/>
                    <a:gd name="T2" fmla="*/ 41 w 82"/>
                    <a:gd name="T3" fmla="*/ 0 h 99"/>
                    <a:gd name="T4" fmla="*/ 38 w 82"/>
                    <a:gd name="T5" fmla="*/ 2 h 99"/>
                    <a:gd name="T6" fmla="*/ 44 w 82"/>
                    <a:gd name="T7" fmla="*/ 4 h 99"/>
                    <a:gd name="T8" fmla="*/ 0 w 82"/>
                    <a:gd name="T9" fmla="*/ 8 h 99"/>
                    <a:gd name="T10" fmla="*/ 79 w 82"/>
                    <a:gd name="T11" fmla="*/ 91 h 99"/>
                    <a:gd name="T12" fmla="*/ 82 w 82"/>
                    <a:gd name="T13" fmla="*/ 86 h 99"/>
                    <a:gd name="T14" fmla="*/ 24 w 82"/>
                    <a:gd name="T15" fmla="*/ 99 h 99"/>
                    <a:gd name="T16" fmla="*/ 78 w 82"/>
                    <a:gd name="T17" fmla="*/ 91 h 99"/>
                    <a:gd name="T18" fmla="*/ 79 w 82"/>
                    <a:gd name="T19" fmla="*/ 91 h 99"/>
                    <a:gd name="T20" fmla="*/ 64 w 82"/>
                    <a:gd name="T21" fmla="*/ 49 h 99"/>
                    <a:gd name="T22" fmla="*/ 55 w 82"/>
                    <a:gd name="T23" fmla="*/ 48 h 99"/>
                    <a:gd name="T24" fmla="*/ 58 w 82"/>
                    <a:gd name="T25" fmla="*/ 45 h 99"/>
                    <a:gd name="T26" fmla="*/ 10 w 82"/>
                    <a:gd name="T27" fmla="*/ 54 h 99"/>
                    <a:gd name="T28" fmla="*/ 64 w 82"/>
                    <a:gd name="T29" fmla="*/ 4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 h="99">
                      <a:moveTo>
                        <a:pt x="0" y="8"/>
                      </a:moveTo>
                      <a:cubicBezTo>
                        <a:pt x="0" y="8"/>
                        <a:pt x="21" y="3"/>
                        <a:pt x="41" y="0"/>
                      </a:cubicBezTo>
                      <a:cubicBezTo>
                        <a:pt x="40" y="1"/>
                        <a:pt x="39" y="2"/>
                        <a:pt x="38" y="2"/>
                      </a:cubicBezTo>
                      <a:cubicBezTo>
                        <a:pt x="40" y="3"/>
                        <a:pt x="42" y="3"/>
                        <a:pt x="44" y="4"/>
                      </a:cubicBezTo>
                      <a:cubicBezTo>
                        <a:pt x="24" y="6"/>
                        <a:pt x="0" y="8"/>
                        <a:pt x="0" y="8"/>
                      </a:cubicBezTo>
                      <a:close/>
                      <a:moveTo>
                        <a:pt x="79" y="91"/>
                      </a:moveTo>
                      <a:cubicBezTo>
                        <a:pt x="80" y="89"/>
                        <a:pt x="81" y="88"/>
                        <a:pt x="82" y="86"/>
                      </a:cubicBezTo>
                      <a:cubicBezTo>
                        <a:pt x="61" y="90"/>
                        <a:pt x="24" y="99"/>
                        <a:pt x="24" y="99"/>
                      </a:cubicBezTo>
                      <a:cubicBezTo>
                        <a:pt x="24" y="99"/>
                        <a:pt x="62" y="94"/>
                        <a:pt x="78" y="91"/>
                      </a:cubicBezTo>
                      <a:cubicBezTo>
                        <a:pt x="78" y="91"/>
                        <a:pt x="78" y="91"/>
                        <a:pt x="79" y="91"/>
                      </a:cubicBezTo>
                      <a:close/>
                      <a:moveTo>
                        <a:pt x="64" y="49"/>
                      </a:moveTo>
                      <a:cubicBezTo>
                        <a:pt x="61" y="48"/>
                        <a:pt x="58" y="48"/>
                        <a:pt x="55" y="48"/>
                      </a:cubicBezTo>
                      <a:cubicBezTo>
                        <a:pt x="56" y="47"/>
                        <a:pt x="57" y="46"/>
                        <a:pt x="58" y="45"/>
                      </a:cubicBezTo>
                      <a:cubicBezTo>
                        <a:pt x="37" y="49"/>
                        <a:pt x="10" y="54"/>
                        <a:pt x="10" y="54"/>
                      </a:cubicBezTo>
                      <a:cubicBezTo>
                        <a:pt x="10" y="54"/>
                        <a:pt x="44" y="51"/>
                        <a:pt x="64" y="49"/>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189" name="Freeform 254"/>
                <p:cNvSpPr/>
                <p:nvPr/>
              </p:nvSpPr>
              <p:spPr bwMode="auto">
                <a:xfrm>
                  <a:off x="2427288" y="5857875"/>
                  <a:ext cx="201613" cy="30163"/>
                </a:xfrm>
                <a:custGeom>
                  <a:avLst/>
                  <a:gdLst>
                    <a:gd name="T0" fmla="*/ 111 w 127"/>
                    <a:gd name="T1" fmla="*/ 0 h 19"/>
                    <a:gd name="T2" fmla="*/ 0 w 127"/>
                    <a:gd name="T3" fmla="*/ 19 h 19"/>
                    <a:gd name="T4" fmla="*/ 127 w 127"/>
                    <a:gd name="T5" fmla="*/ 5 h 19"/>
                    <a:gd name="T6" fmla="*/ 111 w 127"/>
                    <a:gd name="T7" fmla="*/ 0 h 19"/>
                  </a:gdLst>
                  <a:ahLst/>
                  <a:cxnLst>
                    <a:cxn ang="0">
                      <a:pos x="T0" y="T1"/>
                    </a:cxn>
                    <a:cxn ang="0">
                      <a:pos x="T2" y="T3"/>
                    </a:cxn>
                    <a:cxn ang="0">
                      <a:pos x="T4" y="T5"/>
                    </a:cxn>
                    <a:cxn ang="0">
                      <a:pos x="T6" y="T7"/>
                    </a:cxn>
                  </a:cxnLst>
                  <a:rect l="0" t="0" r="r" b="b"/>
                  <a:pathLst>
                    <a:path w="127" h="19">
                      <a:moveTo>
                        <a:pt x="111" y="0"/>
                      </a:moveTo>
                      <a:lnTo>
                        <a:pt x="0" y="19"/>
                      </a:lnTo>
                      <a:lnTo>
                        <a:pt x="127" y="5"/>
                      </a:lnTo>
                      <a:lnTo>
                        <a:pt x="111" y="0"/>
                      </a:lnTo>
                      <a:close/>
                    </a:path>
                  </a:pathLst>
                </a:custGeom>
                <a:solidFill>
                  <a:srgbClr val="D4A26A"/>
                </a:solidFill>
                <a:ln>
                  <a:noFill/>
                </a:ln>
              </p:spPr>
              <p:txBody>
                <a:bodyPr vert="horz" wrap="square" lIns="91440" tIns="45720" rIns="91440" bIns="45720" numCol="1" anchor="t" anchorCtr="0" compatLnSpc="1"/>
                <a:lstStyle/>
                <a:p>
                  <a:endParaRPr lang="en-US"/>
                </a:p>
              </p:txBody>
            </p:sp>
          </p:grpSp>
        </p:grpSp>
        <p:grpSp>
          <p:nvGrpSpPr>
            <p:cNvPr id="10" name="Group 9"/>
            <p:cNvGrpSpPr/>
            <p:nvPr/>
          </p:nvGrpSpPr>
          <p:grpSpPr>
            <a:xfrm>
              <a:off x="7274670" y="5724719"/>
              <a:ext cx="663576" cy="508001"/>
              <a:chOff x="6973888" y="5705475"/>
              <a:chExt cx="663576" cy="508001"/>
            </a:xfrm>
          </p:grpSpPr>
          <p:sp>
            <p:nvSpPr>
              <p:cNvPr id="155" name="Freeform 255"/>
              <p:cNvSpPr/>
              <p:nvPr/>
            </p:nvSpPr>
            <p:spPr bwMode="auto">
              <a:xfrm>
                <a:off x="7153276" y="5705475"/>
                <a:ext cx="128588" cy="90488"/>
              </a:xfrm>
              <a:custGeom>
                <a:avLst/>
                <a:gdLst>
                  <a:gd name="T0" fmla="*/ 21 w 47"/>
                  <a:gd name="T1" fmla="*/ 2 h 33"/>
                  <a:gd name="T2" fmla="*/ 46 w 47"/>
                  <a:gd name="T3" fmla="*/ 30 h 33"/>
                  <a:gd name="T4" fmla="*/ 45 w 47"/>
                  <a:gd name="T5" fmla="*/ 32 h 33"/>
                  <a:gd name="T6" fmla="*/ 31 w 47"/>
                  <a:gd name="T7" fmla="*/ 33 h 33"/>
                  <a:gd name="T8" fmla="*/ 26 w 47"/>
                  <a:gd name="T9" fmla="*/ 31 h 33"/>
                  <a:gd name="T10" fmla="*/ 1 w 47"/>
                  <a:gd name="T11" fmla="*/ 3 h 33"/>
                  <a:gd name="T12" fmla="*/ 3 w 47"/>
                  <a:gd name="T13" fmla="*/ 1 h 33"/>
                  <a:gd name="T14" fmla="*/ 16 w 47"/>
                  <a:gd name="T15" fmla="*/ 1 h 33"/>
                  <a:gd name="T16" fmla="*/ 21 w 47"/>
                  <a:gd name="T17" fmla="*/ 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33">
                    <a:moveTo>
                      <a:pt x="21" y="2"/>
                    </a:moveTo>
                    <a:cubicBezTo>
                      <a:pt x="46" y="30"/>
                      <a:pt x="46" y="30"/>
                      <a:pt x="46" y="30"/>
                    </a:cubicBezTo>
                    <a:cubicBezTo>
                      <a:pt x="47" y="31"/>
                      <a:pt x="46" y="32"/>
                      <a:pt x="45" y="32"/>
                    </a:cubicBezTo>
                    <a:cubicBezTo>
                      <a:pt x="31" y="33"/>
                      <a:pt x="31" y="33"/>
                      <a:pt x="31" y="33"/>
                    </a:cubicBezTo>
                    <a:cubicBezTo>
                      <a:pt x="29" y="33"/>
                      <a:pt x="27" y="33"/>
                      <a:pt x="26" y="31"/>
                    </a:cubicBezTo>
                    <a:cubicBezTo>
                      <a:pt x="1" y="3"/>
                      <a:pt x="1" y="3"/>
                      <a:pt x="1" y="3"/>
                    </a:cubicBezTo>
                    <a:cubicBezTo>
                      <a:pt x="0" y="2"/>
                      <a:pt x="1" y="1"/>
                      <a:pt x="3" y="1"/>
                    </a:cubicBezTo>
                    <a:cubicBezTo>
                      <a:pt x="16" y="1"/>
                      <a:pt x="16" y="1"/>
                      <a:pt x="16" y="1"/>
                    </a:cubicBezTo>
                    <a:cubicBezTo>
                      <a:pt x="18" y="0"/>
                      <a:pt x="20" y="1"/>
                      <a:pt x="21" y="2"/>
                    </a:cubicBezTo>
                    <a:close/>
                  </a:path>
                </a:pathLst>
              </a:custGeom>
              <a:solidFill>
                <a:srgbClr val="B43435"/>
              </a:solidFill>
              <a:ln>
                <a:noFill/>
              </a:ln>
            </p:spPr>
            <p:txBody>
              <a:bodyPr vert="horz" wrap="square" lIns="91440" tIns="45720" rIns="91440" bIns="45720" numCol="1" anchor="t" anchorCtr="0" compatLnSpc="1"/>
              <a:lstStyle/>
              <a:p>
                <a:endParaRPr lang="en-US"/>
              </a:p>
            </p:txBody>
          </p:sp>
          <p:sp>
            <p:nvSpPr>
              <p:cNvPr id="156" name="Freeform 256"/>
              <p:cNvSpPr/>
              <p:nvPr/>
            </p:nvSpPr>
            <p:spPr bwMode="auto">
              <a:xfrm>
                <a:off x="7186613" y="5719763"/>
                <a:ext cx="144463" cy="153988"/>
              </a:xfrm>
              <a:custGeom>
                <a:avLst/>
                <a:gdLst>
                  <a:gd name="T0" fmla="*/ 17 w 53"/>
                  <a:gd name="T1" fmla="*/ 2 h 57"/>
                  <a:gd name="T2" fmla="*/ 52 w 53"/>
                  <a:gd name="T3" fmla="*/ 41 h 57"/>
                  <a:gd name="T4" fmla="*/ 51 w 53"/>
                  <a:gd name="T5" fmla="*/ 46 h 57"/>
                  <a:gd name="T6" fmla="*/ 41 w 53"/>
                  <a:gd name="T7" fmla="*/ 55 h 57"/>
                  <a:gd name="T8" fmla="*/ 35 w 53"/>
                  <a:gd name="T9" fmla="*/ 55 h 57"/>
                  <a:gd name="T10" fmla="*/ 1 w 53"/>
                  <a:gd name="T11" fmla="*/ 16 h 57"/>
                  <a:gd name="T12" fmla="*/ 1 w 53"/>
                  <a:gd name="T13" fmla="*/ 11 h 57"/>
                  <a:gd name="T14" fmla="*/ 12 w 53"/>
                  <a:gd name="T15" fmla="*/ 2 h 57"/>
                  <a:gd name="T16" fmla="*/ 17 w 53"/>
                  <a:gd name="T17"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7">
                    <a:moveTo>
                      <a:pt x="17" y="2"/>
                    </a:moveTo>
                    <a:cubicBezTo>
                      <a:pt x="52" y="41"/>
                      <a:pt x="52" y="41"/>
                      <a:pt x="52" y="41"/>
                    </a:cubicBezTo>
                    <a:cubicBezTo>
                      <a:pt x="53" y="42"/>
                      <a:pt x="53" y="44"/>
                      <a:pt x="51" y="46"/>
                    </a:cubicBezTo>
                    <a:cubicBezTo>
                      <a:pt x="41" y="55"/>
                      <a:pt x="41" y="55"/>
                      <a:pt x="41" y="55"/>
                    </a:cubicBezTo>
                    <a:cubicBezTo>
                      <a:pt x="39" y="57"/>
                      <a:pt x="37" y="57"/>
                      <a:pt x="35" y="55"/>
                    </a:cubicBezTo>
                    <a:cubicBezTo>
                      <a:pt x="1" y="16"/>
                      <a:pt x="1" y="16"/>
                      <a:pt x="1" y="16"/>
                    </a:cubicBezTo>
                    <a:cubicBezTo>
                      <a:pt x="0" y="15"/>
                      <a:pt x="0" y="13"/>
                      <a:pt x="1" y="11"/>
                    </a:cubicBezTo>
                    <a:cubicBezTo>
                      <a:pt x="12" y="2"/>
                      <a:pt x="12" y="2"/>
                      <a:pt x="12" y="2"/>
                    </a:cubicBezTo>
                    <a:cubicBezTo>
                      <a:pt x="14" y="0"/>
                      <a:pt x="16" y="0"/>
                      <a:pt x="17" y="2"/>
                    </a:cubicBezTo>
                    <a:close/>
                  </a:path>
                </a:pathLst>
              </a:custGeom>
              <a:solidFill>
                <a:srgbClr val="FFB8B8"/>
              </a:solidFill>
              <a:ln>
                <a:noFill/>
              </a:ln>
            </p:spPr>
            <p:txBody>
              <a:bodyPr vert="horz" wrap="square" lIns="91440" tIns="45720" rIns="91440" bIns="45720" numCol="1" anchor="t" anchorCtr="0" compatLnSpc="1"/>
              <a:lstStyle/>
              <a:p>
                <a:endParaRPr lang="en-US"/>
              </a:p>
            </p:txBody>
          </p:sp>
          <p:sp>
            <p:nvSpPr>
              <p:cNvPr id="157" name="Freeform 257"/>
              <p:cNvSpPr/>
              <p:nvPr/>
            </p:nvSpPr>
            <p:spPr bwMode="auto">
              <a:xfrm>
                <a:off x="7194551" y="5735638"/>
                <a:ext cx="442913" cy="477838"/>
              </a:xfrm>
              <a:custGeom>
                <a:avLst/>
                <a:gdLst>
                  <a:gd name="T0" fmla="*/ 45 w 163"/>
                  <a:gd name="T1" fmla="*/ 8 h 176"/>
                  <a:gd name="T2" fmla="*/ 160 w 163"/>
                  <a:gd name="T3" fmla="*/ 137 h 176"/>
                  <a:gd name="T4" fmla="*/ 159 w 163"/>
                  <a:gd name="T5" fmla="*/ 150 h 176"/>
                  <a:gd name="T6" fmla="*/ 133 w 163"/>
                  <a:gd name="T7" fmla="*/ 173 h 176"/>
                  <a:gd name="T8" fmla="*/ 121 w 163"/>
                  <a:gd name="T9" fmla="*/ 172 h 176"/>
                  <a:gd name="T10" fmla="*/ 6 w 163"/>
                  <a:gd name="T11" fmla="*/ 43 h 176"/>
                  <a:gd name="T12" fmla="*/ 6 w 163"/>
                  <a:gd name="T13" fmla="*/ 20 h 176"/>
                  <a:gd name="T14" fmla="*/ 24 w 163"/>
                  <a:gd name="T15" fmla="*/ 5 h 176"/>
                  <a:gd name="T16" fmla="*/ 45 w 163"/>
                  <a:gd name="T17" fmla="*/ 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76">
                    <a:moveTo>
                      <a:pt x="45" y="8"/>
                    </a:moveTo>
                    <a:cubicBezTo>
                      <a:pt x="160" y="137"/>
                      <a:pt x="160" y="137"/>
                      <a:pt x="160" y="137"/>
                    </a:cubicBezTo>
                    <a:cubicBezTo>
                      <a:pt x="163" y="141"/>
                      <a:pt x="163" y="146"/>
                      <a:pt x="159" y="150"/>
                    </a:cubicBezTo>
                    <a:cubicBezTo>
                      <a:pt x="133" y="173"/>
                      <a:pt x="133" y="173"/>
                      <a:pt x="133" y="173"/>
                    </a:cubicBezTo>
                    <a:cubicBezTo>
                      <a:pt x="129" y="176"/>
                      <a:pt x="124" y="176"/>
                      <a:pt x="121" y="172"/>
                    </a:cubicBezTo>
                    <a:cubicBezTo>
                      <a:pt x="6" y="43"/>
                      <a:pt x="6" y="43"/>
                      <a:pt x="6" y="43"/>
                    </a:cubicBezTo>
                    <a:cubicBezTo>
                      <a:pt x="0" y="35"/>
                      <a:pt x="4" y="23"/>
                      <a:pt x="6" y="20"/>
                    </a:cubicBezTo>
                    <a:cubicBezTo>
                      <a:pt x="24" y="5"/>
                      <a:pt x="24" y="5"/>
                      <a:pt x="24" y="5"/>
                    </a:cubicBezTo>
                    <a:cubicBezTo>
                      <a:pt x="26" y="3"/>
                      <a:pt x="39" y="0"/>
                      <a:pt x="45" y="8"/>
                    </a:cubicBezTo>
                    <a:close/>
                  </a:path>
                </a:pathLst>
              </a:custGeom>
              <a:solidFill>
                <a:srgbClr val="B43435"/>
              </a:solidFill>
              <a:ln>
                <a:noFill/>
              </a:ln>
            </p:spPr>
            <p:txBody>
              <a:bodyPr vert="horz" wrap="square" lIns="91440" tIns="45720" rIns="91440" bIns="45720" numCol="1" anchor="t" anchorCtr="0" compatLnSpc="1"/>
              <a:lstStyle/>
              <a:p>
                <a:endParaRPr lang="en-US"/>
              </a:p>
            </p:txBody>
          </p:sp>
          <p:sp>
            <p:nvSpPr>
              <p:cNvPr id="158" name="Freeform 258"/>
              <p:cNvSpPr/>
              <p:nvPr/>
            </p:nvSpPr>
            <p:spPr bwMode="auto">
              <a:xfrm>
                <a:off x="7202488" y="5749925"/>
                <a:ext cx="434975" cy="461963"/>
              </a:xfrm>
              <a:custGeom>
                <a:avLst/>
                <a:gdLst>
                  <a:gd name="T0" fmla="*/ 52 w 160"/>
                  <a:gd name="T1" fmla="*/ 3 h 170"/>
                  <a:gd name="T2" fmla="*/ 158 w 160"/>
                  <a:gd name="T3" fmla="*/ 123 h 170"/>
                  <a:gd name="T4" fmla="*/ 158 w 160"/>
                  <a:gd name="T5" fmla="*/ 132 h 170"/>
                  <a:gd name="T6" fmla="*/ 117 w 160"/>
                  <a:gd name="T7" fmla="*/ 167 h 170"/>
                  <a:gd name="T8" fmla="*/ 108 w 160"/>
                  <a:gd name="T9" fmla="*/ 167 h 170"/>
                  <a:gd name="T10" fmla="*/ 2 w 160"/>
                  <a:gd name="T11" fmla="*/ 47 h 170"/>
                  <a:gd name="T12" fmla="*/ 3 w 160"/>
                  <a:gd name="T13" fmla="*/ 38 h 170"/>
                  <a:gd name="T14" fmla="*/ 43 w 160"/>
                  <a:gd name="T15" fmla="*/ 2 h 170"/>
                  <a:gd name="T16" fmla="*/ 52 w 160"/>
                  <a:gd name="T17" fmla="*/ 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170">
                    <a:moveTo>
                      <a:pt x="52" y="3"/>
                    </a:moveTo>
                    <a:cubicBezTo>
                      <a:pt x="158" y="123"/>
                      <a:pt x="158" y="123"/>
                      <a:pt x="158" y="123"/>
                    </a:cubicBezTo>
                    <a:cubicBezTo>
                      <a:pt x="160" y="126"/>
                      <a:pt x="160" y="130"/>
                      <a:pt x="158" y="132"/>
                    </a:cubicBezTo>
                    <a:cubicBezTo>
                      <a:pt x="117" y="167"/>
                      <a:pt x="117" y="167"/>
                      <a:pt x="117" y="167"/>
                    </a:cubicBezTo>
                    <a:cubicBezTo>
                      <a:pt x="115" y="170"/>
                      <a:pt x="111" y="170"/>
                      <a:pt x="108" y="167"/>
                    </a:cubicBezTo>
                    <a:cubicBezTo>
                      <a:pt x="2" y="47"/>
                      <a:pt x="2" y="47"/>
                      <a:pt x="2" y="47"/>
                    </a:cubicBezTo>
                    <a:cubicBezTo>
                      <a:pt x="0" y="44"/>
                      <a:pt x="0" y="40"/>
                      <a:pt x="3" y="38"/>
                    </a:cubicBezTo>
                    <a:cubicBezTo>
                      <a:pt x="43" y="2"/>
                      <a:pt x="43" y="2"/>
                      <a:pt x="43" y="2"/>
                    </a:cubicBezTo>
                    <a:cubicBezTo>
                      <a:pt x="46" y="0"/>
                      <a:pt x="49" y="0"/>
                      <a:pt x="52" y="3"/>
                    </a:cubicBezTo>
                    <a:close/>
                  </a:path>
                </a:pathLst>
              </a:custGeom>
              <a:solidFill>
                <a:srgbClr val="FFB8B8"/>
              </a:solidFill>
              <a:ln>
                <a:noFill/>
              </a:ln>
            </p:spPr>
            <p:txBody>
              <a:bodyPr vert="horz" wrap="square" lIns="91440" tIns="45720" rIns="91440" bIns="45720" numCol="1" anchor="t" anchorCtr="0" compatLnSpc="1"/>
              <a:lstStyle/>
              <a:p>
                <a:endParaRPr lang="en-US"/>
              </a:p>
            </p:txBody>
          </p:sp>
          <p:sp>
            <p:nvSpPr>
              <p:cNvPr id="159" name="Freeform 259"/>
              <p:cNvSpPr/>
              <p:nvPr/>
            </p:nvSpPr>
            <p:spPr bwMode="auto">
              <a:xfrm>
                <a:off x="7213601" y="5762625"/>
                <a:ext cx="412750" cy="434975"/>
              </a:xfrm>
              <a:custGeom>
                <a:avLst/>
                <a:gdLst>
                  <a:gd name="T0" fmla="*/ 86 w 260"/>
                  <a:gd name="T1" fmla="*/ 0 h 274"/>
                  <a:gd name="T2" fmla="*/ 260 w 260"/>
                  <a:gd name="T3" fmla="*/ 199 h 274"/>
                  <a:gd name="T4" fmla="*/ 176 w 260"/>
                  <a:gd name="T5" fmla="*/ 274 h 274"/>
                  <a:gd name="T6" fmla="*/ 0 w 260"/>
                  <a:gd name="T7" fmla="*/ 76 h 274"/>
                  <a:gd name="T8" fmla="*/ 86 w 260"/>
                  <a:gd name="T9" fmla="*/ 0 h 274"/>
                </a:gdLst>
                <a:ahLst/>
                <a:cxnLst>
                  <a:cxn ang="0">
                    <a:pos x="T0" y="T1"/>
                  </a:cxn>
                  <a:cxn ang="0">
                    <a:pos x="T2" y="T3"/>
                  </a:cxn>
                  <a:cxn ang="0">
                    <a:pos x="T4" y="T5"/>
                  </a:cxn>
                  <a:cxn ang="0">
                    <a:pos x="T6" y="T7"/>
                  </a:cxn>
                  <a:cxn ang="0">
                    <a:pos x="T8" y="T9"/>
                  </a:cxn>
                </a:cxnLst>
                <a:rect l="0" t="0" r="r" b="b"/>
                <a:pathLst>
                  <a:path w="260" h="274">
                    <a:moveTo>
                      <a:pt x="86" y="0"/>
                    </a:moveTo>
                    <a:lnTo>
                      <a:pt x="260" y="199"/>
                    </a:lnTo>
                    <a:lnTo>
                      <a:pt x="176" y="274"/>
                    </a:lnTo>
                    <a:lnTo>
                      <a:pt x="0" y="76"/>
                    </a:lnTo>
                    <a:lnTo>
                      <a:pt x="86" y="0"/>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60" name="Freeform 260"/>
              <p:cNvSpPr/>
              <p:nvPr/>
            </p:nvSpPr>
            <p:spPr bwMode="auto">
              <a:xfrm>
                <a:off x="6988176" y="5921375"/>
                <a:ext cx="209550" cy="195263"/>
              </a:xfrm>
              <a:custGeom>
                <a:avLst/>
                <a:gdLst>
                  <a:gd name="T0" fmla="*/ 11 w 77"/>
                  <a:gd name="T1" fmla="*/ 1 h 72"/>
                  <a:gd name="T2" fmla="*/ 71 w 77"/>
                  <a:gd name="T3" fmla="*/ 5 h 72"/>
                  <a:gd name="T4" fmla="*/ 76 w 77"/>
                  <a:gd name="T5" fmla="*/ 12 h 72"/>
                  <a:gd name="T6" fmla="*/ 72 w 77"/>
                  <a:gd name="T7" fmla="*/ 66 h 72"/>
                  <a:gd name="T8" fmla="*/ 65 w 77"/>
                  <a:gd name="T9" fmla="*/ 71 h 72"/>
                  <a:gd name="T10" fmla="*/ 6 w 77"/>
                  <a:gd name="T11" fmla="*/ 67 h 72"/>
                  <a:gd name="T12" fmla="*/ 0 w 77"/>
                  <a:gd name="T13" fmla="*/ 60 h 72"/>
                  <a:gd name="T14" fmla="*/ 5 w 77"/>
                  <a:gd name="T15" fmla="*/ 6 h 72"/>
                  <a:gd name="T16" fmla="*/ 11 w 77"/>
                  <a:gd name="T17" fmla="*/ 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72">
                    <a:moveTo>
                      <a:pt x="11" y="1"/>
                    </a:moveTo>
                    <a:cubicBezTo>
                      <a:pt x="71" y="5"/>
                      <a:pt x="71" y="5"/>
                      <a:pt x="71" y="5"/>
                    </a:cubicBezTo>
                    <a:cubicBezTo>
                      <a:pt x="74" y="6"/>
                      <a:pt x="77" y="9"/>
                      <a:pt x="76" y="12"/>
                    </a:cubicBezTo>
                    <a:cubicBezTo>
                      <a:pt x="72" y="66"/>
                      <a:pt x="72" y="66"/>
                      <a:pt x="72" y="66"/>
                    </a:cubicBezTo>
                    <a:cubicBezTo>
                      <a:pt x="72" y="69"/>
                      <a:pt x="69" y="72"/>
                      <a:pt x="65" y="71"/>
                    </a:cubicBezTo>
                    <a:cubicBezTo>
                      <a:pt x="6" y="67"/>
                      <a:pt x="6" y="67"/>
                      <a:pt x="6" y="67"/>
                    </a:cubicBezTo>
                    <a:cubicBezTo>
                      <a:pt x="3" y="66"/>
                      <a:pt x="0" y="63"/>
                      <a:pt x="0" y="60"/>
                    </a:cubicBezTo>
                    <a:cubicBezTo>
                      <a:pt x="5" y="6"/>
                      <a:pt x="5" y="6"/>
                      <a:pt x="5" y="6"/>
                    </a:cubicBezTo>
                    <a:cubicBezTo>
                      <a:pt x="5" y="3"/>
                      <a:pt x="8" y="0"/>
                      <a:pt x="11" y="1"/>
                    </a:cubicBezTo>
                    <a:close/>
                  </a:path>
                </a:pathLst>
              </a:custGeom>
              <a:solidFill>
                <a:srgbClr val="FFB8B8"/>
              </a:solidFill>
              <a:ln>
                <a:noFill/>
              </a:ln>
            </p:spPr>
            <p:txBody>
              <a:bodyPr vert="horz" wrap="square" lIns="91440" tIns="45720" rIns="91440" bIns="45720" numCol="1" anchor="t" anchorCtr="0" compatLnSpc="1"/>
              <a:lstStyle/>
              <a:p>
                <a:endParaRPr lang="en-US"/>
              </a:p>
            </p:txBody>
          </p:sp>
          <p:sp>
            <p:nvSpPr>
              <p:cNvPr id="161" name="Freeform 261"/>
              <p:cNvSpPr/>
              <p:nvPr/>
            </p:nvSpPr>
            <p:spPr bwMode="auto">
              <a:xfrm>
                <a:off x="6973888" y="5937250"/>
                <a:ext cx="193675" cy="157163"/>
              </a:xfrm>
              <a:custGeom>
                <a:avLst/>
                <a:gdLst>
                  <a:gd name="T0" fmla="*/ 66 w 71"/>
                  <a:gd name="T1" fmla="*/ 5 h 58"/>
                  <a:gd name="T2" fmla="*/ 9 w 71"/>
                  <a:gd name="T3" fmla="*/ 1 h 58"/>
                  <a:gd name="T4" fmla="*/ 4 w 71"/>
                  <a:gd name="T5" fmla="*/ 5 h 58"/>
                  <a:gd name="T6" fmla="*/ 0 w 71"/>
                  <a:gd name="T7" fmla="*/ 48 h 58"/>
                  <a:gd name="T8" fmla="*/ 5 w 71"/>
                  <a:gd name="T9" fmla="*/ 54 h 58"/>
                  <a:gd name="T10" fmla="*/ 62 w 71"/>
                  <a:gd name="T11" fmla="*/ 58 h 58"/>
                  <a:gd name="T12" fmla="*/ 67 w 71"/>
                  <a:gd name="T13" fmla="*/ 54 h 58"/>
                  <a:gd name="T14" fmla="*/ 71 w 71"/>
                  <a:gd name="T15" fmla="*/ 10 h 58"/>
                  <a:gd name="T16" fmla="*/ 66 w 71"/>
                  <a:gd name="T17" fmla="*/ 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58">
                    <a:moveTo>
                      <a:pt x="66" y="5"/>
                    </a:moveTo>
                    <a:cubicBezTo>
                      <a:pt x="9" y="1"/>
                      <a:pt x="9" y="1"/>
                      <a:pt x="9" y="1"/>
                    </a:cubicBezTo>
                    <a:cubicBezTo>
                      <a:pt x="6" y="0"/>
                      <a:pt x="4" y="2"/>
                      <a:pt x="4" y="5"/>
                    </a:cubicBezTo>
                    <a:cubicBezTo>
                      <a:pt x="0" y="48"/>
                      <a:pt x="0" y="48"/>
                      <a:pt x="0" y="48"/>
                    </a:cubicBezTo>
                    <a:cubicBezTo>
                      <a:pt x="0" y="51"/>
                      <a:pt x="2" y="53"/>
                      <a:pt x="5" y="54"/>
                    </a:cubicBezTo>
                    <a:cubicBezTo>
                      <a:pt x="62" y="58"/>
                      <a:pt x="62" y="58"/>
                      <a:pt x="62" y="58"/>
                    </a:cubicBezTo>
                    <a:cubicBezTo>
                      <a:pt x="65" y="58"/>
                      <a:pt x="67" y="56"/>
                      <a:pt x="67" y="54"/>
                    </a:cubicBezTo>
                    <a:cubicBezTo>
                      <a:pt x="71" y="10"/>
                      <a:pt x="71" y="10"/>
                      <a:pt x="71" y="10"/>
                    </a:cubicBezTo>
                    <a:cubicBezTo>
                      <a:pt x="71" y="8"/>
                      <a:pt x="69" y="5"/>
                      <a:pt x="66" y="5"/>
                    </a:cubicBezTo>
                    <a:close/>
                  </a:path>
                </a:pathLst>
              </a:custGeom>
              <a:solidFill>
                <a:schemeClr val="accent5"/>
              </a:solidFill>
              <a:ln>
                <a:noFill/>
              </a:ln>
            </p:spPr>
            <p:txBody>
              <a:bodyPr vert="horz" wrap="square" lIns="91440" tIns="45720" rIns="91440" bIns="45720" numCol="1" anchor="t" anchorCtr="0" compatLnSpc="1"/>
              <a:lstStyle/>
              <a:p>
                <a:endParaRPr lang="en-US"/>
              </a:p>
            </p:txBody>
          </p:sp>
        </p:grpSp>
        <p:grpSp>
          <p:nvGrpSpPr>
            <p:cNvPr id="11" name="Group 10"/>
            <p:cNvGrpSpPr/>
            <p:nvPr/>
          </p:nvGrpSpPr>
          <p:grpSpPr>
            <a:xfrm>
              <a:off x="7476283" y="6678807"/>
              <a:ext cx="260350" cy="423863"/>
              <a:chOff x="7175501" y="6659563"/>
              <a:chExt cx="260350" cy="423863"/>
            </a:xfrm>
          </p:grpSpPr>
          <p:sp>
            <p:nvSpPr>
              <p:cNvPr id="148" name="Freeform 268"/>
              <p:cNvSpPr/>
              <p:nvPr/>
            </p:nvSpPr>
            <p:spPr bwMode="auto">
              <a:xfrm>
                <a:off x="7248526" y="6800850"/>
                <a:ext cx="106363" cy="138113"/>
              </a:xfrm>
              <a:custGeom>
                <a:avLst/>
                <a:gdLst>
                  <a:gd name="T0" fmla="*/ 67 w 67"/>
                  <a:gd name="T1" fmla="*/ 72 h 87"/>
                  <a:gd name="T2" fmla="*/ 36 w 67"/>
                  <a:gd name="T3" fmla="*/ 0 h 87"/>
                  <a:gd name="T4" fmla="*/ 0 w 67"/>
                  <a:gd name="T5" fmla="*/ 15 h 87"/>
                  <a:gd name="T6" fmla="*/ 33 w 67"/>
                  <a:gd name="T7" fmla="*/ 87 h 87"/>
                  <a:gd name="T8" fmla="*/ 67 w 67"/>
                  <a:gd name="T9" fmla="*/ 72 h 87"/>
                </a:gdLst>
                <a:ahLst/>
                <a:cxnLst>
                  <a:cxn ang="0">
                    <a:pos x="T0" y="T1"/>
                  </a:cxn>
                  <a:cxn ang="0">
                    <a:pos x="T2" y="T3"/>
                  </a:cxn>
                  <a:cxn ang="0">
                    <a:pos x="T4" y="T5"/>
                  </a:cxn>
                  <a:cxn ang="0">
                    <a:pos x="T6" y="T7"/>
                  </a:cxn>
                  <a:cxn ang="0">
                    <a:pos x="T8" y="T9"/>
                  </a:cxn>
                </a:cxnLst>
                <a:rect l="0" t="0" r="r" b="b"/>
                <a:pathLst>
                  <a:path w="67" h="87">
                    <a:moveTo>
                      <a:pt x="67" y="72"/>
                    </a:moveTo>
                    <a:lnTo>
                      <a:pt x="36" y="0"/>
                    </a:lnTo>
                    <a:lnTo>
                      <a:pt x="0" y="15"/>
                    </a:lnTo>
                    <a:lnTo>
                      <a:pt x="33" y="87"/>
                    </a:lnTo>
                    <a:lnTo>
                      <a:pt x="67" y="72"/>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149" name="Freeform 269"/>
              <p:cNvSpPr/>
              <p:nvPr/>
            </p:nvSpPr>
            <p:spPr bwMode="auto">
              <a:xfrm>
                <a:off x="7251701" y="6843713"/>
                <a:ext cx="184150" cy="239713"/>
              </a:xfrm>
              <a:custGeom>
                <a:avLst/>
                <a:gdLst>
                  <a:gd name="T0" fmla="*/ 39 w 68"/>
                  <a:gd name="T1" fmla="*/ 0 h 88"/>
                  <a:gd name="T2" fmla="*/ 64 w 68"/>
                  <a:gd name="T3" fmla="*/ 57 h 88"/>
                  <a:gd name="T4" fmla="*/ 55 w 68"/>
                  <a:gd name="T5" fmla="*/ 81 h 88"/>
                  <a:gd name="T6" fmla="*/ 49 w 68"/>
                  <a:gd name="T7" fmla="*/ 84 h 88"/>
                  <a:gd name="T8" fmla="*/ 25 w 68"/>
                  <a:gd name="T9" fmla="*/ 74 h 88"/>
                  <a:gd name="T10" fmla="*/ 0 w 68"/>
                  <a:gd name="T11" fmla="*/ 17 h 88"/>
                  <a:gd name="T12" fmla="*/ 39 w 68"/>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68" h="88">
                    <a:moveTo>
                      <a:pt x="39" y="0"/>
                    </a:moveTo>
                    <a:cubicBezTo>
                      <a:pt x="64" y="57"/>
                      <a:pt x="64" y="57"/>
                      <a:pt x="64" y="57"/>
                    </a:cubicBezTo>
                    <a:cubicBezTo>
                      <a:pt x="68" y="66"/>
                      <a:pt x="64" y="77"/>
                      <a:pt x="55" y="81"/>
                    </a:cubicBezTo>
                    <a:cubicBezTo>
                      <a:pt x="49" y="84"/>
                      <a:pt x="49" y="84"/>
                      <a:pt x="49" y="84"/>
                    </a:cubicBezTo>
                    <a:cubicBezTo>
                      <a:pt x="40" y="88"/>
                      <a:pt x="29" y="83"/>
                      <a:pt x="25" y="74"/>
                    </a:cubicBezTo>
                    <a:cubicBezTo>
                      <a:pt x="0" y="17"/>
                      <a:pt x="0" y="17"/>
                      <a:pt x="0" y="17"/>
                    </a:cubicBezTo>
                    <a:lnTo>
                      <a:pt x="39"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50" name="Freeform 270"/>
              <p:cNvSpPr/>
              <p:nvPr/>
            </p:nvSpPr>
            <p:spPr bwMode="auto">
              <a:xfrm>
                <a:off x="7267576" y="6853238"/>
                <a:ext cx="144463" cy="200025"/>
              </a:xfrm>
              <a:custGeom>
                <a:avLst/>
                <a:gdLst>
                  <a:gd name="T0" fmla="*/ 27 w 53"/>
                  <a:gd name="T1" fmla="*/ 0 h 74"/>
                  <a:gd name="T2" fmla="*/ 50 w 53"/>
                  <a:gd name="T3" fmla="*/ 53 h 74"/>
                  <a:gd name="T4" fmla="*/ 44 w 53"/>
                  <a:gd name="T5" fmla="*/ 69 h 74"/>
                  <a:gd name="T6" fmla="*/ 40 w 53"/>
                  <a:gd name="T7" fmla="*/ 71 h 74"/>
                  <a:gd name="T8" fmla="*/ 24 w 53"/>
                  <a:gd name="T9" fmla="*/ 65 h 74"/>
                  <a:gd name="T10" fmla="*/ 0 w 53"/>
                  <a:gd name="T11" fmla="*/ 11 h 74"/>
                  <a:gd name="T12" fmla="*/ 27 w 53"/>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53" h="74">
                    <a:moveTo>
                      <a:pt x="27" y="0"/>
                    </a:moveTo>
                    <a:cubicBezTo>
                      <a:pt x="50" y="53"/>
                      <a:pt x="50" y="53"/>
                      <a:pt x="50" y="53"/>
                    </a:cubicBezTo>
                    <a:cubicBezTo>
                      <a:pt x="53" y="59"/>
                      <a:pt x="50" y="67"/>
                      <a:pt x="44" y="69"/>
                    </a:cubicBezTo>
                    <a:cubicBezTo>
                      <a:pt x="40" y="71"/>
                      <a:pt x="40" y="71"/>
                      <a:pt x="40" y="71"/>
                    </a:cubicBezTo>
                    <a:cubicBezTo>
                      <a:pt x="34" y="74"/>
                      <a:pt x="26" y="71"/>
                      <a:pt x="24" y="65"/>
                    </a:cubicBezTo>
                    <a:cubicBezTo>
                      <a:pt x="0" y="11"/>
                      <a:pt x="0" y="11"/>
                      <a:pt x="0" y="11"/>
                    </a:cubicBezTo>
                    <a:lnTo>
                      <a:pt x="27" y="0"/>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a:p>
            </p:txBody>
          </p:sp>
          <p:sp>
            <p:nvSpPr>
              <p:cNvPr id="151" name="Freeform 271"/>
              <p:cNvSpPr/>
              <p:nvPr/>
            </p:nvSpPr>
            <p:spPr bwMode="auto">
              <a:xfrm>
                <a:off x="7175501" y="6659563"/>
                <a:ext cx="138113" cy="130175"/>
              </a:xfrm>
              <a:custGeom>
                <a:avLst/>
                <a:gdLst>
                  <a:gd name="T0" fmla="*/ 43 w 51"/>
                  <a:gd name="T1" fmla="*/ 13 h 48"/>
                  <a:gd name="T2" fmla="*/ 51 w 51"/>
                  <a:gd name="T3" fmla="*/ 31 h 48"/>
                  <a:gd name="T4" fmla="*/ 12 w 51"/>
                  <a:gd name="T5" fmla="*/ 48 h 48"/>
                  <a:gd name="T6" fmla="*/ 4 w 51"/>
                  <a:gd name="T7" fmla="*/ 30 h 48"/>
                  <a:gd name="T8" fmla="*/ 13 w 51"/>
                  <a:gd name="T9" fmla="*/ 7 h 48"/>
                  <a:gd name="T10" fmla="*/ 20 w 51"/>
                  <a:gd name="T11" fmla="*/ 4 h 48"/>
                  <a:gd name="T12" fmla="*/ 43 w 51"/>
                  <a:gd name="T13" fmla="*/ 13 h 48"/>
                </a:gdLst>
                <a:ahLst/>
                <a:cxnLst>
                  <a:cxn ang="0">
                    <a:pos x="T0" y="T1"/>
                  </a:cxn>
                  <a:cxn ang="0">
                    <a:pos x="T2" y="T3"/>
                  </a:cxn>
                  <a:cxn ang="0">
                    <a:pos x="T4" y="T5"/>
                  </a:cxn>
                  <a:cxn ang="0">
                    <a:pos x="T6" y="T7"/>
                  </a:cxn>
                  <a:cxn ang="0">
                    <a:pos x="T8" y="T9"/>
                  </a:cxn>
                  <a:cxn ang="0">
                    <a:pos x="T10" y="T11"/>
                  </a:cxn>
                  <a:cxn ang="0">
                    <a:pos x="T12" y="T13"/>
                  </a:cxn>
                </a:cxnLst>
                <a:rect l="0" t="0" r="r" b="b"/>
                <a:pathLst>
                  <a:path w="51" h="48">
                    <a:moveTo>
                      <a:pt x="43" y="13"/>
                    </a:moveTo>
                    <a:cubicBezTo>
                      <a:pt x="51" y="31"/>
                      <a:pt x="51" y="31"/>
                      <a:pt x="51" y="31"/>
                    </a:cubicBezTo>
                    <a:cubicBezTo>
                      <a:pt x="12" y="48"/>
                      <a:pt x="12" y="48"/>
                      <a:pt x="12" y="48"/>
                    </a:cubicBezTo>
                    <a:cubicBezTo>
                      <a:pt x="4" y="30"/>
                      <a:pt x="4" y="30"/>
                      <a:pt x="4" y="30"/>
                    </a:cubicBezTo>
                    <a:cubicBezTo>
                      <a:pt x="0" y="21"/>
                      <a:pt x="4" y="11"/>
                      <a:pt x="13" y="7"/>
                    </a:cubicBezTo>
                    <a:cubicBezTo>
                      <a:pt x="20" y="4"/>
                      <a:pt x="20" y="4"/>
                      <a:pt x="20" y="4"/>
                    </a:cubicBezTo>
                    <a:cubicBezTo>
                      <a:pt x="29" y="0"/>
                      <a:pt x="39" y="4"/>
                      <a:pt x="43" y="13"/>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52" name="Freeform 272"/>
              <p:cNvSpPr/>
              <p:nvPr/>
            </p:nvSpPr>
            <p:spPr bwMode="auto">
              <a:xfrm>
                <a:off x="7202488" y="6689725"/>
                <a:ext cx="95250" cy="92075"/>
              </a:xfrm>
              <a:custGeom>
                <a:avLst/>
                <a:gdLst>
                  <a:gd name="T0" fmla="*/ 29 w 35"/>
                  <a:gd name="T1" fmla="*/ 9 h 34"/>
                  <a:gd name="T2" fmla="*/ 35 w 35"/>
                  <a:gd name="T3" fmla="*/ 22 h 34"/>
                  <a:gd name="T4" fmla="*/ 8 w 35"/>
                  <a:gd name="T5" fmla="*/ 34 h 34"/>
                  <a:gd name="T6" fmla="*/ 2 w 35"/>
                  <a:gd name="T7" fmla="*/ 20 h 34"/>
                  <a:gd name="T8" fmla="*/ 9 w 35"/>
                  <a:gd name="T9" fmla="*/ 4 h 34"/>
                  <a:gd name="T10" fmla="*/ 13 w 35"/>
                  <a:gd name="T11" fmla="*/ 3 h 34"/>
                  <a:gd name="T12" fmla="*/ 29 w 35"/>
                  <a:gd name="T13" fmla="*/ 9 h 34"/>
                </a:gdLst>
                <a:ahLst/>
                <a:cxnLst>
                  <a:cxn ang="0">
                    <a:pos x="T0" y="T1"/>
                  </a:cxn>
                  <a:cxn ang="0">
                    <a:pos x="T2" y="T3"/>
                  </a:cxn>
                  <a:cxn ang="0">
                    <a:pos x="T4" y="T5"/>
                  </a:cxn>
                  <a:cxn ang="0">
                    <a:pos x="T6" y="T7"/>
                  </a:cxn>
                  <a:cxn ang="0">
                    <a:pos x="T8" y="T9"/>
                  </a:cxn>
                  <a:cxn ang="0">
                    <a:pos x="T10" y="T11"/>
                  </a:cxn>
                  <a:cxn ang="0">
                    <a:pos x="T12" y="T13"/>
                  </a:cxn>
                </a:cxnLst>
                <a:rect l="0" t="0" r="r" b="b"/>
                <a:pathLst>
                  <a:path w="35" h="34">
                    <a:moveTo>
                      <a:pt x="29" y="9"/>
                    </a:moveTo>
                    <a:cubicBezTo>
                      <a:pt x="35" y="22"/>
                      <a:pt x="35" y="22"/>
                      <a:pt x="35" y="22"/>
                    </a:cubicBezTo>
                    <a:cubicBezTo>
                      <a:pt x="8" y="34"/>
                      <a:pt x="8" y="34"/>
                      <a:pt x="8" y="34"/>
                    </a:cubicBezTo>
                    <a:cubicBezTo>
                      <a:pt x="2" y="20"/>
                      <a:pt x="2" y="20"/>
                      <a:pt x="2" y="20"/>
                    </a:cubicBezTo>
                    <a:cubicBezTo>
                      <a:pt x="0" y="14"/>
                      <a:pt x="2" y="7"/>
                      <a:pt x="9" y="4"/>
                    </a:cubicBezTo>
                    <a:cubicBezTo>
                      <a:pt x="13" y="3"/>
                      <a:pt x="13" y="3"/>
                      <a:pt x="13" y="3"/>
                    </a:cubicBezTo>
                    <a:cubicBezTo>
                      <a:pt x="19" y="0"/>
                      <a:pt x="26" y="3"/>
                      <a:pt x="29" y="9"/>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en-US"/>
              </a:p>
            </p:txBody>
          </p:sp>
          <p:sp>
            <p:nvSpPr>
              <p:cNvPr id="153" name="Freeform 273"/>
              <p:cNvSpPr/>
              <p:nvPr/>
            </p:nvSpPr>
            <p:spPr bwMode="auto">
              <a:xfrm>
                <a:off x="7289801" y="6815138"/>
                <a:ext cx="11113" cy="9525"/>
              </a:xfrm>
              <a:custGeom>
                <a:avLst/>
                <a:gdLst>
                  <a:gd name="T0" fmla="*/ 4 w 4"/>
                  <a:gd name="T1" fmla="*/ 2 h 4"/>
                  <a:gd name="T2" fmla="*/ 3 w 4"/>
                  <a:gd name="T3" fmla="*/ 4 h 4"/>
                  <a:gd name="T4" fmla="*/ 0 w 4"/>
                  <a:gd name="T5" fmla="*/ 3 h 4"/>
                  <a:gd name="T6" fmla="*/ 1 w 4"/>
                  <a:gd name="T7" fmla="*/ 1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4" y="4"/>
                      <a:pt x="3" y="4"/>
                    </a:cubicBezTo>
                    <a:cubicBezTo>
                      <a:pt x="2" y="4"/>
                      <a:pt x="1" y="4"/>
                      <a:pt x="0" y="3"/>
                    </a:cubicBezTo>
                    <a:cubicBezTo>
                      <a:pt x="0" y="2"/>
                      <a:pt x="0" y="1"/>
                      <a:pt x="1" y="1"/>
                    </a:cubicBezTo>
                    <a:cubicBezTo>
                      <a:pt x="2" y="0"/>
                      <a:pt x="3" y="1"/>
                      <a:pt x="4" y="2"/>
                    </a:cubicBezTo>
                    <a:close/>
                  </a:path>
                </a:pathLst>
              </a:custGeom>
              <a:solidFill>
                <a:srgbClr val="266974"/>
              </a:solidFill>
              <a:ln>
                <a:noFill/>
              </a:ln>
            </p:spPr>
            <p:txBody>
              <a:bodyPr vert="horz" wrap="square" lIns="91440" tIns="45720" rIns="91440" bIns="45720" numCol="1" anchor="t" anchorCtr="0" compatLnSpc="1"/>
              <a:lstStyle/>
              <a:p>
                <a:endParaRPr lang="en-US"/>
              </a:p>
            </p:txBody>
          </p:sp>
          <p:sp>
            <p:nvSpPr>
              <p:cNvPr id="154" name="Freeform 274"/>
              <p:cNvSpPr/>
              <p:nvPr/>
            </p:nvSpPr>
            <p:spPr bwMode="auto">
              <a:xfrm>
                <a:off x="7265988" y="6824663"/>
                <a:ext cx="9525" cy="11113"/>
              </a:xfrm>
              <a:custGeom>
                <a:avLst/>
                <a:gdLst>
                  <a:gd name="T0" fmla="*/ 4 w 4"/>
                  <a:gd name="T1" fmla="*/ 2 h 4"/>
                  <a:gd name="T2" fmla="*/ 3 w 4"/>
                  <a:gd name="T3" fmla="*/ 4 h 4"/>
                  <a:gd name="T4" fmla="*/ 1 w 4"/>
                  <a:gd name="T5" fmla="*/ 3 h 4"/>
                  <a:gd name="T6" fmla="*/ 1 w 4"/>
                  <a:gd name="T7" fmla="*/ 1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2"/>
                      <a:pt x="4" y="4"/>
                      <a:pt x="3" y="4"/>
                    </a:cubicBezTo>
                    <a:cubicBezTo>
                      <a:pt x="2" y="4"/>
                      <a:pt x="1" y="4"/>
                      <a:pt x="1" y="3"/>
                    </a:cubicBezTo>
                    <a:cubicBezTo>
                      <a:pt x="0" y="2"/>
                      <a:pt x="1" y="1"/>
                      <a:pt x="1" y="1"/>
                    </a:cubicBezTo>
                    <a:cubicBezTo>
                      <a:pt x="2" y="0"/>
                      <a:pt x="3" y="1"/>
                      <a:pt x="4" y="2"/>
                    </a:cubicBezTo>
                    <a:close/>
                  </a:path>
                </a:pathLst>
              </a:custGeom>
              <a:solidFill>
                <a:srgbClr val="266974"/>
              </a:solidFill>
              <a:ln>
                <a:noFill/>
              </a:ln>
            </p:spPr>
            <p:txBody>
              <a:bodyPr vert="horz" wrap="square" lIns="91440" tIns="45720" rIns="91440" bIns="45720" numCol="1" anchor="t" anchorCtr="0" compatLnSpc="1"/>
              <a:lstStyle/>
              <a:p>
                <a:endParaRPr lang="en-US"/>
              </a:p>
            </p:txBody>
          </p:sp>
        </p:grpSp>
        <p:sp>
          <p:nvSpPr>
            <p:cNvPr id="12" name="Freeform 275"/>
            <p:cNvSpPr/>
            <p:nvPr/>
          </p:nvSpPr>
          <p:spPr bwMode="auto">
            <a:xfrm>
              <a:off x="5594302" y="4745232"/>
              <a:ext cx="635000" cy="450850"/>
            </a:xfrm>
            <a:custGeom>
              <a:avLst/>
              <a:gdLst>
                <a:gd name="T0" fmla="*/ 46 w 400"/>
                <a:gd name="T1" fmla="*/ 0 h 284"/>
                <a:gd name="T2" fmla="*/ 400 w 400"/>
                <a:gd name="T3" fmla="*/ 78 h 284"/>
                <a:gd name="T4" fmla="*/ 354 w 400"/>
                <a:gd name="T5" fmla="*/ 284 h 284"/>
                <a:gd name="T6" fmla="*/ 0 w 400"/>
                <a:gd name="T7" fmla="*/ 205 h 284"/>
                <a:gd name="T8" fmla="*/ 46 w 400"/>
                <a:gd name="T9" fmla="*/ 0 h 284"/>
              </a:gdLst>
              <a:ahLst/>
              <a:cxnLst>
                <a:cxn ang="0">
                  <a:pos x="T0" y="T1"/>
                </a:cxn>
                <a:cxn ang="0">
                  <a:pos x="T2" y="T3"/>
                </a:cxn>
                <a:cxn ang="0">
                  <a:pos x="T4" y="T5"/>
                </a:cxn>
                <a:cxn ang="0">
                  <a:pos x="T6" y="T7"/>
                </a:cxn>
                <a:cxn ang="0">
                  <a:pos x="T8" y="T9"/>
                </a:cxn>
              </a:cxnLst>
              <a:rect l="0" t="0" r="r" b="b"/>
              <a:pathLst>
                <a:path w="400" h="284">
                  <a:moveTo>
                    <a:pt x="46" y="0"/>
                  </a:moveTo>
                  <a:lnTo>
                    <a:pt x="400" y="78"/>
                  </a:lnTo>
                  <a:lnTo>
                    <a:pt x="354" y="284"/>
                  </a:lnTo>
                  <a:lnTo>
                    <a:pt x="0" y="205"/>
                  </a:lnTo>
                  <a:lnTo>
                    <a:pt x="46"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13" name="Freeform 12"/>
            <p:cNvSpPr/>
            <p:nvPr/>
          </p:nvSpPr>
          <p:spPr bwMode="auto">
            <a:xfrm>
              <a:off x="5718127" y="4875407"/>
              <a:ext cx="346075" cy="230188"/>
            </a:xfrm>
            <a:custGeom>
              <a:avLst/>
              <a:gdLst>
                <a:gd name="connsiteX0" fmla="*/ 258763 w 346075"/>
                <a:gd name="connsiteY0" fmla="*/ 203200 h 230188"/>
                <a:gd name="connsiteX1" fmla="*/ 312738 w 346075"/>
                <a:gd name="connsiteY1" fmla="*/ 217488 h 230188"/>
                <a:gd name="connsiteX2" fmla="*/ 311151 w 346075"/>
                <a:gd name="connsiteY2" fmla="*/ 230188 h 230188"/>
                <a:gd name="connsiteX3" fmla="*/ 254000 w 346075"/>
                <a:gd name="connsiteY3" fmla="*/ 219076 h 230188"/>
                <a:gd name="connsiteX4" fmla="*/ 220663 w 346075"/>
                <a:gd name="connsiteY4" fmla="*/ 195262 h 230188"/>
                <a:gd name="connsiteX5" fmla="*/ 244476 w 346075"/>
                <a:gd name="connsiteY5" fmla="*/ 200025 h 230188"/>
                <a:gd name="connsiteX6" fmla="*/ 239714 w 346075"/>
                <a:gd name="connsiteY6" fmla="*/ 217487 h 230188"/>
                <a:gd name="connsiteX7" fmla="*/ 217488 w 346075"/>
                <a:gd name="connsiteY7" fmla="*/ 211137 h 230188"/>
                <a:gd name="connsiteX8" fmla="*/ 188913 w 346075"/>
                <a:gd name="connsiteY8" fmla="*/ 187325 h 230188"/>
                <a:gd name="connsiteX9" fmla="*/ 209551 w 346075"/>
                <a:gd name="connsiteY9" fmla="*/ 192088 h 230188"/>
                <a:gd name="connsiteX10" fmla="*/ 207964 w 346075"/>
                <a:gd name="connsiteY10" fmla="*/ 207963 h 230188"/>
                <a:gd name="connsiteX11" fmla="*/ 185738 w 346075"/>
                <a:gd name="connsiteY11" fmla="*/ 203201 h 230188"/>
                <a:gd name="connsiteX12" fmla="*/ 311150 w 346075"/>
                <a:gd name="connsiteY12" fmla="*/ 184150 h 230188"/>
                <a:gd name="connsiteX13" fmla="*/ 346075 w 346075"/>
                <a:gd name="connsiteY13" fmla="*/ 192088 h 230188"/>
                <a:gd name="connsiteX14" fmla="*/ 342900 w 346075"/>
                <a:gd name="connsiteY14" fmla="*/ 207963 h 230188"/>
                <a:gd name="connsiteX15" fmla="*/ 307975 w 346075"/>
                <a:gd name="connsiteY15" fmla="*/ 200026 h 230188"/>
                <a:gd name="connsiteX16" fmla="*/ 285750 w 346075"/>
                <a:gd name="connsiteY16" fmla="*/ 179387 h 230188"/>
                <a:gd name="connsiteX17" fmla="*/ 301625 w 346075"/>
                <a:gd name="connsiteY17" fmla="*/ 180975 h 230188"/>
                <a:gd name="connsiteX18" fmla="*/ 300038 w 346075"/>
                <a:gd name="connsiteY18" fmla="*/ 198437 h 230188"/>
                <a:gd name="connsiteX19" fmla="*/ 282575 w 346075"/>
                <a:gd name="connsiteY19" fmla="*/ 195262 h 230188"/>
                <a:gd name="connsiteX20" fmla="*/ 122238 w 346075"/>
                <a:gd name="connsiteY20" fmla="*/ 173037 h 230188"/>
                <a:gd name="connsiteX21" fmla="*/ 177800 w 346075"/>
                <a:gd name="connsiteY21" fmla="*/ 184150 h 230188"/>
                <a:gd name="connsiteX22" fmla="*/ 174625 w 346075"/>
                <a:gd name="connsiteY22" fmla="*/ 200025 h 230188"/>
                <a:gd name="connsiteX23" fmla="*/ 117475 w 346075"/>
                <a:gd name="connsiteY23" fmla="*/ 187325 h 230188"/>
                <a:gd name="connsiteX24" fmla="*/ 242888 w 346075"/>
                <a:gd name="connsiteY24" fmla="*/ 168275 h 230188"/>
                <a:gd name="connsiteX25" fmla="*/ 277813 w 346075"/>
                <a:gd name="connsiteY25" fmla="*/ 176213 h 230188"/>
                <a:gd name="connsiteX26" fmla="*/ 274638 w 346075"/>
                <a:gd name="connsiteY26" fmla="*/ 192088 h 230188"/>
                <a:gd name="connsiteX27" fmla="*/ 239713 w 346075"/>
                <a:gd name="connsiteY27" fmla="*/ 184151 h 230188"/>
                <a:gd name="connsiteX28" fmla="*/ 85725 w 346075"/>
                <a:gd name="connsiteY28" fmla="*/ 165100 h 230188"/>
                <a:gd name="connsiteX29" fmla="*/ 106363 w 346075"/>
                <a:gd name="connsiteY29" fmla="*/ 171450 h 230188"/>
                <a:gd name="connsiteX30" fmla="*/ 104776 w 346075"/>
                <a:gd name="connsiteY30" fmla="*/ 184150 h 230188"/>
                <a:gd name="connsiteX31" fmla="*/ 82550 w 346075"/>
                <a:gd name="connsiteY31" fmla="*/ 179388 h 230188"/>
                <a:gd name="connsiteX32" fmla="*/ 217488 w 346075"/>
                <a:gd name="connsiteY32" fmla="*/ 161925 h 230188"/>
                <a:gd name="connsiteX33" fmla="*/ 234950 w 346075"/>
                <a:gd name="connsiteY33" fmla="*/ 168275 h 230188"/>
                <a:gd name="connsiteX34" fmla="*/ 228600 w 346075"/>
                <a:gd name="connsiteY34" fmla="*/ 180975 h 230188"/>
                <a:gd name="connsiteX35" fmla="*/ 215900 w 346075"/>
                <a:gd name="connsiteY35" fmla="*/ 179388 h 230188"/>
                <a:gd name="connsiteX36" fmla="*/ 193676 w 346075"/>
                <a:gd name="connsiteY36" fmla="*/ 157162 h 230188"/>
                <a:gd name="connsiteX37" fmla="*/ 209551 w 346075"/>
                <a:gd name="connsiteY37" fmla="*/ 161925 h 230188"/>
                <a:gd name="connsiteX38" fmla="*/ 207964 w 346075"/>
                <a:gd name="connsiteY38" fmla="*/ 176212 h 230188"/>
                <a:gd name="connsiteX39" fmla="*/ 188913 w 346075"/>
                <a:gd name="connsiteY39" fmla="*/ 173037 h 230188"/>
                <a:gd name="connsiteX40" fmla="*/ 52388 w 346075"/>
                <a:gd name="connsiteY40" fmla="*/ 157162 h 230188"/>
                <a:gd name="connsiteX41" fmla="*/ 74613 w 346075"/>
                <a:gd name="connsiteY41" fmla="*/ 161925 h 230188"/>
                <a:gd name="connsiteX42" fmla="*/ 71438 w 346075"/>
                <a:gd name="connsiteY42" fmla="*/ 176212 h 230188"/>
                <a:gd name="connsiteX43" fmla="*/ 49213 w 346075"/>
                <a:gd name="connsiteY43" fmla="*/ 173037 h 230188"/>
                <a:gd name="connsiteX44" fmla="*/ 166688 w 346075"/>
                <a:gd name="connsiteY44" fmla="*/ 152400 h 230188"/>
                <a:gd name="connsiteX45" fmla="*/ 185738 w 346075"/>
                <a:gd name="connsiteY45" fmla="*/ 157163 h 230188"/>
                <a:gd name="connsiteX46" fmla="*/ 182563 w 346075"/>
                <a:gd name="connsiteY46" fmla="*/ 171450 h 230188"/>
                <a:gd name="connsiteX47" fmla="*/ 163513 w 346075"/>
                <a:gd name="connsiteY47" fmla="*/ 168275 h 230188"/>
                <a:gd name="connsiteX48" fmla="*/ 22225 w 346075"/>
                <a:gd name="connsiteY48" fmla="*/ 152400 h 230188"/>
                <a:gd name="connsiteX49" fmla="*/ 41275 w 346075"/>
                <a:gd name="connsiteY49" fmla="*/ 153987 h 230188"/>
                <a:gd name="connsiteX50" fmla="*/ 38100 w 346075"/>
                <a:gd name="connsiteY50" fmla="*/ 171450 h 230188"/>
                <a:gd name="connsiteX51" fmla="*/ 19050 w 346075"/>
                <a:gd name="connsiteY51" fmla="*/ 165100 h 230188"/>
                <a:gd name="connsiteX52" fmla="*/ 112713 w 346075"/>
                <a:gd name="connsiteY52" fmla="*/ 141287 h 230188"/>
                <a:gd name="connsiteX53" fmla="*/ 155576 w 346075"/>
                <a:gd name="connsiteY53" fmla="*/ 149224 h 230188"/>
                <a:gd name="connsiteX54" fmla="*/ 152401 w 346075"/>
                <a:gd name="connsiteY54" fmla="*/ 165100 h 230188"/>
                <a:gd name="connsiteX55" fmla="*/ 109538 w 346075"/>
                <a:gd name="connsiteY55" fmla="*/ 153987 h 230188"/>
                <a:gd name="connsiteX56" fmla="*/ 85725 w 346075"/>
                <a:gd name="connsiteY56" fmla="*/ 133350 h 230188"/>
                <a:gd name="connsiteX57" fmla="*/ 104775 w 346075"/>
                <a:gd name="connsiteY57" fmla="*/ 138112 h 230188"/>
                <a:gd name="connsiteX58" fmla="*/ 98425 w 346075"/>
                <a:gd name="connsiteY58" fmla="*/ 153988 h 230188"/>
                <a:gd name="connsiteX59" fmla="*/ 82550 w 346075"/>
                <a:gd name="connsiteY59" fmla="*/ 149225 h 230188"/>
                <a:gd name="connsiteX60" fmla="*/ 57151 w 346075"/>
                <a:gd name="connsiteY60" fmla="*/ 127000 h 230188"/>
                <a:gd name="connsiteX61" fmla="*/ 76201 w 346075"/>
                <a:gd name="connsiteY61" fmla="*/ 133350 h 230188"/>
                <a:gd name="connsiteX62" fmla="*/ 74614 w 346075"/>
                <a:gd name="connsiteY62" fmla="*/ 146050 h 230188"/>
                <a:gd name="connsiteX63" fmla="*/ 55563 w 346075"/>
                <a:gd name="connsiteY63" fmla="*/ 142875 h 230188"/>
                <a:gd name="connsiteX64" fmla="*/ 261938 w 346075"/>
                <a:gd name="connsiteY64" fmla="*/ 123825 h 230188"/>
                <a:gd name="connsiteX65" fmla="*/ 277813 w 346075"/>
                <a:gd name="connsiteY65" fmla="*/ 130175 h 230188"/>
                <a:gd name="connsiteX66" fmla="*/ 274638 w 346075"/>
                <a:gd name="connsiteY66" fmla="*/ 142875 h 230188"/>
                <a:gd name="connsiteX67" fmla="*/ 258763 w 346075"/>
                <a:gd name="connsiteY67" fmla="*/ 141287 h 230188"/>
                <a:gd name="connsiteX68" fmla="*/ 236538 w 346075"/>
                <a:gd name="connsiteY68" fmla="*/ 119062 h 230188"/>
                <a:gd name="connsiteX69" fmla="*/ 255588 w 346075"/>
                <a:gd name="connsiteY69" fmla="*/ 123824 h 230188"/>
                <a:gd name="connsiteX70" fmla="*/ 250826 w 346075"/>
                <a:gd name="connsiteY70" fmla="*/ 138112 h 230188"/>
                <a:gd name="connsiteX71" fmla="*/ 234950 w 346075"/>
                <a:gd name="connsiteY71" fmla="*/ 134937 h 230188"/>
                <a:gd name="connsiteX72" fmla="*/ 3175 w 346075"/>
                <a:gd name="connsiteY72" fmla="*/ 115887 h 230188"/>
                <a:gd name="connsiteX73" fmla="*/ 47625 w 346075"/>
                <a:gd name="connsiteY73" fmla="*/ 123824 h 230188"/>
                <a:gd name="connsiteX74" fmla="*/ 44450 w 346075"/>
                <a:gd name="connsiteY74" fmla="*/ 141287 h 230188"/>
                <a:gd name="connsiteX75" fmla="*/ 0 w 346075"/>
                <a:gd name="connsiteY75" fmla="*/ 130174 h 230188"/>
                <a:gd name="connsiteX76" fmla="*/ 188913 w 346075"/>
                <a:gd name="connsiteY76" fmla="*/ 107950 h 230188"/>
                <a:gd name="connsiteX77" fmla="*/ 228601 w 346075"/>
                <a:gd name="connsiteY77" fmla="*/ 119062 h 230188"/>
                <a:gd name="connsiteX78" fmla="*/ 227014 w 346075"/>
                <a:gd name="connsiteY78" fmla="*/ 133350 h 230188"/>
                <a:gd name="connsiteX79" fmla="*/ 185738 w 346075"/>
                <a:gd name="connsiteY79" fmla="*/ 123825 h 230188"/>
                <a:gd name="connsiteX80" fmla="*/ 163513 w 346075"/>
                <a:gd name="connsiteY80" fmla="*/ 103187 h 230188"/>
                <a:gd name="connsiteX81" fmla="*/ 182563 w 346075"/>
                <a:gd name="connsiteY81" fmla="*/ 107949 h 230188"/>
                <a:gd name="connsiteX82" fmla="*/ 177801 w 346075"/>
                <a:gd name="connsiteY82" fmla="*/ 122237 h 230188"/>
                <a:gd name="connsiteX83" fmla="*/ 160338 w 346075"/>
                <a:gd name="connsiteY83" fmla="*/ 119062 h 230188"/>
                <a:gd name="connsiteX84" fmla="*/ 141288 w 346075"/>
                <a:gd name="connsiteY84" fmla="*/ 96837 h 230188"/>
                <a:gd name="connsiteX85" fmla="*/ 158750 w 346075"/>
                <a:gd name="connsiteY85" fmla="*/ 103187 h 230188"/>
                <a:gd name="connsiteX86" fmla="*/ 155575 w 346075"/>
                <a:gd name="connsiteY86" fmla="*/ 115887 h 230188"/>
                <a:gd name="connsiteX87" fmla="*/ 139700 w 346075"/>
                <a:gd name="connsiteY87" fmla="*/ 114299 h 230188"/>
                <a:gd name="connsiteX88" fmla="*/ 93663 w 346075"/>
                <a:gd name="connsiteY88" fmla="*/ 85725 h 230188"/>
                <a:gd name="connsiteX89" fmla="*/ 131763 w 346075"/>
                <a:gd name="connsiteY89" fmla="*/ 96837 h 230188"/>
                <a:gd name="connsiteX90" fmla="*/ 128588 w 346075"/>
                <a:gd name="connsiteY90" fmla="*/ 111125 h 230188"/>
                <a:gd name="connsiteX91" fmla="*/ 87313 w 346075"/>
                <a:gd name="connsiteY91" fmla="*/ 103187 h 230188"/>
                <a:gd name="connsiteX92" fmla="*/ 255588 w 346075"/>
                <a:gd name="connsiteY92" fmla="*/ 34925 h 230188"/>
                <a:gd name="connsiteX93" fmla="*/ 301625 w 346075"/>
                <a:gd name="connsiteY93" fmla="*/ 42862 h 230188"/>
                <a:gd name="connsiteX94" fmla="*/ 293688 w 346075"/>
                <a:gd name="connsiteY94" fmla="*/ 69850 h 230188"/>
                <a:gd name="connsiteX95" fmla="*/ 250825 w 346075"/>
                <a:gd name="connsiteY95" fmla="*/ 58737 h 230188"/>
                <a:gd name="connsiteX96" fmla="*/ 166688 w 346075"/>
                <a:gd name="connsiteY96" fmla="*/ 12700 h 230188"/>
                <a:gd name="connsiteX97" fmla="*/ 244476 w 346075"/>
                <a:gd name="connsiteY97" fmla="*/ 31750 h 230188"/>
                <a:gd name="connsiteX98" fmla="*/ 239714 w 346075"/>
                <a:gd name="connsiteY98" fmla="*/ 57150 h 230188"/>
                <a:gd name="connsiteX99" fmla="*/ 160338 w 346075"/>
                <a:gd name="connsiteY99" fmla="*/ 39687 h 230188"/>
                <a:gd name="connsiteX100" fmla="*/ 109538 w 346075"/>
                <a:gd name="connsiteY100" fmla="*/ 0 h 230188"/>
                <a:gd name="connsiteX101" fmla="*/ 152400 w 346075"/>
                <a:gd name="connsiteY101" fmla="*/ 11112 h 230188"/>
                <a:gd name="connsiteX102" fmla="*/ 147638 w 346075"/>
                <a:gd name="connsiteY102" fmla="*/ 34925 h 230188"/>
                <a:gd name="connsiteX103" fmla="*/ 101600 w 346075"/>
                <a:gd name="connsiteY103" fmla="*/ 26987 h 2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46075" h="230188">
                  <a:moveTo>
                    <a:pt x="258763" y="203200"/>
                  </a:moveTo>
                  <a:lnTo>
                    <a:pt x="312738" y="217488"/>
                  </a:lnTo>
                  <a:lnTo>
                    <a:pt x="311151" y="230188"/>
                  </a:lnTo>
                  <a:lnTo>
                    <a:pt x="254000" y="219076"/>
                  </a:lnTo>
                  <a:close/>
                  <a:moveTo>
                    <a:pt x="220663" y="195262"/>
                  </a:moveTo>
                  <a:lnTo>
                    <a:pt x="244476" y="200025"/>
                  </a:lnTo>
                  <a:lnTo>
                    <a:pt x="239714" y="217487"/>
                  </a:lnTo>
                  <a:lnTo>
                    <a:pt x="217488" y="211137"/>
                  </a:lnTo>
                  <a:close/>
                  <a:moveTo>
                    <a:pt x="188913" y="187325"/>
                  </a:moveTo>
                  <a:lnTo>
                    <a:pt x="209551" y="192088"/>
                  </a:lnTo>
                  <a:lnTo>
                    <a:pt x="207964" y="207963"/>
                  </a:lnTo>
                  <a:lnTo>
                    <a:pt x="185738" y="203201"/>
                  </a:lnTo>
                  <a:close/>
                  <a:moveTo>
                    <a:pt x="311150" y="184150"/>
                  </a:moveTo>
                  <a:lnTo>
                    <a:pt x="346075" y="192088"/>
                  </a:lnTo>
                  <a:lnTo>
                    <a:pt x="342900" y="207963"/>
                  </a:lnTo>
                  <a:lnTo>
                    <a:pt x="307975" y="200026"/>
                  </a:lnTo>
                  <a:close/>
                  <a:moveTo>
                    <a:pt x="285750" y="179387"/>
                  </a:moveTo>
                  <a:lnTo>
                    <a:pt x="301625" y="180975"/>
                  </a:lnTo>
                  <a:lnTo>
                    <a:pt x="300038" y="198437"/>
                  </a:lnTo>
                  <a:lnTo>
                    <a:pt x="282575" y="195262"/>
                  </a:lnTo>
                  <a:close/>
                  <a:moveTo>
                    <a:pt x="122238" y="173037"/>
                  </a:moveTo>
                  <a:lnTo>
                    <a:pt x="177800" y="184150"/>
                  </a:lnTo>
                  <a:lnTo>
                    <a:pt x="174625" y="200025"/>
                  </a:lnTo>
                  <a:lnTo>
                    <a:pt x="117475" y="187325"/>
                  </a:lnTo>
                  <a:close/>
                  <a:moveTo>
                    <a:pt x="242888" y="168275"/>
                  </a:moveTo>
                  <a:lnTo>
                    <a:pt x="277813" y="176213"/>
                  </a:lnTo>
                  <a:lnTo>
                    <a:pt x="274638" y="192088"/>
                  </a:lnTo>
                  <a:lnTo>
                    <a:pt x="239713" y="184151"/>
                  </a:lnTo>
                  <a:close/>
                  <a:moveTo>
                    <a:pt x="85725" y="165100"/>
                  </a:moveTo>
                  <a:lnTo>
                    <a:pt x="106363" y="171450"/>
                  </a:lnTo>
                  <a:lnTo>
                    <a:pt x="104776" y="184150"/>
                  </a:lnTo>
                  <a:lnTo>
                    <a:pt x="82550" y="179388"/>
                  </a:lnTo>
                  <a:close/>
                  <a:moveTo>
                    <a:pt x="217488" y="161925"/>
                  </a:moveTo>
                  <a:lnTo>
                    <a:pt x="234950" y="168275"/>
                  </a:lnTo>
                  <a:lnTo>
                    <a:pt x="228600" y="180975"/>
                  </a:lnTo>
                  <a:lnTo>
                    <a:pt x="215900" y="179388"/>
                  </a:lnTo>
                  <a:close/>
                  <a:moveTo>
                    <a:pt x="193676" y="157162"/>
                  </a:moveTo>
                  <a:lnTo>
                    <a:pt x="209551" y="161925"/>
                  </a:lnTo>
                  <a:lnTo>
                    <a:pt x="207964" y="176212"/>
                  </a:lnTo>
                  <a:lnTo>
                    <a:pt x="188913" y="173037"/>
                  </a:lnTo>
                  <a:close/>
                  <a:moveTo>
                    <a:pt x="52388" y="157162"/>
                  </a:moveTo>
                  <a:lnTo>
                    <a:pt x="74613" y="161925"/>
                  </a:lnTo>
                  <a:lnTo>
                    <a:pt x="71438" y="176212"/>
                  </a:lnTo>
                  <a:lnTo>
                    <a:pt x="49213" y="173037"/>
                  </a:lnTo>
                  <a:close/>
                  <a:moveTo>
                    <a:pt x="166688" y="152400"/>
                  </a:moveTo>
                  <a:lnTo>
                    <a:pt x="185738" y="157163"/>
                  </a:lnTo>
                  <a:lnTo>
                    <a:pt x="182563" y="171450"/>
                  </a:lnTo>
                  <a:lnTo>
                    <a:pt x="163513" y="168275"/>
                  </a:lnTo>
                  <a:close/>
                  <a:moveTo>
                    <a:pt x="22225" y="152400"/>
                  </a:moveTo>
                  <a:lnTo>
                    <a:pt x="41275" y="153987"/>
                  </a:lnTo>
                  <a:lnTo>
                    <a:pt x="38100" y="171450"/>
                  </a:lnTo>
                  <a:lnTo>
                    <a:pt x="19050" y="165100"/>
                  </a:lnTo>
                  <a:close/>
                  <a:moveTo>
                    <a:pt x="112713" y="141287"/>
                  </a:moveTo>
                  <a:lnTo>
                    <a:pt x="155576" y="149224"/>
                  </a:lnTo>
                  <a:lnTo>
                    <a:pt x="152401" y="165100"/>
                  </a:lnTo>
                  <a:lnTo>
                    <a:pt x="109538" y="153987"/>
                  </a:lnTo>
                  <a:close/>
                  <a:moveTo>
                    <a:pt x="85725" y="133350"/>
                  </a:moveTo>
                  <a:lnTo>
                    <a:pt x="104775" y="138112"/>
                  </a:lnTo>
                  <a:lnTo>
                    <a:pt x="98425" y="153988"/>
                  </a:lnTo>
                  <a:lnTo>
                    <a:pt x="82550" y="149225"/>
                  </a:lnTo>
                  <a:close/>
                  <a:moveTo>
                    <a:pt x="57151" y="127000"/>
                  </a:moveTo>
                  <a:lnTo>
                    <a:pt x="76201" y="133350"/>
                  </a:lnTo>
                  <a:lnTo>
                    <a:pt x="74614" y="146050"/>
                  </a:lnTo>
                  <a:lnTo>
                    <a:pt x="55563" y="142875"/>
                  </a:lnTo>
                  <a:close/>
                  <a:moveTo>
                    <a:pt x="261938" y="123825"/>
                  </a:moveTo>
                  <a:lnTo>
                    <a:pt x="277813" y="130175"/>
                  </a:lnTo>
                  <a:lnTo>
                    <a:pt x="274638" y="142875"/>
                  </a:lnTo>
                  <a:lnTo>
                    <a:pt x="258763" y="141287"/>
                  </a:lnTo>
                  <a:close/>
                  <a:moveTo>
                    <a:pt x="236538" y="119062"/>
                  </a:moveTo>
                  <a:lnTo>
                    <a:pt x="255588" y="123824"/>
                  </a:lnTo>
                  <a:lnTo>
                    <a:pt x="250826" y="138112"/>
                  </a:lnTo>
                  <a:lnTo>
                    <a:pt x="234950" y="134937"/>
                  </a:lnTo>
                  <a:close/>
                  <a:moveTo>
                    <a:pt x="3175" y="115887"/>
                  </a:moveTo>
                  <a:lnTo>
                    <a:pt x="47625" y="123824"/>
                  </a:lnTo>
                  <a:lnTo>
                    <a:pt x="44450" y="141287"/>
                  </a:lnTo>
                  <a:lnTo>
                    <a:pt x="0" y="130174"/>
                  </a:lnTo>
                  <a:close/>
                  <a:moveTo>
                    <a:pt x="188913" y="107950"/>
                  </a:moveTo>
                  <a:lnTo>
                    <a:pt x="228601" y="119062"/>
                  </a:lnTo>
                  <a:lnTo>
                    <a:pt x="227014" y="133350"/>
                  </a:lnTo>
                  <a:lnTo>
                    <a:pt x="185738" y="123825"/>
                  </a:lnTo>
                  <a:close/>
                  <a:moveTo>
                    <a:pt x="163513" y="103187"/>
                  </a:moveTo>
                  <a:lnTo>
                    <a:pt x="182563" y="107949"/>
                  </a:lnTo>
                  <a:lnTo>
                    <a:pt x="177801" y="122237"/>
                  </a:lnTo>
                  <a:lnTo>
                    <a:pt x="160338" y="119062"/>
                  </a:lnTo>
                  <a:close/>
                  <a:moveTo>
                    <a:pt x="141288" y="96837"/>
                  </a:moveTo>
                  <a:lnTo>
                    <a:pt x="158750" y="103187"/>
                  </a:lnTo>
                  <a:lnTo>
                    <a:pt x="155575" y="115887"/>
                  </a:lnTo>
                  <a:lnTo>
                    <a:pt x="139700" y="114299"/>
                  </a:lnTo>
                  <a:close/>
                  <a:moveTo>
                    <a:pt x="93663" y="85725"/>
                  </a:moveTo>
                  <a:lnTo>
                    <a:pt x="131763" y="96837"/>
                  </a:lnTo>
                  <a:lnTo>
                    <a:pt x="128588" y="111125"/>
                  </a:lnTo>
                  <a:lnTo>
                    <a:pt x="87313" y="103187"/>
                  </a:lnTo>
                  <a:close/>
                  <a:moveTo>
                    <a:pt x="255588" y="34925"/>
                  </a:moveTo>
                  <a:lnTo>
                    <a:pt x="301625" y="42862"/>
                  </a:lnTo>
                  <a:lnTo>
                    <a:pt x="293688" y="69850"/>
                  </a:lnTo>
                  <a:lnTo>
                    <a:pt x="250825" y="58737"/>
                  </a:lnTo>
                  <a:close/>
                  <a:moveTo>
                    <a:pt x="166688" y="12700"/>
                  </a:moveTo>
                  <a:lnTo>
                    <a:pt x="244476" y="31750"/>
                  </a:lnTo>
                  <a:lnTo>
                    <a:pt x="239714" y="57150"/>
                  </a:lnTo>
                  <a:lnTo>
                    <a:pt x="160338" y="39687"/>
                  </a:lnTo>
                  <a:close/>
                  <a:moveTo>
                    <a:pt x="109538" y="0"/>
                  </a:moveTo>
                  <a:lnTo>
                    <a:pt x="152400" y="11112"/>
                  </a:lnTo>
                  <a:lnTo>
                    <a:pt x="147638" y="34925"/>
                  </a:lnTo>
                  <a:lnTo>
                    <a:pt x="101600" y="26987"/>
                  </a:lnTo>
                  <a:close/>
                </a:path>
              </a:pathLst>
            </a:custGeom>
            <a:solidFill>
              <a:srgbClr val="CCCCCC"/>
            </a:solidFill>
            <a:ln>
              <a:noFill/>
            </a:ln>
          </p:spPr>
          <p:txBody>
            <a:bodyPr vert="horz" wrap="square" lIns="91440" tIns="45720" rIns="91440" bIns="45720" numCol="1" anchor="t" anchorCtr="0" compatLnSpc="1">
              <a:noAutofit/>
            </a:bodyPr>
            <a:lstStyle/>
            <a:p>
              <a:endParaRPr lang="en-US"/>
            </a:p>
          </p:txBody>
        </p:sp>
        <p:grpSp>
          <p:nvGrpSpPr>
            <p:cNvPr id="14" name="Group 13"/>
            <p:cNvGrpSpPr/>
            <p:nvPr/>
          </p:nvGrpSpPr>
          <p:grpSpPr>
            <a:xfrm>
              <a:off x="1675420" y="6102544"/>
              <a:ext cx="620713" cy="1249363"/>
              <a:chOff x="2235201" y="6083300"/>
              <a:chExt cx="620713" cy="1249363"/>
            </a:xfrm>
          </p:grpSpPr>
          <p:sp>
            <p:nvSpPr>
              <p:cNvPr id="137" name="Freeform 262"/>
              <p:cNvSpPr/>
              <p:nvPr/>
            </p:nvSpPr>
            <p:spPr bwMode="auto">
              <a:xfrm>
                <a:off x="2235201" y="6711950"/>
                <a:ext cx="620713" cy="554038"/>
              </a:xfrm>
              <a:custGeom>
                <a:avLst/>
                <a:gdLst>
                  <a:gd name="T0" fmla="*/ 152 w 391"/>
                  <a:gd name="T1" fmla="*/ 0 h 349"/>
                  <a:gd name="T2" fmla="*/ 391 w 391"/>
                  <a:gd name="T3" fmla="*/ 152 h 349"/>
                  <a:gd name="T4" fmla="*/ 282 w 391"/>
                  <a:gd name="T5" fmla="*/ 323 h 349"/>
                  <a:gd name="T6" fmla="*/ 171 w 391"/>
                  <a:gd name="T7" fmla="*/ 349 h 349"/>
                  <a:gd name="T8" fmla="*/ 0 w 391"/>
                  <a:gd name="T9" fmla="*/ 239 h 349"/>
                  <a:gd name="T10" fmla="*/ 152 w 391"/>
                  <a:gd name="T11" fmla="*/ 0 h 349"/>
                </a:gdLst>
                <a:ahLst/>
                <a:cxnLst>
                  <a:cxn ang="0">
                    <a:pos x="T0" y="T1"/>
                  </a:cxn>
                  <a:cxn ang="0">
                    <a:pos x="T2" y="T3"/>
                  </a:cxn>
                  <a:cxn ang="0">
                    <a:pos x="T4" y="T5"/>
                  </a:cxn>
                  <a:cxn ang="0">
                    <a:pos x="T6" y="T7"/>
                  </a:cxn>
                  <a:cxn ang="0">
                    <a:pos x="T8" y="T9"/>
                  </a:cxn>
                  <a:cxn ang="0">
                    <a:pos x="T10" y="T11"/>
                  </a:cxn>
                </a:cxnLst>
                <a:rect l="0" t="0" r="r" b="b"/>
                <a:pathLst>
                  <a:path w="391" h="349">
                    <a:moveTo>
                      <a:pt x="152" y="0"/>
                    </a:moveTo>
                    <a:lnTo>
                      <a:pt x="391" y="152"/>
                    </a:lnTo>
                    <a:lnTo>
                      <a:pt x="282" y="323"/>
                    </a:lnTo>
                    <a:lnTo>
                      <a:pt x="171" y="349"/>
                    </a:lnTo>
                    <a:lnTo>
                      <a:pt x="0" y="239"/>
                    </a:lnTo>
                    <a:lnTo>
                      <a:pt x="152"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38" name="Freeform 263"/>
              <p:cNvSpPr/>
              <p:nvPr/>
            </p:nvSpPr>
            <p:spPr bwMode="auto">
              <a:xfrm>
                <a:off x="2235201" y="6711950"/>
                <a:ext cx="620713" cy="554038"/>
              </a:xfrm>
              <a:custGeom>
                <a:avLst/>
                <a:gdLst>
                  <a:gd name="T0" fmla="*/ 152 w 391"/>
                  <a:gd name="T1" fmla="*/ 0 h 349"/>
                  <a:gd name="T2" fmla="*/ 391 w 391"/>
                  <a:gd name="T3" fmla="*/ 152 h 349"/>
                  <a:gd name="T4" fmla="*/ 282 w 391"/>
                  <a:gd name="T5" fmla="*/ 323 h 349"/>
                  <a:gd name="T6" fmla="*/ 171 w 391"/>
                  <a:gd name="T7" fmla="*/ 349 h 349"/>
                  <a:gd name="T8" fmla="*/ 0 w 391"/>
                  <a:gd name="T9" fmla="*/ 239 h 349"/>
                  <a:gd name="T10" fmla="*/ 152 w 391"/>
                  <a:gd name="T11" fmla="*/ 0 h 349"/>
                </a:gdLst>
                <a:ahLst/>
                <a:cxnLst>
                  <a:cxn ang="0">
                    <a:pos x="T0" y="T1"/>
                  </a:cxn>
                  <a:cxn ang="0">
                    <a:pos x="T2" y="T3"/>
                  </a:cxn>
                  <a:cxn ang="0">
                    <a:pos x="T4" y="T5"/>
                  </a:cxn>
                  <a:cxn ang="0">
                    <a:pos x="T6" y="T7"/>
                  </a:cxn>
                  <a:cxn ang="0">
                    <a:pos x="T8" y="T9"/>
                  </a:cxn>
                  <a:cxn ang="0">
                    <a:pos x="T10" y="T11"/>
                  </a:cxn>
                </a:cxnLst>
                <a:rect l="0" t="0" r="r" b="b"/>
                <a:pathLst>
                  <a:path w="391" h="349">
                    <a:moveTo>
                      <a:pt x="152" y="0"/>
                    </a:moveTo>
                    <a:lnTo>
                      <a:pt x="391" y="152"/>
                    </a:lnTo>
                    <a:lnTo>
                      <a:pt x="282" y="323"/>
                    </a:lnTo>
                    <a:lnTo>
                      <a:pt x="171" y="349"/>
                    </a:lnTo>
                    <a:lnTo>
                      <a:pt x="0" y="239"/>
                    </a:lnTo>
                    <a:lnTo>
                      <a:pt x="152" y="0"/>
                    </a:lnTo>
                  </a:path>
                </a:pathLst>
              </a:custGeom>
              <a:noFill/>
              <a:ln>
                <a:noFill/>
              </a:ln>
            </p:spPr>
            <p:txBody>
              <a:bodyPr vert="horz" wrap="square" lIns="91440" tIns="45720" rIns="91440" bIns="45720" numCol="1" anchor="t" anchorCtr="0" compatLnSpc="1"/>
              <a:lstStyle/>
              <a:p>
                <a:endParaRPr lang="en-US"/>
              </a:p>
            </p:txBody>
          </p:sp>
          <p:sp>
            <p:nvSpPr>
              <p:cNvPr id="139" name="Freeform 264"/>
              <p:cNvSpPr/>
              <p:nvPr/>
            </p:nvSpPr>
            <p:spPr bwMode="auto">
              <a:xfrm>
                <a:off x="2506663" y="7156450"/>
                <a:ext cx="176213" cy="109538"/>
              </a:xfrm>
              <a:custGeom>
                <a:avLst/>
                <a:gdLst>
                  <a:gd name="T0" fmla="*/ 42 w 111"/>
                  <a:gd name="T1" fmla="*/ 0 h 69"/>
                  <a:gd name="T2" fmla="*/ 0 w 111"/>
                  <a:gd name="T3" fmla="*/ 69 h 69"/>
                  <a:gd name="T4" fmla="*/ 111 w 111"/>
                  <a:gd name="T5" fmla="*/ 43 h 69"/>
                  <a:gd name="T6" fmla="*/ 42 w 111"/>
                  <a:gd name="T7" fmla="*/ 0 h 69"/>
                </a:gdLst>
                <a:ahLst/>
                <a:cxnLst>
                  <a:cxn ang="0">
                    <a:pos x="T0" y="T1"/>
                  </a:cxn>
                  <a:cxn ang="0">
                    <a:pos x="T2" y="T3"/>
                  </a:cxn>
                  <a:cxn ang="0">
                    <a:pos x="T4" y="T5"/>
                  </a:cxn>
                  <a:cxn ang="0">
                    <a:pos x="T6" y="T7"/>
                  </a:cxn>
                </a:cxnLst>
                <a:rect l="0" t="0" r="r" b="b"/>
                <a:pathLst>
                  <a:path w="111" h="69">
                    <a:moveTo>
                      <a:pt x="42" y="0"/>
                    </a:moveTo>
                    <a:lnTo>
                      <a:pt x="0" y="69"/>
                    </a:lnTo>
                    <a:lnTo>
                      <a:pt x="111" y="43"/>
                    </a:lnTo>
                    <a:lnTo>
                      <a:pt x="42" y="0"/>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a:p>
            </p:txBody>
          </p:sp>
          <p:sp>
            <p:nvSpPr>
              <p:cNvPr id="140" name="Freeform 265"/>
              <p:cNvSpPr/>
              <p:nvPr/>
            </p:nvSpPr>
            <p:spPr bwMode="auto">
              <a:xfrm>
                <a:off x="2506663" y="7156450"/>
                <a:ext cx="176213" cy="109538"/>
              </a:xfrm>
              <a:custGeom>
                <a:avLst/>
                <a:gdLst>
                  <a:gd name="T0" fmla="*/ 42 w 111"/>
                  <a:gd name="T1" fmla="*/ 0 h 69"/>
                  <a:gd name="T2" fmla="*/ 0 w 111"/>
                  <a:gd name="T3" fmla="*/ 69 h 69"/>
                  <a:gd name="T4" fmla="*/ 111 w 111"/>
                  <a:gd name="T5" fmla="*/ 43 h 69"/>
                  <a:gd name="T6" fmla="*/ 42 w 111"/>
                  <a:gd name="T7" fmla="*/ 0 h 69"/>
                </a:gdLst>
                <a:ahLst/>
                <a:cxnLst>
                  <a:cxn ang="0">
                    <a:pos x="T0" y="T1"/>
                  </a:cxn>
                  <a:cxn ang="0">
                    <a:pos x="T2" y="T3"/>
                  </a:cxn>
                  <a:cxn ang="0">
                    <a:pos x="T4" y="T5"/>
                  </a:cxn>
                  <a:cxn ang="0">
                    <a:pos x="T6" y="T7"/>
                  </a:cxn>
                </a:cxnLst>
                <a:rect l="0" t="0" r="r" b="b"/>
                <a:pathLst>
                  <a:path w="111" h="69">
                    <a:moveTo>
                      <a:pt x="42" y="0"/>
                    </a:moveTo>
                    <a:lnTo>
                      <a:pt x="0" y="69"/>
                    </a:lnTo>
                    <a:lnTo>
                      <a:pt x="111" y="43"/>
                    </a:lnTo>
                    <a:lnTo>
                      <a:pt x="42" y="0"/>
                    </a:lnTo>
                  </a:path>
                </a:pathLst>
              </a:custGeom>
              <a:noFill/>
              <a:ln>
                <a:noFill/>
              </a:ln>
            </p:spPr>
            <p:txBody>
              <a:bodyPr vert="horz" wrap="square" lIns="91440" tIns="45720" rIns="91440" bIns="45720" numCol="1" anchor="t" anchorCtr="0" compatLnSpc="1"/>
              <a:lstStyle/>
              <a:p>
                <a:endParaRPr lang="en-US"/>
              </a:p>
            </p:txBody>
          </p:sp>
          <p:sp>
            <p:nvSpPr>
              <p:cNvPr id="141" name="Freeform 266"/>
              <p:cNvSpPr/>
              <p:nvPr/>
            </p:nvSpPr>
            <p:spPr bwMode="auto">
              <a:xfrm>
                <a:off x="2438401" y="6711950"/>
                <a:ext cx="417513" cy="298450"/>
              </a:xfrm>
              <a:custGeom>
                <a:avLst/>
                <a:gdLst>
                  <a:gd name="T0" fmla="*/ 24 w 263"/>
                  <a:gd name="T1" fmla="*/ 0 h 188"/>
                  <a:gd name="T2" fmla="*/ 263 w 263"/>
                  <a:gd name="T3" fmla="*/ 152 h 188"/>
                  <a:gd name="T4" fmla="*/ 239 w 263"/>
                  <a:gd name="T5" fmla="*/ 188 h 188"/>
                  <a:gd name="T6" fmla="*/ 0 w 263"/>
                  <a:gd name="T7" fmla="*/ 35 h 188"/>
                  <a:gd name="T8" fmla="*/ 24 w 263"/>
                  <a:gd name="T9" fmla="*/ 0 h 188"/>
                </a:gdLst>
                <a:ahLst/>
                <a:cxnLst>
                  <a:cxn ang="0">
                    <a:pos x="T0" y="T1"/>
                  </a:cxn>
                  <a:cxn ang="0">
                    <a:pos x="T2" y="T3"/>
                  </a:cxn>
                  <a:cxn ang="0">
                    <a:pos x="T4" y="T5"/>
                  </a:cxn>
                  <a:cxn ang="0">
                    <a:pos x="T6" y="T7"/>
                  </a:cxn>
                  <a:cxn ang="0">
                    <a:pos x="T8" y="T9"/>
                  </a:cxn>
                </a:cxnLst>
                <a:rect l="0" t="0" r="r" b="b"/>
                <a:pathLst>
                  <a:path w="263" h="188">
                    <a:moveTo>
                      <a:pt x="24" y="0"/>
                    </a:moveTo>
                    <a:lnTo>
                      <a:pt x="263" y="152"/>
                    </a:lnTo>
                    <a:lnTo>
                      <a:pt x="239" y="188"/>
                    </a:lnTo>
                    <a:lnTo>
                      <a:pt x="0" y="35"/>
                    </a:lnTo>
                    <a:lnTo>
                      <a:pt x="24"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42" name="Freeform 267"/>
              <p:cNvSpPr/>
              <p:nvPr/>
            </p:nvSpPr>
            <p:spPr bwMode="auto">
              <a:xfrm>
                <a:off x="2506663" y="7224713"/>
                <a:ext cx="176213" cy="107950"/>
              </a:xfrm>
              <a:custGeom>
                <a:avLst/>
                <a:gdLst>
                  <a:gd name="T0" fmla="*/ 68 w 111"/>
                  <a:gd name="T1" fmla="*/ 68 h 68"/>
                  <a:gd name="T2" fmla="*/ 0 w 111"/>
                  <a:gd name="T3" fmla="*/ 26 h 68"/>
                  <a:gd name="T4" fmla="*/ 111 w 111"/>
                  <a:gd name="T5" fmla="*/ 0 h 68"/>
                  <a:gd name="T6" fmla="*/ 68 w 111"/>
                  <a:gd name="T7" fmla="*/ 68 h 68"/>
                </a:gdLst>
                <a:ahLst/>
                <a:cxnLst>
                  <a:cxn ang="0">
                    <a:pos x="T0" y="T1"/>
                  </a:cxn>
                  <a:cxn ang="0">
                    <a:pos x="T2" y="T3"/>
                  </a:cxn>
                  <a:cxn ang="0">
                    <a:pos x="T4" y="T5"/>
                  </a:cxn>
                  <a:cxn ang="0">
                    <a:pos x="T6" y="T7"/>
                  </a:cxn>
                </a:cxnLst>
                <a:rect l="0" t="0" r="r" b="b"/>
                <a:pathLst>
                  <a:path w="111" h="68">
                    <a:moveTo>
                      <a:pt x="68" y="68"/>
                    </a:moveTo>
                    <a:lnTo>
                      <a:pt x="0" y="26"/>
                    </a:lnTo>
                    <a:lnTo>
                      <a:pt x="111" y="0"/>
                    </a:lnTo>
                    <a:lnTo>
                      <a:pt x="68" y="6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43" name="Freeform 323"/>
              <p:cNvSpPr/>
              <p:nvPr/>
            </p:nvSpPr>
            <p:spPr bwMode="auto">
              <a:xfrm>
                <a:off x="2347913" y="6083300"/>
                <a:ext cx="242888" cy="1068388"/>
              </a:xfrm>
              <a:custGeom>
                <a:avLst/>
                <a:gdLst>
                  <a:gd name="T0" fmla="*/ 89 w 89"/>
                  <a:gd name="T1" fmla="*/ 349 h 393"/>
                  <a:gd name="T2" fmla="*/ 77 w 89"/>
                  <a:gd name="T3" fmla="*/ 393 h 393"/>
                  <a:gd name="T4" fmla="*/ 52 w 89"/>
                  <a:gd name="T5" fmla="*/ 354 h 393"/>
                  <a:gd name="T6" fmla="*/ 1 w 89"/>
                  <a:gd name="T7" fmla="*/ 15 h 393"/>
                  <a:gd name="T8" fmla="*/ 9 w 89"/>
                  <a:gd name="T9" fmla="*/ 4 h 393"/>
                  <a:gd name="T10" fmla="*/ 26 w 89"/>
                  <a:gd name="T11" fmla="*/ 1 h 393"/>
                  <a:gd name="T12" fmla="*/ 38 w 89"/>
                  <a:gd name="T13" fmla="*/ 10 h 393"/>
                  <a:gd name="T14" fmla="*/ 89 w 89"/>
                  <a:gd name="T15" fmla="*/ 349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393">
                    <a:moveTo>
                      <a:pt x="89" y="349"/>
                    </a:moveTo>
                    <a:cubicBezTo>
                      <a:pt x="77" y="393"/>
                      <a:pt x="77" y="393"/>
                      <a:pt x="77" y="393"/>
                    </a:cubicBezTo>
                    <a:cubicBezTo>
                      <a:pt x="52" y="354"/>
                      <a:pt x="52" y="354"/>
                      <a:pt x="52" y="354"/>
                    </a:cubicBezTo>
                    <a:cubicBezTo>
                      <a:pt x="1" y="15"/>
                      <a:pt x="1" y="15"/>
                      <a:pt x="1" y="15"/>
                    </a:cubicBezTo>
                    <a:cubicBezTo>
                      <a:pt x="0" y="10"/>
                      <a:pt x="4" y="5"/>
                      <a:pt x="9" y="4"/>
                    </a:cubicBezTo>
                    <a:cubicBezTo>
                      <a:pt x="26" y="1"/>
                      <a:pt x="26" y="1"/>
                      <a:pt x="26" y="1"/>
                    </a:cubicBezTo>
                    <a:cubicBezTo>
                      <a:pt x="32" y="0"/>
                      <a:pt x="37" y="4"/>
                      <a:pt x="38" y="10"/>
                    </a:cubicBezTo>
                    <a:lnTo>
                      <a:pt x="89" y="349"/>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44" name="Freeform 324"/>
              <p:cNvSpPr/>
              <p:nvPr/>
            </p:nvSpPr>
            <p:spPr bwMode="auto">
              <a:xfrm>
                <a:off x="2357438" y="6148388"/>
                <a:ext cx="233363" cy="1003300"/>
              </a:xfrm>
              <a:custGeom>
                <a:avLst/>
                <a:gdLst>
                  <a:gd name="T0" fmla="*/ 86 w 86"/>
                  <a:gd name="T1" fmla="*/ 325 h 369"/>
                  <a:gd name="T2" fmla="*/ 74 w 86"/>
                  <a:gd name="T3" fmla="*/ 369 h 369"/>
                  <a:gd name="T4" fmla="*/ 49 w 86"/>
                  <a:gd name="T5" fmla="*/ 330 h 369"/>
                  <a:gd name="T6" fmla="*/ 0 w 86"/>
                  <a:gd name="T7" fmla="*/ 6 h 369"/>
                  <a:gd name="T8" fmla="*/ 37 w 86"/>
                  <a:gd name="T9" fmla="*/ 0 h 369"/>
                  <a:gd name="T10" fmla="*/ 86 w 86"/>
                  <a:gd name="T11" fmla="*/ 325 h 369"/>
                </a:gdLst>
                <a:ahLst/>
                <a:cxnLst>
                  <a:cxn ang="0">
                    <a:pos x="T0" y="T1"/>
                  </a:cxn>
                  <a:cxn ang="0">
                    <a:pos x="T2" y="T3"/>
                  </a:cxn>
                  <a:cxn ang="0">
                    <a:pos x="T4" y="T5"/>
                  </a:cxn>
                  <a:cxn ang="0">
                    <a:pos x="T6" y="T7"/>
                  </a:cxn>
                  <a:cxn ang="0">
                    <a:pos x="T8" y="T9"/>
                  </a:cxn>
                  <a:cxn ang="0">
                    <a:pos x="T10" y="T11"/>
                  </a:cxn>
                </a:cxnLst>
                <a:rect l="0" t="0" r="r" b="b"/>
                <a:pathLst>
                  <a:path w="86" h="369">
                    <a:moveTo>
                      <a:pt x="86" y="325"/>
                    </a:moveTo>
                    <a:cubicBezTo>
                      <a:pt x="74" y="369"/>
                      <a:pt x="74" y="369"/>
                      <a:pt x="74" y="369"/>
                    </a:cubicBezTo>
                    <a:cubicBezTo>
                      <a:pt x="49" y="330"/>
                      <a:pt x="49" y="330"/>
                      <a:pt x="49" y="330"/>
                    </a:cubicBezTo>
                    <a:cubicBezTo>
                      <a:pt x="0" y="6"/>
                      <a:pt x="0" y="6"/>
                      <a:pt x="0" y="6"/>
                    </a:cubicBezTo>
                    <a:cubicBezTo>
                      <a:pt x="13" y="2"/>
                      <a:pt x="25" y="0"/>
                      <a:pt x="37" y="0"/>
                    </a:cubicBezTo>
                    <a:lnTo>
                      <a:pt x="86" y="325"/>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45" name="Freeform 325"/>
              <p:cNvSpPr/>
              <p:nvPr/>
            </p:nvSpPr>
            <p:spPr bwMode="auto">
              <a:xfrm>
                <a:off x="2362201" y="6181725"/>
                <a:ext cx="228600" cy="969963"/>
              </a:xfrm>
              <a:custGeom>
                <a:avLst/>
                <a:gdLst>
                  <a:gd name="T0" fmla="*/ 84 w 84"/>
                  <a:gd name="T1" fmla="*/ 313 h 357"/>
                  <a:gd name="T2" fmla="*/ 72 w 84"/>
                  <a:gd name="T3" fmla="*/ 357 h 357"/>
                  <a:gd name="T4" fmla="*/ 47 w 84"/>
                  <a:gd name="T5" fmla="*/ 318 h 357"/>
                  <a:gd name="T6" fmla="*/ 0 w 84"/>
                  <a:gd name="T7" fmla="*/ 6 h 357"/>
                  <a:gd name="T8" fmla="*/ 37 w 84"/>
                  <a:gd name="T9" fmla="*/ 0 h 357"/>
                  <a:gd name="T10" fmla="*/ 84 w 84"/>
                  <a:gd name="T11" fmla="*/ 313 h 357"/>
                </a:gdLst>
                <a:ahLst/>
                <a:cxnLst>
                  <a:cxn ang="0">
                    <a:pos x="T0" y="T1"/>
                  </a:cxn>
                  <a:cxn ang="0">
                    <a:pos x="T2" y="T3"/>
                  </a:cxn>
                  <a:cxn ang="0">
                    <a:pos x="T4" y="T5"/>
                  </a:cxn>
                  <a:cxn ang="0">
                    <a:pos x="T6" y="T7"/>
                  </a:cxn>
                  <a:cxn ang="0">
                    <a:pos x="T8" y="T9"/>
                  </a:cxn>
                  <a:cxn ang="0">
                    <a:pos x="T10" y="T11"/>
                  </a:cxn>
                </a:cxnLst>
                <a:rect l="0" t="0" r="r" b="b"/>
                <a:pathLst>
                  <a:path w="84" h="357">
                    <a:moveTo>
                      <a:pt x="84" y="313"/>
                    </a:moveTo>
                    <a:cubicBezTo>
                      <a:pt x="72" y="357"/>
                      <a:pt x="72" y="357"/>
                      <a:pt x="72" y="357"/>
                    </a:cubicBezTo>
                    <a:cubicBezTo>
                      <a:pt x="47" y="318"/>
                      <a:pt x="47" y="318"/>
                      <a:pt x="47" y="318"/>
                    </a:cubicBezTo>
                    <a:cubicBezTo>
                      <a:pt x="0" y="6"/>
                      <a:pt x="0" y="6"/>
                      <a:pt x="0" y="6"/>
                    </a:cubicBezTo>
                    <a:cubicBezTo>
                      <a:pt x="13" y="1"/>
                      <a:pt x="25" y="0"/>
                      <a:pt x="37" y="0"/>
                    </a:cubicBezTo>
                    <a:lnTo>
                      <a:pt x="84" y="313"/>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46" name="Freeform 326"/>
              <p:cNvSpPr/>
              <p:nvPr/>
            </p:nvSpPr>
            <p:spPr bwMode="auto">
              <a:xfrm>
                <a:off x="2489201" y="7031038"/>
                <a:ext cx="101600" cy="120650"/>
              </a:xfrm>
              <a:custGeom>
                <a:avLst/>
                <a:gdLst>
                  <a:gd name="T0" fmla="*/ 37 w 37"/>
                  <a:gd name="T1" fmla="*/ 0 h 44"/>
                  <a:gd name="T2" fmla="*/ 25 w 37"/>
                  <a:gd name="T3" fmla="*/ 44 h 44"/>
                  <a:gd name="T4" fmla="*/ 0 w 37"/>
                  <a:gd name="T5" fmla="*/ 5 h 44"/>
                  <a:gd name="T6" fmla="*/ 18 w 37"/>
                  <a:gd name="T7" fmla="*/ 1 h 44"/>
                  <a:gd name="T8" fmla="*/ 37 w 37"/>
                  <a:gd name="T9" fmla="*/ 0 h 44"/>
                </a:gdLst>
                <a:ahLst/>
                <a:cxnLst>
                  <a:cxn ang="0">
                    <a:pos x="T0" y="T1"/>
                  </a:cxn>
                  <a:cxn ang="0">
                    <a:pos x="T2" y="T3"/>
                  </a:cxn>
                  <a:cxn ang="0">
                    <a:pos x="T4" y="T5"/>
                  </a:cxn>
                  <a:cxn ang="0">
                    <a:pos x="T6" y="T7"/>
                  </a:cxn>
                  <a:cxn ang="0">
                    <a:pos x="T8" y="T9"/>
                  </a:cxn>
                </a:cxnLst>
                <a:rect l="0" t="0" r="r" b="b"/>
                <a:pathLst>
                  <a:path w="37" h="44">
                    <a:moveTo>
                      <a:pt x="37" y="0"/>
                    </a:moveTo>
                    <a:cubicBezTo>
                      <a:pt x="25" y="44"/>
                      <a:pt x="25" y="44"/>
                      <a:pt x="25" y="44"/>
                    </a:cubicBezTo>
                    <a:cubicBezTo>
                      <a:pt x="0" y="5"/>
                      <a:pt x="0" y="5"/>
                      <a:pt x="0" y="5"/>
                    </a:cubicBezTo>
                    <a:cubicBezTo>
                      <a:pt x="6" y="3"/>
                      <a:pt x="12" y="2"/>
                      <a:pt x="18" y="1"/>
                    </a:cubicBezTo>
                    <a:cubicBezTo>
                      <a:pt x="25" y="0"/>
                      <a:pt x="31" y="0"/>
                      <a:pt x="37" y="0"/>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47" name="Freeform 327"/>
              <p:cNvSpPr/>
              <p:nvPr/>
            </p:nvSpPr>
            <p:spPr bwMode="auto">
              <a:xfrm>
                <a:off x="2535238" y="7110413"/>
                <a:ext cx="33338" cy="41275"/>
              </a:xfrm>
              <a:custGeom>
                <a:avLst/>
                <a:gdLst>
                  <a:gd name="T0" fmla="*/ 12 w 12"/>
                  <a:gd name="T1" fmla="*/ 0 h 15"/>
                  <a:gd name="T2" fmla="*/ 8 w 12"/>
                  <a:gd name="T3" fmla="*/ 15 h 15"/>
                  <a:gd name="T4" fmla="*/ 0 w 12"/>
                  <a:gd name="T5" fmla="*/ 2 h 15"/>
                  <a:gd name="T6" fmla="*/ 6 w 12"/>
                  <a:gd name="T7" fmla="*/ 1 h 15"/>
                  <a:gd name="T8" fmla="*/ 12 w 12"/>
                  <a:gd name="T9" fmla="*/ 0 h 15"/>
                </a:gdLst>
                <a:ahLst/>
                <a:cxnLst>
                  <a:cxn ang="0">
                    <a:pos x="T0" y="T1"/>
                  </a:cxn>
                  <a:cxn ang="0">
                    <a:pos x="T2" y="T3"/>
                  </a:cxn>
                  <a:cxn ang="0">
                    <a:pos x="T4" y="T5"/>
                  </a:cxn>
                  <a:cxn ang="0">
                    <a:pos x="T6" y="T7"/>
                  </a:cxn>
                  <a:cxn ang="0">
                    <a:pos x="T8" y="T9"/>
                  </a:cxn>
                </a:cxnLst>
                <a:rect l="0" t="0" r="r" b="b"/>
                <a:pathLst>
                  <a:path w="12" h="15">
                    <a:moveTo>
                      <a:pt x="12" y="0"/>
                    </a:moveTo>
                    <a:cubicBezTo>
                      <a:pt x="8" y="15"/>
                      <a:pt x="8" y="15"/>
                      <a:pt x="8" y="15"/>
                    </a:cubicBezTo>
                    <a:cubicBezTo>
                      <a:pt x="0" y="2"/>
                      <a:pt x="0" y="2"/>
                      <a:pt x="0" y="2"/>
                    </a:cubicBezTo>
                    <a:cubicBezTo>
                      <a:pt x="1" y="2"/>
                      <a:pt x="3" y="1"/>
                      <a:pt x="6" y="1"/>
                    </a:cubicBezTo>
                    <a:cubicBezTo>
                      <a:pt x="8" y="0"/>
                      <a:pt x="10" y="0"/>
                      <a:pt x="12" y="0"/>
                    </a:cubicBezTo>
                    <a:close/>
                  </a:path>
                </a:pathLst>
              </a:custGeom>
              <a:solidFill>
                <a:srgbClr val="4D4D4D"/>
              </a:solidFill>
              <a:ln>
                <a:noFill/>
              </a:ln>
            </p:spPr>
            <p:txBody>
              <a:bodyPr vert="horz" wrap="square" lIns="91440" tIns="45720" rIns="91440" bIns="45720" numCol="1" anchor="t" anchorCtr="0" compatLnSpc="1"/>
              <a:lstStyle/>
              <a:p>
                <a:endParaRPr lang="en-US"/>
              </a:p>
            </p:txBody>
          </p:sp>
        </p:grpSp>
        <p:grpSp>
          <p:nvGrpSpPr>
            <p:cNvPr id="15" name="Group 14"/>
            <p:cNvGrpSpPr/>
            <p:nvPr/>
          </p:nvGrpSpPr>
          <p:grpSpPr>
            <a:xfrm>
              <a:off x="7781083" y="6366069"/>
              <a:ext cx="787400" cy="950913"/>
              <a:chOff x="7480301" y="6346825"/>
              <a:chExt cx="787400" cy="950913"/>
            </a:xfrm>
          </p:grpSpPr>
          <p:sp>
            <p:nvSpPr>
              <p:cNvPr id="120" name="Freeform 328"/>
              <p:cNvSpPr/>
              <p:nvPr/>
            </p:nvSpPr>
            <p:spPr bwMode="auto">
              <a:xfrm>
                <a:off x="7480301" y="6346825"/>
                <a:ext cx="787400" cy="950913"/>
              </a:xfrm>
              <a:custGeom>
                <a:avLst/>
                <a:gdLst>
                  <a:gd name="T0" fmla="*/ 21 w 290"/>
                  <a:gd name="T1" fmla="*/ 57 h 350"/>
                  <a:gd name="T2" fmla="*/ 105 w 290"/>
                  <a:gd name="T3" fmla="*/ 9 h 350"/>
                  <a:gd name="T4" fmla="*/ 151 w 290"/>
                  <a:gd name="T5" fmla="*/ 21 h 350"/>
                  <a:gd name="T6" fmla="*/ 281 w 290"/>
                  <a:gd name="T7" fmla="*/ 247 h 350"/>
                  <a:gd name="T8" fmla="*/ 269 w 290"/>
                  <a:gd name="T9" fmla="*/ 293 h 350"/>
                  <a:gd name="T10" fmla="*/ 185 w 290"/>
                  <a:gd name="T11" fmla="*/ 341 h 350"/>
                  <a:gd name="T12" fmla="*/ 139 w 290"/>
                  <a:gd name="T13" fmla="*/ 329 h 350"/>
                  <a:gd name="T14" fmla="*/ 9 w 290"/>
                  <a:gd name="T15" fmla="*/ 103 h 350"/>
                  <a:gd name="T16" fmla="*/ 21 w 290"/>
                  <a:gd name="T17" fmla="*/ 5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350">
                    <a:moveTo>
                      <a:pt x="21" y="57"/>
                    </a:moveTo>
                    <a:cubicBezTo>
                      <a:pt x="105" y="9"/>
                      <a:pt x="105" y="9"/>
                      <a:pt x="105" y="9"/>
                    </a:cubicBezTo>
                    <a:cubicBezTo>
                      <a:pt x="121" y="0"/>
                      <a:pt x="141" y="5"/>
                      <a:pt x="151" y="21"/>
                    </a:cubicBezTo>
                    <a:cubicBezTo>
                      <a:pt x="281" y="247"/>
                      <a:pt x="281" y="247"/>
                      <a:pt x="281" y="247"/>
                    </a:cubicBezTo>
                    <a:cubicBezTo>
                      <a:pt x="290" y="263"/>
                      <a:pt x="285" y="283"/>
                      <a:pt x="269" y="293"/>
                    </a:cubicBezTo>
                    <a:cubicBezTo>
                      <a:pt x="185" y="341"/>
                      <a:pt x="185" y="341"/>
                      <a:pt x="185" y="341"/>
                    </a:cubicBezTo>
                    <a:cubicBezTo>
                      <a:pt x="169" y="350"/>
                      <a:pt x="148" y="345"/>
                      <a:pt x="139" y="329"/>
                    </a:cubicBezTo>
                    <a:cubicBezTo>
                      <a:pt x="9" y="103"/>
                      <a:pt x="9" y="103"/>
                      <a:pt x="9" y="103"/>
                    </a:cubicBezTo>
                    <a:cubicBezTo>
                      <a:pt x="0" y="87"/>
                      <a:pt x="5" y="66"/>
                      <a:pt x="21" y="57"/>
                    </a:cubicBezTo>
                    <a:close/>
                  </a:path>
                </a:pathLst>
              </a:custGeom>
              <a:solidFill>
                <a:srgbClr val="4D4D4D"/>
              </a:solidFill>
              <a:ln>
                <a:noFill/>
              </a:ln>
            </p:spPr>
            <p:txBody>
              <a:bodyPr vert="horz" wrap="square" lIns="91440" tIns="45720" rIns="91440" bIns="45720" numCol="1" anchor="t" anchorCtr="0" compatLnSpc="1"/>
              <a:lstStyle/>
              <a:p>
                <a:endParaRPr lang="en-US"/>
              </a:p>
            </p:txBody>
          </p:sp>
          <p:sp>
            <p:nvSpPr>
              <p:cNvPr id="121" name="Freeform 329"/>
              <p:cNvSpPr/>
              <p:nvPr/>
            </p:nvSpPr>
            <p:spPr bwMode="auto">
              <a:xfrm>
                <a:off x="7534276" y="6423025"/>
                <a:ext cx="665163" cy="771525"/>
              </a:xfrm>
              <a:custGeom>
                <a:avLst/>
                <a:gdLst>
                  <a:gd name="T0" fmla="*/ 0 w 419"/>
                  <a:gd name="T1" fmla="*/ 120 h 486"/>
                  <a:gd name="T2" fmla="*/ 207 w 419"/>
                  <a:gd name="T3" fmla="*/ 0 h 486"/>
                  <a:gd name="T4" fmla="*/ 419 w 419"/>
                  <a:gd name="T5" fmla="*/ 366 h 486"/>
                  <a:gd name="T6" fmla="*/ 212 w 419"/>
                  <a:gd name="T7" fmla="*/ 486 h 486"/>
                  <a:gd name="T8" fmla="*/ 0 w 419"/>
                  <a:gd name="T9" fmla="*/ 120 h 486"/>
                </a:gdLst>
                <a:ahLst/>
                <a:cxnLst>
                  <a:cxn ang="0">
                    <a:pos x="T0" y="T1"/>
                  </a:cxn>
                  <a:cxn ang="0">
                    <a:pos x="T2" y="T3"/>
                  </a:cxn>
                  <a:cxn ang="0">
                    <a:pos x="T4" y="T5"/>
                  </a:cxn>
                  <a:cxn ang="0">
                    <a:pos x="T6" y="T7"/>
                  </a:cxn>
                  <a:cxn ang="0">
                    <a:pos x="T8" y="T9"/>
                  </a:cxn>
                </a:cxnLst>
                <a:rect l="0" t="0" r="r" b="b"/>
                <a:pathLst>
                  <a:path w="419" h="486">
                    <a:moveTo>
                      <a:pt x="0" y="120"/>
                    </a:moveTo>
                    <a:lnTo>
                      <a:pt x="207" y="0"/>
                    </a:lnTo>
                    <a:lnTo>
                      <a:pt x="419" y="366"/>
                    </a:lnTo>
                    <a:lnTo>
                      <a:pt x="212" y="486"/>
                    </a:lnTo>
                    <a:lnTo>
                      <a:pt x="0" y="120"/>
                    </a:lnTo>
                    <a:close/>
                  </a:path>
                </a:pathLst>
              </a:custGeom>
              <a:solidFill>
                <a:srgbClr val="000000"/>
              </a:solidFill>
              <a:ln>
                <a:noFill/>
              </a:ln>
            </p:spPr>
            <p:txBody>
              <a:bodyPr vert="horz" wrap="square" lIns="91440" tIns="45720" rIns="91440" bIns="45720" numCol="1" anchor="t" anchorCtr="0" compatLnSpc="1"/>
              <a:lstStyle/>
              <a:p>
                <a:endParaRPr lang="en-US"/>
              </a:p>
            </p:txBody>
          </p:sp>
          <p:sp>
            <p:nvSpPr>
              <p:cNvPr id="122" name="Freeform 330"/>
              <p:cNvSpPr/>
              <p:nvPr/>
            </p:nvSpPr>
            <p:spPr bwMode="auto">
              <a:xfrm>
                <a:off x="7588251" y="6419850"/>
                <a:ext cx="166688" cy="103188"/>
              </a:xfrm>
              <a:custGeom>
                <a:avLst/>
                <a:gdLst>
                  <a:gd name="T0" fmla="*/ 5 w 61"/>
                  <a:gd name="T1" fmla="*/ 37 h 38"/>
                  <a:gd name="T2" fmla="*/ 59 w 61"/>
                  <a:gd name="T3" fmla="*/ 6 h 38"/>
                  <a:gd name="T4" fmla="*/ 60 w 61"/>
                  <a:gd name="T5" fmla="*/ 2 h 38"/>
                  <a:gd name="T6" fmla="*/ 56 w 61"/>
                  <a:gd name="T7" fmla="*/ 1 h 38"/>
                  <a:gd name="T8" fmla="*/ 2 w 61"/>
                  <a:gd name="T9" fmla="*/ 32 h 38"/>
                  <a:gd name="T10" fmla="*/ 1 w 61"/>
                  <a:gd name="T11" fmla="*/ 36 h 38"/>
                  <a:gd name="T12" fmla="*/ 5 w 61"/>
                  <a:gd name="T13" fmla="*/ 37 h 38"/>
                </a:gdLst>
                <a:ahLst/>
                <a:cxnLst>
                  <a:cxn ang="0">
                    <a:pos x="T0" y="T1"/>
                  </a:cxn>
                  <a:cxn ang="0">
                    <a:pos x="T2" y="T3"/>
                  </a:cxn>
                  <a:cxn ang="0">
                    <a:pos x="T4" y="T5"/>
                  </a:cxn>
                  <a:cxn ang="0">
                    <a:pos x="T6" y="T7"/>
                  </a:cxn>
                  <a:cxn ang="0">
                    <a:pos x="T8" y="T9"/>
                  </a:cxn>
                  <a:cxn ang="0">
                    <a:pos x="T10" y="T11"/>
                  </a:cxn>
                  <a:cxn ang="0">
                    <a:pos x="T12" y="T13"/>
                  </a:cxn>
                </a:cxnLst>
                <a:rect l="0" t="0" r="r" b="b"/>
                <a:pathLst>
                  <a:path w="61" h="38">
                    <a:moveTo>
                      <a:pt x="5" y="37"/>
                    </a:moveTo>
                    <a:cubicBezTo>
                      <a:pt x="59" y="6"/>
                      <a:pt x="59" y="6"/>
                      <a:pt x="59" y="6"/>
                    </a:cubicBezTo>
                    <a:cubicBezTo>
                      <a:pt x="61" y="5"/>
                      <a:pt x="61" y="3"/>
                      <a:pt x="60" y="2"/>
                    </a:cubicBezTo>
                    <a:cubicBezTo>
                      <a:pt x="60" y="0"/>
                      <a:pt x="58" y="0"/>
                      <a:pt x="56" y="1"/>
                    </a:cubicBezTo>
                    <a:cubicBezTo>
                      <a:pt x="2" y="32"/>
                      <a:pt x="2" y="32"/>
                      <a:pt x="2" y="32"/>
                    </a:cubicBezTo>
                    <a:cubicBezTo>
                      <a:pt x="0" y="33"/>
                      <a:pt x="0" y="35"/>
                      <a:pt x="1" y="36"/>
                    </a:cubicBezTo>
                    <a:cubicBezTo>
                      <a:pt x="1" y="38"/>
                      <a:pt x="3" y="38"/>
                      <a:pt x="5" y="37"/>
                    </a:cubicBezTo>
                    <a:close/>
                  </a:path>
                </a:pathLst>
              </a:custGeom>
              <a:solidFill>
                <a:srgbClr val="A1A1A1"/>
              </a:solidFill>
              <a:ln>
                <a:noFill/>
              </a:ln>
            </p:spPr>
            <p:txBody>
              <a:bodyPr vert="horz" wrap="square" lIns="91440" tIns="45720" rIns="91440" bIns="45720" numCol="1" anchor="t" anchorCtr="0" compatLnSpc="1"/>
              <a:lstStyle/>
              <a:p>
                <a:endParaRPr lang="en-US"/>
              </a:p>
            </p:txBody>
          </p:sp>
          <p:sp>
            <p:nvSpPr>
              <p:cNvPr id="123" name="Freeform 331"/>
              <p:cNvSpPr/>
              <p:nvPr/>
            </p:nvSpPr>
            <p:spPr bwMode="auto">
              <a:xfrm>
                <a:off x="7534276" y="6423025"/>
                <a:ext cx="665163" cy="581025"/>
              </a:xfrm>
              <a:custGeom>
                <a:avLst/>
                <a:gdLst>
                  <a:gd name="T0" fmla="*/ 0 w 419"/>
                  <a:gd name="T1" fmla="*/ 120 h 366"/>
                  <a:gd name="T2" fmla="*/ 419 w 419"/>
                  <a:gd name="T3" fmla="*/ 366 h 366"/>
                  <a:gd name="T4" fmla="*/ 207 w 419"/>
                  <a:gd name="T5" fmla="*/ 0 h 366"/>
                  <a:gd name="T6" fmla="*/ 0 w 419"/>
                  <a:gd name="T7" fmla="*/ 120 h 366"/>
                </a:gdLst>
                <a:ahLst/>
                <a:cxnLst>
                  <a:cxn ang="0">
                    <a:pos x="T0" y="T1"/>
                  </a:cxn>
                  <a:cxn ang="0">
                    <a:pos x="T2" y="T3"/>
                  </a:cxn>
                  <a:cxn ang="0">
                    <a:pos x="T4" y="T5"/>
                  </a:cxn>
                  <a:cxn ang="0">
                    <a:pos x="T6" y="T7"/>
                  </a:cxn>
                </a:cxnLst>
                <a:rect l="0" t="0" r="r" b="b"/>
                <a:pathLst>
                  <a:path w="419" h="366">
                    <a:moveTo>
                      <a:pt x="0" y="120"/>
                    </a:moveTo>
                    <a:lnTo>
                      <a:pt x="419" y="366"/>
                    </a:lnTo>
                    <a:lnTo>
                      <a:pt x="207" y="0"/>
                    </a:lnTo>
                    <a:lnTo>
                      <a:pt x="0" y="120"/>
                    </a:lnTo>
                    <a:close/>
                  </a:path>
                </a:pathLst>
              </a:custGeom>
              <a:solidFill>
                <a:srgbClr val="4D4D4D"/>
              </a:solidFill>
              <a:ln>
                <a:noFill/>
              </a:ln>
            </p:spPr>
            <p:txBody>
              <a:bodyPr vert="horz" wrap="square" lIns="91440" tIns="45720" rIns="91440" bIns="45720" numCol="1" anchor="t" anchorCtr="0" compatLnSpc="1"/>
              <a:lstStyle/>
              <a:p>
                <a:endParaRPr lang="en-US"/>
              </a:p>
            </p:txBody>
          </p:sp>
          <p:sp>
            <p:nvSpPr>
              <p:cNvPr id="124" name="Freeform 332"/>
              <p:cNvSpPr/>
              <p:nvPr/>
            </p:nvSpPr>
            <p:spPr bwMode="auto">
              <a:xfrm>
                <a:off x="7924801" y="7067550"/>
                <a:ext cx="280988" cy="176213"/>
              </a:xfrm>
              <a:custGeom>
                <a:avLst/>
                <a:gdLst>
                  <a:gd name="T0" fmla="*/ 8 w 103"/>
                  <a:gd name="T1" fmla="*/ 63 h 65"/>
                  <a:gd name="T2" fmla="*/ 100 w 103"/>
                  <a:gd name="T3" fmla="*/ 10 h 65"/>
                  <a:gd name="T4" fmla="*/ 102 w 103"/>
                  <a:gd name="T5" fmla="*/ 3 h 65"/>
                  <a:gd name="T6" fmla="*/ 95 w 103"/>
                  <a:gd name="T7" fmla="*/ 2 h 65"/>
                  <a:gd name="T8" fmla="*/ 3 w 103"/>
                  <a:gd name="T9" fmla="*/ 55 h 65"/>
                  <a:gd name="T10" fmla="*/ 2 w 103"/>
                  <a:gd name="T11" fmla="*/ 61 h 65"/>
                  <a:gd name="T12" fmla="*/ 8 w 103"/>
                  <a:gd name="T13" fmla="*/ 63 h 65"/>
                </a:gdLst>
                <a:ahLst/>
                <a:cxnLst>
                  <a:cxn ang="0">
                    <a:pos x="T0" y="T1"/>
                  </a:cxn>
                  <a:cxn ang="0">
                    <a:pos x="T2" y="T3"/>
                  </a:cxn>
                  <a:cxn ang="0">
                    <a:pos x="T4" y="T5"/>
                  </a:cxn>
                  <a:cxn ang="0">
                    <a:pos x="T6" y="T7"/>
                  </a:cxn>
                  <a:cxn ang="0">
                    <a:pos x="T8" y="T9"/>
                  </a:cxn>
                  <a:cxn ang="0">
                    <a:pos x="T10" y="T11"/>
                  </a:cxn>
                  <a:cxn ang="0">
                    <a:pos x="T12" y="T13"/>
                  </a:cxn>
                </a:cxnLst>
                <a:rect l="0" t="0" r="r" b="b"/>
                <a:pathLst>
                  <a:path w="103" h="65">
                    <a:moveTo>
                      <a:pt x="8" y="63"/>
                    </a:moveTo>
                    <a:cubicBezTo>
                      <a:pt x="100" y="10"/>
                      <a:pt x="100" y="10"/>
                      <a:pt x="100" y="10"/>
                    </a:cubicBezTo>
                    <a:cubicBezTo>
                      <a:pt x="102" y="9"/>
                      <a:pt x="103" y="6"/>
                      <a:pt x="102" y="3"/>
                    </a:cubicBezTo>
                    <a:cubicBezTo>
                      <a:pt x="101" y="1"/>
                      <a:pt x="98" y="0"/>
                      <a:pt x="95" y="2"/>
                    </a:cubicBezTo>
                    <a:cubicBezTo>
                      <a:pt x="3" y="55"/>
                      <a:pt x="3" y="55"/>
                      <a:pt x="3" y="55"/>
                    </a:cubicBezTo>
                    <a:cubicBezTo>
                      <a:pt x="1" y="56"/>
                      <a:pt x="0" y="59"/>
                      <a:pt x="2" y="61"/>
                    </a:cubicBezTo>
                    <a:cubicBezTo>
                      <a:pt x="3" y="64"/>
                      <a:pt x="6" y="65"/>
                      <a:pt x="8" y="63"/>
                    </a:cubicBezTo>
                    <a:close/>
                  </a:path>
                </a:pathLst>
              </a:custGeom>
              <a:solidFill>
                <a:srgbClr val="A1A1A1"/>
              </a:solidFill>
              <a:ln>
                <a:noFill/>
              </a:ln>
            </p:spPr>
            <p:txBody>
              <a:bodyPr vert="horz" wrap="square" lIns="91440" tIns="45720" rIns="91440" bIns="45720" numCol="1" anchor="t" anchorCtr="0" compatLnSpc="1"/>
              <a:lstStyle/>
              <a:p>
                <a:endParaRPr lang="en-US"/>
              </a:p>
            </p:txBody>
          </p:sp>
          <p:sp>
            <p:nvSpPr>
              <p:cNvPr id="125" name="Freeform 333"/>
              <p:cNvSpPr/>
              <p:nvPr/>
            </p:nvSpPr>
            <p:spPr bwMode="auto">
              <a:xfrm>
                <a:off x="8007351" y="7097713"/>
                <a:ext cx="115888" cy="115888"/>
              </a:xfrm>
              <a:custGeom>
                <a:avLst/>
                <a:gdLst>
                  <a:gd name="T0" fmla="*/ 12 w 43"/>
                  <a:gd name="T1" fmla="*/ 5 h 43"/>
                  <a:gd name="T2" fmla="*/ 38 w 43"/>
                  <a:gd name="T3" fmla="*/ 12 h 43"/>
                  <a:gd name="T4" fmla="*/ 31 w 43"/>
                  <a:gd name="T5" fmla="*/ 38 h 43"/>
                  <a:gd name="T6" fmla="*/ 5 w 43"/>
                  <a:gd name="T7" fmla="*/ 31 h 43"/>
                  <a:gd name="T8" fmla="*/ 12 w 43"/>
                  <a:gd name="T9" fmla="*/ 5 h 43"/>
                </a:gdLst>
                <a:ahLst/>
                <a:cxnLst>
                  <a:cxn ang="0">
                    <a:pos x="T0" y="T1"/>
                  </a:cxn>
                  <a:cxn ang="0">
                    <a:pos x="T2" y="T3"/>
                  </a:cxn>
                  <a:cxn ang="0">
                    <a:pos x="T4" y="T5"/>
                  </a:cxn>
                  <a:cxn ang="0">
                    <a:pos x="T6" y="T7"/>
                  </a:cxn>
                  <a:cxn ang="0">
                    <a:pos x="T8" y="T9"/>
                  </a:cxn>
                </a:cxnLst>
                <a:rect l="0" t="0" r="r" b="b"/>
                <a:pathLst>
                  <a:path w="43" h="43">
                    <a:moveTo>
                      <a:pt x="12" y="5"/>
                    </a:moveTo>
                    <a:cubicBezTo>
                      <a:pt x="21" y="0"/>
                      <a:pt x="33" y="3"/>
                      <a:pt x="38" y="12"/>
                    </a:cubicBezTo>
                    <a:cubicBezTo>
                      <a:pt x="43" y="21"/>
                      <a:pt x="40" y="33"/>
                      <a:pt x="31" y="38"/>
                    </a:cubicBezTo>
                    <a:cubicBezTo>
                      <a:pt x="22" y="43"/>
                      <a:pt x="11" y="40"/>
                      <a:pt x="5" y="31"/>
                    </a:cubicBezTo>
                    <a:cubicBezTo>
                      <a:pt x="0" y="22"/>
                      <a:pt x="3" y="10"/>
                      <a:pt x="12" y="5"/>
                    </a:cubicBezTo>
                    <a:close/>
                  </a:path>
                </a:pathLst>
              </a:custGeom>
              <a:solidFill>
                <a:srgbClr val="4D4D4D"/>
              </a:solidFill>
              <a:ln>
                <a:noFill/>
              </a:ln>
            </p:spPr>
            <p:txBody>
              <a:bodyPr vert="horz" wrap="square" lIns="91440" tIns="45720" rIns="91440" bIns="45720" numCol="1" anchor="t" anchorCtr="0" compatLnSpc="1"/>
              <a:lstStyle/>
              <a:p>
                <a:endParaRPr lang="en-US"/>
              </a:p>
            </p:txBody>
          </p:sp>
          <p:sp>
            <p:nvSpPr>
              <p:cNvPr id="126" name="Freeform 334"/>
              <p:cNvSpPr/>
              <p:nvPr/>
            </p:nvSpPr>
            <p:spPr bwMode="auto">
              <a:xfrm>
                <a:off x="8026401" y="7113588"/>
                <a:ext cx="80963" cy="84138"/>
              </a:xfrm>
              <a:custGeom>
                <a:avLst/>
                <a:gdLst>
                  <a:gd name="T0" fmla="*/ 8 w 30"/>
                  <a:gd name="T1" fmla="*/ 4 h 31"/>
                  <a:gd name="T2" fmla="*/ 26 w 30"/>
                  <a:gd name="T3" fmla="*/ 9 h 31"/>
                  <a:gd name="T4" fmla="*/ 21 w 30"/>
                  <a:gd name="T5" fmla="*/ 27 h 31"/>
                  <a:gd name="T6" fmla="*/ 3 w 30"/>
                  <a:gd name="T7" fmla="*/ 22 h 31"/>
                  <a:gd name="T8" fmla="*/ 8 w 30"/>
                  <a:gd name="T9" fmla="*/ 4 h 31"/>
                </a:gdLst>
                <a:ahLst/>
                <a:cxnLst>
                  <a:cxn ang="0">
                    <a:pos x="T0" y="T1"/>
                  </a:cxn>
                  <a:cxn ang="0">
                    <a:pos x="T2" y="T3"/>
                  </a:cxn>
                  <a:cxn ang="0">
                    <a:pos x="T4" y="T5"/>
                  </a:cxn>
                  <a:cxn ang="0">
                    <a:pos x="T6" y="T7"/>
                  </a:cxn>
                  <a:cxn ang="0">
                    <a:pos x="T8" y="T9"/>
                  </a:cxn>
                </a:cxnLst>
                <a:rect l="0" t="0" r="r" b="b"/>
                <a:pathLst>
                  <a:path w="30" h="31">
                    <a:moveTo>
                      <a:pt x="8" y="4"/>
                    </a:moveTo>
                    <a:cubicBezTo>
                      <a:pt x="14" y="0"/>
                      <a:pt x="23" y="2"/>
                      <a:pt x="26" y="9"/>
                    </a:cubicBezTo>
                    <a:cubicBezTo>
                      <a:pt x="30" y="15"/>
                      <a:pt x="28" y="23"/>
                      <a:pt x="21" y="27"/>
                    </a:cubicBezTo>
                    <a:cubicBezTo>
                      <a:pt x="15" y="31"/>
                      <a:pt x="7" y="29"/>
                      <a:pt x="3" y="22"/>
                    </a:cubicBezTo>
                    <a:cubicBezTo>
                      <a:pt x="0" y="16"/>
                      <a:pt x="2" y="8"/>
                      <a:pt x="8" y="4"/>
                    </a:cubicBezTo>
                    <a:close/>
                  </a:path>
                </a:pathLst>
              </a:custGeom>
              <a:solidFill>
                <a:srgbClr val="B3B3B3"/>
              </a:solidFill>
              <a:ln>
                <a:noFill/>
              </a:ln>
            </p:spPr>
            <p:txBody>
              <a:bodyPr vert="horz" wrap="square" lIns="91440" tIns="45720" rIns="91440" bIns="45720" numCol="1" anchor="t" anchorCtr="0" compatLnSpc="1"/>
              <a:lstStyle/>
              <a:p>
                <a:endParaRPr lang="en-US"/>
              </a:p>
            </p:txBody>
          </p:sp>
          <p:sp>
            <p:nvSpPr>
              <p:cNvPr id="127" name="Freeform 335"/>
              <p:cNvSpPr/>
              <p:nvPr/>
            </p:nvSpPr>
            <p:spPr bwMode="auto">
              <a:xfrm>
                <a:off x="7534276" y="6423025"/>
                <a:ext cx="665163" cy="771525"/>
              </a:xfrm>
              <a:custGeom>
                <a:avLst/>
                <a:gdLst>
                  <a:gd name="T0" fmla="*/ 0 w 245"/>
                  <a:gd name="T1" fmla="*/ 70 h 284"/>
                  <a:gd name="T2" fmla="*/ 60 w 245"/>
                  <a:gd name="T3" fmla="*/ 35 h 284"/>
                  <a:gd name="T4" fmla="*/ 121 w 245"/>
                  <a:gd name="T5" fmla="*/ 0 h 284"/>
                  <a:gd name="T6" fmla="*/ 183 w 245"/>
                  <a:gd name="T7" fmla="*/ 107 h 284"/>
                  <a:gd name="T8" fmla="*/ 245 w 245"/>
                  <a:gd name="T9" fmla="*/ 214 h 284"/>
                  <a:gd name="T10" fmla="*/ 184 w 245"/>
                  <a:gd name="T11" fmla="*/ 249 h 284"/>
                  <a:gd name="T12" fmla="*/ 124 w 245"/>
                  <a:gd name="T13" fmla="*/ 284 h 284"/>
                  <a:gd name="T14" fmla="*/ 62 w 245"/>
                  <a:gd name="T15" fmla="*/ 177 h 284"/>
                  <a:gd name="T16" fmla="*/ 0 w 245"/>
                  <a:gd name="T17" fmla="*/ 7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 h="284">
                    <a:moveTo>
                      <a:pt x="0" y="70"/>
                    </a:moveTo>
                    <a:cubicBezTo>
                      <a:pt x="20" y="58"/>
                      <a:pt x="40" y="46"/>
                      <a:pt x="60" y="35"/>
                    </a:cubicBezTo>
                    <a:cubicBezTo>
                      <a:pt x="80" y="23"/>
                      <a:pt x="101" y="11"/>
                      <a:pt x="121" y="0"/>
                    </a:cubicBezTo>
                    <a:cubicBezTo>
                      <a:pt x="141" y="35"/>
                      <a:pt x="162" y="71"/>
                      <a:pt x="183" y="107"/>
                    </a:cubicBezTo>
                    <a:cubicBezTo>
                      <a:pt x="203" y="143"/>
                      <a:pt x="224" y="179"/>
                      <a:pt x="245" y="214"/>
                    </a:cubicBezTo>
                    <a:cubicBezTo>
                      <a:pt x="225" y="226"/>
                      <a:pt x="204" y="238"/>
                      <a:pt x="184" y="249"/>
                    </a:cubicBezTo>
                    <a:cubicBezTo>
                      <a:pt x="164" y="261"/>
                      <a:pt x="144" y="273"/>
                      <a:pt x="124" y="284"/>
                    </a:cubicBezTo>
                    <a:cubicBezTo>
                      <a:pt x="103" y="249"/>
                      <a:pt x="82" y="213"/>
                      <a:pt x="62" y="177"/>
                    </a:cubicBezTo>
                    <a:cubicBezTo>
                      <a:pt x="41" y="141"/>
                      <a:pt x="20" y="105"/>
                      <a:pt x="0" y="7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28" name="Freeform 336"/>
              <p:cNvSpPr/>
              <p:nvPr/>
            </p:nvSpPr>
            <p:spPr bwMode="auto">
              <a:xfrm>
                <a:off x="7534276" y="6423025"/>
                <a:ext cx="344488" cy="217488"/>
              </a:xfrm>
              <a:custGeom>
                <a:avLst/>
                <a:gdLst>
                  <a:gd name="T0" fmla="*/ 0 w 127"/>
                  <a:gd name="T1" fmla="*/ 70 h 80"/>
                  <a:gd name="T2" fmla="*/ 60 w 127"/>
                  <a:gd name="T3" fmla="*/ 35 h 80"/>
                  <a:gd name="T4" fmla="*/ 121 w 127"/>
                  <a:gd name="T5" fmla="*/ 0 h 80"/>
                  <a:gd name="T6" fmla="*/ 127 w 127"/>
                  <a:gd name="T7" fmla="*/ 10 h 80"/>
                  <a:gd name="T8" fmla="*/ 66 w 127"/>
                  <a:gd name="T9" fmla="*/ 45 h 80"/>
                  <a:gd name="T10" fmla="*/ 6 w 127"/>
                  <a:gd name="T11" fmla="*/ 80 h 80"/>
                  <a:gd name="T12" fmla="*/ 0 w 127"/>
                  <a:gd name="T13" fmla="*/ 70 h 80"/>
                </a:gdLst>
                <a:ahLst/>
                <a:cxnLst>
                  <a:cxn ang="0">
                    <a:pos x="T0" y="T1"/>
                  </a:cxn>
                  <a:cxn ang="0">
                    <a:pos x="T2" y="T3"/>
                  </a:cxn>
                  <a:cxn ang="0">
                    <a:pos x="T4" y="T5"/>
                  </a:cxn>
                  <a:cxn ang="0">
                    <a:pos x="T6" y="T7"/>
                  </a:cxn>
                  <a:cxn ang="0">
                    <a:pos x="T8" y="T9"/>
                  </a:cxn>
                  <a:cxn ang="0">
                    <a:pos x="T10" y="T11"/>
                  </a:cxn>
                  <a:cxn ang="0">
                    <a:pos x="T12" y="T13"/>
                  </a:cxn>
                </a:cxnLst>
                <a:rect l="0" t="0" r="r" b="b"/>
                <a:pathLst>
                  <a:path w="127" h="80">
                    <a:moveTo>
                      <a:pt x="0" y="70"/>
                    </a:moveTo>
                    <a:cubicBezTo>
                      <a:pt x="20" y="58"/>
                      <a:pt x="40" y="46"/>
                      <a:pt x="60" y="35"/>
                    </a:cubicBezTo>
                    <a:cubicBezTo>
                      <a:pt x="80" y="23"/>
                      <a:pt x="101" y="11"/>
                      <a:pt x="121" y="0"/>
                    </a:cubicBezTo>
                    <a:cubicBezTo>
                      <a:pt x="123" y="3"/>
                      <a:pt x="125" y="7"/>
                      <a:pt x="127" y="10"/>
                    </a:cubicBezTo>
                    <a:cubicBezTo>
                      <a:pt x="107" y="22"/>
                      <a:pt x="86" y="33"/>
                      <a:pt x="66" y="45"/>
                    </a:cubicBezTo>
                    <a:cubicBezTo>
                      <a:pt x="46" y="57"/>
                      <a:pt x="26" y="68"/>
                      <a:pt x="6" y="80"/>
                    </a:cubicBezTo>
                    <a:cubicBezTo>
                      <a:pt x="4" y="77"/>
                      <a:pt x="2" y="73"/>
                      <a:pt x="0" y="70"/>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29" name="Freeform 337"/>
              <p:cNvSpPr/>
              <p:nvPr/>
            </p:nvSpPr>
            <p:spPr bwMode="auto">
              <a:xfrm>
                <a:off x="7648576" y="6518275"/>
                <a:ext cx="176213" cy="133350"/>
              </a:xfrm>
              <a:custGeom>
                <a:avLst/>
                <a:gdLst>
                  <a:gd name="T0" fmla="*/ 0 w 65"/>
                  <a:gd name="T1" fmla="*/ 33 h 49"/>
                  <a:gd name="T2" fmla="*/ 28 w 65"/>
                  <a:gd name="T3" fmla="*/ 16 h 49"/>
                  <a:gd name="T4" fmla="*/ 56 w 65"/>
                  <a:gd name="T5" fmla="*/ 0 h 49"/>
                  <a:gd name="T6" fmla="*/ 65 w 65"/>
                  <a:gd name="T7" fmla="*/ 16 h 49"/>
                  <a:gd name="T8" fmla="*/ 37 w 65"/>
                  <a:gd name="T9" fmla="*/ 32 h 49"/>
                  <a:gd name="T10" fmla="*/ 9 w 65"/>
                  <a:gd name="T11" fmla="*/ 49 h 49"/>
                  <a:gd name="T12" fmla="*/ 0 w 65"/>
                  <a:gd name="T13" fmla="*/ 33 h 49"/>
                </a:gdLst>
                <a:ahLst/>
                <a:cxnLst>
                  <a:cxn ang="0">
                    <a:pos x="T0" y="T1"/>
                  </a:cxn>
                  <a:cxn ang="0">
                    <a:pos x="T2" y="T3"/>
                  </a:cxn>
                  <a:cxn ang="0">
                    <a:pos x="T4" y="T5"/>
                  </a:cxn>
                  <a:cxn ang="0">
                    <a:pos x="T6" y="T7"/>
                  </a:cxn>
                  <a:cxn ang="0">
                    <a:pos x="T8" y="T9"/>
                  </a:cxn>
                  <a:cxn ang="0">
                    <a:pos x="T10" y="T11"/>
                  </a:cxn>
                  <a:cxn ang="0">
                    <a:pos x="T12" y="T13"/>
                  </a:cxn>
                </a:cxnLst>
                <a:rect l="0" t="0" r="r" b="b"/>
                <a:pathLst>
                  <a:path w="65" h="49">
                    <a:moveTo>
                      <a:pt x="0" y="33"/>
                    </a:moveTo>
                    <a:cubicBezTo>
                      <a:pt x="9" y="27"/>
                      <a:pt x="18" y="22"/>
                      <a:pt x="28" y="16"/>
                    </a:cubicBezTo>
                    <a:cubicBezTo>
                      <a:pt x="37" y="11"/>
                      <a:pt x="47" y="6"/>
                      <a:pt x="56" y="0"/>
                    </a:cubicBezTo>
                    <a:cubicBezTo>
                      <a:pt x="59" y="5"/>
                      <a:pt x="62" y="11"/>
                      <a:pt x="65" y="16"/>
                    </a:cubicBezTo>
                    <a:cubicBezTo>
                      <a:pt x="56" y="21"/>
                      <a:pt x="46" y="27"/>
                      <a:pt x="37" y="32"/>
                    </a:cubicBezTo>
                    <a:cubicBezTo>
                      <a:pt x="28" y="38"/>
                      <a:pt x="18" y="43"/>
                      <a:pt x="9" y="49"/>
                    </a:cubicBezTo>
                    <a:cubicBezTo>
                      <a:pt x="6" y="43"/>
                      <a:pt x="3" y="38"/>
                      <a:pt x="0" y="33"/>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30" name="Freeform 338"/>
              <p:cNvSpPr/>
              <p:nvPr/>
            </p:nvSpPr>
            <p:spPr bwMode="auto">
              <a:xfrm>
                <a:off x="7613651" y="6561138"/>
                <a:ext cx="398463" cy="309563"/>
              </a:xfrm>
              <a:custGeom>
                <a:avLst/>
                <a:gdLst>
                  <a:gd name="T0" fmla="*/ 0 w 147"/>
                  <a:gd name="T1" fmla="*/ 70 h 114"/>
                  <a:gd name="T2" fmla="*/ 61 w 147"/>
                  <a:gd name="T3" fmla="*/ 35 h 114"/>
                  <a:gd name="T4" fmla="*/ 121 w 147"/>
                  <a:gd name="T5" fmla="*/ 0 h 114"/>
                  <a:gd name="T6" fmla="*/ 147 w 147"/>
                  <a:gd name="T7" fmla="*/ 44 h 114"/>
                  <a:gd name="T8" fmla="*/ 86 w 147"/>
                  <a:gd name="T9" fmla="*/ 79 h 114"/>
                  <a:gd name="T10" fmla="*/ 25 w 147"/>
                  <a:gd name="T11" fmla="*/ 114 h 114"/>
                  <a:gd name="T12" fmla="*/ 0 w 147"/>
                  <a:gd name="T13" fmla="*/ 70 h 114"/>
                </a:gdLst>
                <a:ahLst/>
                <a:cxnLst>
                  <a:cxn ang="0">
                    <a:pos x="T0" y="T1"/>
                  </a:cxn>
                  <a:cxn ang="0">
                    <a:pos x="T2" y="T3"/>
                  </a:cxn>
                  <a:cxn ang="0">
                    <a:pos x="T4" y="T5"/>
                  </a:cxn>
                  <a:cxn ang="0">
                    <a:pos x="T6" y="T7"/>
                  </a:cxn>
                  <a:cxn ang="0">
                    <a:pos x="T8" y="T9"/>
                  </a:cxn>
                  <a:cxn ang="0">
                    <a:pos x="T10" y="T11"/>
                  </a:cxn>
                  <a:cxn ang="0">
                    <a:pos x="T12" y="T13"/>
                  </a:cxn>
                </a:cxnLst>
                <a:rect l="0" t="0" r="r" b="b"/>
                <a:pathLst>
                  <a:path w="147" h="114">
                    <a:moveTo>
                      <a:pt x="0" y="70"/>
                    </a:moveTo>
                    <a:cubicBezTo>
                      <a:pt x="20" y="58"/>
                      <a:pt x="41" y="47"/>
                      <a:pt x="61" y="35"/>
                    </a:cubicBezTo>
                    <a:cubicBezTo>
                      <a:pt x="81" y="23"/>
                      <a:pt x="101" y="12"/>
                      <a:pt x="121" y="0"/>
                    </a:cubicBezTo>
                    <a:cubicBezTo>
                      <a:pt x="130" y="15"/>
                      <a:pt x="138" y="29"/>
                      <a:pt x="147" y="44"/>
                    </a:cubicBezTo>
                    <a:cubicBezTo>
                      <a:pt x="126" y="55"/>
                      <a:pt x="106" y="67"/>
                      <a:pt x="86" y="79"/>
                    </a:cubicBezTo>
                    <a:cubicBezTo>
                      <a:pt x="66" y="90"/>
                      <a:pt x="46" y="102"/>
                      <a:pt x="25" y="114"/>
                    </a:cubicBezTo>
                    <a:cubicBezTo>
                      <a:pt x="17" y="99"/>
                      <a:pt x="9" y="85"/>
                      <a:pt x="0" y="70"/>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31" name="Freeform 339"/>
              <p:cNvSpPr/>
              <p:nvPr/>
            </p:nvSpPr>
            <p:spPr bwMode="auto">
              <a:xfrm>
                <a:off x="7656513" y="6564313"/>
                <a:ext cx="214313" cy="136525"/>
              </a:xfrm>
              <a:custGeom>
                <a:avLst/>
                <a:gdLst>
                  <a:gd name="T0" fmla="*/ 4 w 79"/>
                  <a:gd name="T1" fmla="*/ 50 h 50"/>
                  <a:gd name="T2" fmla="*/ 41 w 79"/>
                  <a:gd name="T3" fmla="*/ 28 h 50"/>
                  <a:gd name="T4" fmla="*/ 79 w 79"/>
                  <a:gd name="T5" fmla="*/ 7 h 50"/>
                  <a:gd name="T6" fmla="*/ 75 w 79"/>
                  <a:gd name="T7" fmla="*/ 0 h 50"/>
                  <a:gd name="T8" fmla="*/ 38 w 79"/>
                  <a:gd name="T9" fmla="*/ 22 h 50"/>
                  <a:gd name="T10" fmla="*/ 0 w 79"/>
                  <a:gd name="T11" fmla="*/ 43 h 50"/>
                  <a:gd name="T12" fmla="*/ 4 w 79"/>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79" h="50">
                    <a:moveTo>
                      <a:pt x="4" y="50"/>
                    </a:moveTo>
                    <a:cubicBezTo>
                      <a:pt x="17" y="43"/>
                      <a:pt x="29" y="35"/>
                      <a:pt x="41" y="28"/>
                    </a:cubicBezTo>
                    <a:cubicBezTo>
                      <a:pt x="54" y="21"/>
                      <a:pt x="66" y="14"/>
                      <a:pt x="79" y="7"/>
                    </a:cubicBezTo>
                    <a:cubicBezTo>
                      <a:pt x="77" y="4"/>
                      <a:pt x="76" y="2"/>
                      <a:pt x="75" y="0"/>
                    </a:cubicBezTo>
                    <a:cubicBezTo>
                      <a:pt x="62" y="7"/>
                      <a:pt x="50" y="14"/>
                      <a:pt x="38" y="22"/>
                    </a:cubicBezTo>
                    <a:cubicBezTo>
                      <a:pt x="25" y="29"/>
                      <a:pt x="13" y="36"/>
                      <a:pt x="0" y="43"/>
                    </a:cubicBezTo>
                    <a:cubicBezTo>
                      <a:pt x="2" y="45"/>
                      <a:pt x="3" y="48"/>
                      <a:pt x="4" y="50"/>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32" name="Freeform 340"/>
              <p:cNvSpPr/>
              <p:nvPr/>
            </p:nvSpPr>
            <p:spPr bwMode="auto">
              <a:xfrm>
                <a:off x="7716838" y="6835775"/>
                <a:ext cx="138113" cy="144463"/>
              </a:xfrm>
              <a:custGeom>
                <a:avLst/>
                <a:gdLst>
                  <a:gd name="T0" fmla="*/ 20 w 51"/>
                  <a:gd name="T1" fmla="*/ 53 h 53"/>
                  <a:gd name="T2" fmla="*/ 36 w 51"/>
                  <a:gd name="T3" fmla="*/ 44 h 53"/>
                  <a:gd name="T4" fmla="*/ 51 w 51"/>
                  <a:gd name="T5" fmla="*/ 35 h 53"/>
                  <a:gd name="T6" fmla="*/ 30 w 51"/>
                  <a:gd name="T7" fmla="*/ 0 h 53"/>
                  <a:gd name="T8" fmla="*/ 15 w 51"/>
                  <a:gd name="T9" fmla="*/ 9 h 53"/>
                  <a:gd name="T10" fmla="*/ 0 w 51"/>
                  <a:gd name="T11" fmla="*/ 17 h 53"/>
                  <a:gd name="T12" fmla="*/ 20 w 51"/>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51" h="53">
                    <a:moveTo>
                      <a:pt x="20" y="53"/>
                    </a:moveTo>
                    <a:cubicBezTo>
                      <a:pt x="25" y="50"/>
                      <a:pt x="30" y="47"/>
                      <a:pt x="36" y="44"/>
                    </a:cubicBezTo>
                    <a:cubicBezTo>
                      <a:pt x="41" y="41"/>
                      <a:pt x="46" y="38"/>
                      <a:pt x="51" y="35"/>
                    </a:cubicBezTo>
                    <a:cubicBezTo>
                      <a:pt x="44" y="23"/>
                      <a:pt x="37" y="12"/>
                      <a:pt x="30" y="0"/>
                    </a:cubicBezTo>
                    <a:cubicBezTo>
                      <a:pt x="25" y="3"/>
                      <a:pt x="20" y="6"/>
                      <a:pt x="15" y="9"/>
                    </a:cubicBezTo>
                    <a:cubicBezTo>
                      <a:pt x="10" y="11"/>
                      <a:pt x="5" y="14"/>
                      <a:pt x="0" y="17"/>
                    </a:cubicBezTo>
                    <a:cubicBezTo>
                      <a:pt x="7" y="29"/>
                      <a:pt x="13" y="41"/>
                      <a:pt x="20" y="53"/>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33" name="Freeform 341"/>
              <p:cNvSpPr/>
              <p:nvPr/>
            </p:nvSpPr>
            <p:spPr bwMode="auto">
              <a:xfrm>
                <a:off x="7820026" y="6777038"/>
                <a:ext cx="138113" cy="142875"/>
              </a:xfrm>
              <a:custGeom>
                <a:avLst/>
                <a:gdLst>
                  <a:gd name="T0" fmla="*/ 20 w 51"/>
                  <a:gd name="T1" fmla="*/ 53 h 53"/>
                  <a:gd name="T2" fmla="*/ 36 w 51"/>
                  <a:gd name="T3" fmla="*/ 44 h 53"/>
                  <a:gd name="T4" fmla="*/ 51 w 51"/>
                  <a:gd name="T5" fmla="*/ 35 h 53"/>
                  <a:gd name="T6" fmla="*/ 30 w 51"/>
                  <a:gd name="T7" fmla="*/ 0 h 53"/>
                  <a:gd name="T8" fmla="*/ 15 w 51"/>
                  <a:gd name="T9" fmla="*/ 9 h 53"/>
                  <a:gd name="T10" fmla="*/ 0 w 51"/>
                  <a:gd name="T11" fmla="*/ 17 h 53"/>
                  <a:gd name="T12" fmla="*/ 20 w 51"/>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51" h="53">
                    <a:moveTo>
                      <a:pt x="20" y="53"/>
                    </a:moveTo>
                    <a:cubicBezTo>
                      <a:pt x="25" y="50"/>
                      <a:pt x="31" y="47"/>
                      <a:pt x="36" y="44"/>
                    </a:cubicBezTo>
                    <a:cubicBezTo>
                      <a:pt x="41" y="41"/>
                      <a:pt x="46" y="38"/>
                      <a:pt x="51" y="35"/>
                    </a:cubicBezTo>
                    <a:cubicBezTo>
                      <a:pt x="44" y="23"/>
                      <a:pt x="37" y="12"/>
                      <a:pt x="30" y="0"/>
                    </a:cubicBezTo>
                    <a:cubicBezTo>
                      <a:pt x="25" y="3"/>
                      <a:pt x="20" y="6"/>
                      <a:pt x="15" y="9"/>
                    </a:cubicBezTo>
                    <a:cubicBezTo>
                      <a:pt x="10" y="11"/>
                      <a:pt x="5" y="14"/>
                      <a:pt x="0" y="17"/>
                    </a:cubicBezTo>
                    <a:cubicBezTo>
                      <a:pt x="7" y="29"/>
                      <a:pt x="14" y="41"/>
                      <a:pt x="20" y="53"/>
                    </a:cubicBez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34" name="Freeform 342"/>
              <p:cNvSpPr/>
              <p:nvPr/>
            </p:nvSpPr>
            <p:spPr bwMode="auto">
              <a:xfrm>
                <a:off x="7923213" y="6716713"/>
                <a:ext cx="138113" cy="144463"/>
              </a:xfrm>
              <a:custGeom>
                <a:avLst/>
                <a:gdLst>
                  <a:gd name="T0" fmla="*/ 20 w 51"/>
                  <a:gd name="T1" fmla="*/ 53 h 53"/>
                  <a:gd name="T2" fmla="*/ 36 w 51"/>
                  <a:gd name="T3" fmla="*/ 44 h 53"/>
                  <a:gd name="T4" fmla="*/ 51 w 51"/>
                  <a:gd name="T5" fmla="*/ 35 h 53"/>
                  <a:gd name="T6" fmla="*/ 30 w 51"/>
                  <a:gd name="T7" fmla="*/ 0 h 53"/>
                  <a:gd name="T8" fmla="*/ 15 w 51"/>
                  <a:gd name="T9" fmla="*/ 9 h 53"/>
                  <a:gd name="T10" fmla="*/ 0 w 51"/>
                  <a:gd name="T11" fmla="*/ 17 h 53"/>
                  <a:gd name="T12" fmla="*/ 20 w 51"/>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51" h="53">
                    <a:moveTo>
                      <a:pt x="20" y="53"/>
                    </a:moveTo>
                    <a:cubicBezTo>
                      <a:pt x="25" y="50"/>
                      <a:pt x="31" y="47"/>
                      <a:pt x="36" y="44"/>
                    </a:cubicBezTo>
                    <a:cubicBezTo>
                      <a:pt x="41" y="41"/>
                      <a:pt x="46" y="38"/>
                      <a:pt x="51" y="35"/>
                    </a:cubicBezTo>
                    <a:cubicBezTo>
                      <a:pt x="44" y="23"/>
                      <a:pt x="37" y="12"/>
                      <a:pt x="30" y="0"/>
                    </a:cubicBezTo>
                    <a:cubicBezTo>
                      <a:pt x="25" y="3"/>
                      <a:pt x="20" y="6"/>
                      <a:pt x="15" y="9"/>
                    </a:cubicBezTo>
                    <a:cubicBezTo>
                      <a:pt x="10" y="11"/>
                      <a:pt x="5" y="14"/>
                      <a:pt x="0" y="17"/>
                    </a:cubicBezTo>
                    <a:cubicBezTo>
                      <a:pt x="7" y="29"/>
                      <a:pt x="14" y="41"/>
                      <a:pt x="20" y="53"/>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35" name="Freeform 343"/>
              <p:cNvSpPr/>
              <p:nvPr/>
            </p:nvSpPr>
            <p:spPr bwMode="auto">
              <a:xfrm>
                <a:off x="7840663" y="6953250"/>
                <a:ext cx="358775" cy="241300"/>
              </a:xfrm>
              <a:custGeom>
                <a:avLst/>
                <a:gdLst>
                  <a:gd name="T0" fmla="*/ 0 w 132"/>
                  <a:gd name="T1" fmla="*/ 70 h 89"/>
                  <a:gd name="T2" fmla="*/ 60 w 132"/>
                  <a:gd name="T3" fmla="*/ 35 h 89"/>
                  <a:gd name="T4" fmla="*/ 121 w 132"/>
                  <a:gd name="T5" fmla="*/ 0 h 89"/>
                  <a:gd name="T6" fmla="*/ 132 w 132"/>
                  <a:gd name="T7" fmla="*/ 19 h 89"/>
                  <a:gd name="T8" fmla="*/ 71 w 132"/>
                  <a:gd name="T9" fmla="*/ 54 h 89"/>
                  <a:gd name="T10" fmla="*/ 11 w 132"/>
                  <a:gd name="T11" fmla="*/ 89 h 89"/>
                  <a:gd name="T12" fmla="*/ 0 w 132"/>
                  <a:gd name="T13" fmla="*/ 70 h 89"/>
                </a:gdLst>
                <a:ahLst/>
                <a:cxnLst>
                  <a:cxn ang="0">
                    <a:pos x="T0" y="T1"/>
                  </a:cxn>
                  <a:cxn ang="0">
                    <a:pos x="T2" y="T3"/>
                  </a:cxn>
                  <a:cxn ang="0">
                    <a:pos x="T4" y="T5"/>
                  </a:cxn>
                  <a:cxn ang="0">
                    <a:pos x="T6" y="T7"/>
                  </a:cxn>
                  <a:cxn ang="0">
                    <a:pos x="T8" y="T9"/>
                  </a:cxn>
                  <a:cxn ang="0">
                    <a:pos x="T10" y="T11"/>
                  </a:cxn>
                  <a:cxn ang="0">
                    <a:pos x="T12" y="T13"/>
                  </a:cxn>
                </a:cxnLst>
                <a:rect l="0" t="0" r="r" b="b"/>
                <a:pathLst>
                  <a:path w="132" h="89">
                    <a:moveTo>
                      <a:pt x="0" y="70"/>
                    </a:moveTo>
                    <a:cubicBezTo>
                      <a:pt x="20" y="59"/>
                      <a:pt x="40" y="47"/>
                      <a:pt x="60" y="35"/>
                    </a:cubicBezTo>
                    <a:cubicBezTo>
                      <a:pt x="80" y="24"/>
                      <a:pt x="101" y="12"/>
                      <a:pt x="121" y="0"/>
                    </a:cubicBezTo>
                    <a:cubicBezTo>
                      <a:pt x="124" y="7"/>
                      <a:pt x="128" y="13"/>
                      <a:pt x="132" y="19"/>
                    </a:cubicBezTo>
                    <a:cubicBezTo>
                      <a:pt x="112" y="31"/>
                      <a:pt x="91" y="43"/>
                      <a:pt x="71" y="54"/>
                    </a:cubicBezTo>
                    <a:cubicBezTo>
                      <a:pt x="51" y="66"/>
                      <a:pt x="31" y="78"/>
                      <a:pt x="11" y="89"/>
                    </a:cubicBezTo>
                    <a:cubicBezTo>
                      <a:pt x="7" y="83"/>
                      <a:pt x="3" y="77"/>
                      <a:pt x="0" y="70"/>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36" name="Freeform 135"/>
              <p:cNvSpPr/>
              <p:nvPr/>
            </p:nvSpPr>
            <p:spPr bwMode="auto">
              <a:xfrm>
                <a:off x="7778751" y="6824662"/>
                <a:ext cx="336550" cy="280988"/>
              </a:xfrm>
              <a:custGeom>
                <a:avLst/>
                <a:gdLst>
                  <a:gd name="connsiteX0" fmla="*/ 106431 w 336550"/>
                  <a:gd name="connsiteY0" fmla="*/ 231775 h 280988"/>
                  <a:gd name="connsiteX1" fmla="*/ 117475 w 336550"/>
                  <a:gd name="connsiteY1" fmla="*/ 248180 h 280988"/>
                  <a:gd name="connsiteX2" fmla="*/ 65018 w 336550"/>
                  <a:gd name="connsiteY2" fmla="*/ 280988 h 280988"/>
                  <a:gd name="connsiteX3" fmla="*/ 53975 w 336550"/>
                  <a:gd name="connsiteY3" fmla="*/ 261850 h 280988"/>
                  <a:gd name="connsiteX4" fmla="*/ 106431 w 336550"/>
                  <a:gd name="connsiteY4" fmla="*/ 231775 h 280988"/>
                  <a:gd name="connsiteX5" fmla="*/ 119289 w 336550"/>
                  <a:gd name="connsiteY5" fmla="*/ 182562 h 280988"/>
                  <a:gd name="connsiteX6" fmla="*/ 130175 w 336550"/>
                  <a:gd name="connsiteY6" fmla="*/ 198834 h 280988"/>
                  <a:gd name="connsiteX7" fmla="*/ 86632 w 336550"/>
                  <a:gd name="connsiteY7" fmla="*/ 223242 h 280988"/>
                  <a:gd name="connsiteX8" fmla="*/ 45810 w 336550"/>
                  <a:gd name="connsiteY8" fmla="*/ 247650 h 280988"/>
                  <a:gd name="connsiteX9" fmla="*/ 34925 w 336550"/>
                  <a:gd name="connsiteY9" fmla="*/ 228666 h 280988"/>
                  <a:gd name="connsiteX10" fmla="*/ 78468 w 336550"/>
                  <a:gd name="connsiteY10" fmla="*/ 206970 h 280988"/>
                  <a:gd name="connsiteX11" fmla="*/ 119289 w 336550"/>
                  <a:gd name="connsiteY11" fmla="*/ 182562 h 280988"/>
                  <a:gd name="connsiteX12" fmla="*/ 209618 w 336550"/>
                  <a:gd name="connsiteY12" fmla="*/ 171450 h 280988"/>
                  <a:gd name="connsiteX13" fmla="*/ 220662 w 336550"/>
                  <a:gd name="connsiteY13" fmla="*/ 187855 h 280988"/>
                  <a:gd name="connsiteX14" fmla="*/ 168205 w 336550"/>
                  <a:gd name="connsiteY14" fmla="*/ 220663 h 280988"/>
                  <a:gd name="connsiteX15" fmla="*/ 157162 w 336550"/>
                  <a:gd name="connsiteY15" fmla="*/ 201525 h 280988"/>
                  <a:gd name="connsiteX16" fmla="*/ 209618 w 336550"/>
                  <a:gd name="connsiteY16" fmla="*/ 171450 h 280988"/>
                  <a:gd name="connsiteX17" fmla="*/ 100292 w 336550"/>
                  <a:gd name="connsiteY17" fmla="*/ 150812 h 280988"/>
                  <a:gd name="connsiteX18" fmla="*/ 111125 w 336550"/>
                  <a:gd name="connsiteY18" fmla="*/ 169481 h 280988"/>
                  <a:gd name="connsiteX19" fmla="*/ 70503 w 336550"/>
                  <a:gd name="connsiteY19" fmla="*/ 193484 h 280988"/>
                  <a:gd name="connsiteX20" fmla="*/ 29882 w 336550"/>
                  <a:gd name="connsiteY20" fmla="*/ 217487 h 280988"/>
                  <a:gd name="connsiteX21" fmla="*/ 19050 w 336550"/>
                  <a:gd name="connsiteY21" fmla="*/ 198818 h 280988"/>
                  <a:gd name="connsiteX22" fmla="*/ 59671 w 336550"/>
                  <a:gd name="connsiteY22" fmla="*/ 174815 h 280988"/>
                  <a:gd name="connsiteX23" fmla="*/ 100292 w 336550"/>
                  <a:gd name="connsiteY23" fmla="*/ 150812 h 280988"/>
                  <a:gd name="connsiteX24" fmla="*/ 222476 w 336550"/>
                  <a:gd name="connsiteY24" fmla="*/ 122237 h 280988"/>
                  <a:gd name="connsiteX25" fmla="*/ 233362 w 336550"/>
                  <a:gd name="connsiteY25" fmla="*/ 138509 h 280988"/>
                  <a:gd name="connsiteX26" fmla="*/ 189819 w 336550"/>
                  <a:gd name="connsiteY26" fmla="*/ 162917 h 280988"/>
                  <a:gd name="connsiteX27" fmla="*/ 148997 w 336550"/>
                  <a:gd name="connsiteY27" fmla="*/ 187325 h 280988"/>
                  <a:gd name="connsiteX28" fmla="*/ 138112 w 336550"/>
                  <a:gd name="connsiteY28" fmla="*/ 168341 h 280988"/>
                  <a:gd name="connsiteX29" fmla="*/ 181655 w 336550"/>
                  <a:gd name="connsiteY29" fmla="*/ 146645 h 280988"/>
                  <a:gd name="connsiteX30" fmla="*/ 222476 w 336550"/>
                  <a:gd name="connsiteY30" fmla="*/ 122237 h 280988"/>
                  <a:gd name="connsiteX31" fmla="*/ 83950 w 336550"/>
                  <a:gd name="connsiteY31" fmla="*/ 120650 h 280988"/>
                  <a:gd name="connsiteX32" fmla="*/ 92075 w 336550"/>
                  <a:gd name="connsiteY32" fmla="*/ 139634 h 280988"/>
                  <a:gd name="connsiteX33" fmla="*/ 51453 w 336550"/>
                  <a:gd name="connsiteY33" fmla="*/ 161330 h 280988"/>
                  <a:gd name="connsiteX34" fmla="*/ 10832 w 336550"/>
                  <a:gd name="connsiteY34" fmla="*/ 185738 h 280988"/>
                  <a:gd name="connsiteX35" fmla="*/ 0 w 336550"/>
                  <a:gd name="connsiteY35" fmla="*/ 169466 h 280988"/>
                  <a:gd name="connsiteX36" fmla="*/ 40621 w 336550"/>
                  <a:gd name="connsiteY36" fmla="*/ 145058 h 280988"/>
                  <a:gd name="connsiteX37" fmla="*/ 83950 w 336550"/>
                  <a:gd name="connsiteY37" fmla="*/ 120650 h 280988"/>
                  <a:gd name="connsiteX38" fmla="*/ 312807 w 336550"/>
                  <a:gd name="connsiteY38" fmla="*/ 112712 h 280988"/>
                  <a:gd name="connsiteX39" fmla="*/ 323850 w 336550"/>
                  <a:gd name="connsiteY39" fmla="*/ 128587 h 280988"/>
                  <a:gd name="connsiteX40" fmla="*/ 271394 w 336550"/>
                  <a:gd name="connsiteY40" fmla="*/ 160337 h 280988"/>
                  <a:gd name="connsiteX41" fmla="*/ 260350 w 336550"/>
                  <a:gd name="connsiteY41" fmla="*/ 141816 h 280988"/>
                  <a:gd name="connsiteX42" fmla="*/ 312807 w 336550"/>
                  <a:gd name="connsiteY42" fmla="*/ 112712 h 280988"/>
                  <a:gd name="connsiteX43" fmla="*/ 203479 w 336550"/>
                  <a:gd name="connsiteY43" fmla="*/ 90487 h 280988"/>
                  <a:gd name="connsiteX44" fmla="*/ 214312 w 336550"/>
                  <a:gd name="connsiteY44" fmla="*/ 109600 h 280988"/>
                  <a:gd name="connsiteX45" fmla="*/ 173690 w 336550"/>
                  <a:gd name="connsiteY45" fmla="*/ 134176 h 280988"/>
                  <a:gd name="connsiteX46" fmla="*/ 133069 w 336550"/>
                  <a:gd name="connsiteY46" fmla="*/ 158750 h 280988"/>
                  <a:gd name="connsiteX47" fmla="*/ 122237 w 336550"/>
                  <a:gd name="connsiteY47" fmla="*/ 139637 h 280988"/>
                  <a:gd name="connsiteX48" fmla="*/ 162858 w 336550"/>
                  <a:gd name="connsiteY48" fmla="*/ 115062 h 280988"/>
                  <a:gd name="connsiteX49" fmla="*/ 203479 w 336550"/>
                  <a:gd name="connsiteY49" fmla="*/ 90487 h 280988"/>
                  <a:gd name="connsiteX50" fmla="*/ 325665 w 336550"/>
                  <a:gd name="connsiteY50" fmla="*/ 63500 h 280988"/>
                  <a:gd name="connsiteX51" fmla="*/ 336550 w 336550"/>
                  <a:gd name="connsiteY51" fmla="*/ 82484 h 280988"/>
                  <a:gd name="connsiteX52" fmla="*/ 295729 w 336550"/>
                  <a:gd name="connsiteY52" fmla="*/ 104180 h 280988"/>
                  <a:gd name="connsiteX53" fmla="*/ 252185 w 336550"/>
                  <a:gd name="connsiteY53" fmla="*/ 128588 h 280988"/>
                  <a:gd name="connsiteX54" fmla="*/ 241300 w 336550"/>
                  <a:gd name="connsiteY54" fmla="*/ 109604 h 280988"/>
                  <a:gd name="connsiteX55" fmla="*/ 284843 w 336550"/>
                  <a:gd name="connsiteY55" fmla="*/ 87908 h 280988"/>
                  <a:gd name="connsiteX56" fmla="*/ 325665 w 336550"/>
                  <a:gd name="connsiteY56" fmla="*/ 63500 h 280988"/>
                  <a:gd name="connsiteX57" fmla="*/ 187137 w 336550"/>
                  <a:gd name="connsiteY57" fmla="*/ 60325 h 280988"/>
                  <a:gd name="connsiteX58" fmla="*/ 195262 w 336550"/>
                  <a:gd name="connsiteY58" fmla="*/ 79309 h 280988"/>
                  <a:gd name="connsiteX59" fmla="*/ 154640 w 336550"/>
                  <a:gd name="connsiteY59" fmla="*/ 101005 h 280988"/>
                  <a:gd name="connsiteX60" fmla="*/ 114019 w 336550"/>
                  <a:gd name="connsiteY60" fmla="*/ 125413 h 280988"/>
                  <a:gd name="connsiteX61" fmla="*/ 103187 w 336550"/>
                  <a:gd name="connsiteY61" fmla="*/ 109141 h 280988"/>
                  <a:gd name="connsiteX62" fmla="*/ 143808 w 336550"/>
                  <a:gd name="connsiteY62" fmla="*/ 84733 h 280988"/>
                  <a:gd name="connsiteX63" fmla="*/ 187137 w 336550"/>
                  <a:gd name="connsiteY63" fmla="*/ 60325 h 280988"/>
                  <a:gd name="connsiteX64" fmla="*/ 306668 w 336550"/>
                  <a:gd name="connsiteY64" fmla="*/ 30162 h 280988"/>
                  <a:gd name="connsiteX65" fmla="*/ 317500 w 336550"/>
                  <a:gd name="connsiteY65" fmla="*/ 49275 h 280988"/>
                  <a:gd name="connsiteX66" fmla="*/ 276879 w 336550"/>
                  <a:gd name="connsiteY66" fmla="*/ 73850 h 280988"/>
                  <a:gd name="connsiteX67" fmla="*/ 236257 w 336550"/>
                  <a:gd name="connsiteY67" fmla="*/ 98425 h 280988"/>
                  <a:gd name="connsiteX68" fmla="*/ 225425 w 336550"/>
                  <a:gd name="connsiteY68" fmla="*/ 79311 h 280988"/>
                  <a:gd name="connsiteX69" fmla="*/ 266047 w 336550"/>
                  <a:gd name="connsiteY69" fmla="*/ 54736 h 280988"/>
                  <a:gd name="connsiteX70" fmla="*/ 306668 w 336550"/>
                  <a:gd name="connsiteY70" fmla="*/ 30162 h 280988"/>
                  <a:gd name="connsiteX71" fmla="*/ 290326 w 336550"/>
                  <a:gd name="connsiteY71" fmla="*/ 0 h 280988"/>
                  <a:gd name="connsiteX72" fmla="*/ 298450 w 336550"/>
                  <a:gd name="connsiteY72" fmla="*/ 18984 h 280988"/>
                  <a:gd name="connsiteX73" fmla="*/ 257828 w 336550"/>
                  <a:gd name="connsiteY73" fmla="*/ 40680 h 280988"/>
                  <a:gd name="connsiteX74" fmla="*/ 217207 w 336550"/>
                  <a:gd name="connsiteY74" fmla="*/ 65088 h 280988"/>
                  <a:gd name="connsiteX75" fmla="*/ 206375 w 336550"/>
                  <a:gd name="connsiteY75" fmla="*/ 48816 h 280988"/>
                  <a:gd name="connsiteX76" fmla="*/ 246996 w 336550"/>
                  <a:gd name="connsiteY76" fmla="*/ 24408 h 280988"/>
                  <a:gd name="connsiteX77" fmla="*/ 290326 w 336550"/>
                  <a:gd name="connsiteY77" fmla="*/ 0 h 280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36550" h="280988">
                    <a:moveTo>
                      <a:pt x="106431" y="231775"/>
                    </a:moveTo>
                    <a:cubicBezTo>
                      <a:pt x="111953" y="237243"/>
                      <a:pt x="114714" y="242711"/>
                      <a:pt x="117475" y="248180"/>
                    </a:cubicBezTo>
                    <a:cubicBezTo>
                      <a:pt x="100910" y="259116"/>
                      <a:pt x="81583" y="270052"/>
                      <a:pt x="65018" y="280988"/>
                    </a:cubicBezTo>
                    <a:cubicBezTo>
                      <a:pt x="62257" y="272786"/>
                      <a:pt x="56736" y="267318"/>
                      <a:pt x="53975" y="261850"/>
                    </a:cubicBezTo>
                    <a:cubicBezTo>
                      <a:pt x="70540" y="250914"/>
                      <a:pt x="89866" y="239977"/>
                      <a:pt x="106431" y="231775"/>
                    </a:cubicBezTo>
                    <a:close/>
                    <a:moveTo>
                      <a:pt x="119289" y="182562"/>
                    </a:moveTo>
                    <a:cubicBezTo>
                      <a:pt x="122010" y="187986"/>
                      <a:pt x="124732" y="193410"/>
                      <a:pt x="130175" y="198834"/>
                    </a:cubicBezTo>
                    <a:cubicBezTo>
                      <a:pt x="116568" y="206970"/>
                      <a:pt x="100239" y="215106"/>
                      <a:pt x="86632" y="223242"/>
                    </a:cubicBezTo>
                    <a:cubicBezTo>
                      <a:pt x="73025" y="231378"/>
                      <a:pt x="59418" y="239514"/>
                      <a:pt x="45810" y="247650"/>
                    </a:cubicBezTo>
                    <a:cubicBezTo>
                      <a:pt x="43089" y="242226"/>
                      <a:pt x="40368" y="236802"/>
                      <a:pt x="34925" y="228666"/>
                    </a:cubicBezTo>
                    <a:cubicBezTo>
                      <a:pt x="48532" y="220530"/>
                      <a:pt x="62139" y="215106"/>
                      <a:pt x="78468" y="206970"/>
                    </a:cubicBezTo>
                    <a:cubicBezTo>
                      <a:pt x="92075" y="198834"/>
                      <a:pt x="105682" y="190698"/>
                      <a:pt x="119289" y="182562"/>
                    </a:cubicBezTo>
                    <a:close/>
                    <a:moveTo>
                      <a:pt x="209618" y="171450"/>
                    </a:moveTo>
                    <a:cubicBezTo>
                      <a:pt x="215140" y="176918"/>
                      <a:pt x="217901" y="182386"/>
                      <a:pt x="220662" y="187855"/>
                    </a:cubicBezTo>
                    <a:cubicBezTo>
                      <a:pt x="204097" y="198791"/>
                      <a:pt x="184770" y="209727"/>
                      <a:pt x="168205" y="220663"/>
                    </a:cubicBezTo>
                    <a:cubicBezTo>
                      <a:pt x="165444" y="212461"/>
                      <a:pt x="159923" y="206993"/>
                      <a:pt x="157162" y="201525"/>
                    </a:cubicBezTo>
                    <a:cubicBezTo>
                      <a:pt x="173727" y="190589"/>
                      <a:pt x="193053" y="179652"/>
                      <a:pt x="209618" y="171450"/>
                    </a:cubicBezTo>
                    <a:close/>
                    <a:moveTo>
                      <a:pt x="100292" y="150812"/>
                    </a:moveTo>
                    <a:cubicBezTo>
                      <a:pt x="103000" y="158813"/>
                      <a:pt x="108417" y="164147"/>
                      <a:pt x="111125" y="169481"/>
                    </a:cubicBezTo>
                    <a:cubicBezTo>
                      <a:pt x="97584" y="177482"/>
                      <a:pt x="84044" y="185483"/>
                      <a:pt x="70503" y="193484"/>
                    </a:cubicBezTo>
                    <a:cubicBezTo>
                      <a:pt x="56963" y="201485"/>
                      <a:pt x="43423" y="209486"/>
                      <a:pt x="29882" y="217487"/>
                    </a:cubicBezTo>
                    <a:cubicBezTo>
                      <a:pt x="24466" y="209486"/>
                      <a:pt x="21758" y="204152"/>
                      <a:pt x="19050" y="198818"/>
                    </a:cubicBezTo>
                    <a:cubicBezTo>
                      <a:pt x="32590" y="190817"/>
                      <a:pt x="46131" y="182816"/>
                      <a:pt x="59671" y="174815"/>
                    </a:cubicBezTo>
                    <a:cubicBezTo>
                      <a:pt x="73212" y="166814"/>
                      <a:pt x="86752" y="158813"/>
                      <a:pt x="100292" y="150812"/>
                    </a:cubicBezTo>
                    <a:close/>
                    <a:moveTo>
                      <a:pt x="222476" y="122237"/>
                    </a:moveTo>
                    <a:cubicBezTo>
                      <a:pt x="225197" y="127661"/>
                      <a:pt x="227919" y="133085"/>
                      <a:pt x="233362" y="138509"/>
                    </a:cubicBezTo>
                    <a:cubicBezTo>
                      <a:pt x="219755" y="146645"/>
                      <a:pt x="203426" y="154781"/>
                      <a:pt x="189819" y="162917"/>
                    </a:cubicBezTo>
                    <a:cubicBezTo>
                      <a:pt x="176212" y="171053"/>
                      <a:pt x="162605" y="179189"/>
                      <a:pt x="148997" y="187325"/>
                    </a:cubicBezTo>
                    <a:cubicBezTo>
                      <a:pt x="146276" y="181901"/>
                      <a:pt x="143555" y="176477"/>
                      <a:pt x="138112" y="168341"/>
                    </a:cubicBezTo>
                    <a:cubicBezTo>
                      <a:pt x="151719" y="160205"/>
                      <a:pt x="168047" y="154781"/>
                      <a:pt x="181655" y="146645"/>
                    </a:cubicBezTo>
                    <a:cubicBezTo>
                      <a:pt x="195262" y="138509"/>
                      <a:pt x="208869" y="130373"/>
                      <a:pt x="222476" y="122237"/>
                    </a:cubicBezTo>
                    <a:close/>
                    <a:moveTo>
                      <a:pt x="83950" y="120650"/>
                    </a:moveTo>
                    <a:cubicBezTo>
                      <a:pt x="86659" y="126074"/>
                      <a:pt x="89367" y="131498"/>
                      <a:pt x="92075" y="139634"/>
                    </a:cubicBezTo>
                    <a:cubicBezTo>
                      <a:pt x="78534" y="147770"/>
                      <a:pt x="64994" y="153194"/>
                      <a:pt x="51453" y="161330"/>
                    </a:cubicBezTo>
                    <a:cubicBezTo>
                      <a:pt x="37913" y="169466"/>
                      <a:pt x="24373" y="177602"/>
                      <a:pt x="10832" y="185738"/>
                    </a:cubicBezTo>
                    <a:cubicBezTo>
                      <a:pt x="8124" y="180314"/>
                      <a:pt x="2708" y="174890"/>
                      <a:pt x="0" y="169466"/>
                    </a:cubicBezTo>
                    <a:cubicBezTo>
                      <a:pt x="13540" y="161330"/>
                      <a:pt x="27081" y="153194"/>
                      <a:pt x="40621" y="145058"/>
                    </a:cubicBezTo>
                    <a:cubicBezTo>
                      <a:pt x="54162" y="136922"/>
                      <a:pt x="67702" y="128786"/>
                      <a:pt x="83950" y="120650"/>
                    </a:cubicBezTo>
                    <a:close/>
                    <a:moveTo>
                      <a:pt x="312807" y="112712"/>
                    </a:moveTo>
                    <a:cubicBezTo>
                      <a:pt x="318329" y="118004"/>
                      <a:pt x="321089" y="123296"/>
                      <a:pt x="323850" y="128587"/>
                    </a:cubicBezTo>
                    <a:cubicBezTo>
                      <a:pt x="307285" y="139171"/>
                      <a:pt x="287959" y="149754"/>
                      <a:pt x="271394" y="160337"/>
                    </a:cubicBezTo>
                    <a:cubicBezTo>
                      <a:pt x="268633" y="152400"/>
                      <a:pt x="263111" y="147108"/>
                      <a:pt x="260350" y="141816"/>
                    </a:cubicBezTo>
                    <a:cubicBezTo>
                      <a:pt x="276915" y="131233"/>
                      <a:pt x="296242" y="120650"/>
                      <a:pt x="312807" y="112712"/>
                    </a:cubicBezTo>
                    <a:close/>
                    <a:moveTo>
                      <a:pt x="203479" y="90487"/>
                    </a:moveTo>
                    <a:cubicBezTo>
                      <a:pt x="208896" y="98678"/>
                      <a:pt x="211604" y="104139"/>
                      <a:pt x="214312" y="109600"/>
                    </a:cubicBezTo>
                    <a:cubicBezTo>
                      <a:pt x="200771" y="117792"/>
                      <a:pt x="187231" y="125984"/>
                      <a:pt x="173690" y="134176"/>
                    </a:cubicBezTo>
                    <a:cubicBezTo>
                      <a:pt x="160150" y="142367"/>
                      <a:pt x="146610" y="150559"/>
                      <a:pt x="133069" y="158750"/>
                    </a:cubicBezTo>
                    <a:cubicBezTo>
                      <a:pt x="127653" y="150559"/>
                      <a:pt x="124945" y="145098"/>
                      <a:pt x="122237" y="139637"/>
                    </a:cubicBezTo>
                    <a:cubicBezTo>
                      <a:pt x="135777" y="131445"/>
                      <a:pt x="149318" y="123253"/>
                      <a:pt x="162858" y="115062"/>
                    </a:cubicBezTo>
                    <a:cubicBezTo>
                      <a:pt x="176399" y="106870"/>
                      <a:pt x="189939" y="98678"/>
                      <a:pt x="203479" y="90487"/>
                    </a:cubicBezTo>
                    <a:close/>
                    <a:moveTo>
                      <a:pt x="325665" y="63500"/>
                    </a:moveTo>
                    <a:cubicBezTo>
                      <a:pt x="328386" y="68924"/>
                      <a:pt x="331107" y="74348"/>
                      <a:pt x="336550" y="82484"/>
                    </a:cubicBezTo>
                    <a:cubicBezTo>
                      <a:pt x="322943" y="87908"/>
                      <a:pt x="309336" y="96044"/>
                      <a:pt x="295729" y="104180"/>
                    </a:cubicBezTo>
                    <a:cubicBezTo>
                      <a:pt x="279400" y="112316"/>
                      <a:pt x="265793" y="120452"/>
                      <a:pt x="252185" y="128588"/>
                    </a:cubicBezTo>
                    <a:cubicBezTo>
                      <a:pt x="249464" y="123164"/>
                      <a:pt x="246743" y="117740"/>
                      <a:pt x="241300" y="109604"/>
                    </a:cubicBezTo>
                    <a:cubicBezTo>
                      <a:pt x="254907" y="104180"/>
                      <a:pt x="271236" y="96044"/>
                      <a:pt x="284843" y="87908"/>
                    </a:cubicBezTo>
                    <a:cubicBezTo>
                      <a:pt x="298450" y="79772"/>
                      <a:pt x="312057" y="71636"/>
                      <a:pt x="325665" y="63500"/>
                    </a:cubicBezTo>
                    <a:close/>
                    <a:moveTo>
                      <a:pt x="187137" y="60325"/>
                    </a:moveTo>
                    <a:cubicBezTo>
                      <a:pt x="189846" y="65749"/>
                      <a:pt x="192554" y="71173"/>
                      <a:pt x="195262" y="79309"/>
                    </a:cubicBezTo>
                    <a:cubicBezTo>
                      <a:pt x="181721" y="87445"/>
                      <a:pt x="168181" y="92869"/>
                      <a:pt x="154640" y="101005"/>
                    </a:cubicBezTo>
                    <a:cubicBezTo>
                      <a:pt x="141100" y="109141"/>
                      <a:pt x="127560" y="117277"/>
                      <a:pt x="114019" y="125413"/>
                    </a:cubicBezTo>
                    <a:cubicBezTo>
                      <a:pt x="111311" y="119989"/>
                      <a:pt x="105895" y="114565"/>
                      <a:pt x="103187" y="109141"/>
                    </a:cubicBezTo>
                    <a:cubicBezTo>
                      <a:pt x="116727" y="101005"/>
                      <a:pt x="130268" y="92869"/>
                      <a:pt x="143808" y="84733"/>
                    </a:cubicBezTo>
                    <a:cubicBezTo>
                      <a:pt x="157349" y="76597"/>
                      <a:pt x="173597" y="68461"/>
                      <a:pt x="187137" y="60325"/>
                    </a:cubicBezTo>
                    <a:close/>
                    <a:moveTo>
                      <a:pt x="306668" y="30162"/>
                    </a:moveTo>
                    <a:cubicBezTo>
                      <a:pt x="312084" y="38353"/>
                      <a:pt x="314792" y="43814"/>
                      <a:pt x="317500" y="49275"/>
                    </a:cubicBezTo>
                    <a:cubicBezTo>
                      <a:pt x="303960" y="57467"/>
                      <a:pt x="290419" y="65659"/>
                      <a:pt x="276879" y="73850"/>
                    </a:cubicBezTo>
                    <a:cubicBezTo>
                      <a:pt x="263338" y="82042"/>
                      <a:pt x="249798" y="90233"/>
                      <a:pt x="236257" y="98425"/>
                    </a:cubicBezTo>
                    <a:cubicBezTo>
                      <a:pt x="230841" y="90233"/>
                      <a:pt x="228133" y="84772"/>
                      <a:pt x="225425" y="79311"/>
                    </a:cubicBezTo>
                    <a:cubicBezTo>
                      <a:pt x="238965" y="71120"/>
                      <a:pt x="252506" y="62928"/>
                      <a:pt x="266047" y="54736"/>
                    </a:cubicBezTo>
                    <a:cubicBezTo>
                      <a:pt x="279587" y="46545"/>
                      <a:pt x="293127" y="38353"/>
                      <a:pt x="306668" y="30162"/>
                    </a:cubicBezTo>
                    <a:close/>
                    <a:moveTo>
                      <a:pt x="290326" y="0"/>
                    </a:moveTo>
                    <a:cubicBezTo>
                      <a:pt x="293034" y="5424"/>
                      <a:pt x="295742" y="10848"/>
                      <a:pt x="298450" y="18984"/>
                    </a:cubicBezTo>
                    <a:cubicBezTo>
                      <a:pt x="284910" y="27120"/>
                      <a:pt x="271369" y="35256"/>
                      <a:pt x="257828" y="40680"/>
                    </a:cubicBezTo>
                    <a:cubicBezTo>
                      <a:pt x="244288" y="48816"/>
                      <a:pt x="230748" y="56952"/>
                      <a:pt x="217207" y="65088"/>
                    </a:cubicBezTo>
                    <a:cubicBezTo>
                      <a:pt x="214499" y="59664"/>
                      <a:pt x="211791" y="54240"/>
                      <a:pt x="206375" y="48816"/>
                    </a:cubicBezTo>
                    <a:cubicBezTo>
                      <a:pt x="219915" y="40680"/>
                      <a:pt x="233456" y="32544"/>
                      <a:pt x="246996" y="24408"/>
                    </a:cubicBezTo>
                    <a:cubicBezTo>
                      <a:pt x="260537" y="16272"/>
                      <a:pt x="276786" y="8136"/>
                      <a:pt x="290326" y="0"/>
                    </a:cubicBez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grpSp>
          <p:nvGrpSpPr>
            <p:cNvPr id="16" name="Group 15"/>
            <p:cNvGrpSpPr/>
            <p:nvPr/>
          </p:nvGrpSpPr>
          <p:grpSpPr>
            <a:xfrm>
              <a:off x="3697240" y="4723007"/>
              <a:ext cx="3892550" cy="3494088"/>
              <a:chOff x="3692526" y="4703763"/>
              <a:chExt cx="3892550" cy="3494088"/>
            </a:xfrm>
          </p:grpSpPr>
          <p:grpSp>
            <p:nvGrpSpPr>
              <p:cNvPr id="75" name="Group 74"/>
              <p:cNvGrpSpPr/>
              <p:nvPr/>
            </p:nvGrpSpPr>
            <p:grpSpPr>
              <a:xfrm>
                <a:off x="4030663" y="4703763"/>
                <a:ext cx="1338263" cy="1763713"/>
                <a:chOff x="4030663" y="4703763"/>
                <a:chExt cx="1338263" cy="1763713"/>
              </a:xfrm>
            </p:grpSpPr>
            <p:sp>
              <p:nvSpPr>
                <p:cNvPr id="113" name="Freeform 204"/>
                <p:cNvSpPr/>
                <p:nvPr/>
              </p:nvSpPr>
              <p:spPr bwMode="auto">
                <a:xfrm>
                  <a:off x="4030663" y="4703763"/>
                  <a:ext cx="1338263" cy="1763713"/>
                </a:xfrm>
                <a:custGeom>
                  <a:avLst/>
                  <a:gdLst>
                    <a:gd name="T0" fmla="*/ 0 w 843"/>
                    <a:gd name="T1" fmla="*/ 84 h 1111"/>
                    <a:gd name="T2" fmla="*/ 725 w 843"/>
                    <a:gd name="T3" fmla="*/ 0 h 1111"/>
                    <a:gd name="T4" fmla="*/ 843 w 843"/>
                    <a:gd name="T5" fmla="*/ 1025 h 1111"/>
                    <a:gd name="T6" fmla="*/ 119 w 843"/>
                    <a:gd name="T7" fmla="*/ 1111 h 1111"/>
                    <a:gd name="T8" fmla="*/ 0 w 843"/>
                    <a:gd name="T9" fmla="*/ 84 h 1111"/>
                  </a:gdLst>
                  <a:ahLst/>
                  <a:cxnLst>
                    <a:cxn ang="0">
                      <a:pos x="T0" y="T1"/>
                    </a:cxn>
                    <a:cxn ang="0">
                      <a:pos x="T2" y="T3"/>
                    </a:cxn>
                    <a:cxn ang="0">
                      <a:pos x="T4" y="T5"/>
                    </a:cxn>
                    <a:cxn ang="0">
                      <a:pos x="T6" y="T7"/>
                    </a:cxn>
                    <a:cxn ang="0">
                      <a:pos x="T8" y="T9"/>
                    </a:cxn>
                  </a:cxnLst>
                  <a:rect l="0" t="0" r="r" b="b"/>
                  <a:pathLst>
                    <a:path w="843" h="1111">
                      <a:moveTo>
                        <a:pt x="0" y="84"/>
                      </a:moveTo>
                      <a:lnTo>
                        <a:pt x="725" y="0"/>
                      </a:lnTo>
                      <a:lnTo>
                        <a:pt x="843" y="1025"/>
                      </a:lnTo>
                      <a:lnTo>
                        <a:pt x="119" y="1111"/>
                      </a:lnTo>
                      <a:lnTo>
                        <a:pt x="0" y="84"/>
                      </a:lnTo>
                      <a:close/>
                    </a:path>
                  </a:pathLst>
                </a:custGeom>
                <a:solidFill>
                  <a:srgbClr val="EDEDED"/>
                </a:solidFill>
                <a:ln>
                  <a:noFill/>
                </a:ln>
              </p:spPr>
              <p:txBody>
                <a:bodyPr vert="horz" wrap="square" lIns="91440" tIns="45720" rIns="91440" bIns="45720" numCol="1" anchor="t" anchorCtr="0" compatLnSpc="1"/>
                <a:lstStyle/>
                <a:p>
                  <a:endParaRPr lang="en-US"/>
                </a:p>
              </p:txBody>
            </p:sp>
            <p:sp>
              <p:nvSpPr>
                <p:cNvPr id="114" name="Freeform 206"/>
                <p:cNvSpPr/>
                <p:nvPr/>
              </p:nvSpPr>
              <p:spPr bwMode="auto">
                <a:xfrm>
                  <a:off x="4348163" y="5102225"/>
                  <a:ext cx="668338" cy="668338"/>
                </a:xfrm>
                <a:custGeom>
                  <a:avLst/>
                  <a:gdLst>
                    <a:gd name="T0" fmla="*/ 110 w 246"/>
                    <a:gd name="T1" fmla="*/ 8 h 246"/>
                    <a:gd name="T2" fmla="*/ 239 w 246"/>
                    <a:gd name="T3" fmla="*/ 110 h 246"/>
                    <a:gd name="T4" fmla="*/ 137 w 246"/>
                    <a:gd name="T5" fmla="*/ 239 h 246"/>
                    <a:gd name="T6" fmla="*/ 8 w 246"/>
                    <a:gd name="T7" fmla="*/ 137 h 246"/>
                    <a:gd name="T8" fmla="*/ 110 w 246"/>
                    <a:gd name="T9" fmla="*/ 8 h 246"/>
                  </a:gdLst>
                  <a:ahLst/>
                  <a:cxnLst>
                    <a:cxn ang="0">
                      <a:pos x="T0" y="T1"/>
                    </a:cxn>
                    <a:cxn ang="0">
                      <a:pos x="T2" y="T3"/>
                    </a:cxn>
                    <a:cxn ang="0">
                      <a:pos x="T4" y="T5"/>
                    </a:cxn>
                    <a:cxn ang="0">
                      <a:pos x="T6" y="T7"/>
                    </a:cxn>
                    <a:cxn ang="0">
                      <a:pos x="T8" y="T9"/>
                    </a:cxn>
                  </a:cxnLst>
                  <a:rect l="0" t="0" r="r" b="b"/>
                  <a:pathLst>
                    <a:path w="246" h="246">
                      <a:moveTo>
                        <a:pt x="110" y="8"/>
                      </a:moveTo>
                      <a:cubicBezTo>
                        <a:pt x="174" y="0"/>
                        <a:pt x="232" y="46"/>
                        <a:pt x="239" y="110"/>
                      </a:cubicBezTo>
                      <a:cubicBezTo>
                        <a:pt x="246" y="174"/>
                        <a:pt x="201" y="231"/>
                        <a:pt x="137" y="239"/>
                      </a:cubicBezTo>
                      <a:cubicBezTo>
                        <a:pt x="73" y="246"/>
                        <a:pt x="15" y="201"/>
                        <a:pt x="8" y="137"/>
                      </a:cubicBezTo>
                      <a:cubicBezTo>
                        <a:pt x="0" y="73"/>
                        <a:pt x="46" y="15"/>
                        <a:pt x="110" y="8"/>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15" name="Freeform 207"/>
                <p:cNvSpPr/>
                <p:nvPr/>
              </p:nvSpPr>
              <p:spPr bwMode="auto">
                <a:xfrm>
                  <a:off x="4421188" y="5437188"/>
                  <a:ext cx="260350" cy="282575"/>
                </a:xfrm>
                <a:custGeom>
                  <a:avLst/>
                  <a:gdLst>
                    <a:gd name="T0" fmla="*/ 44 w 96"/>
                    <a:gd name="T1" fmla="*/ 104 h 104"/>
                    <a:gd name="T2" fmla="*/ 0 w 96"/>
                    <a:gd name="T3" fmla="*/ 65 h 104"/>
                    <a:gd name="T4" fmla="*/ 96 w 96"/>
                    <a:gd name="T5" fmla="*/ 0 h 104"/>
                    <a:gd name="T6" fmla="*/ 44 w 96"/>
                    <a:gd name="T7" fmla="*/ 104 h 104"/>
                  </a:gdLst>
                  <a:ahLst/>
                  <a:cxnLst>
                    <a:cxn ang="0">
                      <a:pos x="T0" y="T1"/>
                    </a:cxn>
                    <a:cxn ang="0">
                      <a:pos x="T2" y="T3"/>
                    </a:cxn>
                    <a:cxn ang="0">
                      <a:pos x="T4" y="T5"/>
                    </a:cxn>
                    <a:cxn ang="0">
                      <a:pos x="T6" y="T7"/>
                    </a:cxn>
                  </a:cxnLst>
                  <a:rect l="0" t="0" r="r" b="b"/>
                  <a:pathLst>
                    <a:path w="96" h="104">
                      <a:moveTo>
                        <a:pt x="44" y="104"/>
                      </a:moveTo>
                      <a:cubicBezTo>
                        <a:pt x="26" y="95"/>
                        <a:pt x="11" y="82"/>
                        <a:pt x="0" y="65"/>
                      </a:cubicBezTo>
                      <a:cubicBezTo>
                        <a:pt x="96" y="0"/>
                        <a:pt x="96" y="0"/>
                        <a:pt x="96" y="0"/>
                      </a:cubicBezTo>
                      <a:lnTo>
                        <a:pt x="44" y="104"/>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16" name="Freeform 208"/>
                <p:cNvSpPr/>
                <p:nvPr/>
              </p:nvSpPr>
              <p:spPr bwMode="auto">
                <a:xfrm>
                  <a:off x="4359276" y="5214938"/>
                  <a:ext cx="322263" cy="398463"/>
                </a:xfrm>
                <a:custGeom>
                  <a:avLst/>
                  <a:gdLst>
                    <a:gd name="T0" fmla="*/ 23 w 119"/>
                    <a:gd name="T1" fmla="*/ 147 h 147"/>
                    <a:gd name="T2" fmla="*/ 4 w 119"/>
                    <a:gd name="T3" fmla="*/ 96 h 147"/>
                    <a:gd name="T4" fmla="*/ 38 w 119"/>
                    <a:gd name="T5" fmla="*/ 0 h 147"/>
                    <a:gd name="T6" fmla="*/ 119 w 119"/>
                    <a:gd name="T7" fmla="*/ 82 h 147"/>
                    <a:gd name="T8" fmla="*/ 23 w 119"/>
                    <a:gd name="T9" fmla="*/ 147 h 147"/>
                  </a:gdLst>
                  <a:ahLst/>
                  <a:cxnLst>
                    <a:cxn ang="0">
                      <a:pos x="T0" y="T1"/>
                    </a:cxn>
                    <a:cxn ang="0">
                      <a:pos x="T2" y="T3"/>
                    </a:cxn>
                    <a:cxn ang="0">
                      <a:pos x="T4" y="T5"/>
                    </a:cxn>
                    <a:cxn ang="0">
                      <a:pos x="T6" y="T7"/>
                    </a:cxn>
                    <a:cxn ang="0">
                      <a:pos x="T8" y="T9"/>
                    </a:cxn>
                  </a:cxnLst>
                  <a:rect l="0" t="0" r="r" b="b"/>
                  <a:pathLst>
                    <a:path w="119" h="147">
                      <a:moveTo>
                        <a:pt x="23" y="147"/>
                      </a:moveTo>
                      <a:cubicBezTo>
                        <a:pt x="13" y="132"/>
                        <a:pt x="6" y="115"/>
                        <a:pt x="4" y="96"/>
                      </a:cubicBezTo>
                      <a:cubicBezTo>
                        <a:pt x="0" y="59"/>
                        <a:pt x="13" y="24"/>
                        <a:pt x="38" y="0"/>
                      </a:cubicBezTo>
                      <a:cubicBezTo>
                        <a:pt x="119" y="82"/>
                        <a:pt x="119" y="82"/>
                        <a:pt x="119" y="82"/>
                      </a:cubicBezTo>
                      <a:lnTo>
                        <a:pt x="23" y="14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17" name="Freeform 209"/>
                <p:cNvSpPr/>
                <p:nvPr/>
              </p:nvSpPr>
              <p:spPr bwMode="auto">
                <a:xfrm>
                  <a:off x="4462463" y="5124450"/>
                  <a:ext cx="219075" cy="312738"/>
                </a:xfrm>
                <a:custGeom>
                  <a:avLst/>
                  <a:gdLst>
                    <a:gd name="T0" fmla="*/ 0 w 81"/>
                    <a:gd name="T1" fmla="*/ 33 h 115"/>
                    <a:gd name="T2" fmla="*/ 68 w 81"/>
                    <a:gd name="T3" fmla="*/ 0 h 115"/>
                    <a:gd name="T4" fmla="*/ 81 w 81"/>
                    <a:gd name="T5" fmla="*/ 115 h 115"/>
                    <a:gd name="T6" fmla="*/ 0 w 81"/>
                    <a:gd name="T7" fmla="*/ 33 h 115"/>
                  </a:gdLst>
                  <a:ahLst/>
                  <a:cxnLst>
                    <a:cxn ang="0">
                      <a:pos x="T0" y="T1"/>
                    </a:cxn>
                    <a:cxn ang="0">
                      <a:pos x="T2" y="T3"/>
                    </a:cxn>
                    <a:cxn ang="0">
                      <a:pos x="T4" y="T5"/>
                    </a:cxn>
                    <a:cxn ang="0">
                      <a:pos x="T6" y="T7"/>
                    </a:cxn>
                  </a:cxnLst>
                  <a:rect l="0" t="0" r="r" b="b"/>
                  <a:pathLst>
                    <a:path w="81" h="115">
                      <a:moveTo>
                        <a:pt x="0" y="33"/>
                      </a:moveTo>
                      <a:cubicBezTo>
                        <a:pt x="17" y="15"/>
                        <a:pt x="41" y="3"/>
                        <a:pt x="68" y="0"/>
                      </a:cubicBezTo>
                      <a:cubicBezTo>
                        <a:pt x="81" y="115"/>
                        <a:pt x="81" y="115"/>
                        <a:pt x="81" y="115"/>
                      </a:cubicBezTo>
                      <a:lnTo>
                        <a:pt x="0" y="33"/>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18" name="Freeform 210"/>
                <p:cNvSpPr/>
                <p:nvPr/>
              </p:nvSpPr>
              <p:spPr bwMode="auto">
                <a:xfrm>
                  <a:off x="4646613" y="5113338"/>
                  <a:ext cx="233363" cy="323850"/>
                </a:xfrm>
                <a:custGeom>
                  <a:avLst/>
                  <a:gdLst>
                    <a:gd name="T0" fmla="*/ 0 w 86"/>
                    <a:gd name="T1" fmla="*/ 4 h 119"/>
                    <a:gd name="T2" fmla="*/ 13 w 86"/>
                    <a:gd name="T3" fmla="*/ 119 h 119"/>
                    <a:gd name="T4" fmla="*/ 86 w 86"/>
                    <a:gd name="T5" fmla="*/ 29 h 119"/>
                    <a:gd name="T6" fmla="*/ 0 w 86"/>
                    <a:gd name="T7" fmla="*/ 4 h 119"/>
                  </a:gdLst>
                  <a:ahLst/>
                  <a:cxnLst>
                    <a:cxn ang="0">
                      <a:pos x="T0" y="T1"/>
                    </a:cxn>
                    <a:cxn ang="0">
                      <a:pos x="T2" y="T3"/>
                    </a:cxn>
                    <a:cxn ang="0">
                      <a:pos x="T4" y="T5"/>
                    </a:cxn>
                    <a:cxn ang="0">
                      <a:pos x="T6" y="T7"/>
                    </a:cxn>
                  </a:cxnLst>
                  <a:rect l="0" t="0" r="r" b="b"/>
                  <a:pathLst>
                    <a:path w="86" h="119">
                      <a:moveTo>
                        <a:pt x="0" y="4"/>
                      </a:moveTo>
                      <a:cubicBezTo>
                        <a:pt x="13" y="119"/>
                        <a:pt x="13" y="119"/>
                        <a:pt x="13" y="119"/>
                      </a:cubicBezTo>
                      <a:cubicBezTo>
                        <a:pt x="86" y="29"/>
                        <a:pt x="86" y="29"/>
                        <a:pt x="86" y="29"/>
                      </a:cubicBezTo>
                      <a:cubicBezTo>
                        <a:pt x="63" y="10"/>
                        <a:pt x="32" y="0"/>
                        <a:pt x="0" y="4"/>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19" name="Freeform 118"/>
                <p:cNvSpPr/>
                <p:nvPr/>
              </p:nvSpPr>
              <p:spPr bwMode="auto">
                <a:xfrm>
                  <a:off x="4294188" y="5934075"/>
                  <a:ext cx="925513" cy="320675"/>
                </a:xfrm>
                <a:custGeom>
                  <a:avLst/>
                  <a:gdLst>
                    <a:gd name="connsiteX0" fmla="*/ 509588 w 925513"/>
                    <a:gd name="connsiteY0" fmla="*/ 241300 h 320675"/>
                    <a:gd name="connsiteX1" fmla="*/ 512763 w 925513"/>
                    <a:gd name="connsiteY1" fmla="*/ 263525 h 320675"/>
                    <a:gd name="connsiteX2" fmla="*/ 23813 w 925513"/>
                    <a:gd name="connsiteY2" fmla="*/ 320675 h 320675"/>
                    <a:gd name="connsiteX3" fmla="*/ 20638 w 925513"/>
                    <a:gd name="connsiteY3" fmla="*/ 298450 h 320675"/>
                    <a:gd name="connsiteX4" fmla="*/ 922338 w 925513"/>
                    <a:gd name="connsiteY4" fmla="*/ 144463 h 320675"/>
                    <a:gd name="connsiteX5" fmla="*/ 925513 w 925513"/>
                    <a:gd name="connsiteY5" fmla="*/ 165101 h 320675"/>
                    <a:gd name="connsiteX6" fmla="*/ 19050 w 925513"/>
                    <a:gd name="connsiteY6" fmla="*/ 271463 h 320675"/>
                    <a:gd name="connsiteX7" fmla="*/ 15875 w 925513"/>
                    <a:gd name="connsiteY7" fmla="*/ 250826 h 320675"/>
                    <a:gd name="connsiteX8" fmla="*/ 917575 w 925513"/>
                    <a:gd name="connsiteY8" fmla="*/ 95250 h 320675"/>
                    <a:gd name="connsiteX9" fmla="*/ 920750 w 925513"/>
                    <a:gd name="connsiteY9" fmla="*/ 117475 h 320675"/>
                    <a:gd name="connsiteX10" fmla="*/ 12700 w 925513"/>
                    <a:gd name="connsiteY10" fmla="*/ 222250 h 320675"/>
                    <a:gd name="connsiteX11" fmla="*/ 9525 w 925513"/>
                    <a:gd name="connsiteY11" fmla="*/ 201613 h 320675"/>
                    <a:gd name="connsiteX12" fmla="*/ 912814 w 925513"/>
                    <a:gd name="connsiteY12" fmla="*/ 46038 h 320675"/>
                    <a:gd name="connsiteX13" fmla="*/ 914401 w 925513"/>
                    <a:gd name="connsiteY13" fmla="*/ 71438 h 320675"/>
                    <a:gd name="connsiteX14" fmla="*/ 7938 w 925513"/>
                    <a:gd name="connsiteY14" fmla="*/ 174626 h 320675"/>
                    <a:gd name="connsiteX15" fmla="*/ 4763 w 925513"/>
                    <a:gd name="connsiteY15" fmla="*/ 152401 h 320675"/>
                    <a:gd name="connsiteX16" fmla="*/ 906463 w 925513"/>
                    <a:gd name="connsiteY16" fmla="*/ 0 h 320675"/>
                    <a:gd name="connsiteX17" fmla="*/ 909638 w 925513"/>
                    <a:gd name="connsiteY17" fmla="*/ 22225 h 320675"/>
                    <a:gd name="connsiteX18" fmla="*/ 1588 w 925513"/>
                    <a:gd name="connsiteY18" fmla="*/ 128588 h 320675"/>
                    <a:gd name="connsiteX19" fmla="*/ 0 w 925513"/>
                    <a:gd name="connsiteY19" fmla="*/ 103188 h 32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5513" h="320675">
                      <a:moveTo>
                        <a:pt x="509588" y="241300"/>
                      </a:moveTo>
                      <a:lnTo>
                        <a:pt x="512763" y="263525"/>
                      </a:lnTo>
                      <a:lnTo>
                        <a:pt x="23813" y="320675"/>
                      </a:lnTo>
                      <a:lnTo>
                        <a:pt x="20638" y="298450"/>
                      </a:lnTo>
                      <a:close/>
                      <a:moveTo>
                        <a:pt x="922338" y="144463"/>
                      </a:moveTo>
                      <a:lnTo>
                        <a:pt x="925513" y="165101"/>
                      </a:lnTo>
                      <a:lnTo>
                        <a:pt x="19050" y="271463"/>
                      </a:lnTo>
                      <a:lnTo>
                        <a:pt x="15875" y="250826"/>
                      </a:lnTo>
                      <a:close/>
                      <a:moveTo>
                        <a:pt x="917575" y="95250"/>
                      </a:moveTo>
                      <a:lnTo>
                        <a:pt x="920750" y="117475"/>
                      </a:lnTo>
                      <a:lnTo>
                        <a:pt x="12700" y="222250"/>
                      </a:lnTo>
                      <a:lnTo>
                        <a:pt x="9525" y="201613"/>
                      </a:lnTo>
                      <a:close/>
                      <a:moveTo>
                        <a:pt x="912814" y="46038"/>
                      </a:moveTo>
                      <a:lnTo>
                        <a:pt x="914401" y="71438"/>
                      </a:lnTo>
                      <a:lnTo>
                        <a:pt x="7938" y="174626"/>
                      </a:lnTo>
                      <a:lnTo>
                        <a:pt x="4763" y="152401"/>
                      </a:lnTo>
                      <a:close/>
                      <a:moveTo>
                        <a:pt x="906463" y="0"/>
                      </a:moveTo>
                      <a:lnTo>
                        <a:pt x="909638" y="22225"/>
                      </a:lnTo>
                      <a:lnTo>
                        <a:pt x="1588" y="128588"/>
                      </a:lnTo>
                      <a:lnTo>
                        <a:pt x="0" y="103188"/>
                      </a:ln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grpSp>
            <p:nvGrpSpPr>
              <p:cNvPr id="76" name="Group 75"/>
              <p:cNvGrpSpPr/>
              <p:nvPr/>
            </p:nvGrpSpPr>
            <p:grpSpPr>
              <a:xfrm>
                <a:off x="4613276" y="5048250"/>
                <a:ext cx="1431925" cy="1817688"/>
                <a:chOff x="4613276" y="5048250"/>
                <a:chExt cx="1431925" cy="1817688"/>
              </a:xfrm>
            </p:grpSpPr>
            <p:sp>
              <p:nvSpPr>
                <p:cNvPr id="106" name="Freeform 302"/>
                <p:cNvSpPr/>
                <p:nvPr/>
              </p:nvSpPr>
              <p:spPr bwMode="auto">
                <a:xfrm>
                  <a:off x="4613276" y="5048250"/>
                  <a:ext cx="1431925" cy="1817688"/>
                </a:xfrm>
                <a:custGeom>
                  <a:avLst/>
                  <a:gdLst>
                    <a:gd name="T0" fmla="*/ 182 w 902"/>
                    <a:gd name="T1" fmla="*/ 0 h 1145"/>
                    <a:gd name="T2" fmla="*/ 902 w 902"/>
                    <a:gd name="T3" fmla="*/ 129 h 1145"/>
                    <a:gd name="T4" fmla="*/ 719 w 902"/>
                    <a:gd name="T5" fmla="*/ 1145 h 1145"/>
                    <a:gd name="T6" fmla="*/ 0 w 902"/>
                    <a:gd name="T7" fmla="*/ 1017 h 1145"/>
                    <a:gd name="T8" fmla="*/ 182 w 902"/>
                    <a:gd name="T9" fmla="*/ 0 h 1145"/>
                  </a:gdLst>
                  <a:ahLst/>
                  <a:cxnLst>
                    <a:cxn ang="0">
                      <a:pos x="T0" y="T1"/>
                    </a:cxn>
                    <a:cxn ang="0">
                      <a:pos x="T2" y="T3"/>
                    </a:cxn>
                    <a:cxn ang="0">
                      <a:pos x="T4" y="T5"/>
                    </a:cxn>
                    <a:cxn ang="0">
                      <a:pos x="T6" y="T7"/>
                    </a:cxn>
                    <a:cxn ang="0">
                      <a:pos x="T8" y="T9"/>
                    </a:cxn>
                  </a:cxnLst>
                  <a:rect l="0" t="0" r="r" b="b"/>
                  <a:pathLst>
                    <a:path w="902" h="1145">
                      <a:moveTo>
                        <a:pt x="182" y="0"/>
                      </a:moveTo>
                      <a:lnTo>
                        <a:pt x="902" y="129"/>
                      </a:lnTo>
                      <a:lnTo>
                        <a:pt x="719" y="1145"/>
                      </a:lnTo>
                      <a:lnTo>
                        <a:pt x="0" y="1017"/>
                      </a:lnTo>
                      <a:lnTo>
                        <a:pt x="182"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107" name="Freeform 106"/>
                <p:cNvSpPr/>
                <p:nvPr/>
              </p:nvSpPr>
              <p:spPr bwMode="auto">
                <a:xfrm>
                  <a:off x="5480051" y="5421313"/>
                  <a:ext cx="323850" cy="339725"/>
                </a:xfrm>
                <a:custGeom>
                  <a:avLst/>
                  <a:gdLst>
                    <a:gd name="connsiteX0" fmla="*/ 184724 w 323850"/>
                    <a:gd name="connsiteY0" fmla="*/ 92075 h 339725"/>
                    <a:gd name="connsiteX1" fmla="*/ 200937 w 323850"/>
                    <a:gd name="connsiteY1" fmla="*/ 113753 h 339725"/>
                    <a:gd name="connsiteX2" fmla="*/ 187426 w 323850"/>
                    <a:gd name="connsiteY2" fmla="*/ 181496 h 339725"/>
                    <a:gd name="connsiteX3" fmla="*/ 200937 w 323850"/>
                    <a:gd name="connsiteY3" fmla="*/ 167947 h 339725"/>
                    <a:gd name="connsiteX4" fmla="*/ 227958 w 323850"/>
                    <a:gd name="connsiteY4" fmla="*/ 170657 h 339725"/>
                    <a:gd name="connsiteX5" fmla="*/ 225256 w 323850"/>
                    <a:gd name="connsiteY5" fmla="*/ 197754 h 339725"/>
                    <a:gd name="connsiteX6" fmla="*/ 171213 w 323850"/>
                    <a:gd name="connsiteY6" fmla="*/ 241109 h 339725"/>
                    <a:gd name="connsiteX7" fmla="*/ 146894 w 323850"/>
                    <a:gd name="connsiteY7" fmla="*/ 238399 h 339725"/>
                    <a:gd name="connsiteX8" fmla="*/ 111767 w 323850"/>
                    <a:gd name="connsiteY8" fmla="*/ 176076 h 339725"/>
                    <a:gd name="connsiteX9" fmla="*/ 117171 w 323850"/>
                    <a:gd name="connsiteY9" fmla="*/ 151689 h 339725"/>
                    <a:gd name="connsiteX10" fmla="*/ 141490 w 323850"/>
                    <a:gd name="connsiteY10" fmla="*/ 157108 h 339725"/>
                    <a:gd name="connsiteX11" fmla="*/ 152298 w 323850"/>
                    <a:gd name="connsiteY11" fmla="*/ 173366 h 339725"/>
                    <a:gd name="connsiteX12" fmla="*/ 163107 w 323850"/>
                    <a:gd name="connsiteY12" fmla="*/ 108333 h 339725"/>
                    <a:gd name="connsiteX13" fmla="*/ 184724 w 323850"/>
                    <a:gd name="connsiteY13" fmla="*/ 92075 h 339725"/>
                    <a:gd name="connsiteX14" fmla="*/ 171450 w 323850"/>
                    <a:gd name="connsiteY14" fmla="*/ 0 h 339725"/>
                    <a:gd name="connsiteX15" fmla="*/ 171450 w 323850"/>
                    <a:gd name="connsiteY15" fmla="*/ 32614 h 339725"/>
                    <a:gd name="connsiteX16" fmla="*/ 32657 w 323850"/>
                    <a:gd name="connsiteY16" fmla="*/ 168504 h 339725"/>
                    <a:gd name="connsiteX17" fmla="*/ 171450 w 323850"/>
                    <a:gd name="connsiteY17" fmla="*/ 307112 h 339725"/>
                    <a:gd name="connsiteX18" fmla="*/ 293915 w 323850"/>
                    <a:gd name="connsiteY18" fmla="*/ 231013 h 339725"/>
                    <a:gd name="connsiteX19" fmla="*/ 323850 w 323850"/>
                    <a:gd name="connsiteY19" fmla="*/ 244602 h 339725"/>
                    <a:gd name="connsiteX20" fmla="*/ 171450 w 323850"/>
                    <a:gd name="connsiteY20" fmla="*/ 339725 h 339725"/>
                    <a:gd name="connsiteX21" fmla="*/ 0 w 323850"/>
                    <a:gd name="connsiteY21" fmla="*/ 168504 h 339725"/>
                    <a:gd name="connsiteX22" fmla="*/ 171450 w 323850"/>
                    <a:gd name="connsiteY22" fmla="*/ 0 h 33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3850" h="339725">
                      <a:moveTo>
                        <a:pt x="184724" y="92075"/>
                      </a:moveTo>
                      <a:cubicBezTo>
                        <a:pt x="195532" y="94785"/>
                        <a:pt x="200937" y="102914"/>
                        <a:pt x="200937" y="113753"/>
                      </a:cubicBezTo>
                      <a:cubicBezTo>
                        <a:pt x="187426" y="181496"/>
                        <a:pt x="187426" y="181496"/>
                        <a:pt x="187426" y="181496"/>
                      </a:cubicBezTo>
                      <a:cubicBezTo>
                        <a:pt x="200937" y="167947"/>
                        <a:pt x="200937" y="167947"/>
                        <a:pt x="200937" y="167947"/>
                      </a:cubicBezTo>
                      <a:cubicBezTo>
                        <a:pt x="209043" y="162528"/>
                        <a:pt x="222554" y="165237"/>
                        <a:pt x="227958" y="170657"/>
                      </a:cubicBezTo>
                      <a:cubicBezTo>
                        <a:pt x="233362" y="178786"/>
                        <a:pt x="233362" y="192334"/>
                        <a:pt x="225256" y="197754"/>
                      </a:cubicBezTo>
                      <a:cubicBezTo>
                        <a:pt x="171213" y="241109"/>
                        <a:pt x="171213" y="241109"/>
                        <a:pt x="171213" y="241109"/>
                      </a:cubicBezTo>
                      <a:cubicBezTo>
                        <a:pt x="160405" y="249238"/>
                        <a:pt x="152298" y="246529"/>
                        <a:pt x="146894" y="238399"/>
                      </a:cubicBezTo>
                      <a:cubicBezTo>
                        <a:pt x="111767" y="176076"/>
                        <a:pt x="111767" y="176076"/>
                        <a:pt x="111767" y="176076"/>
                      </a:cubicBezTo>
                      <a:cubicBezTo>
                        <a:pt x="106362" y="167947"/>
                        <a:pt x="109064" y="157108"/>
                        <a:pt x="117171" y="151689"/>
                      </a:cubicBezTo>
                      <a:cubicBezTo>
                        <a:pt x="125277" y="146269"/>
                        <a:pt x="136086" y="148979"/>
                        <a:pt x="141490" y="157108"/>
                      </a:cubicBezTo>
                      <a:lnTo>
                        <a:pt x="152298" y="173366"/>
                      </a:lnTo>
                      <a:cubicBezTo>
                        <a:pt x="163107" y="108333"/>
                        <a:pt x="163107" y="108333"/>
                        <a:pt x="163107" y="108333"/>
                      </a:cubicBezTo>
                      <a:cubicBezTo>
                        <a:pt x="165809" y="97495"/>
                        <a:pt x="173915" y="92075"/>
                        <a:pt x="184724" y="92075"/>
                      </a:cubicBezTo>
                      <a:close/>
                      <a:moveTo>
                        <a:pt x="171450" y="0"/>
                      </a:moveTo>
                      <a:cubicBezTo>
                        <a:pt x="171450" y="0"/>
                        <a:pt x="171450" y="0"/>
                        <a:pt x="171450" y="32614"/>
                      </a:cubicBezTo>
                      <a:cubicBezTo>
                        <a:pt x="95250" y="32614"/>
                        <a:pt x="32657" y="92405"/>
                        <a:pt x="32657" y="168504"/>
                      </a:cubicBezTo>
                      <a:cubicBezTo>
                        <a:pt x="32657" y="244602"/>
                        <a:pt x="95250" y="307112"/>
                        <a:pt x="171450" y="307112"/>
                      </a:cubicBezTo>
                      <a:cubicBezTo>
                        <a:pt x="225879" y="307112"/>
                        <a:pt x="272143" y="277216"/>
                        <a:pt x="293915" y="231013"/>
                      </a:cubicBezTo>
                      <a:lnTo>
                        <a:pt x="323850" y="244602"/>
                      </a:lnTo>
                      <a:cubicBezTo>
                        <a:pt x="296636" y="301676"/>
                        <a:pt x="236765" y="339725"/>
                        <a:pt x="171450" y="339725"/>
                      </a:cubicBezTo>
                      <a:cubicBezTo>
                        <a:pt x="76200" y="339725"/>
                        <a:pt x="0" y="263627"/>
                        <a:pt x="0" y="168504"/>
                      </a:cubicBezTo>
                      <a:cubicBezTo>
                        <a:pt x="0" y="76099"/>
                        <a:pt x="78922" y="0"/>
                        <a:pt x="171450" y="0"/>
                      </a:cubicBezTo>
                      <a:close/>
                    </a:path>
                  </a:pathLst>
                </a:custGeom>
                <a:solidFill>
                  <a:schemeClr val="accent3"/>
                </a:solidFill>
                <a:ln>
                  <a:noFill/>
                </a:ln>
              </p:spPr>
              <p:txBody>
                <a:bodyPr vert="horz" wrap="square" lIns="91440" tIns="45720" rIns="91440" bIns="45720" numCol="1" anchor="t" anchorCtr="0" compatLnSpc="1">
                  <a:noAutofit/>
                </a:bodyPr>
                <a:lstStyle/>
                <a:p>
                  <a:endParaRPr lang="en-US"/>
                </a:p>
              </p:txBody>
            </p:sp>
            <p:sp>
              <p:nvSpPr>
                <p:cNvPr id="108" name="Freeform 107"/>
                <p:cNvSpPr/>
                <p:nvPr/>
              </p:nvSpPr>
              <p:spPr bwMode="auto">
                <a:xfrm>
                  <a:off x="4984501" y="5331588"/>
                  <a:ext cx="339360" cy="340593"/>
                </a:xfrm>
                <a:custGeom>
                  <a:avLst/>
                  <a:gdLst>
                    <a:gd name="connsiteX0" fmla="*/ 184350 w 339360"/>
                    <a:gd name="connsiteY0" fmla="*/ 93122 h 340593"/>
                    <a:gd name="connsiteX1" fmla="*/ 194520 w 339360"/>
                    <a:gd name="connsiteY1" fmla="*/ 100596 h 340593"/>
                    <a:gd name="connsiteX2" fmla="*/ 229775 w 339360"/>
                    <a:gd name="connsiteY2" fmla="*/ 163100 h 340593"/>
                    <a:gd name="connsiteX3" fmla="*/ 224351 w 339360"/>
                    <a:gd name="connsiteY3" fmla="*/ 187559 h 340593"/>
                    <a:gd name="connsiteX4" fmla="*/ 199944 w 339360"/>
                    <a:gd name="connsiteY4" fmla="*/ 182123 h 340593"/>
                    <a:gd name="connsiteX5" fmla="*/ 189096 w 339360"/>
                    <a:gd name="connsiteY5" fmla="*/ 165818 h 340593"/>
                    <a:gd name="connsiteX6" fmla="*/ 178248 w 339360"/>
                    <a:gd name="connsiteY6" fmla="*/ 233758 h 340593"/>
                    <a:gd name="connsiteX7" fmla="*/ 156552 w 339360"/>
                    <a:gd name="connsiteY7" fmla="*/ 247346 h 340593"/>
                    <a:gd name="connsiteX8" fmla="*/ 140280 w 339360"/>
                    <a:gd name="connsiteY8" fmla="*/ 225605 h 340593"/>
                    <a:gd name="connsiteX9" fmla="*/ 153840 w 339360"/>
                    <a:gd name="connsiteY9" fmla="*/ 160383 h 340593"/>
                    <a:gd name="connsiteX10" fmla="*/ 137568 w 339360"/>
                    <a:gd name="connsiteY10" fmla="*/ 171253 h 340593"/>
                    <a:gd name="connsiteX11" fmla="*/ 113160 w 339360"/>
                    <a:gd name="connsiteY11" fmla="*/ 168535 h 340593"/>
                    <a:gd name="connsiteX12" fmla="*/ 115872 w 339360"/>
                    <a:gd name="connsiteY12" fmla="*/ 141360 h 340593"/>
                    <a:gd name="connsiteX13" fmla="*/ 170112 w 339360"/>
                    <a:gd name="connsiteY13" fmla="*/ 97878 h 340593"/>
                    <a:gd name="connsiteX14" fmla="*/ 184350 w 339360"/>
                    <a:gd name="connsiteY14" fmla="*/ 93122 h 340593"/>
                    <a:gd name="connsiteX15" fmla="*/ 190675 w 339360"/>
                    <a:gd name="connsiteY15" fmla="*/ 1603 h 340593"/>
                    <a:gd name="connsiteX16" fmla="*/ 254638 w 339360"/>
                    <a:gd name="connsiteY16" fmla="*/ 24382 h 340593"/>
                    <a:gd name="connsiteX17" fmla="*/ 238339 w 339360"/>
                    <a:gd name="connsiteY17" fmla="*/ 51580 h 340593"/>
                    <a:gd name="connsiteX18" fmla="*/ 50908 w 339360"/>
                    <a:gd name="connsiteY18" fmla="*/ 100538 h 340593"/>
                    <a:gd name="connsiteX19" fmla="*/ 99803 w 339360"/>
                    <a:gd name="connsiteY19" fmla="*/ 290927 h 340593"/>
                    <a:gd name="connsiteX20" fmla="*/ 289951 w 339360"/>
                    <a:gd name="connsiteY20" fmla="*/ 239250 h 340593"/>
                    <a:gd name="connsiteX21" fmla="*/ 308966 w 339360"/>
                    <a:gd name="connsiteY21" fmla="*/ 168534 h 340593"/>
                    <a:gd name="connsiteX22" fmla="*/ 338846 w 339360"/>
                    <a:gd name="connsiteY22" fmla="*/ 165814 h 340593"/>
                    <a:gd name="connsiteX23" fmla="*/ 317115 w 339360"/>
                    <a:gd name="connsiteY23" fmla="*/ 255569 h 340593"/>
                    <a:gd name="connsiteX24" fmla="*/ 83504 w 339360"/>
                    <a:gd name="connsiteY24" fmla="*/ 318126 h 340593"/>
                    <a:gd name="connsiteX25" fmla="*/ 23744 w 339360"/>
                    <a:gd name="connsiteY25" fmla="*/ 84219 h 340593"/>
                    <a:gd name="connsiteX26" fmla="*/ 190675 w 339360"/>
                    <a:gd name="connsiteY26" fmla="*/ 1603 h 34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9360" h="340593">
                      <a:moveTo>
                        <a:pt x="184350" y="93122"/>
                      </a:moveTo>
                      <a:cubicBezTo>
                        <a:pt x="188418" y="93802"/>
                        <a:pt x="191808" y="96519"/>
                        <a:pt x="194520" y="100596"/>
                      </a:cubicBezTo>
                      <a:cubicBezTo>
                        <a:pt x="229775" y="163100"/>
                        <a:pt x="229775" y="163100"/>
                        <a:pt x="229775" y="163100"/>
                      </a:cubicBezTo>
                      <a:cubicBezTo>
                        <a:pt x="235199" y="171253"/>
                        <a:pt x="232487" y="182123"/>
                        <a:pt x="224351" y="187559"/>
                      </a:cubicBezTo>
                      <a:cubicBezTo>
                        <a:pt x="216215" y="192994"/>
                        <a:pt x="205367" y="190276"/>
                        <a:pt x="199944" y="182123"/>
                      </a:cubicBezTo>
                      <a:lnTo>
                        <a:pt x="189096" y="165818"/>
                      </a:lnTo>
                      <a:cubicBezTo>
                        <a:pt x="178248" y="233758"/>
                        <a:pt x="178248" y="233758"/>
                        <a:pt x="178248" y="233758"/>
                      </a:cubicBezTo>
                      <a:cubicBezTo>
                        <a:pt x="175536" y="241910"/>
                        <a:pt x="167400" y="250063"/>
                        <a:pt x="156552" y="247346"/>
                      </a:cubicBezTo>
                      <a:cubicBezTo>
                        <a:pt x="145704" y="247346"/>
                        <a:pt x="140280" y="236475"/>
                        <a:pt x="140280" y="225605"/>
                      </a:cubicBezTo>
                      <a:cubicBezTo>
                        <a:pt x="153840" y="160383"/>
                        <a:pt x="153840" y="160383"/>
                        <a:pt x="153840" y="160383"/>
                      </a:cubicBezTo>
                      <a:cubicBezTo>
                        <a:pt x="137568" y="171253"/>
                        <a:pt x="137568" y="171253"/>
                        <a:pt x="137568" y="171253"/>
                      </a:cubicBezTo>
                      <a:cubicBezTo>
                        <a:pt x="129432" y="176688"/>
                        <a:pt x="118584" y="176688"/>
                        <a:pt x="113160" y="168535"/>
                      </a:cubicBezTo>
                      <a:cubicBezTo>
                        <a:pt x="105024" y="160383"/>
                        <a:pt x="107736" y="149512"/>
                        <a:pt x="115872" y="141360"/>
                      </a:cubicBezTo>
                      <a:cubicBezTo>
                        <a:pt x="170112" y="97878"/>
                        <a:pt x="170112" y="97878"/>
                        <a:pt x="170112" y="97878"/>
                      </a:cubicBezTo>
                      <a:cubicBezTo>
                        <a:pt x="175536" y="93802"/>
                        <a:pt x="180282" y="92443"/>
                        <a:pt x="184350" y="93122"/>
                      </a:cubicBezTo>
                      <a:close/>
                      <a:moveTo>
                        <a:pt x="190675" y="1603"/>
                      </a:moveTo>
                      <a:cubicBezTo>
                        <a:pt x="212534" y="4663"/>
                        <a:pt x="234265" y="12143"/>
                        <a:pt x="254638" y="24382"/>
                      </a:cubicBezTo>
                      <a:cubicBezTo>
                        <a:pt x="254638" y="24382"/>
                        <a:pt x="254638" y="24382"/>
                        <a:pt x="238339" y="51580"/>
                      </a:cubicBezTo>
                      <a:cubicBezTo>
                        <a:pt x="173146" y="13503"/>
                        <a:pt x="88937" y="35261"/>
                        <a:pt x="50908" y="100538"/>
                      </a:cubicBezTo>
                      <a:cubicBezTo>
                        <a:pt x="12878" y="168534"/>
                        <a:pt x="34609" y="252850"/>
                        <a:pt x="99803" y="290927"/>
                      </a:cubicBezTo>
                      <a:cubicBezTo>
                        <a:pt x="167713" y="329005"/>
                        <a:pt x="251921" y="304527"/>
                        <a:pt x="289951" y="239250"/>
                      </a:cubicBezTo>
                      <a:cubicBezTo>
                        <a:pt x="303533" y="217492"/>
                        <a:pt x="308966" y="193013"/>
                        <a:pt x="308966" y="168534"/>
                      </a:cubicBezTo>
                      <a:cubicBezTo>
                        <a:pt x="308966" y="168534"/>
                        <a:pt x="308966" y="168534"/>
                        <a:pt x="338846" y="165814"/>
                      </a:cubicBezTo>
                      <a:cubicBezTo>
                        <a:pt x="341562" y="195733"/>
                        <a:pt x="333413" y="228371"/>
                        <a:pt x="317115" y="255569"/>
                      </a:cubicBezTo>
                      <a:cubicBezTo>
                        <a:pt x="270936" y="337165"/>
                        <a:pt x="164997" y="364363"/>
                        <a:pt x="83504" y="318126"/>
                      </a:cubicBezTo>
                      <a:cubicBezTo>
                        <a:pt x="4729" y="271888"/>
                        <a:pt x="-25151" y="165814"/>
                        <a:pt x="23744" y="84219"/>
                      </a:cubicBezTo>
                      <a:cubicBezTo>
                        <a:pt x="58378" y="23022"/>
                        <a:pt x="125100" y="-7576"/>
                        <a:pt x="190675" y="1603"/>
                      </a:cubicBez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sp>
              <p:nvSpPr>
                <p:cNvPr id="109" name="Freeform 108"/>
                <p:cNvSpPr/>
                <p:nvPr/>
              </p:nvSpPr>
              <p:spPr bwMode="auto">
                <a:xfrm>
                  <a:off x="4903685" y="5794333"/>
                  <a:ext cx="339828" cy="341398"/>
                </a:xfrm>
                <a:custGeom>
                  <a:avLst/>
                  <a:gdLst>
                    <a:gd name="connsiteX0" fmla="*/ 183418 w 339828"/>
                    <a:gd name="connsiteY0" fmla="*/ 93927 h 341398"/>
                    <a:gd name="connsiteX1" fmla="*/ 193249 w 339828"/>
                    <a:gd name="connsiteY1" fmla="*/ 101401 h 341398"/>
                    <a:gd name="connsiteX2" fmla="*/ 231216 w 339828"/>
                    <a:gd name="connsiteY2" fmla="*/ 163905 h 341398"/>
                    <a:gd name="connsiteX3" fmla="*/ 223080 w 339828"/>
                    <a:gd name="connsiteY3" fmla="*/ 188364 h 341398"/>
                    <a:gd name="connsiteX4" fmla="*/ 198673 w 339828"/>
                    <a:gd name="connsiteY4" fmla="*/ 182928 h 341398"/>
                    <a:gd name="connsiteX5" fmla="*/ 190537 w 339828"/>
                    <a:gd name="connsiteY5" fmla="*/ 166623 h 341398"/>
                    <a:gd name="connsiteX6" fmla="*/ 176977 w 339828"/>
                    <a:gd name="connsiteY6" fmla="*/ 231845 h 341398"/>
                    <a:gd name="connsiteX7" fmla="*/ 155281 w 339828"/>
                    <a:gd name="connsiteY7" fmla="*/ 248151 h 341398"/>
                    <a:gd name="connsiteX8" fmla="*/ 141721 w 339828"/>
                    <a:gd name="connsiteY8" fmla="*/ 226410 h 341398"/>
                    <a:gd name="connsiteX9" fmla="*/ 152569 w 339828"/>
                    <a:gd name="connsiteY9" fmla="*/ 158470 h 341398"/>
                    <a:gd name="connsiteX10" fmla="*/ 139009 w 339828"/>
                    <a:gd name="connsiteY10" fmla="*/ 172058 h 341398"/>
                    <a:gd name="connsiteX11" fmla="*/ 111889 w 339828"/>
                    <a:gd name="connsiteY11" fmla="*/ 169340 h 341398"/>
                    <a:gd name="connsiteX12" fmla="*/ 114601 w 339828"/>
                    <a:gd name="connsiteY12" fmla="*/ 142165 h 341398"/>
                    <a:gd name="connsiteX13" fmla="*/ 171553 w 339828"/>
                    <a:gd name="connsiteY13" fmla="*/ 98683 h 341398"/>
                    <a:gd name="connsiteX14" fmla="*/ 183418 w 339828"/>
                    <a:gd name="connsiteY14" fmla="*/ 93927 h 341398"/>
                    <a:gd name="connsiteX15" fmla="*/ 191802 w 339828"/>
                    <a:gd name="connsiteY15" fmla="*/ 1261 h 341398"/>
                    <a:gd name="connsiteX16" fmla="*/ 255726 w 339828"/>
                    <a:gd name="connsiteY16" fmla="*/ 22467 h 341398"/>
                    <a:gd name="connsiteX17" fmla="*/ 239448 w 339828"/>
                    <a:gd name="connsiteY17" fmla="*/ 52385 h 341398"/>
                    <a:gd name="connsiteX18" fmla="*/ 49540 w 339828"/>
                    <a:gd name="connsiteY18" fmla="*/ 101343 h 341398"/>
                    <a:gd name="connsiteX19" fmla="*/ 101086 w 339828"/>
                    <a:gd name="connsiteY19" fmla="*/ 289013 h 341398"/>
                    <a:gd name="connsiteX20" fmla="*/ 288282 w 339828"/>
                    <a:gd name="connsiteY20" fmla="*/ 240055 h 341398"/>
                    <a:gd name="connsiteX21" fmla="*/ 307273 w 339828"/>
                    <a:gd name="connsiteY21" fmla="*/ 166619 h 341398"/>
                    <a:gd name="connsiteX22" fmla="*/ 339828 w 339828"/>
                    <a:gd name="connsiteY22" fmla="*/ 166619 h 341398"/>
                    <a:gd name="connsiteX23" fmla="*/ 315412 w 339828"/>
                    <a:gd name="connsiteY23" fmla="*/ 256374 h 341398"/>
                    <a:gd name="connsiteX24" fmla="*/ 84809 w 339828"/>
                    <a:gd name="connsiteY24" fmla="*/ 318931 h 341398"/>
                    <a:gd name="connsiteX25" fmla="*/ 22410 w 339828"/>
                    <a:gd name="connsiteY25" fmla="*/ 85024 h 341398"/>
                    <a:gd name="connsiteX26" fmla="*/ 191802 w 339828"/>
                    <a:gd name="connsiteY26" fmla="*/ 1261 h 34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9828" h="341398">
                      <a:moveTo>
                        <a:pt x="183418" y="93927"/>
                      </a:moveTo>
                      <a:cubicBezTo>
                        <a:pt x="187147" y="94607"/>
                        <a:pt x="190537" y="97324"/>
                        <a:pt x="193249" y="101401"/>
                      </a:cubicBezTo>
                      <a:cubicBezTo>
                        <a:pt x="231216" y="163905"/>
                        <a:pt x="231216" y="163905"/>
                        <a:pt x="231216" y="163905"/>
                      </a:cubicBezTo>
                      <a:cubicBezTo>
                        <a:pt x="236640" y="172058"/>
                        <a:pt x="233928" y="182928"/>
                        <a:pt x="223080" y="188364"/>
                      </a:cubicBezTo>
                      <a:cubicBezTo>
                        <a:pt x="214944" y="193799"/>
                        <a:pt x="204096" y="191081"/>
                        <a:pt x="198673" y="182928"/>
                      </a:cubicBezTo>
                      <a:lnTo>
                        <a:pt x="190537" y="166623"/>
                      </a:lnTo>
                      <a:cubicBezTo>
                        <a:pt x="176977" y="231845"/>
                        <a:pt x="176977" y="231845"/>
                        <a:pt x="176977" y="231845"/>
                      </a:cubicBezTo>
                      <a:cubicBezTo>
                        <a:pt x="174265" y="242715"/>
                        <a:pt x="166129" y="250868"/>
                        <a:pt x="155281" y="248151"/>
                      </a:cubicBezTo>
                      <a:cubicBezTo>
                        <a:pt x="144433" y="245433"/>
                        <a:pt x="139009" y="237280"/>
                        <a:pt x="141721" y="226410"/>
                      </a:cubicBezTo>
                      <a:cubicBezTo>
                        <a:pt x="152569" y="158470"/>
                        <a:pt x="152569" y="158470"/>
                        <a:pt x="152569" y="158470"/>
                      </a:cubicBezTo>
                      <a:cubicBezTo>
                        <a:pt x="139009" y="172058"/>
                        <a:pt x="139009" y="172058"/>
                        <a:pt x="139009" y="172058"/>
                      </a:cubicBezTo>
                      <a:cubicBezTo>
                        <a:pt x="130873" y="177493"/>
                        <a:pt x="117313" y="177493"/>
                        <a:pt x="111889" y="169340"/>
                      </a:cubicBezTo>
                      <a:cubicBezTo>
                        <a:pt x="106465" y="161188"/>
                        <a:pt x="106465" y="147600"/>
                        <a:pt x="114601" y="142165"/>
                      </a:cubicBezTo>
                      <a:cubicBezTo>
                        <a:pt x="171553" y="98683"/>
                        <a:pt x="171553" y="98683"/>
                        <a:pt x="171553" y="98683"/>
                      </a:cubicBezTo>
                      <a:cubicBezTo>
                        <a:pt x="175621" y="94607"/>
                        <a:pt x="179689" y="93248"/>
                        <a:pt x="183418" y="93927"/>
                      </a:cubicBezTo>
                      <a:close/>
                      <a:moveTo>
                        <a:pt x="191802" y="1261"/>
                      </a:moveTo>
                      <a:cubicBezTo>
                        <a:pt x="213675" y="3938"/>
                        <a:pt x="235379" y="10908"/>
                        <a:pt x="255726" y="22467"/>
                      </a:cubicBezTo>
                      <a:cubicBezTo>
                        <a:pt x="255726" y="22467"/>
                        <a:pt x="255726" y="22467"/>
                        <a:pt x="239448" y="52385"/>
                      </a:cubicBezTo>
                      <a:cubicBezTo>
                        <a:pt x="174337" y="14308"/>
                        <a:pt x="90235" y="36066"/>
                        <a:pt x="49540" y="101343"/>
                      </a:cubicBezTo>
                      <a:cubicBezTo>
                        <a:pt x="11558" y="166619"/>
                        <a:pt x="35975" y="250935"/>
                        <a:pt x="101086" y="289013"/>
                      </a:cubicBezTo>
                      <a:cubicBezTo>
                        <a:pt x="166198" y="327090"/>
                        <a:pt x="250300" y="305332"/>
                        <a:pt x="288282" y="240055"/>
                      </a:cubicBezTo>
                      <a:cubicBezTo>
                        <a:pt x="301847" y="218297"/>
                        <a:pt x="307273" y="191098"/>
                        <a:pt x="307273" y="166619"/>
                      </a:cubicBezTo>
                      <a:cubicBezTo>
                        <a:pt x="307273" y="166619"/>
                        <a:pt x="307273" y="166619"/>
                        <a:pt x="339828" y="166619"/>
                      </a:cubicBezTo>
                      <a:cubicBezTo>
                        <a:pt x="339828" y="196538"/>
                        <a:pt x="331689" y="229176"/>
                        <a:pt x="315412" y="256374"/>
                      </a:cubicBezTo>
                      <a:cubicBezTo>
                        <a:pt x="269291" y="337970"/>
                        <a:pt x="166198" y="365168"/>
                        <a:pt x="84809" y="318931"/>
                      </a:cubicBezTo>
                      <a:cubicBezTo>
                        <a:pt x="3419" y="269974"/>
                        <a:pt x="-23710" y="166619"/>
                        <a:pt x="22410" y="85024"/>
                      </a:cubicBezTo>
                      <a:cubicBezTo>
                        <a:pt x="59035" y="23827"/>
                        <a:pt x="126182" y="-6771"/>
                        <a:pt x="191802" y="1261"/>
                      </a:cubicBezTo>
                      <a:close/>
                    </a:path>
                  </a:pathLst>
                </a:custGeom>
                <a:solidFill>
                  <a:schemeClr val="accent5"/>
                </a:solidFill>
                <a:ln>
                  <a:noFill/>
                </a:ln>
              </p:spPr>
              <p:txBody>
                <a:bodyPr vert="horz" wrap="square" lIns="91440" tIns="45720" rIns="91440" bIns="45720" numCol="1" anchor="t" anchorCtr="0" compatLnSpc="1">
                  <a:noAutofit/>
                </a:bodyPr>
                <a:lstStyle/>
                <a:p>
                  <a:endParaRPr lang="en-US"/>
                </a:p>
              </p:txBody>
            </p:sp>
            <p:sp>
              <p:nvSpPr>
                <p:cNvPr id="110" name="Freeform 109"/>
                <p:cNvSpPr/>
                <p:nvPr/>
              </p:nvSpPr>
              <p:spPr bwMode="auto">
                <a:xfrm>
                  <a:off x="5402263" y="5884863"/>
                  <a:ext cx="320675" cy="339725"/>
                </a:xfrm>
                <a:custGeom>
                  <a:avLst/>
                  <a:gdLst>
                    <a:gd name="connsiteX0" fmla="*/ 181836 w 320675"/>
                    <a:gd name="connsiteY0" fmla="*/ 93205 h 339725"/>
                    <a:gd name="connsiteX1" fmla="*/ 198108 w 320675"/>
                    <a:gd name="connsiteY1" fmla="*/ 114946 h 339725"/>
                    <a:gd name="connsiteX2" fmla="*/ 187260 w 320675"/>
                    <a:gd name="connsiteY2" fmla="*/ 180168 h 339725"/>
                    <a:gd name="connsiteX3" fmla="*/ 200819 w 320675"/>
                    <a:gd name="connsiteY3" fmla="*/ 169297 h 339725"/>
                    <a:gd name="connsiteX4" fmla="*/ 225227 w 320675"/>
                    <a:gd name="connsiteY4" fmla="*/ 172015 h 339725"/>
                    <a:gd name="connsiteX5" fmla="*/ 222515 w 320675"/>
                    <a:gd name="connsiteY5" fmla="*/ 199191 h 339725"/>
                    <a:gd name="connsiteX6" fmla="*/ 168276 w 320675"/>
                    <a:gd name="connsiteY6" fmla="*/ 242672 h 339725"/>
                    <a:gd name="connsiteX7" fmla="*/ 146580 w 320675"/>
                    <a:gd name="connsiteY7" fmla="*/ 239955 h 339725"/>
                    <a:gd name="connsiteX8" fmla="*/ 108612 w 320675"/>
                    <a:gd name="connsiteY8" fmla="*/ 177450 h 339725"/>
                    <a:gd name="connsiteX9" fmla="*/ 114036 w 320675"/>
                    <a:gd name="connsiteY9" fmla="*/ 152992 h 339725"/>
                    <a:gd name="connsiteX10" fmla="*/ 141156 w 320675"/>
                    <a:gd name="connsiteY10" fmla="*/ 158427 h 339725"/>
                    <a:gd name="connsiteX11" fmla="*/ 149292 w 320675"/>
                    <a:gd name="connsiteY11" fmla="*/ 174733 h 339725"/>
                    <a:gd name="connsiteX12" fmla="*/ 160140 w 320675"/>
                    <a:gd name="connsiteY12" fmla="*/ 106793 h 339725"/>
                    <a:gd name="connsiteX13" fmla="*/ 181836 w 320675"/>
                    <a:gd name="connsiteY13" fmla="*/ 93205 h 339725"/>
                    <a:gd name="connsiteX14" fmla="*/ 168490 w 320675"/>
                    <a:gd name="connsiteY14" fmla="*/ 0 h 339725"/>
                    <a:gd name="connsiteX15" fmla="*/ 168490 w 320675"/>
                    <a:gd name="connsiteY15" fmla="*/ 32613 h 339725"/>
                    <a:gd name="connsiteX16" fmla="*/ 32611 w 320675"/>
                    <a:gd name="connsiteY16" fmla="*/ 168504 h 339725"/>
                    <a:gd name="connsiteX17" fmla="*/ 168490 w 320675"/>
                    <a:gd name="connsiteY17" fmla="*/ 307112 h 339725"/>
                    <a:gd name="connsiteX18" fmla="*/ 293499 w 320675"/>
                    <a:gd name="connsiteY18" fmla="*/ 231013 h 339725"/>
                    <a:gd name="connsiteX19" fmla="*/ 320675 w 320675"/>
                    <a:gd name="connsiteY19" fmla="*/ 244602 h 339725"/>
                    <a:gd name="connsiteX20" fmla="*/ 168490 w 320675"/>
                    <a:gd name="connsiteY20" fmla="*/ 339725 h 339725"/>
                    <a:gd name="connsiteX21" fmla="*/ 0 w 320675"/>
                    <a:gd name="connsiteY21" fmla="*/ 168504 h 339725"/>
                    <a:gd name="connsiteX22" fmla="*/ 168490 w 320675"/>
                    <a:gd name="connsiteY22" fmla="*/ 0 h 33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0675" h="339725">
                      <a:moveTo>
                        <a:pt x="181836" y="93205"/>
                      </a:moveTo>
                      <a:cubicBezTo>
                        <a:pt x="192684" y="95922"/>
                        <a:pt x="200819" y="104075"/>
                        <a:pt x="198108" y="114946"/>
                      </a:cubicBezTo>
                      <a:cubicBezTo>
                        <a:pt x="187260" y="180168"/>
                        <a:pt x="187260" y="180168"/>
                        <a:pt x="187260" y="180168"/>
                      </a:cubicBezTo>
                      <a:cubicBezTo>
                        <a:pt x="200819" y="169297"/>
                        <a:pt x="200819" y="169297"/>
                        <a:pt x="200819" y="169297"/>
                      </a:cubicBezTo>
                      <a:cubicBezTo>
                        <a:pt x="208955" y="163862"/>
                        <a:pt x="219803" y="163862"/>
                        <a:pt x="225227" y="172015"/>
                      </a:cubicBezTo>
                      <a:cubicBezTo>
                        <a:pt x="233363" y="180168"/>
                        <a:pt x="230651" y="191038"/>
                        <a:pt x="222515" y="199191"/>
                      </a:cubicBezTo>
                      <a:cubicBezTo>
                        <a:pt x="168276" y="242672"/>
                        <a:pt x="168276" y="242672"/>
                        <a:pt x="168276" y="242672"/>
                      </a:cubicBezTo>
                      <a:cubicBezTo>
                        <a:pt x="160140" y="250825"/>
                        <a:pt x="149292" y="248108"/>
                        <a:pt x="146580" y="239955"/>
                      </a:cubicBezTo>
                      <a:cubicBezTo>
                        <a:pt x="108612" y="177450"/>
                        <a:pt x="108612" y="177450"/>
                        <a:pt x="108612" y="177450"/>
                      </a:cubicBezTo>
                      <a:cubicBezTo>
                        <a:pt x="103188" y="169297"/>
                        <a:pt x="105900" y="158427"/>
                        <a:pt x="114036" y="152992"/>
                      </a:cubicBezTo>
                      <a:cubicBezTo>
                        <a:pt x="122172" y="147557"/>
                        <a:pt x="135732" y="150274"/>
                        <a:pt x="141156" y="158427"/>
                      </a:cubicBezTo>
                      <a:lnTo>
                        <a:pt x="149292" y="174733"/>
                      </a:lnTo>
                      <a:cubicBezTo>
                        <a:pt x="160140" y="106793"/>
                        <a:pt x="160140" y="106793"/>
                        <a:pt x="160140" y="106793"/>
                      </a:cubicBezTo>
                      <a:cubicBezTo>
                        <a:pt x="162852" y="98640"/>
                        <a:pt x="173700" y="90487"/>
                        <a:pt x="181836" y="93205"/>
                      </a:cubicBezTo>
                      <a:close/>
                      <a:moveTo>
                        <a:pt x="168490" y="0"/>
                      </a:moveTo>
                      <a:cubicBezTo>
                        <a:pt x="168490" y="0"/>
                        <a:pt x="168490" y="0"/>
                        <a:pt x="168490" y="32613"/>
                      </a:cubicBezTo>
                      <a:cubicBezTo>
                        <a:pt x="92398" y="32613"/>
                        <a:pt x="32611" y="92405"/>
                        <a:pt x="32611" y="168504"/>
                      </a:cubicBezTo>
                      <a:cubicBezTo>
                        <a:pt x="32611" y="244602"/>
                        <a:pt x="92398" y="307112"/>
                        <a:pt x="168490" y="307112"/>
                      </a:cubicBezTo>
                      <a:cubicBezTo>
                        <a:pt x="222842" y="307112"/>
                        <a:pt x="269041" y="274498"/>
                        <a:pt x="293499" y="231013"/>
                      </a:cubicBezTo>
                      <a:lnTo>
                        <a:pt x="320675" y="244602"/>
                      </a:lnTo>
                      <a:cubicBezTo>
                        <a:pt x="293499" y="301676"/>
                        <a:pt x="236430" y="339725"/>
                        <a:pt x="168490" y="339725"/>
                      </a:cubicBezTo>
                      <a:cubicBezTo>
                        <a:pt x="76092" y="339725"/>
                        <a:pt x="0" y="263627"/>
                        <a:pt x="0" y="168504"/>
                      </a:cubicBezTo>
                      <a:cubicBezTo>
                        <a:pt x="0" y="76098"/>
                        <a:pt x="76092" y="0"/>
                        <a:pt x="168490" y="0"/>
                      </a:cubicBezTo>
                      <a:close/>
                    </a:path>
                  </a:pathLst>
                </a:custGeom>
                <a:solidFill>
                  <a:schemeClr val="accent4"/>
                </a:solidFill>
                <a:ln>
                  <a:noFill/>
                </a:ln>
              </p:spPr>
              <p:txBody>
                <a:bodyPr vert="horz" wrap="square" lIns="91440" tIns="45720" rIns="91440" bIns="45720" numCol="1" anchor="t" anchorCtr="0" compatLnSpc="1">
                  <a:noAutofit/>
                </a:bodyPr>
                <a:lstStyle/>
                <a:p>
                  <a:endParaRPr lang="en-US"/>
                </a:p>
              </p:txBody>
            </p:sp>
            <p:sp>
              <p:nvSpPr>
                <p:cNvPr id="111" name="Freeform 110"/>
                <p:cNvSpPr/>
                <p:nvPr/>
              </p:nvSpPr>
              <p:spPr bwMode="auto">
                <a:xfrm>
                  <a:off x="4829176" y="6232525"/>
                  <a:ext cx="322263" cy="339725"/>
                </a:xfrm>
                <a:custGeom>
                  <a:avLst/>
                  <a:gdLst>
                    <a:gd name="connsiteX0" fmla="*/ 181372 w 322263"/>
                    <a:gd name="connsiteY0" fmla="*/ 93206 h 339725"/>
                    <a:gd name="connsiteX1" fmla="*/ 194932 w 322263"/>
                    <a:gd name="connsiteY1" fmla="*/ 114947 h 339725"/>
                    <a:gd name="connsiteX2" fmla="*/ 184084 w 322263"/>
                    <a:gd name="connsiteY2" fmla="*/ 180169 h 339725"/>
                    <a:gd name="connsiteX3" fmla="*/ 197643 w 322263"/>
                    <a:gd name="connsiteY3" fmla="*/ 169298 h 339725"/>
                    <a:gd name="connsiteX4" fmla="*/ 224763 w 322263"/>
                    <a:gd name="connsiteY4" fmla="*/ 172016 h 339725"/>
                    <a:gd name="connsiteX5" fmla="*/ 222051 w 322263"/>
                    <a:gd name="connsiteY5" fmla="*/ 199192 h 339725"/>
                    <a:gd name="connsiteX6" fmla="*/ 165100 w 322263"/>
                    <a:gd name="connsiteY6" fmla="*/ 242673 h 339725"/>
                    <a:gd name="connsiteX7" fmla="*/ 143404 w 322263"/>
                    <a:gd name="connsiteY7" fmla="*/ 239956 h 339725"/>
                    <a:gd name="connsiteX8" fmla="*/ 105436 w 322263"/>
                    <a:gd name="connsiteY8" fmla="*/ 177451 h 339725"/>
                    <a:gd name="connsiteX9" fmla="*/ 110860 w 322263"/>
                    <a:gd name="connsiteY9" fmla="*/ 152993 h 339725"/>
                    <a:gd name="connsiteX10" fmla="*/ 137980 w 322263"/>
                    <a:gd name="connsiteY10" fmla="*/ 158428 h 339725"/>
                    <a:gd name="connsiteX11" fmla="*/ 146116 w 322263"/>
                    <a:gd name="connsiteY11" fmla="*/ 174734 h 339725"/>
                    <a:gd name="connsiteX12" fmla="*/ 159676 w 322263"/>
                    <a:gd name="connsiteY12" fmla="*/ 106794 h 339725"/>
                    <a:gd name="connsiteX13" fmla="*/ 181372 w 322263"/>
                    <a:gd name="connsiteY13" fmla="*/ 93206 h 339725"/>
                    <a:gd name="connsiteX14" fmla="*/ 170610 w 322263"/>
                    <a:gd name="connsiteY14" fmla="*/ 0 h 339725"/>
                    <a:gd name="connsiteX15" fmla="*/ 170610 w 322263"/>
                    <a:gd name="connsiteY15" fmla="*/ 32613 h 339725"/>
                    <a:gd name="connsiteX16" fmla="*/ 32497 w 322263"/>
                    <a:gd name="connsiteY16" fmla="*/ 168504 h 339725"/>
                    <a:gd name="connsiteX17" fmla="*/ 170610 w 322263"/>
                    <a:gd name="connsiteY17" fmla="*/ 307112 h 339725"/>
                    <a:gd name="connsiteX18" fmla="*/ 292474 w 322263"/>
                    <a:gd name="connsiteY18" fmla="*/ 231013 h 339725"/>
                    <a:gd name="connsiteX19" fmla="*/ 322263 w 322263"/>
                    <a:gd name="connsiteY19" fmla="*/ 244602 h 339725"/>
                    <a:gd name="connsiteX20" fmla="*/ 167902 w 322263"/>
                    <a:gd name="connsiteY20" fmla="*/ 339725 h 339725"/>
                    <a:gd name="connsiteX21" fmla="*/ 0 w 322263"/>
                    <a:gd name="connsiteY21" fmla="*/ 168504 h 339725"/>
                    <a:gd name="connsiteX22" fmla="*/ 170610 w 322263"/>
                    <a:gd name="connsiteY22" fmla="*/ 0 h 33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2263" h="339725">
                      <a:moveTo>
                        <a:pt x="181372" y="93206"/>
                      </a:moveTo>
                      <a:cubicBezTo>
                        <a:pt x="189508" y="93206"/>
                        <a:pt x="197643" y="104076"/>
                        <a:pt x="194932" y="114947"/>
                      </a:cubicBezTo>
                      <a:cubicBezTo>
                        <a:pt x="184084" y="180169"/>
                        <a:pt x="184084" y="180169"/>
                        <a:pt x="184084" y="180169"/>
                      </a:cubicBezTo>
                      <a:cubicBezTo>
                        <a:pt x="197643" y="169298"/>
                        <a:pt x="197643" y="169298"/>
                        <a:pt x="197643" y="169298"/>
                      </a:cubicBezTo>
                      <a:cubicBezTo>
                        <a:pt x="205779" y="163863"/>
                        <a:pt x="216627" y="163863"/>
                        <a:pt x="224763" y="172016"/>
                      </a:cubicBezTo>
                      <a:cubicBezTo>
                        <a:pt x="230187" y="180169"/>
                        <a:pt x="227475" y="191039"/>
                        <a:pt x="222051" y="199192"/>
                      </a:cubicBezTo>
                      <a:cubicBezTo>
                        <a:pt x="165100" y="242673"/>
                        <a:pt x="165100" y="242673"/>
                        <a:pt x="165100" y="242673"/>
                      </a:cubicBezTo>
                      <a:cubicBezTo>
                        <a:pt x="156964" y="250826"/>
                        <a:pt x="148828" y="248109"/>
                        <a:pt x="143404" y="239956"/>
                      </a:cubicBezTo>
                      <a:cubicBezTo>
                        <a:pt x="105436" y="177451"/>
                        <a:pt x="105436" y="177451"/>
                        <a:pt x="105436" y="177451"/>
                      </a:cubicBezTo>
                      <a:cubicBezTo>
                        <a:pt x="100012" y="169298"/>
                        <a:pt x="102724" y="158428"/>
                        <a:pt x="110860" y="152993"/>
                      </a:cubicBezTo>
                      <a:cubicBezTo>
                        <a:pt x="121708" y="147558"/>
                        <a:pt x="132556" y="150275"/>
                        <a:pt x="137980" y="158428"/>
                      </a:cubicBezTo>
                      <a:lnTo>
                        <a:pt x="146116" y="174734"/>
                      </a:lnTo>
                      <a:cubicBezTo>
                        <a:pt x="159676" y="106794"/>
                        <a:pt x="159676" y="106794"/>
                        <a:pt x="159676" y="106794"/>
                      </a:cubicBezTo>
                      <a:cubicBezTo>
                        <a:pt x="159676" y="98641"/>
                        <a:pt x="170524" y="90488"/>
                        <a:pt x="181372" y="93206"/>
                      </a:cubicBezTo>
                      <a:close/>
                      <a:moveTo>
                        <a:pt x="170610" y="0"/>
                      </a:moveTo>
                      <a:cubicBezTo>
                        <a:pt x="170610" y="0"/>
                        <a:pt x="170610" y="0"/>
                        <a:pt x="170610" y="32613"/>
                      </a:cubicBezTo>
                      <a:cubicBezTo>
                        <a:pt x="94783" y="32613"/>
                        <a:pt x="32497" y="92405"/>
                        <a:pt x="32497" y="168504"/>
                      </a:cubicBezTo>
                      <a:cubicBezTo>
                        <a:pt x="32497" y="244602"/>
                        <a:pt x="94783" y="307112"/>
                        <a:pt x="170610" y="307112"/>
                      </a:cubicBezTo>
                      <a:cubicBezTo>
                        <a:pt x="224772" y="307112"/>
                        <a:pt x="270809" y="277216"/>
                        <a:pt x="292474" y="231013"/>
                      </a:cubicBezTo>
                      <a:lnTo>
                        <a:pt x="322263" y="244602"/>
                      </a:lnTo>
                      <a:cubicBezTo>
                        <a:pt x="295182" y="301676"/>
                        <a:pt x="235604" y="339725"/>
                        <a:pt x="167902" y="339725"/>
                      </a:cubicBezTo>
                      <a:cubicBezTo>
                        <a:pt x="75826" y="339725"/>
                        <a:pt x="0" y="263627"/>
                        <a:pt x="0" y="168504"/>
                      </a:cubicBezTo>
                      <a:cubicBezTo>
                        <a:pt x="0" y="76098"/>
                        <a:pt x="75826" y="0"/>
                        <a:pt x="170610" y="0"/>
                      </a:cubicBezTo>
                      <a:close/>
                    </a:path>
                  </a:pathLst>
                </a:custGeom>
                <a:solidFill>
                  <a:schemeClr val="accent2"/>
                </a:solidFill>
                <a:ln>
                  <a:noFill/>
                </a:ln>
              </p:spPr>
              <p:txBody>
                <a:bodyPr vert="horz" wrap="square" lIns="91440" tIns="45720" rIns="91440" bIns="45720" numCol="1" anchor="t" anchorCtr="0" compatLnSpc="1">
                  <a:noAutofit/>
                </a:bodyPr>
                <a:lstStyle/>
                <a:p>
                  <a:endParaRPr lang="en-US"/>
                </a:p>
              </p:txBody>
            </p:sp>
            <p:sp>
              <p:nvSpPr>
                <p:cNvPr id="112" name="Freeform 111"/>
                <p:cNvSpPr/>
                <p:nvPr/>
              </p:nvSpPr>
              <p:spPr bwMode="auto">
                <a:xfrm>
                  <a:off x="5322888" y="6365875"/>
                  <a:ext cx="354013" cy="228601"/>
                </a:xfrm>
                <a:custGeom>
                  <a:avLst/>
                  <a:gdLst>
                    <a:gd name="connsiteX0" fmla="*/ 3175 w 354013"/>
                    <a:gd name="connsiteY0" fmla="*/ 176213 h 228601"/>
                    <a:gd name="connsiteX1" fmla="*/ 176213 w 354013"/>
                    <a:gd name="connsiteY1" fmla="*/ 206376 h 228601"/>
                    <a:gd name="connsiteX2" fmla="*/ 171451 w 354013"/>
                    <a:gd name="connsiteY2" fmla="*/ 228601 h 228601"/>
                    <a:gd name="connsiteX3" fmla="*/ 0 w 354013"/>
                    <a:gd name="connsiteY3" fmla="*/ 195263 h 228601"/>
                    <a:gd name="connsiteX4" fmla="*/ 11113 w 354013"/>
                    <a:gd name="connsiteY4" fmla="*/ 133350 h 228601"/>
                    <a:gd name="connsiteX5" fmla="*/ 331788 w 354013"/>
                    <a:gd name="connsiteY5" fmla="*/ 190500 h 228601"/>
                    <a:gd name="connsiteX6" fmla="*/ 325438 w 354013"/>
                    <a:gd name="connsiteY6" fmla="*/ 209550 h 228601"/>
                    <a:gd name="connsiteX7" fmla="*/ 7938 w 354013"/>
                    <a:gd name="connsiteY7" fmla="*/ 152400 h 228601"/>
                    <a:gd name="connsiteX8" fmla="*/ 19051 w 354013"/>
                    <a:gd name="connsiteY8" fmla="*/ 87313 h 228601"/>
                    <a:gd name="connsiteX9" fmla="*/ 339726 w 354013"/>
                    <a:gd name="connsiteY9" fmla="*/ 144463 h 228601"/>
                    <a:gd name="connsiteX10" fmla="*/ 334964 w 354013"/>
                    <a:gd name="connsiteY10" fmla="*/ 166688 h 228601"/>
                    <a:gd name="connsiteX11" fmla="*/ 14288 w 354013"/>
                    <a:gd name="connsiteY11" fmla="*/ 109538 h 228601"/>
                    <a:gd name="connsiteX12" fmla="*/ 26988 w 354013"/>
                    <a:gd name="connsiteY12" fmla="*/ 44450 h 228601"/>
                    <a:gd name="connsiteX13" fmla="*/ 347663 w 354013"/>
                    <a:gd name="connsiteY13" fmla="*/ 101600 h 228601"/>
                    <a:gd name="connsiteX14" fmla="*/ 342901 w 354013"/>
                    <a:gd name="connsiteY14" fmla="*/ 119063 h 228601"/>
                    <a:gd name="connsiteX15" fmla="*/ 22225 w 354013"/>
                    <a:gd name="connsiteY15" fmla="*/ 63500 h 228601"/>
                    <a:gd name="connsiteX16" fmla="*/ 34926 w 354013"/>
                    <a:gd name="connsiteY16" fmla="*/ 0 h 228601"/>
                    <a:gd name="connsiteX17" fmla="*/ 354013 w 354013"/>
                    <a:gd name="connsiteY17" fmla="*/ 57150 h 228601"/>
                    <a:gd name="connsiteX18" fmla="*/ 350838 w 354013"/>
                    <a:gd name="connsiteY18" fmla="*/ 76200 h 228601"/>
                    <a:gd name="connsiteX19" fmla="*/ 30163 w 354013"/>
                    <a:gd name="connsiteY19" fmla="*/ 19050 h 228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4013" h="228601">
                      <a:moveTo>
                        <a:pt x="3175" y="176213"/>
                      </a:moveTo>
                      <a:lnTo>
                        <a:pt x="176213" y="206376"/>
                      </a:lnTo>
                      <a:lnTo>
                        <a:pt x="171451" y="228601"/>
                      </a:lnTo>
                      <a:lnTo>
                        <a:pt x="0" y="195263"/>
                      </a:lnTo>
                      <a:close/>
                      <a:moveTo>
                        <a:pt x="11113" y="133350"/>
                      </a:moveTo>
                      <a:lnTo>
                        <a:pt x="331788" y="190500"/>
                      </a:lnTo>
                      <a:lnTo>
                        <a:pt x="325438" y="209550"/>
                      </a:lnTo>
                      <a:lnTo>
                        <a:pt x="7938" y="152400"/>
                      </a:lnTo>
                      <a:close/>
                      <a:moveTo>
                        <a:pt x="19051" y="87313"/>
                      </a:moveTo>
                      <a:lnTo>
                        <a:pt x="339726" y="144463"/>
                      </a:lnTo>
                      <a:lnTo>
                        <a:pt x="334964" y="166688"/>
                      </a:lnTo>
                      <a:lnTo>
                        <a:pt x="14288" y="109538"/>
                      </a:lnTo>
                      <a:close/>
                      <a:moveTo>
                        <a:pt x="26988" y="44450"/>
                      </a:moveTo>
                      <a:lnTo>
                        <a:pt x="347663" y="101600"/>
                      </a:lnTo>
                      <a:lnTo>
                        <a:pt x="342901" y="119063"/>
                      </a:lnTo>
                      <a:lnTo>
                        <a:pt x="22225" y="63500"/>
                      </a:lnTo>
                      <a:close/>
                      <a:moveTo>
                        <a:pt x="34926" y="0"/>
                      </a:moveTo>
                      <a:lnTo>
                        <a:pt x="354013" y="57150"/>
                      </a:lnTo>
                      <a:lnTo>
                        <a:pt x="350838" y="76200"/>
                      </a:lnTo>
                      <a:lnTo>
                        <a:pt x="30163" y="19050"/>
                      </a:ln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grpSp>
            <p:nvGrpSpPr>
              <p:cNvPr id="77" name="Group 76"/>
              <p:cNvGrpSpPr/>
              <p:nvPr/>
            </p:nvGrpSpPr>
            <p:grpSpPr>
              <a:xfrm>
                <a:off x="5551488" y="6124575"/>
                <a:ext cx="2033588" cy="1597026"/>
                <a:chOff x="5551488" y="6124575"/>
                <a:chExt cx="2033588" cy="1597026"/>
              </a:xfrm>
            </p:grpSpPr>
            <p:sp>
              <p:nvSpPr>
                <p:cNvPr id="86" name="Freeform 356"/>
                <p:cNvSpPr/>
                <p:nvPr/>
              </p:nvSpPr>
              <p:spPr bwMode="auto">
                <a:xfrm>
                  <a:off x="5738813" y="6251575"/>
                  <a:ext cx="461963" cy="342900"/>
                </a:xfrm>
                <a:custGeom>
                  <a:avLst/>
                  <a:gdLst>
                    <a:gd name="T0" fmla="*/ 8 w 170"/>
                    <a:gd name="T1" fmla="*/ 111 h 126"/>
                    <a:gd name="T2" fmla="*/ 8 w 170"/>
                    <a:gd name="T3" fmla="*/ 111 h 126"/>
                    <a:gd name="T4" fmla="*/ 15 w 170"/>
                    <a:gd name="T5" fmla="*/ 76 h 126"/>
                    <a:gd name="T6" fmla="*/ 127 w 170"/>
                    <a:gd name="T7" fmla="*/ 7 h 126"/>
                    <a:gd name="T8" fmla="*/ 162 w 170"/>
                    <a:gd name="T9" fmla="*/ 14 h 126"/>
                    <a:gd name="T10" fmla="*/ 155 w 170"/>
                    <a:gd name="T11" fmla="*/ 49 h 126"/>
                    <a:gd name="T12" fmla="*/ 43 w 170"/>
                    <a:gd name="T13" fmla="*/ 119 h 126"/>
                    <a:gd name="T14" fmla="*/ 8 w 170"/>
                    <a:gd name="T15" fmla="*/ 111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26">
                      <a:moveTo>
                        <a:pt x="8" y="111"/>
                      </a:moveTo>
                      <a:cubicBezTo>
                        <a:pt x="8" y="111"/>
                        <a:pt x="8" y="111"/>
                        <a:pt x="8" y="111"/>
                      </a:cubicBezTo>
                      <a:cubicBezTo>
                        <a:pt x="0" y="100"/>
                        <a:pt x="3" y="84"/>
                        <a:pt x="15" y="76"/>
                      </a:cubicBezTo>
                      <a:cubicBezTo>
                        <a:pt x="127" y="7"/>
                        <a:pt x="127" y="7"/>
                        <a:pt x="127" y="7"/>
                      </a:cubicBezTo>
                      <a:cubicBezTo>
                        <a:pt x="139" y="0"/>
                        <a:pt x="154" y="3"/>
                        <a:pt x="162" y="14"/>
                      </a:cubicBezTo>
                      <a:cubicBezTo>
                        <a:pt x="170" y="26"/>
                        <a:pt x="167" y="41"/>
                        <a:pt x="155" y="49"/>
                      </a:cubicBezTo>
                      <a:cubicBezTo>
                        <a:pt x="43" y="119"/>
                        <a:pt x="43" y="119"/>
                        <a:pt x="43" y="119"/>
                      </a:cubicBezTo>
                      <a:cubicBezTo>
                        <a:pt x="31" y="126"/>
                        <a:pt x="15" y="123"/>
                        <a:pt x="8" y="111"/>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87" name="Freeform 357"/>
                <p:cNvSpPr/>
                <p:nvPr/>
              </p:nvSpPr>
              <p:spPr bwMode="auto">
                <a:xfrm>
                  <a:off x="5857876" y="6288088"/>
                  <a:ext cx="423863" cy="385763"/>
                </a:xfrm>
                <a:custGeom>
                  <a:avLst/>
                  <a:gdLst>
                    <a:gd name="T0" fmla="*/ 9 w 156"/>
                    <a:gd name="T1" fmla="*/ 131 h 142"/>
                    <a:gd name="T2" fmla="*/ 9 w 156"/>
                    <a:gd name="T3" fmla="*/ 131 h 142"/>
                    <a:gd name="T4" fmla="*/ 11 w 156"/>
                    <a:gd name="T5" fmla="*/ 95 h 142"/>
                    <a:gd name="T6" fmla="*/ 111 w 156"/>
                    <a:gd name="T7" fmla="*/ 9 h 142"/>
                    <a:gd name="T8" fmla="*/ 146 w 156"/>
                    <a:gd name="T9" fmla="*/ 11 h 142"/>
                    <a:gd name="T10" fmla="*/ 145 w 156"/>
                    <a:gd name="T11" fmla="*/ 46 h 142"/>
                    <a:gd name="T12" fmla="*/ 45 w 156"/>
                    <a:gd name="T13" fmla="*/ 133 h 142"/>
                    <a:gd name="T14" fmla="*/ 9 w 156"/>
                    <a:gd name="T15" fmla="*/ 131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142">
                      <a:moveTo>
                        <a:pt x="9" y="131"/>
                      </a:moveTo>
                      <a:cubicBezTo>
                        <a:pt x="9" y="131"/>
                        <a:pt x="9" y="131"/>
                        <a:pt x="9" y="131"/>
                      </a:cubicBezTo>
                      <a:cubicBezTo>
                        <a:pt x="0" y="121"/>
                        <a:pt x="0" y="105"/>
                        <a:pt x="11" y="95"/>
                      </a:cubicBezTo>
                      <a:cubicBezTo>
                        <a:pt x="111" y="9"/>
                        <a:pt x="111" y="9"/>
                        <a:pt x="111" y="9"/>
                      </a:cubicBezTo>
                      <a:cubicBezTo>
                        <a:pt x="121" y="0"/>
                        <a:pt x="137" y="0"/>
                        <a:pt x="146" y="11"/>
                      </a:cubicBezTo>
                      <a:cubicBezTo>
                        <a:pt x="156" y="21"/>
                        <a:pt x="155" y="37"/>
                        <a:pt x="145" y="46"/>
                      </a:cubicBezTo>
                      <a:cubicBezTo>
                        <a:pt x="45" y="133"/>
                        <a:pt x="45" y="133"/>
                        <a:pt x="45" y="133"/>
                      </a:cubicBezTo>
                      <a:cubicBezTo>
                        <a:pt x="34" y="142"/>
                        <a:pt x="18" y="141"/>
                        <a:pt x="9" y="131"/>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88" name="Freeform 358"/>
                <p:cNvSpPr/>
                <p:nvPr/>
              </p:nvSpPr>
              <p:spPr bwMode="auto">
                <a:xfrm>
                  <a:off x="5835651" y="6232525"/>
                  <a:ext cx="668338" cy="519113"/>
                </a:xfrm>
                <a:custGeom>
                  <a:avLst/>
                  <a:gdLst>
                    <a:gd name="T0" fmla="*/ 421 w 421"/>
                    <a:gd name="T1" fmla="*/ 286 h 327"/>
                    <a:gd name="T2" fmla="*/ 336 w 421"/>
                    <a:gd name="T3" fmla="*/ 19 h 327"/>
                    <a:gd name="T4" fmla="*/ 113 w 421"/>
                    <a:gd name="T5" fmla="*/ 0 h 327"/>
                    <a:gd name="T6" fmla="*/ 0 w 421"/>
                    <a:gd name="T7" fmla="*/ 93 h 327"/>
                    <a:gd name="T8" fmla="*/ 278 w 421"/>
                    <a:gd name="T9" fmla="*/ 327 h 327"/>
                    <a:gd name="T10" fmla="*/ 421 w 421"/>
                    <a:gd name="T11" fmla="*/ 286 h 327"/>
                  </a:gdLst>
                  <a:ahLst/>
                  <a:cxnLst>
                    <a:cxn ang="0">
                      <a:pos x="T0" y="T1"/>
                    </a:cxn>
                    <a:cxn ang="0">
                      <a:pos x="T2" y="T3"/>
                    </a:cxn>
                    <a:cxn ang="0">
                      <a:pos x="T4" y="T5"/>
                    </a:cxn>
                    <a:cxn ang="0">
                      <a:pos x="T6" y="T7"/>
                    </a:cxn>
                    <a:cxn ang="0">
                      <a:pos x="T8" y="T9"/>
                    </a:cxn>
                    <a:cxn ang="0">
                      <a:pos x="T10" y="T11"/>
                    </a:cxn>
                  </a:cxnLst>
                  <a:rect l="0" t="0" r="r" b="b"/>
                  <a:pathLst>
                    <a:path w="421" h="327">
                      <a:moveTo>
                        <a:pt x="421" y="286"/>
                      </a:moveTo>
                      <a:lnTo>
                        <a:pt x="336" y="19"/>
                      </a:lnTo>
                      <a:lnTo>
                        <a:pt x="113" y="0"/>
                      </a:lnTo>
                      <a:lnTo>
                        <a:pt x="0" y="93"/>
                      </a:lnTo>
                      <a:lnTo>
                        <a:pt x="278" y="327"/>
                      </a:lnTo>
                      <a:lnTo>
                        <a:pt x="421" y="286"/>
                      </a:ln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89" name="Freeform 359"/>
                <p:cNvSpPr/>
                <p:nvPr/>
              </p:nvSpPr>
              <p:spPr bwMode="auto">
                <a:xfrm>
                  <a:off x="5976938" y="6292850"/>
                  <a:ext cx="354013" cy="455613"/>
                </a:xfrm>
                <a:custGeom>
                  <a:avLst/>
                  <a:gdLst>
                    <a:gd name="T0" fmla="*/ 16 w 130"/>
                    <a:gd name="T1" fmla="*/ 160 h 168"/>
                    <a:gd name="T2" fmla="*/ 16 w 130"/>
                    <a:gd name="T3" fmla="*/ 160 h 168"/>
                    <a:gd name="T4" fmla="*/ 7 w 130"/>
                    <a:gd name="T5" fmla="*/ 126 h 168"/>
                    <a:gd name="T6" fmla="*/ 80 w 130"/>
                    <a:gd name="T7" fmla="*/ 15 h 168"/>
                    <a:gd name="T8" fmla="*/ 115 w 130"/>
                    <a:gd name="T9" fmla="*/ 7 h 168"/>
                    <a:gd name="T10" fmla="*/ 123 w 130"/>
                    <a:gd name="T11" fmla="*/ 42 h 168"/>
                    <a:gd name="T12" fmla="*/ 50 w 130"/>
                    <a:gd name="T13" fmla="*/ 152 h 168"/>
                    <a:gd name="T14" fmla="*/ 16 w 130"/>
                    <a:gd name="T15" fmla="*/ 160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68">
                      <a:moveTo>
                        <a:pt x="16" y="160"/>
                      </a:moveTo>
                      <a:cubicBezTo>
                        <a:pt x="16" y="160"/>
                        <a:pt x="16" y="160"/>
                        <a:pt x="16" y="160"/>
                      </a:cubicBezTo>
                      <a:cubicBezTo>
                        <a:pt x="4" y="153"/>
                        <a:pt x="0" y="137"/>
                        <a:pt x="7" y="126"/>
                      </a:cubicBezTo>
                      <a:cubicBezTo>
                        <a:pt x="80" y="15"/>
                        <a:pt x="80" y="15"/>
                        <a:pt x="80" y="15"/>
                      </a:cubicBezTo>
                      <a:cubicBezTo>
                        <a:pt x="88" y="4"/>
                        <a:pt x="103" y="0"/>
                        <a:pt x="115" y="7"/>
                      </a:cubicBezTo>
                      <a:cubicBezTo>
                        <a:pt x="127" y="14"/>
                        <a:pt x="130" y="30"/>
                        <a:pt x="123" y="42"/>
                      </a:cubicBezTo>
                      <a:cubicBezTo>
                        <a:pt x="50" y="152"/>
                        <a:pt x="50" y="152"/>
                        <a:pt x="50" y="152"/>
                      </a:cubicBezTo>
                      <a:cubicBezTo>
                        <a:pt x="43" y="164"/>
                        <a:pt x="27" y="168"/>
                        <a:pt x="16" y="160"/>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90" name="Freeform 360"/>
                <p:cNvSpPr/>
                <p:nvPr/>
              </p:nvSpPr>
              <p:spPr bwMode="auto">
                <a:xfrm>
                  <a:off x="6099176" y="6553200"/>
                  <a:ext cx="500063" cy="454025"/>
                </a:xfrm>
                <a:custGeom>
                  <a:avLst/>
                  <a:gdLst>
                    <a:gd name="T0" fmla="*/ 128 w 184"/>
                    <a:gd name="T1" fmla="*/ 14 h 167"/>
                    <a:gd name="T2" fmla="*/ 159 w 184"/>
                    <a:gd name="T3" fmla="*/ 139 h 167"/>
                    <a:gd name="T4" fmla="*/ 43 w 184"/>
                    <a:gd name="T5" fmla="*/ 129 h 167"/>
                    <a:gd name="T6" fmla="*/ 13 w 184"/>
                    <a:gd name="T7" fmla="*/ 29 h 167"/>
                    <a:gd name="T8" fmla="*/ 128 w 184"/>
                    <a:gd name="T9" fmla="*/ 14 h 167"/>
                  </a:gdLst>
                  <a:ahLst/>
                  <a:cxnLst>
                    <a:cxn ang="0">
                      <a:pos x="T0" y="T1"/>
                    </a:cxn>
                    <a:cxn ang="0">
                      <a:pos x="T2" y="T3"/>
                    </a:cxn>
                    <a:cxn ang="0">
                      <a:pos x="T4" y="T5"/>
                    </a:cxn>
                    <a:cxn ang="0">
                      <a:pos x="T6" y="T7"/>
                    </a:cxn>
                    <a:cxn ang="0">
                      <a:pos x="T8" y="T9"/>
                    </a:cxn>
                  </a:cxnLst>
                  <a:rect l="0" t="0" r="r" b="b"/>
                  <a:pathLst>
                    <a:path w="184" h="167">
                      <a:moveTo>
                        <a:pt x="128" y="14"/>
                      </a:moveTo>
                      <a:cubicBezTo>
                        <a:pt x="179" y="28"/>
                        <a:pt x="184" y="110"/>
                        <a:pt x="159" y="139"/>
                      </a:cubicBezTo>
                      <a:cubicBezTo>
                        <a:pt x="135" y="167"/>
                        <a:pt x="85" y="162"/>
                        <a:pt x="43" y="129"/>
                      </a:cubicBezTo>
                      <a:cubicBezTo>
                        <a:pt x="1" y="97"/>
                        <a:pt x="0" y="44"/>
                        <a:pt x="13" y="29"/>
                      </a:cubicBezTo>
                      <a:cubicBezTo>
                        <a:pt x="26" y="15"/>
                        <a:pt x="78" y="0"/>
                        <a:pt x="128" y="14"/>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1" name="Freeform 361"/>
                <p:cNvSpPr/>
                <p:nvPr/>
              </p:nvSpPr>
              <p:spPr bwMode="auto">
                <a:xfrm>
                  <a:off x="6308726" y="6173788"/>
                  <a:ext cx="266700" cy="596900"/>
                </a:xfrm>
                <a:custGeom>
                  <a:avLst/>
                  <a:gdLst>
                    <a:gd name="T0" fmla="*/ 83 w 98"/>
                    <a:gd name="T1" fmla="*/ 213 h 220"/>
                    <a:gd name="T2" fmla="*/ 83 w 98"/>
                    <a:gd name="T3" fmla="*/ 213 h 220"/>
                    <a:gd name="T4" fmla="*/ 49 w 98"/>
                    <a:gd name="T5" fmla="*/ 203 h 220"/>
                    <a:gd name="T6" fmla="*/ 4 w 98"/>
                    <a:gd name="T7" fmla="*/ 40 h 220"/>
                    <a:gd name="T8" fmla="*/ 14 w 98"/>
                    <a:gd name="T9" fmla="*/ 6 h 220"/>
                    <a:gd name="T10" fmla="*/ 49 w 98"/>
                    <a:gd name="T11" fmla="*/ 17 h 220"/>
                    <a:gd name="T12" fmla="*/ 94 w 98"/>
                    <a:gd name="T13" fmla="*/ 179 h 220"/>
                    <a:gd name="T14" fmla="*/ 83 w 98"/>
                    <a:gd name="T15" fmla="*/ 213 h 2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220">
                      <a:moveTo>
                        <a:pt x="83" y="213"/>
                      </a:moveTo>
                      <a:cubicBezTo>
                        <a:pt x="83" y="213"/>
                        <a:pt x="83" y="213"/>
                        <a:pt x="83" y="213"/>
                      </a:cubicBezTo>
                      <a:cubicBezTo>
                        <a:pt x="71" y="220"/>
                        <a:pt x="53" y="216"/>
                        <a:pt x="49" y="203"/>
                      </a:cubicBezTo>
                      <a:cubicBezTo>
                        <a:pt x="4" y="40"/>
                        <a:pt x="4" y="40"/>
                        <a:pt x="4" y="40"/>
                      </a:cubicBezTo>
                      <a:cubicBezTo>
                        <a:pt x="0" y="27"/>
                        <a:pt x="2" y="12"/>
                        <a:pt x="14" y="6"/>
                      </a:cubicBezTo>
                      <a:cubicBezTo>
                        <a:pt x="27" y="0"/>
                        <a:pt x="42" y="4"/>
                        <a:pt x="49" y="17"/>
                      </a:cubicBezTo>
                      <a:cubicBezTo>
                        <a:pt x="94" y="179"/>
                        <a:pt x="94" y="179"/>
                        <a:pt x="94" y="179"/>
                      </a:cubicBezTo>
                      <a:cubicBezTo>
                        <a:pt x="98" y="193"/>
                        <a:pt x="96" y="207"/>
                        <a:pt x="83" y="213"/>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2" name="Freeform 362"/>
                <p:cNvSpPr/>
                <p:nvPr/>
              </p:nvSpPr>
              <p:spPr bwMode="auto">
                <a:xfrm>
                  <a:off x="6007101" y="6127750"/>
                  <a:ext cx="439738" cy="198438"/>
                </a:xfrm>
                <a:custGeom>
                  <a:avLst/>
                  <a:gdLst>
                    <a:gd name="T0" fmla="*/ 3 w 162"/>
                    <a:gd name="T1" fmla="*/ 22 h 73"/>
                    <a:gd name="T2" fmla="*/ 3 w 162"/>
                    <a:gd name="T3" fmla="*/ 22 h 73"/>
                    <a:gd name="T4" fmla="*/ 33 w 162"/>
                    <a:gd name="T5" fmla="*/ 2 h 73"/>
                    <a:gd name="T6" fmla="*/ 140 w 162"/>
                    <a:gd name="T7" fmla="*/ 20 h 73"/>
                    <a:gd name="T8" fmla="*/ 160 w 162"/>
                    <a:gd name="T9" fmla="*/ 50 h 73"/>
                    <a:gd name="T10" fmla="*/ 130 w 162"/>
                    <a:gd name="T11" fmla="*/ 70 h 73"/>
                    <a:gd name="T12" fmla="*/ 23 w 162"/>
                    <a:gd name="T13" fmla="*/ 52 h 73"/>
                    <a:gd name="T14" fmla="*/ 3 w 162"/>
                    <a:gd name="T15" fmla="*/ 22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73">
                      <a:moveTo>
                        <a:pt x="3" y="22"/>
                      </a:moveTo>
                      <a:cubicBezTo>
                        <a:pt x="3" y="22"/>
                        <a:pt x="3" y="22"/>
                        <a:pt x="3" y="22"/>
                      </a:cubicBezTo>
                      <a:cubicBezTo>
                        <a:pt x="6" y="8"/>
                        <a:pt x="19" y="0"/>
                        <a:pt x="33" y="2"/>
                      </a:cubicBezTo>
                      <a:cubicBezTo>
                        <a:pt x="140" y="20"/>
                        <a:pt x="140" y="20"/>
                        <a:pt x="140" y="20"/>
                      </a:cubicBezTo>
                      <a:cubicBezTo>
                        <a:pt x="154" y="23"/>
                        <a:pt x="162" y="37"/>
                        <a:pt x="160" y="50"/>
                      </a:cubicBezTo>
                      <a:cubicBezTo>
                        <a:pt x="157" y="64"/>
                        <a:pt x="143" y="73"/>
                        <a:pt x="130" y="70"/>
                      </a:cubicBezTo>
                      <a:cubicBezTo>
                        <a:pt x="23" y="52"/>
                        <a:pt x="23" y="52"/>
                        <a:pt x="23" y="52"/>
                      </a:cubicBezTo>
                      <a:cubicBezTo>
                        <a:pt x="9" y="49"/>
                        <a:pt x="0" y="36"/>
                        <a:pt x="3" y="22"/>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3" name="Freeform 363"/>
                <p:cNvSpPr/>
                <p:nvPr/>
              </p:nvSpPr>
              <p:spPr bwMode="auto">
                <a:xfrm>
                  <a:off x="5667376" y="6124575"/>
                  <a:ext cx="481013" cy="309563"/>
                </a:xfrm>
                <a:custGeom>
                  <a:avLst/>
                  <a:gdLst>
                    <a:gd name="T0" fmla="*/ 6 w 177"/>
                    <a:gd name="T1" fmla="*/ 97 h 114"/>
                    <a:gd name="T2" fmla="*/ 6 w 177"/>
                    <a:gd name="T3" fmla="*/ 97 h 114"/>
                    <a:gd name="T4" fmla="*/ 17 w 177"/>
                    <a:gd name="T5" fmla="*/ 63 h 114"/>
                    <a:gd name="T6" fmla="*/ 136 w 177"/>
                    <a:gd name="T7" fmla="*/ 6 h 114"/>
                    <a:gd name="T8" fmla="*/ 170 w 177"/>
                    <a:gd name="T9" fmla="*/ 17 h 114"/>
                    <a:gd name="T10" fmla="*/ 159 w 177"/>
                    <a:gd name="T11" fmla="*/ 51 h 114"/>
                    <a:gd name="T12" fmla="*/ 40 w 177"/>
                    <a:gd name="T13" fmla="*/ 108 h 114"/>
                    <a:gd name="T14" fmla="*/ 6 w 177"/>
                    <a:gd name="T15" fmla="*/ 97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7" h="114">
                      <a:moveTo>
                        <a:pt x="6" y="97"/>
                      </a:moveTo>
                      <a:cubicBezTo>
                        <a:pt x="6" y="97"/>
                        <a:pt x="6" y="97"/>
                        <a:pt x="6" y="97"/>
                      </a:cubicBezTo>
                      <a:cubicBezTo>
                        <a:pt x="0" y="85"/>
                        <a:pt x="4" y="69"/>
                        <a:pt x="17" y="63"/>
                      </a:cubicBezTo>
                      <a:cubicBezTo>
                        <a:pt x="136" y="6"/>
                        <a:pt x="136" y="6"/>
                        <a:pt x="136" y="6"/>
                      </a:cubicBezTo>
                      <a:cubicBezTo>
                        <a:pt x="149" y="0"/>
                        <a:pt x="164" y="5"/>
                        <a:pt x="170" y="17"/>
                      </a:cubicBezTo>
                      <a:cubicBezTo>
                        <a:pt x="177" y="29"/>
                        <a:pt x="172" y="45"/>
                        <a:pt x="159" y="51"/>
                      </a:cubicBezTo>
                      <a:cubicBezTo>
                        <a:pt x="40" y="108"/>
                        <a:pt x="40" y="108"/>
                        <a:pt x="40" y="108"/>
                      </a:cubicBezTo>
                      <a:cubicBezTo>
                        <a:pt x="28" y="114"/>
                        <a:pt x="12" y="109"/>
                        <a:pt x="6" y="97"/>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4" name="Freeform 364"/>
                <p:cNvSpPr/>
                <p:nvPr/>
              </p:nvSpPr>
              <p:spPr bwMode="auto">
                <a:xfrm>
                  <a:off x="6037263" y="6300788"/>
                  <a:ext cx="466725" cy="511175"/>
                </a:xfrm>
                <a:custGeom>
                  <a:avLst/>
                  <a:gdLst>
                    <a:gd name="T0" fmla="*/ 74 w 172"/>
                    <a:gd name="T1" fmla="*/ 0 h 188"/>
                    <a:gd name="T2" fmla="*/ 60 w 172"/>
                    <a:gd name="T3" fmla="*/ 106 h 188"/>
                    <a:gd name="T4" fmla="*/ 131 w 172"/>
                    <a:gd name="T5" fmla="*/ 188 h 188"/>
                    <a:gd name="T6" fmla="*/ 172 w 172"/>
                    <a:gd name="T7" fmla="*/ 98 h 188"/>
                    <a:gd name="T8" fmla="*/ 74 w 172"/>
                    <a:gd name="T9" fmla="*/ 0 h 188"/>
                  </a:gdLst>
                  <a:ahLst/>
                  <a:cxnLst>
                    <a:cxn ang="0">
                      <a:pos x="T0" y="T1"/>
                    </a:cxn>
                    <a:cxn ang="0">
                      <a:pos x="T2" y="T3"/>
                    </a:cxn>
                    <a:cxn ang="0">
                      <a:pos x="T4" y="T5"/>
                    </a:cxn>
                    <a:cxn ang="0">
                      <a:pos x="T6" y="T7"/>
                    </a:cxn>
                    <a:cxn ang="0">
                      <a:pos x="T8" y="T9"/>
                    </a:cxn>
                  </a:cxnLst>
                  <a:rect l="0" t="0" r="r" b="b"/>
                  <a:pathLst>
                    <a:path w="172" h="188">
                      <a:moveTo>
                        <a:pt x="74" y="0"/>
                      </a:moveTo>
                      <a:cubicBezTo>
                        <a:pt x="83" y="22"/>
                        <a:pt x="120" y="110"/>
                        <a:pt x="60" y="106"/>
                      </a:cubicBezTo>
                      <a:cubicBezTo>
                        <a:pt x="0" y="103"/>
                        <a:pt x="131" y="188"/>
                        <a:pt x="131" y="188"/>
                      </a:cubicBezTo>
                      <a:cubicBezTo>
                        <a:pt x="172" y="98"/>
                        <a:pt x="172" y="98"/>
                        <a:pt x="172" y="98"/>
                      </a:cubicBezTo>
                      <a:cubicBezTo>
                        <a:pt x="172" y="98"/>
                        <a:pt x="158" y="7"/>
                        <a:pt x="74" y="0"/>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5" name="Freeform 365"/>
                <p:cNvSpPr/>
                <p:nvPr/>
              </p:nvSpPr>
              <p:spPr bwMode="auto">
                <a:xfrm>
                  <a:off x="5551488" y="6391275"/>
                  <a:ext cx="92075" cy="57150"/>
                </a:xfrm>
                <a:custGeom>
                  <a:avLst/>
                  <a:gdLst>
                    <a:gd name="T0" fmla="*/ 32 w 34"/>
                    <a:gd name="T1" fmla="*/ 0 h 21"/>
                    <a:gd name="T2" fmla="*/ 4 w 34"/>
                    <a:gd name="T3" fmla="*/ 11 h 21"/>
                    <a:gd name="T4" fmla="*/ 5 w 34"/>
                    <a:gd name="T5" fmla="*/ 16 h 21"/>
                    <a:gd name="T6" fmla="*/ 34 w 34"/>
                    <a:gd name="T7" fmla="*/ 21 h 21"/>
                    <a:gd name="T8" fmla="*/ 32 w 34"/>
                    <a:gd name="T9" fmla="*/ 0 h 21"/>
                  </a:gdLst>
                  <a:ahLst/>
                  <a:cxnLst>
                    <a:cxn ang="0">
                      <a:pos x="T0" y="T1"/>
                    </a:cxn>
                    <a:cxn ang="0">
                      <a:pos x="T2" y="T3"/>
                    </a:cxn>
                    <a:cxn ang="0">
                      <a:pos x="T4" y="T5"/>
                    </a:cxn>
                    <a:cxn ang="0">
                      <a:pos x="T6" y="T7"/>
                    </a:cxn>
                    <a:cxn ang="0">
                      <a:pos x="T8" y="T9"/>
                    </a:cxn>
                  </a:cxnLst>
                  <a:rect l="0" t="0" r="r" b="b"/>
                  <a:pathLst>
                    <a:path w="34" h="21">
                      <a:moveTo>
                        <a:pt x="32" y="0"/>
                      </a:moveTo>
                      <a:cubicBezTo>
                        <a:pt x="4" y="11"/>
                        <a:pt x="4" y="11"/>
                        <a:pt x="4" y="11"/>
                      </a:cubicBezTo>
                      <a:cubicBezTo>
                        <a:pt x="0" y="12"/>
                        <a:pt x="0" y="15"/>
                        <a:pt x="5" y="16"/>
                      </a:cubicBezTo>
                      <a:cubicBezTo>
                        <a:pt x="34" y="21"/>
                        <a:pt x="34" y="21"/>
                        <a:pt x="34" y="21"/>
                      </a:cubicBezTo>
                      <a:lnTo>
                        <a:pt x="32" y="0"/>
                      </a:lnTo>
                      <a:close/>
                    </a:path>
                  </a:pathLst>
                </a:custGeom>
                <a:solidFill>
                  <a:srgbClr val="266974"/>
                </a:solidFill>
                <a:ln>
                  <a:noFill/>
                </a:ln>
              </p:spPr>
              <p:txBody>
                <a:bodyPr vert="horz" wrap="square" lIns="91440" tIns="45720" rIns="91440" bIns="45720" numCol="1" anchor="t" anchorCtr="0" compatLnSpc="1"/>
                <a:lstStyle/>
                <a:p>
                  <a:endParaRPr lang="en-US"/>
                </a:p>
              </p:txBody>
            </p:sp>
            <p:sp>
              <p:nvSpPr>
                <p:cNvPr id="96" name="Freeform 367"/>
                <p:cNvSpPr/>
                <p:nvPr/>
              </p:nvSpPr>
              <p:spPr bwMode="auto">
                <a:xfrm>
                  <a:off x="5613401" y="6240463"/>
                  <a:ext cx="1209675" cy="227013"/>
                </a:xfrm>
                <a:custGeom>
                  <a:avLst/>
                  <a:gdLst>
                    <a:gd name="T0" fmla="*/ 0 w 762"/>
                    <a:gd name="T1" fmla="*/ 91 h 143"/>
                    <a:gd name="T2" fmla="*/ 755 w 762"/>
                    <a:gd name="T3" fmla="*/ 0 h 143"/>
                    <a:gd name="T4" fmla="*/ 762 w 762"/>
                    <a:gd name="T5" fmla="*/ 52 h 143"/>
                    <a:gd name="T6" fmla="*/ 5 w 762"/>
                    <a:gd name="T7" fmla="*/ 143 h 143"/>
                    <a:gd name="T8" fmla="*/ 0 w 762"/>
                    <a:gd name="T9" fmla="*/ 91 h 143"/>
                  </a:gdLst>
                  <a:ahLst/>
                  <a:cxnLst>
                    <a:cxn ang="0">
                      <a:pos x="T0" y="T1"/>
                    </a:cxn>
                    <a:cxn ang="0">
                      <a:pos x="T2" y="T3"/>
                    </a:cxn>
                    <a:cxn ang="0">
                      <a:pos x="T4" y="T5"/>
                    </a:cxn>
                    <a:cxn ang="0">
                      <a:pos x="T6" y="T7"/>
                    </a:cxn>
                    <a:cxn ang="0">
                      <a:pos x="T8" y="T9"/>
                    </a:cxn>
                  </a:cxnLst>
                  <a:rect l="0" t="0" r="r" b="b"/>
                  <a:pathLst>
                    <a:path w="762" h="143">
                      <a:moveTo>
                        <a:pt x="0" y="91"/>
                      </a:moveTo>
                      <a:lnTo>
                        <a:pt x="755" y="0"/>
                      </a:lnTo>
                      <a:lnTo>
                        <a:pt x="762" y="52"/>
                      </a:lnTo>
                      <a:lnTo>
                        <a:pt x="5" y="143"/>
                      </a:lnTo>
                      <a:lnTo>
                        <a:pt x="0" y="91"/>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97" name="Freeform 368"/>
                <p:cNvSpPr/>
                <p:nvPr/>
              </p:nvSpPr>
              <p:spPr bwMode="auto">
                <a:xfrm>
                  <a:off x="5616576" y="6281738"/>
                  <a:ext cx="1206500" cy="185738"/>
                </a:xfrm>
                <a:custGeom>
                  <a:avLst/>
                  <a:gdLst>
                    <a:gd name="T0" fmla="*/ 756 w 760"/>
                    <a:gd name="T1" fmla="*/ 0 h 117"/>
                    <a:gd name="T2" fmla="*/ 760 w 760"/>
                    <a:gd name="T3" fmla="*/ 26 h 117"/>
                    <a:gd name="T4" fmla="*/ 3 w 760"/>
                    <a:gd name="T5" fmla="*/ 117 h 117"/>
                    <a:gd name="T6" fmla="*/ 0 w 760"/>
                    <a:gd name="T7" fmla="*/ 91 h 117"/>
                    <a:gd name="T8" fmla="*/ 756 w 760"/>
                    <a:gd name="T9" fmla="*/ 0 h 117"/>
                  </a:gdLst>
                  <a:ahLst/>
                  <a:cxnLst>
                    <a:cxn ang="0">
                      <a:pos x="T0" y="T1"/>
                    </a:cxn>
                    <a:cxn ang="0">
                      <a:pos x="T2" y="T3"/>
                    </a:cxn>
                    <a:cxn ang="0">
                      <a:pos x="T4" y="T5"/>
                    </a:cxn>
                    <a:cxn ang="0">
                      <a:pos x="T6" y="T7"/>
                    </a:cxn>
                    <a:cxn ang="0">
                      <a:pos x="T8" y="T9"/>
                    </a:cxn>
                  </a:cxnLst>
                  <a:rect l="0" t="0" r="r" b="b"/>
                  <a:pathLst>
                    <a:path w="760" h="117">
                      <a:moveTo>
                        <a:pt x="756" y="0"/>
                      </a:moveTo>
                      <a:lnTo>
                        <a:pt x="760" y="26"/>
                      </a:lnTo>
                      <a:lnTo>
                        <a:pt x="3" y="117"/>
                      </a:lnTo>
                      <a:lnTo>
                        <a:pt x="0" y="91"/>
                      </a:lnTo>
                      <a:lnTo>
                        <a:pt x="756" y="0"/>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a:p>
              </p:txBody>
            </p:sp>
            <p:sp>
              <p:nvSpPr>
                <p:cNvPr id="98" name="Freeform 369"/>
                <p:cNvSpPr/>
                <p:nvPr/>
              </p:nvSpPr>
              <p:spPr bwMode="auto">
                <a:xfrm>
                  <a:off x="6265863" y="6578600"/>
                  <a:ext cx="398463" cy="420688"/>
                </a:xfrm>
                <a:custGeom>
                  <a:avLst/>
                  <a:gdLst>
                    <a:gd name="T0" fmla="*/ 154 w 251"/>
                    <a:gd name="T1" fmla="*/ 0 h 265"/>
                    <a:gd name="T2" fmla="*/ 0 w 251"/>
                    <a:gd name="T3" fmla="*/ 155 h 265"/>
                    <a:gd name="T4" fmla="*/ 80 w 251"/>
                    <a:gd name="T5" fmla="*/ 265 h 265"/>
                    <a:gd name="T6" fmla="*/ 251 w 251"/>
                    <a:gd name="T7" fmla="*/ 126 h 265"/>
                    <a:gd name="T8" fmla="*/ 154 w 251"/>
                    <a:gd name="T9" fmla="*/ 0 h 265"/>
                  </a:gdLst>
                  <a:ahLst/>
                  <a:cxnLst>
                    <a:cxn ang="0">
                      <a:pos x="T0" y="T1"/>
                    </a:cxn>
                    <a:cxn ang="0">
                      <a:pos x="T2" y="T3"/>
                    </a:cxn>
                    <a:cxn ang="0">
                      <a:pos x="T4" y="T5"/>
                    </a:cxn>
                    <a:cxn ang="0">
                      <a:pos x="T6" y="T7"/>
                    </a:cxn>
                    <a:cxn ang="0">
                      <a:pos x="T8" y="T9"/>
                    </a:cxn>
                  </a:cxnLst>
                  <a:rect l="0" t="0" r="r" b="b"/>
                  <a:pathLst>
                    <a:path w="251" h="265">
                      <a:moveTo>
                        <a:pt x="154" y="0"/>
                      </a:moveTo>
                      <a:lnTo>
                        <a:pt x="0" y="155"/>
                      </a:lnTo>
                      <a:lnTo>
                        <a:pt x="80" y="265"/>
                      </a:lnTo>
                      <a:lnTo>
                        <a:pt x="251" y="126"/>
                      </a:lnTo>
                      <a:lnTo>
                        <a:pt x="154" y="0"/>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99" name="Freeform 370"/>
                <p:cNvSpPr/>
                <p:nvPr/>
              </p:nvSpPr>
              <p:spPr bwMode="auto">
                <a:xfrm>
                  <a:off x="6323013" y="6727825"/>
                  <a:ext cx="474663" cy="431800"/>
                </a:xfrm>
                <a:custGeom>
                  <a:avLst/>
                  <a:gdLst>
                    <a:gd name="T0" fmla="*/ 219 w 299"/>
                    <a:gd name="T1" fmla="*/ 0 h 272"/>
                    <a:gd name="T2" fmla="*/ 0 w 299"/>
                    <a:gd name="T3" fmla="*/ 176 h 272"/>
                    <a:gd name="T4" fmla="*/ 80 w 299"/>
                    <a:gd name="T5" fmla="*/ 272 h 272"/>
                    <a:gd name="T6" fmla="*/ 299 w 299"/>
                    <a:gd name="T7" fmla="*/ 97 h 272"/>
                    <a:gd name="T8" fmla="*/ 219 w 299"/>
                    <a:gd name="T9" fmla="*/ 0 h 272"/>
                  </a:gdLst>
                  <a:ahLst/>
                  <a:cxnLst>
                    <a:cxn ang="0">
                      <a:pos x="T0" y="T1"/>
                    </a:cxn>
                    <a:cxn ang="0">
                      <a:pos x="T2" y="T3"/>
                    </a:cxn>
                    <a:cxn ang="0">
                      <a:pos x="T4" y="T5"/>
                    </a:cxn>
                    <a:cxn ang="0">
                      <a:pos x="T6" y="T7"/>
                    </a:cxn>
                    <a:cxn ang="0">
                      <a:pos x="T8" y="T9"/>
                    </a:cxn>
                  </a:cxnLst>
                  <a:rect l="0" t="0" r="r" b="b"/>
                  <a:pathLst>
                    <a:path w="299" h="272">
                      <a:moveTo>
                        <a:pt x="219" y="0"/>
                      </a:moveTo>
                      <a:lnTo>
                        <a:pt x="0" y="176"/>
                      </a:lnTo>
                      <a:lnTo>
                        <a:pt x="80" y="272"/>
                      </a:lnTo>
                      <a:lnTo>
                        <a:pt x="299" y="97"/>
                      </a:lnTo>
                      <a:lnTo>
                        <a:pt x="219"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00" name="Freeform 371"/>
                <p:cNvSpPr/>
                <p:nvPr/>
              </p:nvSpPr>
              <p:spPr bwMode="auto">
                <a:xfrm>
                  <a:off x="6415088" y="6850063"/>
                  <a:ext cx="1169988" cy="871538"/>
                </a:xfrm>
                <a:custGeom>
                  <a:avLst/>
                  <a:gdLst>
                    <a:gd name="T0" fmla="*/ 269 w 737"/>
                    <a:gd name="T1" fmla="*/ 549 h 549"/>
                    <a:gd name="T2" fmla="*/ 0 w 737"/>
                    <a:gd name="T3" fmla="*/ 210 h 549"/>
                    <a:gd name="T4" fmla="*/ 263 w 737"/>
                    <a:gd name="T5" fmla="*/ 0 h 549"/>
                    <a:gd name="T6" fmla="*/ 737 w 737"/>
                    <a:gd name="T7" fmla="*/ 549 h 549"/>
                    <a:gd name="T8" fmla="*/ 269 w 737"/>
                    <a:gd name="T9" fmla="*/ 549 h 549"/>
                  </a:gdLst>
                  <a:ahLst/>
                  <a:cxnLst>
                    <a:cxn ang="0">
                      <a:pos x="T0" y="T1"/>
                    </a:cxn>
                    <a:cxn ang="0">
                      <a:pos x="T2" y="T3"/>
                    </a:cxn>
                    <a:cxn ang="0">
                      <a:pos x="T4" y="T5"/>
                    </a:cxn>
                    <a:cxn ang="0">
                      <a:pos x="T6" y="T7"/>
                    </a:cxn>
                    <a:cxn ang="0">
                      <a:pos x="T8" y="T9"/>
                    </a:cxn>
                  </a:cxnLst>
                  <a:rect l="0" t="0" r="r" b="b"/>
                  <a:pathLst>
                    <a:path w="737" h="549">
                      <a:moveTo>
                        <a:pt x="269" y="549"/>
                      </a:moveTo>
                      <a:lnTo>
                        <a:pt x="0" y="210"/>
                      </a:lnTo>
                      <a:lnTo>
                        <a:pt x="263" y="0"/>
                      </a:lnTo>
                      <a:lnTo>
                        <a:pt x="737" y="549"/>
                      </a:lnTo>
                      <a:lnTo>
                        <a:pt x="269" y="549"/>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01" name="Freeform 372"/>
                <p:cNvSpPr/>
                <p:nvPr/>
              </p:nvSpPr>
              <p:spPr bwMode="auto">
                <a:xfrm>
                  <a:off x="5762626" y="6338888"/>
                  <a:ext cx="508000" cy="420688"/>
                </a:xfrm>
                <a:custGeom>
                  <a:avLst/>
                  <a:gdLst>
                    <a:gd name="T0" fmla="*/ 178 w 187"/>
                    <a:gd name="T1" fmla="*/ 136 h 155"/>
                    <a:gd name="T2" fmla="*/ 178 w 187"/>
                    <a:gd name="T3" fmla="*/ 136 h 155"/>
                    <a:gd name="T4" fmla="*/ 137 w 187"/>
                    <a:gd name="T5" fmla="*/ 146 h 155"/>
                    <a:gd name="T6" fmla="*/ 18 w 187"/>
                    <a:gd name="T7" fmla="*/ 59 h 155"/>
                    <a:gd name="T8" fmla="*/ 9 w 187"/>
                    <a:gd name="T9" fmla="*/ 18 h 155"/>
                    <a:gd name="T10" fmla="*/ 50 w 187"/>
                    <a:gd name="T11" fmla="*/ 9 h 155"/>
                    <a:gd name="T12" fmla="*/ 169 w 187"/>
                    <a:gd name="T13" fmla="*/ 95 h 155"/>
                    <a:gd name="T14" fmla="*/ 178 w 187"/>
                    <a:gd name="T15" fmla="*/ 136 h 1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7" h="155">
                      <a:moveTo>
                        <a:pt x="178" y="136"/>
                      </a:moveTo>
                      <a:cubicBezTo>
                        <a:pt x="178" y="136"/>
                        <a:pt x="178" y="136"/>
                        <a:pt x="178" y="136"/>
                      </a:cubicBezTo>
                      <a:cubicBezTo>
                        <a:pt x="169" y="150"/>
                        <a:pt x="150" y="155"/>
                        <a:pt x="137" y="146"/>
                      </a:cubicBezTo>
                      <a:cubicBezTo>
                        <a:pt x="18" y="59"/>
                        <a:pt x="18" y="59"/>
                        <a:pt x="18" y="59"/>
                      </a:cubicBezTo>
                      <a:cubicBezTo>
                        <a:pt x="5" y="50"/>
                        <a:pt x="0" y="32"/>
                        <a:pt x="9" y="18"/>
                      </a:cubicBezTo>
                      <a:cubicBezTo>
                        <a:pt x="17" y="5"/>
                        <a:pt x="36" y="0"/>
                        <a:pt x="50" y="9"/>
                      </a:cubicBezTo>
                      <a:cubicBezTo>
                        <a:pt x="169" y="95"/>
                        <a:pt x="169" y="95"/>
                        <a:pt x="169" y="95"/>
                      </a:cubicBezTo>
                      <a:cubicBezTo>
                        <a:pt x="182" y="105"/>
                        <a:pt x="187" y="122"/>
                        <a:pt x="178" y="136"/>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102" name="Freeform 373"/>
                <p:cNvSpPr/>
                <p:nvPr/>
              </p:nvSpPr>
              <p:spPr bwMode="auto">
                <a:xfrm>
                  <a:off x="6540501" y="6189663"/>
                  <a:ext cx="317500" cy="117475"/>
                </a:xfrm>
                <a:custGeom>
                  <a:avLst/>
                  <a:gdLst>
                    <a:gd name="T0" fmla="*/ 0 w 200"/>
                    <a:gd name="T1" fmla="*/ 32 h 74"/>
                    <a:gd name="T2" fmla="*/ 190 w 200"/>
                    <a:gd name="T3" fmla="*/ 0 h 74"/>
                    <a:gd name="T4" fmla="*/ 200 w 200"/>
                    <a:gd name="T5" fmla="*/ 72 h 74"/>
                    <a:gd name="T6" fmla="*/ 190 w 200"/>
                    <a:gd name="T7" fmla="*/ 74 h 74"/>
                    <a:gd name="T8" fmla="*/ 181 w 200"/>
                    <a:gd name="T9" fmla="*/ 10 h 74"/>
                    <a:gd name="T10" fmla="*/ 0 w 200"/>
                    <a:gd name="T11" fmla="*/ 43 h 74"/>
                    <a:gd name="T12" fmla="*/ 0 w 200"/>
                    <a:gd name="T13" fmla="*/ 32 h 74"/>
                  </a:gdLst>
                  <a:ahLst/>
                  <a:cxnLst>
                    <a:cxn ang="0">
                      <a:pos x="T0" y="T1"/>
                    </a:cxn>
                    <a:cxn ang="0">
                      <a:pos x="T2" y="T3"/>
                    </a:cxn>
                    <a:cxn ang="0">
                      <a:pos x="T4" y="T5"/>
                    </a:cxn>
                    <a:cxn ang="0">
                      <a:pos x="T6" y="T7"/>
                    </a:cxn>
                    <a:cxn ang="0">
                      <a:pos x="T8" y="T9"/>
                    </a:cxn>
                    <a:cxn ang="0">
                      <a:pos x="T10" y="T11"/>
                    </a:cxn>
                    <a:cxn ang="0">
                      <a:pos x="T12" y="T13"/>
                    </a:cxn>
                  </a:cxnLst>
                  <a:rect l="0" t="0" r="r" b="b"/>
                  <a:pathLst>
                    <a:path w="200" h="74">
                      <a:moveTo>
                        <a:pt x="0" y="32"/>
                      </a:moveTo>
                      <a:lnTo>
                        <a:pt x="190" y="0"/>
                      </a:lnTo>
                      <a:lnTo>
                        <a:pt x="200" y="72"/>
                      </a:lnTo>
                      <a:lnTo>
                        <a:pt x="190" y="74"/>
                      </a:lnTo>
                      <a:lnTo>
                        <a:pt x="181" y="10"/>
                      </a:lnTo>
                      <a:lnTo>
                        <a:pt x="0" y="43"/>
                      </a:lnTo>
                      <a:lnTo>
                        <a:pt x="0" y="32"/>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03" name="Freeform 374"/>
                <p:cNvSpPr/>
                <p:nvPr/>
              </p:nvSpPr>
              <p:spPr bwMode="auto">
                <a:xfrm>
                  <a:off x="6510338" y="6216650"/>
                  <a:ext cx="374650" cy="157163"/>
                </a:xfrm>
                <a:custGeom>
                  <a:avLst/>
                  <a:gdLst>
                    <a:gd name="T0" fmla="*/ 0 w 236"/>
                    <a:gd name="T1" fmla="*/ 27 h 99"/>
                    <a:gd name="T2" fmla="*/ 226 w 236"/>
                    <a:gd name="T3" fmla="*/ 0 h 99"/>
                    <a:gd name="T4" fmla="*/ 236 w 236"/>
                    <a:gd name="T5" fmla="*/ 72 h 99"/>
                    <a:gd name="T6" fmla="*/ 12 w 236"/>
                    <a:gd name="T7" fmla="*/ 99 h 99"/>
                    <a:gd name="T8" fmla="*/ 0 w 236"/>
                    <a:gd name="T9" fmla="*/ 27 h 99"/>
                  </a:gdLst>
                  <a:ahLst/>
                  <a:cxnLst>
                    <a:cxn ang="0">
                      <a:pos x="T0" y="T1"/>
                    </a:cxn>
                    <a:cxn ang="0">
                      <a:pos x="T2" y="T3"/>
                    </a:cxn>
                    <a:cxn ang="0">
                      <a:pos x="T4" y="T5"/>
                    </a:cxn>
                    <a:cxn ang="0">
                      <a:pos x="T6" y="T7"/>
                    </a:cxn>
                    <a:cxn ang="0">
                      <a:pos x="T8" y="T9"/>
                    </a:cxn>
                  </a:cxnLst>
                  <a:rect l="0" t="0" r="r" b="b"/>
                  <a:pathLst>
                    <a:path w="236" h="99">
                      <a:moveTo>
                        <a:pt x="0" y="27"/>
                      </a:moveTo>
                      <a:lnTo>
                        <a:pt x="226" y="0"/>
                      </a:lnTo>
                      <a:lnTo>
                        <a:pt x="236" y="72"/>
                      </a:lnTo>
                      <a:lnTo>
                        <a:pt x="12" y="99"/>
                      </a:lnTo>
                      <a:lnTo>
                        <a:pt x="0" y="27"/>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04" name="Freeform 375"/>
                <p:cNvSpPr/>
                <p:nvPr/>
              </p:nvSpPr>
              <p:spPr bwMode="auto">
                <a:xfrm>
                  <a:off x="6521451" y="6273800"/>
                  <a:ext cx="363538" cy="100013"/>
                </a:xfrm>
                <a:custGeom>
                  <a:avLst/>
                  <a:gdLst>
                    <a:gd name="T0" fmla="*/ 224 w 229"/>
                    <a:gd name="T1" fmla="*/ 0 h 63"/>
                    <a:gd name="T2" fmla="*/ 229 w 229"/>
                    <a:gd name="T3" fmla="*/ 36 h 63"/>
                    <a:gd name="T4" fmla="*/ 5 w 229"/>
                    <a:gd name="T5" fmla="*/ 63 h 63"/>
                    <a:gd name="T6" fmla="*/ 0 w 229"/>
                    <a:gd name="T7" fmla="*/ 27 h 63"/>
                    <a:gd name="T8" fmla="*/ 224 w 229"/>
                    <a:gd name="T9" fmla="*/ 0 h 63"/>
                  </a:gdLst>
                  <a:ahLst/>
                  <a:cxnLst>
                    <a:cxn ang="0">
                      <a:pos x="T0" y="T1"/>
                    </a:cxn>
                    <a:cxn ang="0">
                      <a:pos x="T2" y="T3"/>
                    </a:cxn>
                    <a:cxn ang="0">
                      <a:pos x="T4" y="T5"/>
                    </a:cxn>
                    <a:cxn ang="0">
                      <a:pos x="T6" y="T7"/>
                    </a:cxn>
                    <a:cxn ang="0">
                      <a:pos x="T8" y="T9"/>
                    </a:cxn>
                  </a:cxnLst>
                  <a:rect l="0" t="0" r="r" b="b"/>
                  <a:pathLst>
                    <a:path w="229" h="63">
                      <a:moveTo>
                        <a:pt x="224" y="0"/>
                      </a:moveTo>
                      <a:lnTo>
                        <a:pt x="229" y="36"/>
                      </a:lnTo>
                      <a:lnTo>
                        <a:pt x="5" y="63"/>
                      </a:lnTo>
                      <a:lnTo>
                        <a:pt x="0" y="27"/>
                      </a:lnTo>
                      <a:lnTo>
                        <a:pt x="224" y="0"/>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en-US"/>
                </a:p>
              </p:txBody>
            </p:sp>
            <p:sp>
              <p:nvSpPr>
                <p:cNvPr id="105" name="Freeform 376"/>
                <p:cNvSpPr/>
                <p:nvPr/>
              </p:nvSpPr>
              <p:spPr bwMode="auto">
                <a:xfrm>
                  <a:off x="6484938" y="6276975"/>
                  <a:ext cx="41275" cy="84138"/>
                </a:xfrm>
                <a:custGeom>
                  <a:avLst/>
                  <a:gdLst>
                    <a:gd name="T0" fmla="*/ 0 w 26"/>
                    <a:gd name="T1" fmla="*/ 1 h 53"/>
                    <a:gd name="T2" fmla="*/ 18 w 26"/>
                    <a:gd name="T3" fmla="*/ 0 h 53"/>
                    <a:gd name="T4" fmla="*/ 26 w 26"/>
                    <a:gd name="T5" fmla="*/ 51 h 53"/>
                    <a:gd name="T6" fmla="*/ 6 w 26"/>
                    <a:gd name="T7" fmla="*/ 53 h 53"/>
                    <a:gd name="T8" fmla="*/ 0 w 26"/>
                    <a:gd name="T9" fmla="*/ 1 h 53"/>
                  </a:gdLst>
                  <a:ahLst/>
                  <a:cxnLst>
                    <a:cxn ang="0">
                      <a:pos x="T0" y="T1"/>
                    </a:cxn>
                    <a:cxn ang="0">
                      <a:pos x="T2" y="T3"/>
                    </a:cxn>
                    <a:cxn ang="0">
                      <a:pos x="T4" y="T5"/>
                    </a:cxn>
                    <a:cxn ang="0">
                      <a:pos x="T6" y="T7"/>
                    </a:cxn>
                    <a:cxn ang="0">
                      <a:pos x="T8" y="T9"/>
                    </a:cxn>
                  </a:cxnLst>
                  <a:rect l="0" t="0" r="r" b="b"/>
                  <a:pathLst>
                    <a:path w="26" h="53">
                      <a:moveTo>
                        <a:pt x="0" y="1"/>
                      </a:moveTo>
                      <a:lnTo>
                        <a:pt x="18" y="0"/>
                      </a:lnTo>
                      <a:lnTo>
                        <a:pt x="26" y="51"/>
                      </a:lnTo>
                      <a:lnTo>
                        <a:pt x="6" y="53"/>
                      </a:lnTo>
                      <a:lnTo>
                        <a:pt x="0" y="1"/>
                      </a:lnTo>
                      <a:close/>
                    </a:path>
                  </a:pathLst>
                </a:custGeom>
                <a:solidFill>
                  <a:srgbClr val="FFFFFF"/>
                </a:solidFill>
                <a:ln>
                  <a:noFill/>
                </a:ln>
              </p:spPr>
              <p:txBody>
                <a:bodyPr vert="horz" wrap="square" lIns="91440" tIns="45720" rIns="91440" bIns="45720" numCol="1" anchor="t" anchorCtr="0" compatLnSpc="1"/>
                <a:lstStyle/>
                <a:p>
                  <a:endParaRPr lang="en-US"/>
                </a:p>
              </p:txBody>
            </p:sp>
          </p:grpSp>
          <p:grpSp>
            <p:nvGrpSpPr>
              <p:cNvPr id="78" name="Group 77"/>
              <p:cNvGrpSpPr/>
              <p:nvPr/>
            </p:nvGrpSpPr>
            <p:grpSpPr>
              <a:xfrm>
                <a:off x="3692526" y="5902325"/>
                <a:ext cx="1673225" cy="2295526"/>
                <a:chOff x="3692526" y="5902325"/>
                <a:chExt cx="1673225" cy="2295526"/>
              </a:xfrm>
            </p:grpSpPr>
            <p:sp>
              <p:nvSpPr>
                <p:cNvPr id="79" name="Freeform 377"/>
                <p:cNvSpPr/>
                <p:nvPr/>
              </p:nvSpPr>
              <p:spPr bwMode="auto">
                <a:xfrm>
                  <a:off x="4138613" y="6673850"/>
                  <a:ext cx="663575" cy="738188"/>
                </a:xfrm>
                <a:custGeom>
                  <a:avLst/>
                  <a:gdLst>
                    <a:gd name="T0" fmla="*/ 418 w 418"/>
                    <a:gd name="T1" fmla="*/ 75 h 465"/>
                    <a:gd name="T2" fmla="*/ 274 w 418"/>
                    <a:gd name="T3" fmla="*/ 390 h 465"/>
                    <a:gd name="T4" fmla="*/ 67 w 418"/>
                    <a:gd name="T5" fmla="*/ 465 h 465"/>
                    <a:gd name="T6" fmla="*/ 14 w 418"/>
                    <a:gd name="T7" fmla="*/ 436 h 465"/>
                    <a:gd name="T8" fmla="*/ 0 w 418"/>
                    <a:gd name="T9" fmla="*/ 391 h 465"/>
                    <a:gd name="T10" fmla="*/ 180 w 418"/>
                    <a:gd name="T11" fmla="*/ 0 h 465"/>
                    <a:gd name="T12" fmla="*/ 418 w 418"/>
                    <a:gd name="T13" fmla="*/ 75 h 465"/>
                  </a:gdLst>
                  <a:ahLst/>
                  <a:cxnLst>
                    <a:cxn ang="0">
                      <a:pos x="T0" y="T1"/>
                    </a:cxn>
                    <a:cxn ang="0">
                      <a:pos x="T2" y="T3"/>
                    </a:cxn>
                    <a:cxn ang="0">
                      <a:pos x="T4" y="T5"/>
                    </a:cxn>
                    <a:cxn ang="0">
                      <a:pos x="T6" y="T7"/>
                    </a:cxn>
                    <a:cxn ang="0">
                      <a:pos x="T8" y="T9"/>
                    </a:cxn>
                    <a:cxn ang="0">
                      <a:pos x="T10" y="T11"/>
                    </a:cxn>
                    <a:cxn ang="0">
                      <a:pos x="T12" y="T13"/>
                    </a:cxn>
                  </a:cxnLst>
                  <a:rect l="0" t="0" r="r" b="b"/>
                  <a:pathLst>
                    <a:path w="418" h="465">
                      <a:moveTo>
                        <a:pt x="418" y="75"/>
                      </a:moveTo>
                      <a:lnTo>
                        <a:pt x="274" y="390"/>
                      </a:lnTo>
                      <a:lnTo>
                        <a:pt x="67" y="465"/>
                      </a:lnTo>
                      <a:lnTo>
                        <a:pt x="14" y="436"/>
                      </a:lnTo>
                      <a:lnTo>
                        <a:pt x="0" y="391"/>
                      </a:lnTo>
                      <a:lnTo>
                        <a:pt x="180" y="0"/>
                      </a:lnTo>
                      <a:lnTo>
                        <a:pt x="418" y="75"/>
                      </a:lnTo>
                      <a:close/>
                    </a:path>
                  </a:pathLst>
                </a:custGeom>
                <a:solidFill>
                  <a:srgbClr val="E7D1A7"/>
                </a:solidFill>
                <a:ln>
                  <a:noFill/>
                </a:ln>
              </p:spPr>
              <p:txBody>
                <a:bodyPr vert="horz" wrap="square" lIns="91440" tIns="45720" rIns="91440" bIns="45720" numCol="1" anchor="t" anchorCtr="0" compatLnSpc="1"/>
                <a:lstStyle/>
                <a:p>
                  <a:endParaRPr lang="en-US"/>
                </a:p>
              </p:txBody>
            </p:sp>
            <p:sp>
              <p:nvSpPr>
                <p:cNvPr id="80" name="Freeform 378"/>
                <p:cNvSpPr/>
                <p:nvPr/>
              </p:nvSpPr>
              <p:spPr bwMode="auto">
                <a:xfrm>
                  <a:off x="4081463" y="6727825"/>
                  <a:ext cx="657225" cy="681038"/>
                </a:xfrm>
                <a:custGeom>
                  <a:avLst/>
                  <a:gdLst>
                    <a:gd name="T0" fmla="*/ 205 w 414"/>
                    <a:gd name="T1" fmla="*/ 0 h 429"/>
                    <a:gd name="T2" fmla="*/ 0 w 414"/>
                    <a:gd name="T3" fmla="*/ 376 h 429"/>
                    <a:gd name="T4" fmla="*/ 98 w 414"/>
                    <a:gd name="T5" fmla="*/ 429 h 429"/>
                    <a:gd name="T6" fmla="*/ 294 w 414"/>
                    <a:gd name="T7" fmla="*/ 359 h 429"/>
                    <a:gd name="T8" fmla="*/ 414 w 414"/>
                    <a:gd name="T9" fmla="*/ 138 h 429"/>
                    <a:gd name="T10" fmla="*/ 205 w 414"/>
                    <a:gd name="T11" fmla="*/ 0 h 429"/>
                  </a:gdLst>
                  <a:ahLst/>
                  <a:cxnLst>
                    <a:cxn ang="0">
                      <a:pos x="T0" y="T1"/>
                    </a:cxn>
                    <a:cxn ang="0">
                      <a:pos x="T2" y="T3"/>
                    </a:cxn>
                    <a:cxn ang="0">
                      <a:pos x="T4" y="T5"/>
                    </a:cxn>
                    <a:cxn ang="0">
                      <a:pos x="T6" y="T7"/>
                    </a:cxn>
                    <a:cxn ang="0">
                      <a:pos x="T8" y="T9"/>
                    </a:cxn>
                    <a:cxn ang="0">
                      <a:pos x="T10" y="T11"/>
                    </a:cxn>
                  </a:cxnLst>
                  <a:rect l="0" t="0" r="r" b="b"/>
                  <a:pathLst>
                    <a:path w="414" h="429">
                      <a:moveTo>
                        <a:pt x="205" y="0"/>
                      </a:moveTo>
                      <a:lnTo>
                        <a:pt x="0" y="376"/>
                      </a:lnTo>
                      <a:lnTo>
                        <a:pt x="98" y="429"/>
                      </a:lnTo>
                      <a:lnTo>
                        <a:pt x="294" y="359"/>
                      </a:lnTo>
                      <a:lnTo>
                        <a:pt x="414" y="138"/>
                      </a:lnTo>
                      <a:lnTo>
                        <a:pt x="205" y="0"/>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81" name="Freeform 379"/>
                <p:cNvSpPr/>
                <p:nvPr/>
              </p:nvSpPr>
              <p:spPr bwMode="auto">
                <a:xfrm>
                  <a:off x="4084638" y="6880225"/>
                  <a:ext cx="600075" cy="531813"/>
                </a:xfrm>
                <a:custGeom>
                  <a:avLst/>
                  <a:gdLst>
                    <a:gd name="T0" fmla="*/ 125 w 378"/>
                    <a:gd name="T1" fmla="*/ 0 h 335"/>
                    <a:gd name="T2" fmla="*/ 0 w 378"/>
                    <a:gd name="T3" fmla="*/ 234 h 335"/>
                    <a:gd name="T4" fmla="*/ 10 w 378"/>
                    <a:gd name="T5" fmla="*/ 287 h 335"/>
                    <a:gd name="T6" fmla="*/ 101 w 378"/>
                    <a:gd name="T7" fmla="*/ 335 h 335"/>
                    <a:gd name="T8" fmla="*/ 315 w 378"/>
                    <a:gd name="T9" fmla="*/ 256 h 335"/>
                    <a:gd name="T10" fmla="*/ 378 w 378"/>
                    <a:gd name="T11" fmla="*/ 138 h 335"/>
                    <a:gd name="T12" fmla="*/ 125 w 378"/>
                    <a:gd name="T13" fmla="*/ 0 h 335"/>
                  </a:gdLst>
                  <a:ahLst/>
                  <a:cxnLst>
                    <a:cxn ang="0">
                      <a:pos x="T0" y="T1"/>
                    </a:cxn>
                    <a:cxn ang="0">
                      <a:pos x="T2" y="T3"/>
                    </a:cxn>
                    <a:cxn ang="0">
                      <a:pos x="T4" y="T5"/>
                    </a:cxn>
                    <a:cxn ang="0">
                      <a:pos x="T6" y="T7"/>
                    </a:cxn>
                    <a:cxn ang="0">
                      <a:pos x="T8" y="T9"/>
                    </a:cxn>
                    <a:cxn ang="0">
                      <a:pos x="T10" y="T11"/>
                    </a:cxn>
                    <a:cxn ang="0">
                      <a:pos x="T12" y="T13"/>
                    </a:cxn>
                  </a:cxnLst>
                  <a:rect l="0" t="0" r="r" b="b"/>
                  <a:pathLst>
                    <a:path w="378" h="335">
                      <a:moveTo>
                        <a:pt x="125" y="0"/>
                      </a:moveTo>
                      <a:lnTo>
                        <a:pt x="0" y="234"/>
                      </a:lnTo>
                      <a:lnTo>
                        <a:pt x="10" y="287"/>
                      </a:lnTo>
                      <a:lnTo>
                        <a:pt x="101" y="335"/>
                      </a:lnTo>
                      <a:lnTo>
                        <a:pt x="315" y="256"/>
                      </a:lnTo>
                      <a:lnTo>
                        <a:pt x="378" y="138"/>
                      </a:lnTo>
                      <a:lnTo>
                        <a:pt x="125"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82" name="Freeform 380"/>
                <p:cNvSpPr/>
                <p:nvPr/>
              </p:nvSpPr>
              <p:spPr bwMode="auto">
                <a:xfrm>
                  <a:off x="3692526" y="7034213"/>
                  <a:ext cx="911225" cy="1163638"/>
                </a:xfrm>
                <a:custGeom>
                  <a:avLst/>
                  <a:gdLst>
                    <a:gd name="T0" fmla="*/ 310 w 574"/>
                    <a:gd name="T1" fmla="*/ 0 h 733"/>
                    <a:gd name="T2" fmla="*/ 0 w 574"/>
                    <a:gd name="T3" fmla="*/ 659 h 733"/>
                    <a:gd name="T4" fmla="*/ 302 w 574"/>
                    <a:gd name="T5" fmla="*/ 733 h 733"/>
                    <a:gd name="T6" fmla="*/ 574 w 574"/>
                    <a:gd name="T7" fmla="*/ 144 h 733"/>
                    <a:gd name="T8" fmla="*/ 310 w 574"/>
                    <a:gd name="T9" fmla="*/ 0 h 733"/>
                  </a:gdLst>
                  <a:ahLst/>
                  <a:cxnLst>
                    <a:cxn ang="0">
                      <a:pos x="T0" y="T1"/>
                    </a:cxn>
                    <a:cxn ang="0">
                      <a:pos x="T2" y="T3"/>
                    </a:cxn>
                    <a:cxn ang="0">
                      <a:pos x="T4" y="T5"/>
                    </a:cxn>
                    <a:cxn ang="0">
                      <a:pos x="T6" y="T7"/>
                    </a:cxn>
                    <a:cxn ang="0">
                      <a:pos x="T8" y="T9"/>
                    </a:cxn>
                  </a:cxnLst>
                  <a:rect l="0" t="0" r="r" b="b"/>
                  <a:pathLst>
                    <a:path w="574" h="733">
                      <a:moveTo>
                        <a:pt x="310" y="0"/>
                      </a:moveTo>
                      <a:lnTo>
                        <a:pt x="0" y="659"/>
                      </a:lnTo>
                      <a:lnTo>
                        <a:pt x="302" y="733"/>
                      </a:lnTo>
                      <a:lnTo>
                        <a:pt x="574" y="144"/>
                      </a:lnTo>
                      <a:lnTo>
                        <a:pt x="310" y="0"/>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83" name="Freeform 381"/>
                <p:cNvSpPr/>
                <p:nvPr/>
              </p:nvSpPr>
              <p:spPr bwMode="auto">
                <a:xfrm>
                  <a:off x="4757738" y="6445250"/>
                  <a:ext cx="442913" cy="463550"/>
                </a:xfrm>
                <a:custGeom>
                  <a:avLst/>
                  <a:gdLst>
                    <a:gd name="T0" fmla="*/ 163 w 163"/>
                    <a:gd name="T1" fmla="*/ 29 h 171"/>
                    <a:gd name="T2" fmla="*/ 85 w 163"/>
                    <a:gd name="T3" fmla="*/ 123 h 171"/>
                    <a:gd name="T4" fmla="*/ 12 w 163"/>
                    <a:gd name="T5" fmla="*/ 162 h 171"/>
                    <a:gd name="T6" fmla="*/ 32 w 163"/>
                    <a:gd name="T7" fmla="*/ 99 h 171"/>
                    <a:gd name="T8" fmla="*/ 91 w 163"/>
                    <a:gd name="T9" fmla="*/ 36 h 171"/>
                    <a:gd name="T10" fmla="*/ 163 w 163"/>
                    <a:gd name="T11" fmla="*/ 29 h 171"/>
                  </a:gdLst>
                  <a:ahLst/>
                  <a:cxnLst>
                    <a:cxn ang="0">
                      <a:pos x="T0" y="T1"/>
                    </a:cxn>
                    <a:cxn ang="0">
                      <a:pos x="T2" y="T3"/>
                    </a:cxn>
                    <a:cxn ang="0">
                      <a:pos x="T4" y="T5"/>
                    </a:cxn>
                    <a:cxn ang="0">
                      <a:pos x="T6" y="T7"/>
                    </a:cxn>
                    <a:cxn ang="0">
                      <a:pos x="T8" y="T9"/>
                    </a:cxn>
                    <a:cxn ang="0">
                      <a:pos x="T10" y="T11"/>
                    </a:cxn>
                  </a:cxnLst>
                  <a:rect l="0" t="0" r="r" b="b"/>
                  <a:pathLst>
                    <a:path w="163" h="171">
                      <a:moveTo>
                        <a:pt x="163" y="29"/>
                      </a:moveTo>
                      <a:cubicBezTo>
                        <a:pt x="85" y="123"/>
                        <a:pt x="85" y="123"/>
                        <a:pt x="85" y="123"/>
                      </a:cubicBezTo>
                      <a:cubicBezTo>
                        <a:pt x="75" y="135"/>
                        <a:pt x="25" y="171"/>
                        <a:pt x="12" y="162"/>
                      </a:cubicBezTo>
                      <a:cubicBezTo>
                        <a:pt x="0" y="153"/>
                        <a:pt x="22" y="111"/>
                        <a:pt x="32" y="99"/>
                      </a:cubicBezTo>
                      <a:cubicBezTo>
                        <a:pt x="91" y="36"/>
                        <a:pt x="91" y="36"/>
                        <a:pt x="91" y="36"/>
                      </a:cubicBezTo>
                      <a:cubicBezTo>
                        <a:pt x="125" y="0"/>
                        <a:pt x="150" y="18"/>
                        <a:pt x="163" y="29"/>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84" name="Freeform 382"/>
                <p:cNvSpPr/>
                <p:nvPr/>
              </p:nvSpPr>
              <p:spPr bwMode="auto">
                <a:xfrm>
                  <a:off x="4379913" y="5902325"/>
                  <a:ext cx="985838" cy="1089025"/>
                </a:xfrm>
                <a:custGeom>
                  <a:avLst/>
                  <a:gdLst>
                    <a:gd name="T0" fmla="*/ 297 w 363"/>
                    <a:gd name="T1" fmla="*/ 30 h 401"/>
                    <a:gd name="T2" fmla="*/ 229 w 363"/>
                    <a:gd name="T3" fmla="*/ 155 h 401"/>
                    <a:gd name="T4" fmla="*/ 177 w 363"/>
                    <a:gd name="T5" fmla="*/ 146 h 401"/>
                    <a:gd name="T6" fmla="*/ 128 w 363"/>
                    <a:gd name="T7" fmla="*/ 129 h 401"/>
                    <a:gd name="T8" fmla="*/ 77 w 363"/>
                    <a:gd name="T9" fmla="*/ 124 h 401"/>
                    <a:gd name="T10" fmla="*/ 20 w 363"/>
                    <a:gd name="T11" fmla="*/ 229 h 401"/>
                    <a:gd name="T12" fmla="*/ 4 w 363"/>
                    <a:gd name="T13" fmla="*/ 327 h 401"/>
                    <a:gd name="T14" fmla="*/ 132 w 363"/>
                    <a:gd name="T15" fmla="*/ 383 h 401"/>
                    <a:gd name="T16" fmla="*/ 184 w 363"/>
                    <a:gd name="T17" fmla="*/ 348 h 401"/>
                    <a:gd name="T18" fmla="*/ 343 w 363"/>
                    <a:gd name="T19" fmla="*/ 56 h 401"/>
                    <a:gd name="T20" fmla="*/ 297 w 363"/>
                    <a:gd name="T21" fmla="*/ 3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3" h="401">
                      <a:moveTo>
                        <a:pt x="297" y="30"/>
                      </a:moveTo>
                      <a:cubicBezTo>
                        <a:pt x="229" y="155"/>
                        <a:pt x="229" y="155"/>
                        <a:pt x="229" y="155"/>
                      </a:cubicBezTo>
                      <a:cubicBezTo>
                        <a:pt x="227" y="131"/>
                        <a:pt x="191" y="125"/>
                        <a:pt x="177" y="146"/>
                      </a:cubicBezTo>
                      <a:cubicBezTo>
                        <a:pt x="177" y="121"/>
                        <a:pt x="145" y="112"/>
                        <a:pt x="128" y="129"/>
                      </a:cubicBezTo>
                      <a:cubicBezTo>
                        <a:pt x="125" y="106"/>
                        <a:pt x="89" y="101"/>
                        <a:pt x="77" y="124"/>
                      </a:cubicBezTo>
                      <a:cubicBezTo>
                        <a:pt x="20" y="229"/>
                        <a:pt x="20" y="229"/>
                        <a:pt x="20" y="229"/>
                      </a:cubicBezTo>
                      <a:cubicBezTo>
                        <a:pt x="4" y="259"/>
                        <a:pt x="0" y="305"/>
                        <a:pt x="4" y="327"/>
                      </a:cubicBezTo>
                      <a:cubicBezTo>
                        <a:pt x="17" y="392"/>
                        <a:pt x="101" y="401"/>
                        <a:pt x="132" y="383"/>
                      </a:cubicBezTo>
                      <a:cubicBezTo>
                        <a:pt x="156" y="370"/>
                        <a:pt x="175" y="363"/>
                        <a:pt x="184" y="348"/>
                      </a:cubicBezTo>
                      <a:cubicBezTo>
                        <a:pt x="343" y="56"/>
                        <a:pt x="343" y="56"/>
                        <a:pt x="343" y="56"/>
                      </a:cubicBezTo>
                      <a:cubicBezTo>
                        <a:pt x="363" y="20"/>
                        <a:pt x="313" y="0"/>
                        <a:pt x="297" y="30"/>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85" name="Freeform 383"/>
                <p:cNvSpPr>
                  <a:spLocks noEditPoints="1"/>
                </p:cNvSpPr>
                <p:nvPr/>
              </p:nvSpPr>
              <p:spPr bwMode="auto">
                <a:xfrm>
                  <a:off x="4670426" y="6240463"/>
                  <a:ext cx="331788" cy="217488"/>
                </a:xfrm>
                <a:custGeom>
                  <a:avLst/>
                  <a:gdLst>
                    <a:gd name="T0" fmla="*/ 0 w 122"/>
                    <a:gd name="T1" fmla="*/ 40 h 80"/>
                    <a:gd name="T2" fmla="*/ 20 w 122"/>
                    <a:gd name="T3" fmla="*/ 0 h 80"/>
                    <a:gd name="T4" fmla="*/ 21 w 122"/>
                    <a:gd name="T5" fmla="*/ 4 h 80"/>
                    <a:gd name="T6" fmla="*/ 26 w 122"/>
                    <a:gd name="T7" fmla="*/ 0 h 80"/>
                    <a:gd name="T8" fmla="*/ 0 w 122"/>
                    <a:gd name="T9" fmla="*/ 40 h 80"/>
                    <a:gd name="T10" fmla="*/ 122 w 122"/>
                    <a:gd name="T11" fmla="*/ 29 h 80"/>
                    <a:gd name="T12" fmla="*/ 121 w 122"/>
                    <a:gd name="T13" fmla="*/ 23 h 80"/>
                    <a:gd name="T14" fmla="*/ 92 w 122"/>
                    <a:gd name="T15" fmla="*/ 80 h 80"/>
                    <a:gd name="T16" fmla="*/ 122 w 122"/>
                    <a:gd name="T17" fmla="*/ 30 h 80"/>
                    <a:gd name="T18" fmla="*/ 122 w 122"/>
                    <a:gd name="T19" fmla="*/ 29 h 80"/>
                    <a:gd name="T20" fmla="*/ 77 w 122"/>
                    <a:gd name="T21" fmla="*/ 13 h 80"/>
                    <a:gd name="T22" fmla="*/ 70 w 122"/>
                    <a:gd name="T23" fmla="*/ 21 h 80"/>
                    <a:gd name="T24" fmla="*/ 70 w 122"/>
                    <a:gd name="T25" fmla="*/ 16 h 80"/>
                    <a:gd name="T26" fmla="*/ 45 w 122"/>
                    <a:gd name="T27" fmla="*/ 62 h 80"/>
                    <a:gd name="T28" fmla="*/ 77 w 122"/>
                    <a:gd name="T29" fmla="*/ 1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80">
                      <a:moveTo>
                        <a:pt x="0" y="40"/>
                      </a:moveTo>
                      <a:cubicBezTo>
                        <a:pt x="0" y="40"/>
                        <a:pt x="10" y="19"/>
                        <a:pt x="20" y="0"/>
                      </a:cubicBezTo>
                      <a:cubicBezTo>
                        <a:pt x="20" y="1"/>
                        <a:pt x="21" y="3"/>
                        <a:pt x="21" y="4"/>
                      </a:cubicBezTo>
                      <a:cubicBezTo>
                        <a:pt x="22" y="2"/>
                        <a:pt x="24" y="1"/>
                        <a:pt x="26" y="0"/>
                      </a:cubicBezTo>
                      <a:cubicBezTo>
                        <a:pt x="14" y="18"/>
                        <a:pt x="0" y="40"/>
                        <a:pt x="0" y="40"/>
                      </a:cubicBezTo>
                      <a:close/>
                      <a:moveTo>
                        <a:pt x="122" y="29"/>
                      </a:moveTo>
                      <a:cubicBezTo>
                        <a:pt x="122" y="27"/>
                        <a:pt x="121" y="25"/>
                        <a:pt x="121" y="23"/>
                      </a:cubicBezTo>
                      <a:cubicBezTo>
                        <a:pt x="110" y="44"/>
                        <a:pt x="92" y="80"/>
                        <a:pt x="92" y="80"/>
                      </a:cubicBezTo>
                      <a:cubicBezTo>
                        <a:pt x="92" y="80"/>
                        <a:pt x="114" y="45"/>
                        <a:pt x="122" y="30"/>
                      </a:cubicBezTo>
                      <a:cubicBezTo>
                        <a:pt x="122" y="30"/>
                        <a:pt x="122" y="30"/>
                        <a:pt x="122" y="29"/>
                      </a:cubicBezTo>
                      <a:close/>
                      <a:moveTo>
                        <a:pt x="77" y="13"/>
                      </a:moveTo>
                      <a:cubicBezTo>
                        <a:pt x="75" y="15"/>
                        <a:pt x="72" y="18"/>
                        <a:pt x="70" y="21"/>
                      </a:cubicBezTo>
                      <a:cubicBezTo>
                        <a:pt x="70" y="19"/>
                        <a:pt x="70" y="18"/>
                        <a:pt x="70" y="16"/>
                      </a:cubicBezTo>
                      <a:cubicBezTo>
                        <a:pt x="59" y="37"/>
                        <a:pt x="45" y="62"/>
                        <a:pt x="45" y="62"/>
                      </a:cubicBezTo>
                      <a:cubicBezTo>
                        <a:pt x="45" y="62"/>
                        <a:pt x="65" y="32"/>
                        <a:pt x="77" y="13"/>
                      </a:cubicBezTo>
                      <a:close/>
                    </a:path>
                  </a:pathLst>
                </a:custGeom>
                <a:solidFill>
                  <a:srgbClr val="D4A26A"/>
                </a:solidFill>
                <a:ln>
                  <a:noFill/>
                </a:ln>
              </p:spPr>
              <p:txBody>
                <a:bodyPr vert="horz" wrap="square" lIns="91440" tIns="45720" rIns="91440" bIns="45720" numCol="1" anchor="t" anchorCtr="0" compatLnSpc="1"/>
                <a:lstStyle/>
                <a:p>
                  <a:endParaRPr lang="en-US"/>
                </a:p>
              </p:txBody>
            </p:sp>
          </p:grpSp>
        </p:grpSp>
        <p:grpSp>
          <p:nvGrpSpPr>
            <p:cNvPr id="17" name="Group 16"/>
            <p:cNvGrpSpPr/>
            <p:nvPr/>
          </p:nvGrpSpPr>
          <p:grpSpPr>
            <a:xfrm>
              <a:off x="2125009" y="4054669"/>
              <a:ext cx="890588" cy="1027113"/>
              <a:chOff x="2522538" y="4035425"/>
              <a:chExt cx="890588" cy="1027113"/>
            </a:xfrm>
          </p:grpSpPr>
          <p:sp>
            <p:nvSpPr>
              <p:cNvPr id="53" name="Freeform 384"/>
              <p:cNvSpPr/>
              <p:nvPr/>
            </p:nvSpPr>
            <p:spPr bwMode="auto">
              <a:xfrm>
                <a:off x="2641601" y="4054475"/>
                <a:ext cx="598488" cy="1008063"/>
              </a:xfrm>
              <a:custGeom>
                <a:avLst/>
                <a:gdLst>
                  <a:gd name="T0" fmla="*/ 200 w 220"/>
                  <a:gd name="T1" fmla="*/ 7 h 371"/>
                  <a:gd name="T2" fmla="*/ 22 w 220"/>
                  <a:gd name="T3" fmla="*/ 237 h 371"/>
                  <a:gd name="T4" fmla="*/ 16 w 220"/>
                  <a:gd name="T5" fmla="*/ 346 h 371"/>
                  <a:gd name="T6" fmla="*/ 35 w 220"/>
                  <a:gd name="T7" fmla="*/ 340 h 371"/>
                  <a:gd name="T8" fmla="*/ 40 w 220"/>
                  <a:gd name="T9" fmla="*/ 238 h 371"/>
                  <a:gd name="T10" fmla="*/ 216 w 220"/>
                  <a:gd name="T11" fmla="*/ 15 h 371"/>
                  <a:gd name="T12" fmla="*/ 200 w 220"/>
                  <a:gd name="T13" fmla="*/ 7 h 371"/>
                </a:gdLst>
                <a:ahLst/>
                <a:cxnLst>
                  <a:cxn ang="0">
                    <a:pos x="T0" y="T1"/>
                  </a:cxn>
                  <a:cxn ang="0">
                    <a:pos x="T2" y="T3"/>
                  </a:cxn>
                  <a:cxn ang="0">
                    <a:pos x="T4" y="T5"/>
                  </a:cxn>
                  <a:cxn ang="0">
                    <a:pos x="T6" y="T7"/>
                  </a:cxn>
                  <a:cxn ang="0">
                    <a:pos x="T8" y="T9"/>
                  </a:cxn>
                  <a:cxn ang="0">
                    <a:pos x="T10" y="T11"/>
                  </a:cxn>
                  <a:cxn ang="0">
                    <a:pos x="T12" y="T13"/>
                  </a:cxn>
                </a:cxnLst>
                <a:rect l="0" t="0" r="r" b="b"/>
                <a:pathLst>
                  <a:path w="220" h="371">
                    <a:moveTo>
                      <a:pt x="200" y="7"/>
                    </a:moveTo>
                    <a:cubicBezTo>
                      <a:pt x="190" y="20"/>
                      <a:pt x="45" y="206"/>
                      <a:pt x="22" y="237"/>
                    </a:cubicBezTo>
                    <a:cubicBezTo>
                      <a:pt x="0" y="267"/>
                      <a:pt x="11" y="322"/>
                      <a:pt x="16" y="346"/>
                    </a:cubicBezTo>
                    <a:cubicBezTo>
                      <a:pt x="21" y="371"/>
                      <a:pt x="38" y="352"/>
                      <a:pt x="35" y="340"/>
                    </a:cubicBezTo>
                    <a:cubicBezTo>
                      <a:pt x="29" y="314"/>
                      <a:pt x="19" y="269"/>
                      <a:pt x="40" y="238"/>
                    </a:cubicBezTo>
                    <a:cubicBezTo>
                      <a:pt x="61" y="207"/>
                      <a:pt x="212" y="20"/>
                      <a:pt x="216" y="15"/>
                    </a:cubicBezTo>
                    <a:cubicBezTo>
                      <a:pt x="220" y="11"/>
                      <a:pt x="205" y="0"/>
                      <a:pt x="200" y="7"/>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4" name="Freeform 385"/>
              <p:cNvSpPr/>
              <p:nvPr/>
            </p:nvSpPr>
            <p:spPr bwMode="auto">
              <a:xfrm>
                <a:off x="2544763" y="4168775"/>
                <a:ext cx="868363" cy="741363"/>
              </a:xfrm>
              <a:custGeom>
                <a:avLst/>
                <a:gdLst>
                  <a:gd name="T0" fmla="*/ 5 w 320"/>
                  <a:gd name="T1" fmla="*/ 254 h 273"/>
                  <a:gd name="T2" fmla="*/ 190 w 320"/>
                  <a:gd name="T3" fmla="*/ 30 h 273"/>
                  <a:gd name="T4" fmla="*/ 295 w 320"/>
                  <a:gd name="T5" fmla="*/ 0 h 273"/>
                  <a:gd name="T6" fmla="*/ 294 w 320"/>
                  <a:gd name="T7" fmla="*/ 20 h 273"/>
                  <a:gd name="T8" fmla="*/ 196 w 320"/>
                  <a:gd name="T9" fmla="*/ 47 h 273"/>
                  <a:gd name="T10" fmla="*/ 17 w 320"/>
                  <a:gd name="T11" fmla="*/ 268 h 273"/>
                  <a:gd name="T12" fmla="*/ 5 w 320"/>
                  <a:gd name="T13" fmla="*/ 254 h 273"/>
                </a:gdLst>
                <a:ahLst/>
                <a:cxnLst>
                  <a:cxn ang="0">
                    <a:pos x="T0" y="T1"/>
                  </a:cxn>
                  <a:cxn ang="0">
                    <a:pos x="T2" y="T3"/>
                  </a:cxn>
                  <a:cxn ang="0">
                    <a:pos x="T4" y="T5"/>
                  </a:cxn>
                  <a:cxn ang="0">
                    <a:pos x="T6" y="T7"/>
                  </a:cxn>
                  <a:cxn ang="0">
                    <a:pos x="T8" y="T9"/>
                  </a:cxn>
                  <a:cxn ang="0">
                    <a:pos x="T10" y="T11"/>
                  </a:cxn>
                  <a:cxn ang="0">
                    <a:pos x="T12" y="T13"/>
                  </a:cxn>
                </a:cxnLst>
                <a:rect l="0" t="0" r="r" b="b"/>
                <a:pathLst>
                  <a:path w="320" h="273">
                    <a:moveTo>
                      <a:pt x="5" y="254"/>
                    </a:moveTo>
                    <a:cubicBezTo>
                      <a:pt x="16" y="242"/>
                      <a:pt x="165" y="59"/>
                      <a:pt x="190" y="30"/>
                    </a:cubicBezTo>
                    <a:cubicBezTo>
                      <a:pt x="215" y="1"/>
                      <a:pt x="270" y="0"/>
                      <a:pt x="295" y="0"/>
                    </a:cubicBezTo>
                    <a:cubicBezTo>
                      <a:pt x="320" y="0"/>
                      <a:pt x="306" y="20"/>
                      <a:pt x="294" y="20"/>
                    </a:cubicBezTo>
                    <a:cubicBezTo>
                      <a:pt x="267" y="20"/>
                      <a:pt x="221" y="19"/>
                      <a:pt x="196" y="47"/>
                    </a:cubicBezTo>
                    <a:cubicBezTo>
                      <a:pt x="170" y="75"/>
                      <a:pt x="21" y="263"/>
                      <a:pt x="17" y="268"/>
                    </a:cubicBezTo>
                    <a:cubicBezTo>
                      <a:pt x="13" y="273"/>
                      <a:pt x="0" y="260"/>
                      <a:pt x="5" y="254"/>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5" name="Freeform 386"/>
              <p:cNvSpPr>
                <a:spLocks noEditPoints="1"/>
              </p:cNvSpPr>
              <p:nvPr/>
            </p:nvSpPr>
            <p:spPr bwMode="auto">
              <a:xfrm>
                <a:off x="2522538" y="4035425"/>
                <a:ext cx="855663" cy="939800"/>
              </a:xfrm>
              <a:custGeom>
                <a:avLst/>
                <a:gdLst>
                  <a:gd name="T0" fmla="*/ 223 w 315"/>
                  <a:gd name="T1" fmla="*/ 168 h 346"/>
                  <a:gd name="T2" fmla="*/ 223 w 315"/>
                  <a:gd name="T3" fmla="*/ 159 h 346"/>
                  <a:gd name="T4" fmla="*/ 279 w 315"/>
                  <a:gd name="T5" fmla="*/ 43 h 346"/>
                  <a:gd name="T6" fmla="*/ 238 w 315"/>
                  <a:gd name="T7" fmla="*/ 18 h 346"/>
                  <a:gd name="T8" fmla="*/ 223 w 315"/>
                  <a:gd name="T9" fmla="*/ 28 h 346"/>
                  <a:gd name="T10" fmla="*/ 223 w 315"/>
                  <a:gd name="T11" fmla="*/ 13 h 346"/>
                  <a:gd name="T12" fmla="*/ 242 w 315"/>
                  <a:gd name="T13" fmla="*/ 1 h 346"/>
                  <a:gd name="T14" fmla="*/ 264 w 315"/>
                  <a:gd name="T15" fmla="*/ 6 h 346"/>
                  <a:gd name="T16" fmla="*/ 266 w 315"/>
                  <a:gd name="T17" fmla="*/ 13 h 346"/>
                  <a:gd name="T18" fmla="*/ 287 w 315"/>
                  <a:gd name="T19" fmla="*/ 34 h 346"/>
                  <a:gd name="T20" fmla="*/ 223 w 315"/>
                  <a:gd name="T21" fmla="*/ 168 h 346"/>
                  <a:gd name="T22" fmla="*/ 83 w 315"/>
                  <a:gd name="T23" fmla="*/ 207 h 346"/>
                  <a:gd name="T24" fmla="*/ 143 w 315"/>
                  <a:gd name="T25" fmla="*/ 213 h 346"/>
                  <a:gd name="T26" fmla="*/ 83 w 315"/>
                  <a:gd name="T27" fmla="*/ 331 h 346"/>
                  <a:gd name="T28" fmla="*/ 83 w 315"/>
                  <a:gd name="T29" fmla="*/ 341 h 346"/>
                  <a:gd name="T30" fmla="*/ 150 w 315"/>
                  <a:gd name="T31" fmla="*/ 204 h 346"/>
                  <a:gd name="T32" fmla="*/ 148 w 315"/>
                  <a:gd name="T33" fmla="*/ 200 h 346"/>
                  <a:gd name="T34" fmla="*/ 149 w 315"/>
                  <a:gd name="T35" fmla="*/ 203 h 346"/>
                  <a:gd name="T36" fmla="*/ 155 w 315"/>
                  <a:gd name="T37" fmla="*/ 179 h 346"/>
                  <a:gd name="T38" fmla="*/ 176 w 315"/>
                  <a:gd name="T39" fmla="*/ 169 h 346"/>
                  <a:gd name="T40" fmla="*/ 174 w 315"/>
                  <a:gd name="T41" fmla="*/ 168 h 346"/>
                  <a:gd name="T42" fmla="*/ 178 w 315"/>
                  <a:gd name="T43" fmla="*/ 170 h 346"/>
                  <a:gd name="T44" fmla="*/ 223 w 315"/>
                  <a:gd name="T45" fmla="*/ 168 h 346"/>
                  <a:gd name="T46" fmla="*/ 223 w 315"/>
                  <a:gd name="T47" fmla="*/ 159 h 346"/>
                  <a:gd name="T48" fmla="*/ 185 w 315"/>
                  <a:gd name="T49" fmla="*/ 160 h 346"/>
                  <a:gd name="T50" fmla="*/ 168 w 315"/>
                  <a:gd name="T51" fmla="*/ 99 h 346"/>
                  <a:gd name="T52" fmla="*/ 223 w 315"/>
                  <a:gd name="T53" fmla="*/ 28 h 346"/>
                  <a:gd name="T54" fmla="*/ 223 w 315"/>
                  <a:gd name="T55" fmla="*/ 13 h 346"/>
                  <a:gd name="T56" fmla="*/ 166 w 315"/>
                  <a:gd name="T57" fmla="*/ 81 h 346"/>
                  <a:gd name="T58" fmla="*/ 122 w 315"/>
                  <a:gd name="T59" fmla="*/ 153 h 346"/>
                  <a:gd name="T60" fmla="*/ 83 w 315"/>
                  <a:gd name="T61" fmla="*/ 193 h 346"/>
                  <a:gd name="T62" fmla="*/ 83 w 315"/>
                  <a:gd name="T63" fmla="*/ 207 h 346"/>
                  <a:gd name="T64" fmla="*/ 16 w 315"/>
                  <a:gd name="T65" fmla="*/ 296 h 346"/>
                  <a:gd name="T66" fmla="*/ 79 w 315"/>
                  <a:gd name="T67" fmla="*/ 210 h 346"/>
                  <a:gd name="T68" fmla="*/ 83 w 315"/>
                  <a:gd name="T69" fmla="*/ 207 h 346"/>
                  <a:gd name="T70" fmla="*/ 83 w 315"/>
                  <a:gd name="T71" fmla="*/ 193 h 346"/>
                  <a:gd name="T72" fmla="*/ 61 w 315"/>
                  <a:gd name="T73" fmla="*/ 212 h 346"/>
                  <a:gd name="T74" fmla="*/ 61 w 315"/>
                  <a:gd name="T75" fmla="*/ 212 h 346"/>
                  <a:gd name="T76" fmla="*/ 0 w 315"/>
                  <a:gd name="T77" fmla="*/ 304 h 346"/>
                  <a:gd name="T78" fmla="*/ 10 w 315"/>
                  <a:gd name="T79" fmla="*/ 324 h 346"/>
                  <a:gd name="T80" fmla="*/ 13 w 315"/>
                  <a:gd name="T81" fmla="*/ 324 h 346"/>
                  <a:gd name="T82" fmla="*/ 17 w 315"/>
                  <a:gd name="T83" fmla="*/ 324 h 346"/>
                  <a:gd name="T84" fmla="*/ 42 w 315"/>
                  <a:gd name="T85" fmla="*/ 340 h 346"/>
                  <a:gd name="T86" fmla="*/ 83 w 315"/>
                  <a:gd name="T87" fmla="*/ 341 h 346"/>
                  <a:gd name="T88" fmla="*/ 83 w 315"/>
                  <a:gd name="T89" fmla="*/ 331 h 346"/>
                  <a:gd name="T90" fmla="*/ 49 w 315"/>
                  <a:gd name="T91" fmla="*/ 331 h 346"/>
                  <a:gd name="T92" fmla="*/ 16 w 315"/>
                  <a:gd name="T93" fmla="*/ 29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5" h="346">
                    <a:moveTo>
                      <a:pt x="223" y="168"/>
                    </a:moveTo>
                    <a:cubicBezTo>
                      <a:pt x="223" y="159"/>
                      <a:pt x="223" y="159"/>
                      <a:pt x="223" y="159"/>
                    </a:cubicBezTo>
                    <a:cubicBezTo>
                      <a:pt x="275" y="143"/>
                      <a:pt x="301" y="72"/>
                      <a:pt x="279" y="43"/>
                    </a:cubicBezTo>
                    <a:cubicBezTo>
                      <a:pt x="261" y="21"/>
                      <a:pt x="245" y="18"/>
                      <a:pt x="238" y="18"/>
                    </a:cubicBezTo>
                    <a:cubicBezTo>
                      <a:pt x="234" y="20"/>
                      <a:pt x="229" y="23"/>
                      <a:pt x="223" y="28"/>
                    </a:cubicBezTo>
                    <a:cubicBezTo>
                      <a:pt x="223" y="13"/>
                      <a:pt x="223" y="13"/>
                      <a:pt x="223" y="13"/>
                    </a:cubicBezTo>
                    <a:cubicBezTo>
                      <a:pt x="231" y="7"/>
                      <a:pt x="238" y="2"/>
                      <a:pt x="242" y="1"/>
                    </a:cubicBezTo>
                    <a:cubicBezTo>
                      <a:pt x="246" y="0"/>
                      <a:pt x="254" y="1"/>
                      <a:pt x="264" y="6"/>
                    </a:cubicBezTo>
                    <a:cubicBezTo>
                      <a:pt x="265" y="7"/>
                      <a:pt x="264" y="12"/>
                      <a:pt x="266" y="13"/>
                    </a:cubicBezTo>
                    <a:cubicBezTo>
                      <a:pt x="272" y="18"/>
                      <a:pt x="280" y="24"/>
                      <a:pt x="287" y="34"/>
                    </a:cubicBezTo>
                    <a:cubicBezTo>
                      <a:pt x="315" y="70"/>
                      <a:pt x="282" y="149"/>
                      <a:pt x="223" y="168"/>
                    </a:cubicBezTo>
                    <a:moveTo>
                      <a:pt x="83" y="207"/>
                    </a:moveTo>
                    <a:cubicBezTo>
                      <a:pt x="111" y="188"/>
                      <a:pt x="131" y="189"/>
                      <a:pt x="143" y="213"/>
                    </a:cubicBezTo>
                    <a:cubicBezTo>
                      <a:pt x="168" y="267"/>
                      <a:pt x="123" y="318"/>
                      <a:pt x="83" y="331"/>
                    </a:cubicBezTo>
                    <a:cubicBezTo>
                      <a:pt x="83" y="341"/>
                      <a:pt x="83" y="341"/>
                      <a:pt x="83" y="341"/>
                    </a:cubicBezTo>
                    <a:cubicBezTo>
                      <a:pt x="130" y="326"/>
                      <a:pt x="179" y="264"/>
                      <a:pt x="150" y="204"/>
                    </a:cubicBezTo>
                    <a:cubicBezTo>
                      <a:pt x="145" y="194"/>
                      <a:pt x="147" y="197"/>
                      <a:pt x="148" y="200"/>
                    </a:cubicBezTo>
                    <a:cubicBezTo>
                      <a:pt x="149" y="202"/>
                      <a:pt x="150" y="203"/>
                      <a:pt x="149" y="203"/>
                    </a:cubicBezTo>
                    <a:cubicBezTo>
                      <a:pt x="147" y="197"/>
                      <a:pt x="149" y="186"/>
                      <a:pt x="155" y="179"/>
                    </a:cubicBezTo>
                    <a:cubicBezTo>
                      <a:pt x="160" y="172"/>
                      <a:pt x="170" y="168"/>
                      <a:pt x="176" y="169"/>
                    </a:cubicBezTo>
                    <a:cubicBezTo>
                      <a:pt x="177" y="169"/>
                      <a:pt x="175" y="169"/>
                      <a:pt x="174" y="168"/>
                    </a:cubicBezTo>
                    <a:cubicBezTo>
                      <a:pt x="170" y="168"/>
                      <a:pt x="167" y="167"/>
                      <a:pt x="178" y="170"/>
                    </a:cubicBezTo>
                    <a:cubicBezTo>
                      <a:pt x="194" y="173"/>
                      <a:pt x="210" y="172"/>
                      <a:pt x="223" y="168"/>
                    </a:cubicBezTo>
                    <a:cubicBezTo>
                      <a:pt x="223" y="159"/>
                      <a:pt x="223" y="159"/>
                      <a:pt x="223" y="159"/>
                    </a:cubicBezTo>
                    <a:cubicBezTo>
                      <a:pt x="212" y="162"/>
                      <a:pt x="199" y="163"/>
                      <a:pt x="185" y="160"/>
                    </a:cubicBezTo>
                    <a:cubicBezTo>
                      <a:pt x="158" y="154"/>
                      <a:pt x="154" y="133"/>
                      <a:pt x="168" y="99"/>
                    </a:cubicBezTo>
                    <a:cubicBezTo>
                      <a:pt x="178" y="72"/>
                      <a:pt x="205" y="43"/>
                      <a:pt x="223" y="28"/>
                    </a:cubicBezTo>
                    <a:cubicBezTo>
                      <a:pt x="223" y="13"/>
                      <a:pt x="223" y="13"/>
                      <a:pt x="223" y="13"/>
                    </a:cubicBezTo>
                    <a:cubicBezTo>
                      <a:pt x="205" y="29"/>
                      <a:pt x="181" y="56"/>
                      <a:pt x="166" y="81"/>
                    </a:cubicBezTo>
                    <a:cubicBezTo>
                      <a:pt x="158" y="94"/>
                      <a:pt x="147" y="122"/>
                      <a:pt x="122" y="153"/>
                    </a:cubicBezTo>
                    <a:cubicBezTo>
                      <a:pt x="108" y="170"/>
                      <a:pt x="94" y="183"/>
                      <a:pt x="83" y="193"/>
                    </a:cubicBezTo>
                    <a:cubicBezTo>
                      <a:pt x="83" y="207"/>
                      <a:pt x="83" y="207"/>
                      <a:pt x="83" y="207"/>
                    </a:cubicBezTo>
                    <a:moveTo>
                      <a:pt x="16" y="296"/>
                    </a:moveTo>
                    <a:cubicBezTo>
                      <a:pt x="18" y="280"/>
                      <a:pt x="48" y="231"/>
                      <a:pt x="79" y="210"/>
                    </a:cubicBezTo>
                    <a:cubicBezTo>
                      <a:pt x="80" y="209"/>
                      <a:pt x="82" y="208"/>
                      <a:pt x="83" y="207"/>
                    </a:cubicBezTo>
                    <a:cubicBezTo>
                      <a:pt x="83" y="193"/>
                      <a:pt x="83" y="193"/>
                      <a:pt x="83" y="193"/>
                    </a:cubicBezTo>
                    <a:cubicBezTo>
                      <a:pt x="74" y="201"/>
                      <a:pt x="66" y="207"/>
                      <a:pt x="61" y="212"/>
                    </a:cubicBezTo>
                    <a:cubicBezTo>
                      <a:pt x="61" y="212"/>
                      <a:pt x="61" y="212"/>
                      <a:pt x="61" y="212"/>
                    </a:cubicBezTo>
                    <a:cubicBezTo>
                      <a:pt x="31" y="240"/>
                      <a:pt x="2" y="288"/>
                      <a:pt x="0" y="304"/>
                    </a:cubicBezTo>
                    <a:cubicBezTo>
                      <a:pt x="0" y="308"/>
                      <a:pt x="3" y="315"/>
                      <a:pt x="10" y="324"/>
                    </a:cubicBezTo>
                    <a:cubicBezTo>
                      <a:pt x="10" y="324"/>
                      <a:pt x="12" y="324"/>
                      <a:pt x="13" y="324"/>
                    </a:cubicBezTo>
                    <a:cubicBezTo>
                      <a:pt x="15" y="324"/>
                      <a:pt x="16" y="323"/>
                      <a:pt x="17" y="324"/>
                    </a:cubicBezTo>
                    <a:cubicBezTo>
                      <a:pt x="23" y="330"/>
                      <a:pt x="31" y="335"/>
                      <a:pt x="42" y="340"/>
                    </a:cubicBezTo>
                    <a:cubicBezTo>
                      <a:pt x="54" y="346"/>
                      <a:pt x="68" y="346"/>
                      <a:pt x="83" y="341"/>
                    </a:cubicBezTo>
                    <a:cubicBezTo>
                      <a:pt x="83" y="331"/>
                      <a:pt x="83" y="331"/>
                      <a:pt x="83" y="331"/>
                    </a:cubicBezTo>
                    <a:cubicBezTo>
                      <a:pt x="71" y="335"/>
                      <a:pt x="58" y="335"/>
                      <a:pt x="49" y="331"/>
                    </a:cubicBezTo>
                    <a:cubicBezTo>
                      <a:pt x="23" y="318"/>
                      <a:pt x="17" y="303"/>
                      <a:pt x="16" y="296"/>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6" name="Freeform 387"/>
              <p:cNvSpPr/>
              <p:nvPr/>
            </p:nvSpPr>
            <p:spPr bwMode="auto">
              <a:xfrm>
                <a:off x="2641601" y="4054475"/>
                <a:ext cx="598488" cy="1008063"/>
              </a:xfrm>
              <a:custGeom>
                <a:avLst/>
                <a:gdLst>
                  <a:gd name="T0" fmla="*/ 200 w 220"/>
                  <a:gd name="T1" fmla="*/ 7 h 371"/>
                  <a:gd name="T2" fmla="*/ 22 w 220"/>
                  <a:gd name="T3" fmla="*/ 237 h 371"/>
                  <a:gd name="T4" fmla="*/ 16 w 220"/>
                  <a:gd name="T5" fmla="*/ 346 h 371"/>
                  <a:gd name="T6" fmla="*/ 35 w 220"/>
                  <a:gd name="T7" fmla="*/ 340 h 371"/>
                  <a:gd name="T8" fmla="*/ 40 w 220"/>
                  <a:gd name="T9" fmla="*/ 238 h 371"/>
                  <a:gd name="T10" fmla="*/ 216 w 220"/>
                  <a:gd name="T11" fmla="*/ 15 h 371"/>
                  <a:gd name="T12" fmla="*/ 200 w 220"/>
                  <a:gd name="T13" fmla="*/ 7 h 371"/>
                </a:gdLst>
                <a:ahLst/>
                <a:cxnLst>
                  <a:cxn ang="0">
                    <a:pos x="T0" y="T1"/>
                  </a:cxn>
                  <a:cxn ang="0">
                    <a:pos x="T2" y="T3"/>
                  </a:cxn>
                  <a:cxn ang="0">
                    <a:pos x="T4" y="T5"/>
                  </a:cxn>
                  <a:cxn ang="0">
                    <a:pos x="T6" y="T7"/>
                  </a:cxn>
                  <a:cxn ang="0">
                    <a:pos x="T8" y="T9"/>
                  </a:cxn>
                  <a:cxn ang="0">
                    <a:pos x="T10" y="T11"/>
                  </a:cxn>
                  <a:cxn ang="0">
                    <a:pos x="T12" y="T13"/>
                  </a:cxn>
                </a:cxnLst>
                <a:rect l="0" t="0" r="r" b="b"/>
                <a:pathLst>
                  <a:path w="220" h="371">
                    <a:moveTo>
                      <a:pt x="200" y="7"/>
                    </a:moveTo>
                    <a:cubicBezTo>
                      <a:pt x="190" y="20"/>
                      <a:pt x="45" y="206"/>
                      <a:pt x="22" y="237"/>
                    </a:cubicBezTo>
                    <a:cubicBezTo>
                      <a:pt x="0" y="267"/>
                      <a:pt x="11" y="322"/>
                      <a:pt x="16" y="346"/>
                    </a:cubicBezTo>
                    <a:cubicBezTo>
                      <a:pt x="21" y="371"/>
                      <a:pt x="38" y="352"/>
                      <a:pt x="35" y="340"/>
                    </a:cubicBezTo>
                    <a:cubicBezTo>
                      <a:pt x="29" y="314"/>
                      <a:pt x="19" y="269"/>
                      <a:pt x="40" y="238"/>
                    </a:cubicBezTo>
                    <a:cubicBezTo>
                      <a:pt x="61" y="207"/>
                      <a:pt x="212" y="20"/>
                      <a:pt x="216" y="15"/>
                    </a:cubicBezTo>
                    <a:cubicBezTo>
                      <a:pt x="220" y="11"/>
                      <a:pt x="205" y="0"/>
                      <a:pt x="200" y="7"/>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7" name="Freeform 388"/>
              <p:cNvSpPr/>
              <p:nvPr/>
            </p:nvSpPr>
            <p:spPr bwMode="auto">
              <a:xfrm>
                <a:off x="2544763" y="4168775"/>
                <a:ext cx="868363" cy="741363"/>
              </a:xfrm>
              <a:custGeom>
                <a:avLst/>
                <a:gdLst>
                  <a:gd name="T0" fmla="*/ 5 w 320"/>
                  <a:gd name="T1" fmla="*/ 254 h 273"/>
                  <a:gd name="T2" fmla="*/ 190 w 320"/>
                  <a:gd name="T3" fmla="*/ 30 h 273"/>
                  <a:gd name="T4" fmla="*/ 295 w 320"/>
                  <a:gd name="T5" fmla="*/ 0 h 273"/>
                  <a:gd name="T6" fmla="*/ 294 w 320"/>
                  <a:gd name="T7" fmla="*/ 20 h 273"/>
                  <a:gd name="T8" fmla="*/ 196 w 320"/>
                  <a:gd name="T9" fmla="*/ 47 h 273"/>
                  <a:gd name="T10" fmla="*/ 17 w 320"/>
                  <a:gd name="T11" fmla="*/ 268 h 273"/>
                  <a:gd name="T12" fmla="*/ 5 w 320"/>
                  <a:gd name="T13" fmla="*/ 254 h 273"/>
                </a:gdLst>
                <a:ahLst/>
                <a:cxnLst>
                  <a:cxn ang="0">
                    <a:pos x="T0" y="T1"/>
                  </a:cxn>
                  <a:cxn ang="0">
                    <a:pos x="T2" y="T3"/>
                  </a:cxn>
                  <a:cxn ang="0">
                    <a:pos x="T4" y="T5"/>
                  </a:cxn>
                  <a:cxn ang="0">
                    <a:pos x="T6" y="T7"/>
                  </a:cxn>
                  <a:cxn ang="0">
                    <a:pos x="T8" y="T9"/>
                  </a:cxn>
                  <a:cxn ang="0">
                    <a:pos x="T10" y="T11"/>
                  </a:cxn>
                  <a:cxn ang="0">
                    <a:pos x="T12" y="T13"/>
                  </a:cxn>
                </a:cxnLst>
                <a:rect l="0" t="0" r="r" b="b"/>
                <a:pathLst>
                  <a:path w="320" h="273">
                    <a:moveTo>
                      <a:pt x="5" y="254"/>
                    </a:moveTo>
                    <a:cubicBezTo>
                      <a:pt x="16" y="242"/>
                      <a:pt x="165" y="59"/>
                      <a:pt x="190" y="30"/>
                    </a:cubicBezTo>
                    <a:cubicBezTo>
                      <a:pt x="215" y="1"/>
                      <a:pt x="270" y="0"/>
                      <a:pt x="295" y="0"/>
                    </a:cubicBezTo>
                    <a:cubicBezTo>
                      <a:pt x="320" y="0"/>
                      <a:pt x="306" y="20"/>
                      <a:pt x="294" y="20"/>
                    </a:cubicBezTo>
                    <a:cubicBezTo>
                      <a:pt x="267" y="20"/>
                      <a:pt x="221" y="19"/>
                      <a:pt x="196" y="47"/>
                    </a:cubicBezTo>
                    <a:cubicBezTo>
                      <a:pt x="170" y="75"/>
                      <a:pt x="21" y="263"/>
                      <a:pt x="17" y="268"/>
                    </a:cubicBezTo>
                    <a:cubicBezTo>
                      <a:pt x="13" y="273"/>
                      <a:pt x="0" y="260"/>
                      <a:pt x="5" y="254"/>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8" name="Freeform 389"/>
              <p:cNvSpPr>
                <a:spLocks noEditPoints="1"/>
              </p:cNvSpPr>
              <p:nvPr/>
            </p:nvSpPr>
            <p:spPr bwMode="auto">
              <a:xfrm>
                <a:off x="2522538" y="4035425"/>
                <a:ext cx="855663" cy="939800"/>
              </a:xfrm>
              <a:custGeom>
                <a:avLst/>
                <a:gdLst>
                  <a:gd name="T0" fmla="*/ 223 w 315"/>
                  <a:gd name="T1" fmla="*/ 168 h 346"/>
                  <a:gd name="T2" fmla="*/ 223 w 315"/>
                  <a:gd name="T3" fmla="*/ 159 h 346"/>
                  <a:gd name="T4" fmla="*/ 279 w 315"/>
                  <a:gd name="T5" fmla="*/ 43 h 346"/>
                  <a:gd name="T6" fmla="*/ 238 w 315"/>
                  <a:gd name="T7" fmla="*/ 18 h 346"/>
                  <a:gd name="T8" fmla="*/ 223 w 315"/>
                  <a:gd name="T9" fmla="*/ 28 h 346"/>
                  <a:gd name="T10" fmla="*/ 223 w 315"/>
                  <a:gd name="T11" fmla="*/ 13 h 346"/>
                  <a:gd name="T12" fmla="*/ 242 w 315"/>
                  <a:gd name="T13" fmla="*/ 1 h 346"/>
                  <a:gd name="T14" fmla="*/ 264 w 315"/>
                  <a:gd name="T15" fmla="*/ 6 h 346"/>
                  <a:gd name="T16" fmla="*/ 266 w 315"/>
                  <a:gd name="T17" fmla="*/ 13 h 346"/>
                  <a:gd name="T18" fmla="*/ 287 w 315"/>
                  <a:gd name="T19" fmla="*/ 34 h 346"/>
                  <a:gd name="T20" fmla="*/ 223 w 315"/>
                  <a:gd name="T21" fmla="*/ 168 h 346"/>
                  <a:gd name="T22" fmla="*/ 83 w 315"/>
                  <a:gd name="T23" fmla="*/ 207 h 346"/>
                  <a:gd name="T24" fmla="*/ 143 w 315"/>
                  <a:gd name="T25" fmla="*/ 213 h 346"/>
                  <a:gd name="T26" fmla="*/ 83 w 315"/>
                  <a:gd name="T27" fmla="*/ 331 h 346"/>
                  <a:gd name="T28" fmla="*/ 83 w 315"/>
                  <a:gd name="T29" fmla="*/ 341 h 346"/>
                  <a:gd name="T30" fmla="*/ 150 w 315"/>
                  <a:gd name="T31" fmla="*/ 204 h 346"/>
                  <a:gd name="T32" fmla="*/ 148 w 315"/>
                  <a:gd name="T33" fmla="*/ 200 h 346"/>
                  <a:gd name="T34" fmla="*/ 149 w 315"/>
                  <a:gd name="T35" fmla="*/ 203 h 346"/>
                  <a:gd name="T36" fmla="*/ 155 w 315"/>
                  <a:gd name="T37" fmla="*/ 179 h 346"/>
                  <a:gd name="T38" fmla="*/ 176 w 315"/>
                  <a:gd name="T39" fmla="*/ 169 h 346"/>
                  <a:gd name="T40" fmla="*/ 174 w 315"/>
                  <a:gd name="T41" fmla="*/ 168 h 346"/>
                  <a:gd name="T42" fmla="*/ 178 w 315"/>
                  <a:gd name="T43" fmla="*/ 170 h 346"/>
                  <a:gd name="T44" fmla="*/ 223 w 315"/>
                  <a:gd name="T45" fmla="*/ 168 h 346"/>
                  <a:gd name="T46" fmla="*/ 223 w 315"/>
                  <a:gd name="T47" fmla="*/ 159 h 346"/>
                  <a:gd name="T48" fmla="*/ 185 w 315"/>
                  <a:gd name="T49" fmla="*/ 160 h 346"/>
                  <a:gd name="T50" fmla="*/ 168 w 315"/>
                  <a:gd name="T51" fmla="*/ 99 h 346"/>
                  <a:gd name="T52" fmla="*/ 223 w 315"/>
                  <a:gd name="T53" fmla="*/ 28 h 346"/>
                  <a:gd name="T54" fmla="*/ 223 w 315"/>
                  <a:gd name="T55" fmla="*/ 13 h 346"/>
                  <a:gd name="T56" fmla="*/ 166 w 315"/>
                  <a:gd name="T57" fmla="*/ 81 h 346"/>
                  <a:gd name="T58" fmla="*/ 122 w 315"/>
                  <a:gd name="T59" fmla="*/ 153 h 346"/>
                  <a:gd name="T60" fmla="*/ 83 w 315"/>
                  <a:gd name="T61" fmla="*/ 193 h 346"/>
                  <a:gd name="T62" fmla="*/ 83 w 315"/>
                  <a:gd name="T63" fmla="*/ 207 h 346"/>
                  <a:gd name="T64" fmla="*/ 16 w 315"/>
                  <a:gd name="T65" fmla="*/ 296 h 346"/>
                  <a:gd name="T66" fmla="*/ 79 w 315"/>
                  <a:gd name="T67" fmla="*/ 210 h 346"/>
                  <a:gd name="T68" fmla="*/ 83 w 315"/>
                  <a:gd name="T69" fmla="*/ 207 h 346"/>
                  <a:gd name="T70" fmla="*/ 83 w 315"/>
                  <a:gd name="T71" fmla="*/ 193 h 346"/>
                  <a:gd name="T72" fmla="*/ 61 w 315"/>
                  <a:gd name="T73" fmla="*/ 212 h 346"/>
                  <a:gd name="T74" fmla="*/ 61 w 315"/>
                  <a:gd name="T75" fmla="*/ 212 h 346"/>
                  <a:gd name="T76" fmla="*/ 0 w 315"/>
                  <a:gd name="T77" fmla="*/ 304 h 346"/>
                  <a:gd name="T78" fmla="*/ 10 w 315"/>
                  <a:gd name="T79" fmla="*/ 324 h 346"/>
                  <a:gd name="T80" fmla="*/ 13 w 315"/>
                  <a:gd name="T81" fmla="*/ 324 h 346"/>
                  <a:gd name="T82" fmla="*/ 17 w 315"/>
                  <a:gd name="T83" fmla="*/ 324 h 346"/>
                  <a:gd name="T84" fmla="*/ 42 w 315"/>
                  <a:gd name="T85" fmla="*/ 340 h 346"/>
                  <a:gd name="T86" fmla="*/ 83 w 315"/>
                  <a:gd name="T87" fmla="*/ 341 h 346"/>
                  <a:gd name="T88" fmla="*/ 83 w 315"/>
                  <a:gd name="T89" fmla="*/ 331 h 346"/>
                  <a:gd name="T90" fmla="*/ 49 w 315"/>
                  <a:gd name="T91" fmla="*/ 331 h 346"/>
                  <a:gd name="T92" fmla="*/ 16 w 315"/>
                  <a:gd name="T93" fmla="*/ 29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5" h="346">
                    <a:moveTo>
                      <a:pt x="223" y="168"/>
                    </a:moveTo>
                    <a:cubicBezTo>
                      <a:pt x="223" y="159"/>
                      <a:pt x="223" y="159"/>
                      <a:pt x="223" y="159"/>
                    </a:cubicBezTo>
                    <a:cubicBezTo>
                      <a:pt x="275" y="143"/>
                      <a:pt x="301" y="72"/>
                      <a:pt x="279" y="43"/>
                    </a:cubicBezTo>
                    <a:cubicBezTo>
                      <a:pt x="261" y="21"/>
                      <a:pt x="245" y="18"/>
                      <a:pt x="238" y="18"/>
                    </a:cubicBezTo>
                    <a:cubicBezTo>
                      <a:pt x="234" y="20"/>
                      <a:pt x="229" y="23"/>
                      <a:pt x="223" y="28"/>
                    </a:cubicBezTo>
                    <a:cubicBezTo>
                      <a:pt x="223" y="13"/>
                      <a:pt x="223" y="13"/>
                      <a:pt x="223" y="13"/>
                    </a:cubicBezTo>
                    <a:cubicBezTo>
                      <a:pt x="231" y="7"/>
                      <a:pt x="238" y="2"/>
                      <a:pt x="242" y="1"/>
                    </a:cubicBezTo>
                    <a:cubicBezTo>
                      <a:pt x="246" y="0"/>
                      <a:pt x="254" y="1"/>
                      <a:pt x="264" y="6"/>
                    </a:cubicBezTo>
                    <a:cubicBezTo>
                      <a:pt x="265" y="7"/>
                      <a:pt x="264" y="12"/>
                      <a:pt x="266" y="13"/>
                    </a:cubicBezTo>
                    <a:cubicBezTo>
                      <a:pt x="272" y="18"/>
                      <a:pt x="280" y="24"/>
                      <a:pt x="287" y="34"/>
                    </a:cubicBezTo>
                    <a:cubicBezTo>
                      <a:pt x="315" y="70"/>
                      <a:pt x="282" y="149"/>
                      <a:pt x="223" y="168"/>
                    </a:cubicBezTo>
                    <a:moveTo>
                      <a:pt x="83" y="207"/>
                    </a:moveTo>
                    <a:cubicBezTo>
                      <a:pt x="111" y="188"/>
                      <a:pt x="131" y="189"/>
                      <a:pt x="143" y="213"/>
                    </a:cubicBezTo>
                    <a:cubicBezTo>
                      <a:pt x="168" y="267"/>
                      <a:pt x="123" y="318"/>
                      <a:pt x="83" y="331"/>
                    </a:cubicBezTo>
                    <a:cubicBezTo>
                      <a:pt x="83" y="341"/>
                      <a:pt x="83" y="341"/>
                      <a:pt x="83" y="341"/>
                    </a:cubicBezTo>
                    <a:cubicBezTo>
                      <a:pt x="130" y="326"/>
                      <a:pt x="179" y="264"/>
                      <a:pt x="150" y="204"/>
                    </a:cubicBezTo>
                    <a:cubicBezTo>
                      <a:pt x="145" y="194"/>
                      <a:pt x="147" y="197"/>
                      <a:pt x="148" y="200"/>
                    </a:cubicBezTo>
                    <a:cubicBezTo>
                      <a:pt x="149" y="202"/>
                      <a:pt x="150" y="203"/>
                      <a:pt x="149" y="203"/>
                    </a:cubicBezTo>
                    <a:cubicBezTo>
                      <a:pt x="147" y="197"/>
                      <a:pt x="149" y="186"/>
                      <a:pt x="155" y="179"/>
                    </a:cubicBezTo>
                    <a:cubicBezTo>
                      <a:pt x="160" y="172"/>
                      <a:pt x="170" y="168"/>
                      <a:pt x="176" y="169"/>
                    </a:cubicBezTo>
                    <a:cubicBezTo>
                      <a:pt x="177" y="169"/>
                      <a:pt x="175" y="169"/>
                      <a:pt x="174" y="168"/>
                    </a:cubicBezTo>
                    <a:cubicBezTo>
                      <a:pt x="170" y="168"/>
                      <a:pt x="167" y="167"/>
                      <a:pt x="178" y="170"/>
                    </a:cubicBezTo>
                    <a:cubicBezTo>
                      <a:pt x="194" y="173"/>
                      <a:pt x="210" y="172"/>
                      <a:pt x="223" y="168"/>
                    </a:cubicBezTo>
                    <a:cubicBezTo>
                      <a:pt x="223" y="159"/>
                      <a:pt x="223" y="159"/>
                      <a:pt x="223" y="159"/>
                    </a:cubicBezTo>
                    <a:cubicBezTo>
                      <a:pt x="212" y="162"/>
                      <a:pt x="199" y="163"/>
                      <a:pt x="185" y="160"/>
                    </a:cubicBezTo>
                    <a:cubicBezTo>
                      <a:pt x="158" y="154"/>
                      <a:pt x="154" y="133"/>
                      <a:pt x="168" y="99"/>
                    </a:cubicBezTo>
                    <a:cubicBezTo>
                      <a:pt x="178" y="72"/>
                      <a:pt x="205" y="43"/>
                      <a:pt x="223" y="28"/>
                    </a:cubicBezTo>
                    <a:cubicBezTo>
                      <a:pt x="223" y="13"/>
                      <a:pt x="223" y="13"/>
                      <a:pt x="223" y="13"/>
                    </a:cubicBezTo>
                    <a:cubicBezTo>
                      <a:pt x="205" y="29"/>
                      <a:pt x="181" y="56"/>
                      <a:pt x="166" y="81"/>
                    </a:cubicBezTo>
                    <a:cubicBezTo>
                      <a:pt x="158" y="94"/>
                      <a:pt x="147" y="122"/>
                      <a:pt x="122" y="153"/>
                    </a:cubicBezTo>
                    <a:cubicBezTo>
                      <a:pt x="108" y="170"/>
                      <a:pt x="94" y="183"/>
                      <a:pt x="83" y="193"/>
                    </a:cubicBezTo>
                    <a:cubicBezTo>
                      <a:pt x="83" y="207"/>
                      <a:pt x="83" y="207"/>
                      <a:pt x="83" y="207"/>
                    </a:cubicBezTo>
                    <a:moveTo>
                      <a:pt x="16" y="296"/>
                    </a:moveTo>
                    <a:cubicBezTo>
                      <a:pt x="18" y="280"/>
                      <a:pt x="48" y="231"/>
                      <a:pt x="79" y="210"/>
                    </a:cubicBezTo>
                    <a:cubicBezTo>
                      <a:pt x="80" y="209"/>
                      <a:pt x="82" y="208"/>
                      <a:pt x="83" y="207"/>
                    </a:cubicBezTo>
                    <a:cubicBezTo>
                      <a:pt x="83" y="193"/>
                      <a:pt x="83" y="193"/>
                      <a:pt x="83" y="193"/>
                    </a:cubicBezTo>
                    <a:cubicBezTo>
                      <a:pt x="74" y="201"/>
                      <a:pt x="66" y="207"/>
                      <a:pt x="61" y="212"/>
                    </a:cubicBezTo>
                    <a:cubicBezTo>
                      <a:pt x="61" y="212"/>
                      <a:pt x="61" y="212"/>
                      <a:pt x="61" y="212"/>
                    </a:cubicBezTo>
                    <a:cubicBezTo>
                      <a:pt x="31" y="240"/>
                      <a:pt x="2" y="288"/>
                      <a:pt x="0" y="304"/>
                    </a:cubicBezTo>
                    <a:cubicBezTo>
                      <a:pt x="0" y="308"/>
                      <a:pt x="3" y="315"/>
                      <a:pt x="10" y="324"/>
                    </a:cubicBezTo>
                    <a:cubicBezTo>
                      <a:pt x="10" y="324"/>
                      <a:pt x="12" y="324"/>
                      <a:pt x="13" y="324"/>
                    </a:cubicBezTo>
                    <a:cubicBezTo>
                      <a:pt x="15" y="324"/>
                      <a:pt x="16" y="323"/>
                      <a:pt x="17" y="324"/>
                    </a:cubicBezTo>
                    <a:cubicBezTo>
                      <a:pt x="23" y="330"/>
                      <a:pt x="31" y="335"/>
                      <a:pt x="42" y="340"/>
                    </a:cubicBezTo>
                    <a:cubicBezTo>
                      <a:pt x="54" y="346"/>
                      <a:pt x="68" y="346"/>
                      <a:pt x="83" y="341"/>
                    </a:cubicBezTo>
                    <a:cubicBezTo>
                      <a:pt x="83" y="331"/>
                      <a:pt x="83" y="331"/>
                      <a:pt x="83" y="331"/>
                    </a:cubicBezTo>
                    <a:cubicBezTo>
                      <a:pt x="71" y="335"/>
                      <a:pt x="58" y="335"/>
                      <a:pt x="49" y="331"/>
                    </a:cubicBezTo>
                    <a:cubicBezTo>
                      <a:pt x="23" y="318"/>
                      <a:pt x="17" y="303"/>
                      <a:pt x="16" y="296"/>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59" name="Freeform 391"/>
              <p:cNvSpPr/>
              <p:nvPr/>
            </p:nvSpPr>
            <p:spPr bwMode="auto">
              <a:xfrm>
                <a:off x="3149601" y="4100513"/>
                <a:ext cx="141288" cy="92075"/>
              </a:xfrm>
              <a:custGeom>
                <a:avLst/>
                <a:gdLst>
                  <a:gd name="T0" fmla="*/ 28 w 52"/>
                  <a:gd name="T1" fmla="*/ 0 h 34"/>
                  <a:gd name="T2" fmla="*/ 0 w 52"/>
                  <a:gd name="T3" fmla="*/ 34 h 34"/>
                  <a:gd name="T4" fmla="*/ 52 w 52"/>
                  <a:gd name="T5" fmla="*/ 26 h 34"/>
                  <a:gd name="T6" fmla="*/ 48 w 52"/>
                  <a:gd name="T7" fmla="*/ 19 h 34"/>
                  <a:gd name="T8" fmla="*/ 28 w 52"/>
                  <a:gd name="T9" fmla="*/ 0 h 34"/>
                </a:gdLst>
                <a:ahLst/>
                <a:cxnLst>
                  <a:cxn ang="0">
                    <a:pos x="T0" y="T1"/>
                  </a:cxn>
                  <a:cxn ang="0">
                    <a:pos x="T2" y="T3"/>
                  </a:cxn>
                  <a:cxn ang="0">
                    <a:pos x="T4" y="T5"/>
                  </a:cxn>
                  <a:cxn ang="0">
                    <a:pos x="T6" y="T7"/>
                  </a:cxn>
                  <a:cxn ang="0">
                    <a:pos x="T8" y="T9"/>
                  </a:cxn>
                </a:cxnLst>
                <a:rect l="0" t="0" r="r" b="b"/>
                <a:pathLst>
                  <a:path w="52" h="34">
                    <a:moveTo>
                      <a:pt x="28" y="0"/>
                    </a:moveTo>
                    <a:cubicBezTo>
                      <a:pt x="24" y="5"/>
                      <a:pt x="14" y="18"/>
                      <a:pt x="0" y="34"/>
                    </a:cubicBezTo>
                    <a:cubicBezTo>
                      <a:pt x="17" y="29"/>
                      <a:pt x="36" y="26"/>
                      <a:pt x="52" y="26"/>
                    </a:cubicBezTo>
                    <a:cubicBezTo>
                      <a:pt x="51" y="23"/>
                      <a:pt x="50" y="21"/>
                      <a:pt x="48" y="19"/>
                    </a:cubicBezTo>
                    <a:cubicBezTo>
                      <a:pt x="41" y="10"/>
                      <a:pt x="34" y="4"/>
                      <a:pt x="28" y="0"/>
                    </a:cubicBezTo>
                  </a:path>
                </a:pathLst>
              </a:custGeom>
              <a:solidFill>
                <a:srgbClr val="EDF3F3"/>
              </a:solidFill>
              <a:ln>
                <a:noFill/>
              </a:ln>
            </p:spPr>
            <p:txBody>
              <a:bodyPr vert="horz" wrap="square" lIns="91440" tIns="45720" rIns="91440" bIns="45720" numCol="1" anchor="t" anchorCtr="0" compatLnSpc="1"/>
              <a:lstStyle/>
              <a:p>
                <a:endParaRPr lang="en-US"/>
              </a:p>
            </p:txBody>
          </p:sp>
          <p:sp>
            <p:nvSpPr>
              <p:cNvPr id="60" name="Freeform 392"/>
              <p:cNvSpPr/>
              <p:nvPr/>
            </p:nvSpPr>
            <p:spPr bwMode="auto">
              <a:xfrm>
                <a:off x="2965451" y="4222750"/>
                <a:ext cx="336550" cy="252413"/>
              </a:xfrm>
              <a:custGeom>
                <a:avLst/>
                <a:gdLst>
                  <a:gd name="T0" fmla="*/ 124 w 124"/>
                  <a:gd name="T1" fmla="*/ 0 h 93"/>
                  <a:gd name="T2" fmla="*/ 41 w 124"/>
                  <a:gd name="T3" fmla="*/ 27 h 93"/>
                  <a:gd name="T4" fmla="*/ 17 w 124"/>
                  <a:gd name="T5" fmla="*/ 54 h 93"/>
                  <a:gd name="T6" fmla="*/ 31 w 124"/>
                  <a:gd name="T7" fmla="*/ 78 h 93"/>
                  <a:gd name="T8" fmla="*/ 31 w 124"/>
                  <a:gd name="T9" fmla="*/ 78 h 93"/>
                  <a:gd name="T10" fmla="*/ 31 w 124"/>
                  <a:gd name="T11" fmla="*/ 78 h 93"/>
                  <a:gd name="T12" fmla="*/ 11 w 124"/>
                  <a:gd name="T13" fmla="*/ 62 h 93"/>
                  <a:gd name="T14" fmla="*/ 0 w 124"/>
                  <a:gd name="T15" fmla="*/ 76 h 93"/>
                  <a:gd name="T16" fmla="*/ 22 w 124"/>
                  <a:gd name="T17" fmla="*/ 91 h 93"/>
                  <a:gd name="T18" fmla="*/ 22 w 124"/>
                  <a:gd name="T19" fmla="*/ 91 h 93"/>
                  <a:gd name="T20" fmla="*/ 40 w 124"/>
                  <a:gd name="T21" fmla="*/ 93 h 93"/>
                  <a:gd name="T22" fmla="*/ 60 w 124"/>
                  <a:gd name="T23" fmla="*/ 90 h 93"/>
                  <a:gd name="T24" fmla="*/ 60 w 124"/>
                  <a:gd name="T25" fmla="*/ 90 h 93"/>
                  <a:gd name="T26" fmla="*/ 60 w 124"/>
                  <a:gd name="T27" fmla="*/ 90 h 93"/>
                  <a:gd name="T28" fmla="*/ 124 w 124"/>
                  <a:gd name="T29" fmla="*/ 1 h 93"/>
                  <a:gd name="T30" fmla="*/ 124 w 124"/>
                  <a:gd name="T31"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4" h="93">
                    <a:moveTo>
                      <a:pt x="124" y="0"/>
                    </a:moveTo>
                    <a:cubicBezTo>
                      <a:pt x="97" y="1"/>
                      <a:pt x="62" y="4"/>
                      <a:pt x="41" y="27"/>
                    </a:cubicBezTo>
                    <a:cubicBezTo>
                      <a:pt x="36" y="32"/>
                      <a:pt x="28" y="42"/>
                      <a:pt x="17" y="54"/>
                    </a:cubicBezTo>
                    <a:cubicBezTo>
                      <a:pt x="20" y="63"/>
                      <a:pt x="24" y="71"/>
                      <a:pt x="31" y="78"/>
                    </a:cubicBezTo>
                    <a:cubicBezTo>
                      <a:pt x="31" y="78"/>
                      <a:pt x="31" y="78"/>
                      <a:pt x="31" y="78"/>
                    </a:cubicBezTo>
                    <a:cubicBezTo>
                      <a:pt x="31" y="78"/>
                      <a:pt x="31" y="78"/>
                      <a:pt x="31" y="78"/>
                    </a:cubicBezTo>
                    <a:cubicBezTo>
                      <a:pt x="21" y="74"/>
                      <a:pt x="14" y="69"/>
                      <a:pt x="11" y="62"/>
                    </a:cubicBezTo>
                    <a:cubicBezTo>
                      <a:pt x="7" y="67"/>
                      <a:pt x="4" y="71"/>
                      <a:pt x="0" y="76"/>
                    </a:cubicBezTo>
                    <a:cubicBezTo>
                      <a:pt x="3" y="83"/>
                      <a:pt x="11" y="88"/>
                      <a:pt x="22" y="91"/>
                    </a:cubicBezTo>
                    <a:cubicBezTo>
                      <a:pt x="22" y="91"/>
                      <a:pt x="22" y="91"/>
                      <a:pt x="22" y="91"/>
                    </a:cubicBezTo>
                    <a:cubicBezTo>
                      <a:pt x="28" y="92"/>
                      <a:pt x="34" y="93"/>
                      <a:pt x="40" y="93"/>
                    </a:cubicBezTo>
                    <a:cubicBezTo>
                      <a:pt x="47" y="93"/>
                      <a:pt x="54" y="92"/>
                      <a:pt x="60" y="90"/>
                    </a:cubicBezTo>
                    <a:cubicBezTo>
                      <a:pt x="60" y="90"/>
                      <a:pt x="60" y="90"/>
                      <a:pt x="60" y="90"/>
                    </a:cubicBezTo>
                    <a:cubicBezTo>
                      <a:pt x="60" y="90"/>
                      <a:pt x="60" y="90"/>
                      <a:pt x="60" y="90"/>
                    </a:cubicBezTo>
                    <a:cubicBezTo>
                      <a:pt x="100" y="78"/>
                      <a:pt x="124" y="34"/>
                      <a:pt x="124" y="1"/>
                    </a:cubicBezTo>
                    <a:cubicBezTo>
                      <a:pt x="124" y="1"/>
                      <a:pt x="124" y="0"/>
                      <a:pt x="124" y="0"/>
                    </a:cubicBezTo>
                  </a:path>
                </a:pathLst>
              </a:custGeom>
              <a:solidFill>
                <a:srgbClr val="EDF3F3"/>
              </a:solidFill>
              <a:ln>
                <a:noFill/>
              </a:ln>
            </p:spPr>
            <p:txBody>
              <a:bodyPr vert="horz" wrap="square" lIns="91440" tIns="45720" rIns="91440" bIns="45720" numCol="1" anchor="t" anchorCtr="0" compatLnSpc="1"/>
              <a:lstStyle/>
              <a:p>
                <a:endParaRPr lang="en-US"/>
              </a:p>
            </p:txBody>
          </p:sp>
          <p:sp>
            <p:nvSpPr>
              <p:cNvPr id="61" name="Freeform 393"/>
              <p:cNvSpPr>
                <a:spLocks noEditPoints="1"/>
              </p:cNvSpPr>
              <p:nvPr/>
            </p:nvSpPr>
            <p:spPr bwMode="auto">
              <a:xfrm>
                <a:off x="2957513" y="4084638"/>
                <a:ext cx="268288" cy="287338"/>
              </a:xfrm>
              <a:custGeom>
                <a:avLst/>
                <a:gdLst>
                  <a:gd name="T0" fmla="*/ 15 w 99"/>
                  <a:gd name="T1" fmla="*/ 85 h 106"/>
                  <a:gd name="T2" fmla="*/ 1 w 99"/>
                  <a:gd name="T3" fmla="*/ 103 h 106"/>
                  <a:gd name="T4" fmla="*/ 1 w 99"/>
                  <a:gd name="T5" fmla="*/ 103 h 106"/>
                  <a:gd name="T6" fmla="*/ 1 w 99"/>
                  <a:gd name="T7" fmla="*/ 103 h 106"/>
                  <a:gd name="T8" fmla="*/ 0 w 99"/>
                  <a:gd name="T9" fmla="*/ 106 h 106"/>
                  <a:gd name="T10" fmla="*/ 12 w 99"/>
                  <a:gd name="T11" fmla="*/ 93 h 106"/>
                  <a:gd name="T12" fmla="*/ 15 w 99"/>
                  <a:gd name="T13" fmla="*/ 85 h 106"/>
                  <a:gd name="T14" fmla="*/ 81 w 99"/>
                  <a:gd name="T15" fmla="*/ 0 h 106"/>
                  <a:gd name="T16" fmla="*/ 81 w 99"/>
                  <a:gd name="T17" fmla="*/ 0 h 106"/>
                  <a:gd name="T18" fmla="*/ 21 w 99"/>
                  <a:gd name="T19" fmla="*/ 78 h 106"/>
                  <a:gd name="T20" fmla="*/ 21 w 99"/>
                  <a:gd name="T21" fmla="*/ 78 h 106"/>
                  <a:gd name="T22" fmla="*/ 19 w 99"/>
                  <a:gd name="T23" fmla="*/ 84 h 106"/>
                  <a:gd name="T24" fmla="*/ 38 w 99"/>
                  <a:gd name="T25" fmla="*/ 61 h 106"/>
                  <a:gd name="T26" fmla="*/ 71 w 99"/>
                  <a:gd name="T27" fmla="*/ 40 h 106"/>
                  <a:gd name="T28" fmla="*/ 99 w 99"/>
                  <a:gd name="T29" fmla="*/ 6 h 106"/>
                  <a:gd name="T30" fmla="*/ 81 w 99"/>
                  <a:gd name="T3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106">
                    <a:moveTo>
                      <a:pt x="15" y="85"/>
                    </a:moveTo>
                    <a:cubicBezTo>
                      <a:pt x="10" y="91"/>
                      <a:pt x="5" y="97"/>
                      <a:pt x="1" y="103"/>
                    </a:cubicBezTo>
                    <a:cubicBezTo>
                      <a:pt x="1" y="103"/>
                      <a:pt x="1" y="103"/>
                      <a:pt x="1" y="103"/>
                    </a:cubicBezTo>
                    <a:cubicBezTo>
                      <a:pt x="1" y="103"/>
                      <a:pt x="1" y="103"/>
                      <a:pt x="1" y="103"/>
                    </a:cubicBezTo>
                    <a:cubicBezTo>
                      <a:pt x="1" y="104"/>
                      <a:pt x="0" y="105"/>
                      <a:pt x="0" y="106"/>
                    </a:cubicBezTo>
                    <a:cubicBezTo>
                      <a:pt x="4" y="101"/>
                      <a:pt x="8" y="97"/>
                      <a:pt x="12" y="93"/>
                    </a:cubicBezTo>
                    <a:cubicBezTo>
                      <a:pt x="12" y="90"/>
                      <a:pt x="13" y="88"/>
                      <a:pt x="15" y="85"/>
                    </a:cubicBezTo>
                    <a:moveTo>
                      <a:pt x="81" y="0"/>
                    </a:moveTo>
                    <a:cubicBezTo>
                      <a:pt x="81" y="0"/>
                      <a:pt x="81" y="0"/>
                      <a:pt x="81" y="0"/>
                    </a:cubicBezTo>
                    <a:cubicBezTo>
                      <a:pt x="72" y="12"/>
                      <a:pt x="48" y="42"/>
                      <a:pt x="21" y="78"/>
                    </a:cubicBezTo>
                    <a:cubicBezTo>
                      <a:pt x="21" y="78"/>
                      <a:pt x="21" y="78"/>
                      <a:pt x="21" y="78"/>
                    </a:cubicBezTo>
                    <a:cubicBezTo>
                      <a:pt x="20" y="79"/>
                      <a:pt x="19" y="81"/>
                      <a:pt x="19" y="84"/>
                    </a:cubicBezTo>
                    <a:cubicBezTo>
                      <a:pt x="28" y="73"/>
                      <a:pt x="34" y="65"/>
                      <a:pt x="38" y="61"/>
                    </a:cubicBezTo>
                    <a:cubicBezTo>
                      <a:pt x="46" y="51"/>
                      <a:pt x="58" y="45"/>
                      <a:pt x="71" y="40"/>
                    </a:cubicBezTo>
                    <a:cubicBezTo>
                      <a:pt x="85" y="24"/>
                      <a:pt x="95" y="11"/>
                      <a:pt x="99" y="6"/>
                    </a:cubicBezTo>
                    <a:cubicBezTo>
                      <a:pt x="91" y="2"/>
                      <a:pt x="85" y="0"/>
                      <a:pt x="81"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62" name="Freeform 394"/>
              <p:cNvSpPr>
                <a:spLocks noEditPoints="1"/>
              </p:cNvSpPr>
              <p:nvPr/>
            </p:nvSpPr>
            <p:spPr bwMode="auto">
              <a:xfrm>
                <a:off x="2957513" y="4170363"/>
                <a:ext cx="344488" cy="258763"/>
              </a:xfrm>
              <a:custGeom>
                <a:avLst/>
                <a:gdLst>
                  <a:gd name="T0" fmla="*/ 12 w 127"/>
                  <a:gd name="T1" fmla="*/ 61 h 95"/>
                  <a:gd name="T2" fmla="*/ 0 w 127"/>
                  <a:gd name="T3" fmla="*/ 74 h 95"/>
                  <a:gd name="T4" fmla="*/ 0 w 127"/>
                  <a:gd name="T5" fmla="*/ 81 h 95"/>
                  <a:gd name="T6" fmla="*/ 3 w 127"/>
                  <a:gd name="T7" fmla="*/ 95 h 95"/>
                  <a:gd name="T8" fmla="*/ 14 w 127"/>
                  <a:gd name="T9" fmla="*/ 81 h 95"/>
                  <a:gd name="T10" fmla="*/ 12 w 127"/>
                  <a:gd name="T11" fmla="*/ 61 h 95"/>
                  <a:gd name="T12" fmla="*/ 123 w 127"/>
                  <a:gd name="T13" fmla="*/ 0 h 95"/>
                  <a:gd name="T14" fmla="*/ 123 w 127"/>
                  <a:gd name="T15" fmla="*/ 0 h 95"/>
                  <a:gd name="T16" fmla="*/ 71 w 127"/>
                  <a:gd name="T17" fmla="*/ 8 h 95"/>
                  <a:gd name="T18" fmla="*/ 71 w 127"/>
                  <a:gd name="T19" fmla="*/ 8 h 95"/>
                  <a:gd name="T20" fmla="*/ 38 w 127"/>
                  <a:gd name="T21" fmla="*/ 29 h 95"/>
                  <a:gd name="T22" fmla="*/ 19 w 127"/>
                  <a:gd name="T23" fmla="*/ 52 h 95"/>
                  <a:gd name="T24" fmla="*/ 20 w 127"/>
                  <a:gd name="T25" fmla="*/ 73 h 95"/>
                  <a:gd name="T26" fmla="*/ 44 w 127"/>
                  <a:gd name="T27" fmla="*/ 46 h 95"/>
                  <a:gd name="T28" fmla="*/ 127 w 127"/>
                  <a:gd name="T29" fmla="*/ 19 h 95"/>
                  <a:gd name="T30" fmla="*/ 123 w 127"/>
                  <a:gd name="T3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7" h="95">
                    <a:moveTo>
                      <a:pt x="12" y="61"/>
                    </a:moveTo>
                    <a:cubicBezTo>
                      <a:pt x="8" y="65"/>
                      <a:pt x="4" y="69"/>
                      <a:pt x="0" y="74"/>
                    </a:cubicBezTo>
                    <a:cubicBezTo>
                      <a:pt x="0" y="76"/>
                      <a:pt x="0" y="79"/>
                      <a:pt x="0" y="81"/>
                    </a:cubicBezTo>
                    <a:cubicBezTo>
                      <a:pt x="0" y="86"/>
                      <a:pt x="1" y="91"/>
                      <a:pt x="3" y="95"/>
                    </a:cubicBezTo>
                    <a:cubicBezTo>
                      <a:pt x="7" y="90"/>
                      <a:pt x="10" y="86"/>
                      <a:pt x="14" y="81"/>
                    </a:cubicBezTo>
                    <a:cubicBezTo>
                      <a:pt x="10" y="75"/>
                      <a:pt x="9" y="68"/>
                      <a:pt x="12" y="61"/>
                    </a:cubicBezTo>
                    <a:moveTo>
                      <a:pt x="123" y="0"/>
                    </a:moveTo>
                    <a:cubicBezTo>
                      <a:pt x="123" y="0"/>
                      <a:pt x="123" y="0"/>
                      <a:pt x="123" y="0"/>
                    </a:cubicBezTo>
                    <a:cubicBezTo>
                      <a:pt x="107" y="0"/>
                      <a:pt x="88" y="3"/>
                      <a:pt x="71" y="8"/>
                    </a:cubicBezTo>
                    <a:cubicBezTo>
                      <a:pt x="71" y="8"/>
                      <a:pt x="71" y="8"/>
                      <a:pt x="71" y="8"/>
                    </a:cubicBezTo>
                    <a:cubicBezTo>
                      <a:pt x="58" y="13"/>
                      <a:pt x="46" y="19"/>
                      <a:pt x="38" y="29"/>
                    </a:cubicBezTo>
                    <a:cubicBezTo>
                      <a:pt x="34" y="33"/>
                      <a:pt x="28" y="41"/>
                      <a:pt x="19" y="52"/>
                    </a:cubicBezTo>
                    <a:cubicBezTo>
                      <a:pt x="18" y="58"/>
                      <a:pt x="18" y="66"/>
                      <a:pt x="20" y="73"/>
                    </a:cubicBezTo>
                    <a:cubicBezTo>
                      <a:pt x="31" y="61"/>
                      <a:pt x="39" y="51"/>
                      <a:pt x="44" y="46"/>
                    </a:cubicBezTo>
                    <a:cubicBezTo>
                      <a:pt x="65" y="23"/>
                      <a:pt x="100" y="20"/>
                      <a:pt x="127" y="19"/>
                    </a:cubicBezTo>
                    <a:cubicBezTo>
                      <a:pt x="127" y="12"/>
                      <a:pt x="126" y="5"/>
                      <a:pt x="123"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63" name="Freeform 395"/>
              <p:cNvSpPr>
                <a:spLocks noEditPoints="1"/>
              </p:cNvSpPr>
              <p:nvPr/>
            </p:nvSpPr>
            <p:spPr bwMode="auto">
              <a:xfrm>
                <a:off x="2957513" y="4084638"/>
                <a:ext cx="382588" cy="390525"/>
              </a:xfrm>
              <a:custGeom>
                <a:avLst/>
                <a:gdLst>
                  <a:gd name="T0" fmla="*/ 63 w 141"/>
                  <a:gd name="T1" fmla="*/ 141 h 144"/>
                  <a:gd name="T2" fmla="*/ 43 w 141"/>
                  <a:gd name="T3" fmla="*/ 144 h 144"/>
                  <a:gd name="T4" fmla="*/ 25 w 141"/>
                  <a:gd name="T5" fmla="*/ 142 h 144"/>
                  <a:gd name="T6" fmla="*/ 43 w 141"/>
                  <a:gd name="T7" fmla="*/ 144 h 144"/>
                  <a:gd name="T8" fmla="*/ 63 w 141"/>
                  <a:gd name="T9" fmla="*/ 141 h 144"/>
                  <a:gd name="T10" fmla="*/ 63 w 141"/>
                  <a:gd name="T11" fmla="*/ 141 h 144"/>
                  <a:gd name="T12" fmla="*/ 8 w 141"/>
                  <a:gd name="T13" fmla="*/ 81 h 144"/>
                  <a:gd name="T14" fmla="*/ 8 w 141"/>
                  <a:gd name="T15" fmla="*/ 81 h 144"/>
                  <a:gd name="T16" fmla="*/ 0 w 141"/>
                  <a:gd name="T17" fmla="*/ 113 h 144"/>
                  <a:gd name="T18" fmla="*/ 0 w 141"/>
                  <a:gd name="T19" fmla="*/ 106 h 144"/>
                  <a:gd name="T20" fmla="*/ 1 w 141"/>
                  <a:gd name="T21" fmla="*/ 103 h 144"/>
                  <a:gd name="T22" fmla="*/ 8 w 141"/>
                  <a:gd name="T23" fmla="*/ 81 h 144"/>
                  <a:gd name="T24" fmla="*/ 8 w 141"/>
                  <a:gd name="T25" fmla="*/ 81 h 144"/>
                  <a:gd name="T26" fmla="*/ 8 w 141"/>
                  <a:gd name="T27" fmla="*/ 81 h 144"/>
                  <a:gd name="T28" fmla="*/ 8 w 141"/>
                  <a:gd name="T29" fmla="*/ 81 h 144"/>
                  <a:gd name="T30" fmla="*/ 8 w 141"/>
                  <a:gd name="T31" fmla="*/ 81 h 144"/>
                  <a:gd name="T32" fmla="*/ 8 w 141"/>
                  <a:gd name="T33" fmla="*/ 81 h 144"/>
                  <a:gd name="T34" fmla="*/ 8 w 141"/>
                  <a:gd name="T35" fmla="*/ 81 h 144"/>
                  <a:gd name="T36" fmla="*/ 8 w 141"/>
                  <a:gd name="T37" fmla="*/ 80 h 144"/>
                  <a:gd name="T38" fmla="*/ 8 w 141"/>
                  <a:gd name="T39" fmla="*/ 80 h 144"/>
                  <a:gd name="T40" fmla="*/ 8 w 141"/>
                  <a:gd name="T41" fmla="*/ 80 h 144"/>
                  <a:gd name="T42" fmla="*/ 8 w 141"/>
                  <a:gd name="T43" fmla="*/ 80 h 144"/>
                  <a:gd name="T44" fmla="*/ 8 w 141"/>
                  <a:gd name="T45" fmla="*/ 80 h 144"/>
                  <a:gd name="T46" fmla="*/ 29 w 141"/>
                  <a:gd name="T47" fmla="*/ 46 h 144"/>
                  <a:gd name="T48" fmla="*/ 29 w 141"/>
                  <a:gd name="T49" fmla="*/ 46 h 144"/>
                  <a:gd name="T50" fmla="*/ 29 w 141"/>
                  <a:gd name="T51" fmla="*/ 46 h 144"/>
                  <a:gd name="T52" fmla="*/ 29 w 141"/>
                  <a:gd name="T53" fmla="*/ 46 h 144"/>
                  <a:gd name="T54" fmla="*/ 29 w 141"/>
                  <a:gd name="T55" fmla="*/ 46 h 144"/>
                  <a:gd name="T56" fmla="*/ 29 w 141"/>
                  <a:gd name="T57" fmla="*/ 46 h 144"/>
                  <a:gd name="T58" fmla="*/ 29 w 141"/>
                  <a:gd name="T59" fmla="*/ 46 h 144"/>
                  <a:gd name="T60" fmla="*/ 29 w 141"/>
                  <a:gd name="T61" fmla="*/ 46 h 144"/>
                  <a:gd name="T62" fmla="*/ 29 w 141"/>
                  <a:gd name="T63" fmla="*/ 46 h 144"/>
                  <a:gd name="T64" fmla="*/ 29 w 141"/>
                  <a:gd name="T65" fmla="*/ 46 h 144"/>
                  <a:gd name="T66" fmla="*/ 63 w 141"/>
                  <a:gd name="T67" fmla="*/ 10 h 144"/>
                  <a:gd name="T68" fmla="*/ 29 w 141"/>
                  <a:gd name="T69" fmla="*/ 46 h 144"/>
                  <a:gd name="T70" fmla="*/ 63 w 141"/>
                  <a:gd name="T71" fmla="*/ 10 h 144"/>
                  <a:gd name="T72" fmla="*/ 63 w 141"/>
                  <a:gd name="T73" fmla="*/ 10 h 144"/>
                  <a:gd name="T74" fmla="*/ 63 w 141"/>
                  <a:gd name="T75" fmla="*/ 10 h 144"/>
                  <a:gd name="T76" fmla="*/ 63 w 141"/>
                  <a:gd name="T77" fmla="*/ 10 h 144"/>
                  <a:gd name="T78" fmla="*/ 79 w 141"/>
                  <a:gd name="T79" fmla="*/ 0 h 144"/>
                  <a:gd name="T80" fmla="*/ 78 w 141"/>
                  <a:gd name="T81" fmla="*/ 0 h 144"/>
                  <a:gd name="T82" fmla="*/ 63 w 141"/>
                  <a:gd name="T83" fmla="*/ 10 h 144"/>
                  <a:gd name="T84" fmla="*/ 63 w 141"/>
                  <a:gd name="T85" fmla="*/ 10 h 144"/>
                  <a:gd name="T86" fmla="*/ 63 w 141"/>
                  <a:gd name="T87" fmla="*/ 10 h 144"/>
                  <a:gd name="T88" fmla="*/ 78 w 141"/>
                  <a:gd name="T89" fmla="*/ 0 h 144"/>
                  <a:gd name="T90" fmla="*/ 78 w 141"/>
                  <a:gd name="T91" fmla="*/ 0 h 144"/>
                  <a:gd name="T92" fmla="*/ 79 w 141"/>
                  <a:gd name="T93" fmla="*/ 0 h 144"/>
                  <a:gd name="T94" fmla="*/ 80 w 141"/>
                  <a:gd name="T95" fmla="*/ 0 h 144"/>
                  <a:gd name="T96" fmla="*/ 80 w 141"/>
                  <a:gd name="T97" fmla="*/ 0 h 144"/>
                  <a:gd name="T98" fmla="*/ 81 w 141"/>
                  <a:gd name="T99" fmla="*/ 0 h 144"/>
                  <a:gd name="T100" fmla="*/ 99 w 141"/>
                  <a:gd name="T101" fmla="*/ 6 h 144"/>
                  <a:gd name="T102" fmla="*/ 119 w 141"/>
                  <a:gd name="T103" fmla="*/ 25 h 144"/>
                  <a:gd name="T104" fmla="*/ 123 w 141"/>
                  <a:gd name="T105" fmla="*/ 32 h 144"/>
                  <a:gd name="T106" fmla="*/ 127 w 141"/>
                  <a:gd name="T107" fmla="*/ 51 h 144"/>
                  <a:gd name="T108" fmla="*/ 127 w 141"/>
                  <a:gd name="T109" fmla="*/ 52 h 144"/>
                  <a:gd name="T110" fmla="*/ 63 w 141"/>
                  <a:gd name="T111" fmla="*/ 141 h 144"/>
                  <a:gd name="T112" fmla="*/ 63 w 141"/>
                  <a:gd name="T113" fmla="*/ 141 h 144"/>
                  <a:gd name="T114" fmla="*/ 63 w 141"/>
                  <a:gd name="T115" fmla="*/ 141 h 144"/>
                  <a:gd name="T116" fmla="*/ 119 w 141"/>
                  <a:gd name="T117" fmla="*/ 25 h 144"/>
                  <a:gd name="T118" fmla="*/ 80 w 141"/>
                  <a:gd name="T119"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1" h="144">
                    <a:moveTo>
                      <a:pt x="63" y="141"/>
                    </a:moveTo>
                    <a:cubicBezTo>
                      <a:pt x="57" y="143"/>
                      <a:pt x="50" y="144"/>
                      <a:pt x="43" y="144"/>
                    </a:cubicBezTo>
                    <a:cubicBezTo>
                      <a:pt x="37" y="144"/>
                      <a:pt x="31" y="143"/>
                      <a:pt x="25" y="142"/>
                    </a:cubicBezTo>
                    <a:cubicBezTo>
                      <a:pt x="31" y="143"/>
                      <a:pt x="37" y="144"/>
                      <a:pt x="43" y="144"/>
                    </a:cubicBezTo>
                    <a:cubicBezTo>
                      <a:pt x="50" y="144"/>
                      <a:pt x="57" y="143"/>
                      <a:pt x="63" y="141"/>
                    </a:cubicBezTo>
                    <a:cubicBezTo>
                      <a:pt x="63" y="141"/>
                      <a:pt x="63" y="141"/>
                      <a:pt x="63" y="141"/>
                    </a:cubicBezTo>
                    <a:moveTo>
                      <a:pt x="8" y="81"/>
                    </a:moveTo>
                    <a:cubicBezTo>
                      <a:pt x="8" y="81"/>
                      <a:pt x="8" y="81"/>
                      <a:pt x="8" y="81"/>
                    </a:cubicBezTo>
                    <a:cubicBezTo>
                      <a:pt x="2" y="93"/>
                      <a:pt x="0" y="104"/>
                      <a:pt x="0" y="113"/>
                    </a:cubicBezTo>
                    <a:cubicBezTo>
                      <a:pt x="0" y="111"/>
                      <a:pt x="0" y="108"/>
                      <a:pt x="0" y="106"/>
                    </a:cubicBezTo>
                    <a:cubicBezTo>
                      <a:pt x="0" y="105"/>
                      <a:pt x="1" y="104"/>
                      <a:pt x="1" y="103"/>
                    </a:cubicBezTo>
                    <a:cubicBezTo>
                      <a:pt x="2" y="97"/>
                      <a:pt x="4" y="89"/>
                      <a:pt x="8" y="81"/>
                    </a:cubicBezTo>
                    <a:cubicBezTo>
                      <a:pt x="8" y="81"/>
                      <a:pt x="8" y="81"/>
                      <a:pt x="8" y="81"/>
                    </a:cubicBezTo>
                    <a:moveTo>
                      <a:pt x="8" y="81"/>
                    </a:moveTo>
                    <a:cubicBezTo>
                      <a:pt x="8" y="81"/>
                      <a:pt x="8" y="81"/>
                      <a:pt x="8" y="81"/>
                    </a:cubicBezTo>
                    <a:cubicBezTo>
                      <a:pt x="8" y="81"/>
                      <a:pt x="8" y="81"/>
                      <a:pt x="8" y="81"/>
                    </a:cubicBezTo>
                    <a:cubicBezTo>
                      <a:pt x="8" y="81"/>
                      <a:pt x="8" y="81"/>
                      <a:pt x="8" y="81"/>
                    </a:cubicBezTo>
                    <a:cubicBezTo>
                      <a:pt x="8" y="81"/>
                      <a:pt x="8" y="81"/>
                      <a:pt x="8" y="81"/>
                    </a:cubicBezTo>
                    <a:moveTo>
                      <a:pt x="8" y="80"/>
                    </a:moveTo>
                    <a:cubicBezTo>
                      <a:pt x="8" y="80"/>
                      <a:pt x="8" y="80"/>
                      <a:pt x="8" y="80"/>
                    </a:cubicBezTo>
                    <a:cubicBezTo>
                      <a:pt x="8" y="80"/>
                      <a:pt x="8" y="80"/>
                      <a:pt x="8" y="80"/>
                    </a:cubicBezTo>
                    <a:cubicBezTo>
                      <a:pt x="8" y="80"/>
                      <a:pt x="8" y="80"/>
                      <a:pt x="8" y="80"/>
                    </a:cubicBezTo>
                    <a:cubicBezTo>
                      <a:pt x="8" y="80"/>
                      <a:pt x="8" y="80"/>
                      <a:pt x="8" y="80"/>
                    </a:cubicBezTo>
                    <a:moveTo>
                      <a:pt x="29" y="46"/>
                    </a:moveTo>
                    <a:cubicBezTo>
                      <a:pt x="29" y="46"/>
                      <a:pt x="29" y="46"/>
                      <a:pt x="29" y="46"/>
                    </a:cubicBezTo>
                    <a:cubicBezTo>
                      <a:pt x="29" y="46"/>
                      <a:pt x="29" y="46"/>
                      <a:pt x="29" y="46"/>
                    </a:cubicBezTo>
                    <a:cubicBezTo>
                      <a:pt x="29" y="46"/>
                      <a:pt x="29" y="46"/>
                      <a:pt x="29" y="46"/>
                    </a:cubicBezTo>
                    <a:cubicBezTo>
                      <a:pt x="29" y="46"/>
                      <a:pt x="29" y="46"/>
                      <a:pt x="29" y="46"/>
                    </a:cubicBezTo>
                    <a:moveTo>
                      <a:pt x="29" y="46"/>
                    </a:moveTo>
                    <a:cubicBezTo>
                      <a:pt x="29" y="46"/>
                      <a:pt x="29" y="46"/>
                      <a:pt x="29" y="46"/>
                    </a:cubicBezTo>
                    <a:cubicBezTo>
                      <a:pt x="29" y="46"/>
                      <a:pt x="29" y="46"/>
                      <a:pt x="29" y="46"/>
                    </a:cubicBezTo>
                    <a:cubicBezTo>
                      <a:pt x="29" y="46"/>
                      <a:pt x="29" y="46"/>
                      <a:pt x="29" y="46"/>
                    </a:cubicBezTo>
                    <a:cubicBezTo>
                      <a:pt x="29" y="46"/>
                      <a:pt x="29" y="46"/>
                      <a:pt x="29" y="46"/>
                    </a:cubicBezTo>
                    <a:moveTo>
                      <a:pt x="63" y="10"/>
                    </a:moveTo>
                    <a:cubicBezTo>
                      <a:pt x="53" y="18"/>
                      <a:pt x="40" y="31"/>
                      <a:pt x="29" y="46"/>
                    </a:cubicBezTo>
                    <a:cubicBezTo>
                      <a:pt x="40" y="31"/>
                      <a:pt x="53" y="18"/>
                      <a:pt x="63" y="10"/>
                    </a:cubicBezTo>
                    <a:cubicBezTo>
                      <a:pt x="63" y="10"/>
                      <a:pt x="63" y="10"/>
                      <a:pt x="63" y="10"/>
                    </a:cubicBezTo>
                    <a:cubicBezTo>
                      <a:pt x="63" y="10"/>
                      <a:pt x="63" y="10"/>
                      <a:pt x="63" y="10"/>
                    </a:cubicBezTo>
                    <a:cubicBezTo>
                      <a:pt x="63" y="10"/>
                      <a:pt x="63" y="10"/>
                      <a:pt x="63" y="10"/>
                    </a:cubicBezTo>
                    <a:moveTo>
                      <a:pt x="79" y="0"/>
                    </a:moveTo>
                    <a:cubicBezTo>
                      <a:pt x="78" y="0"/>
                      <a:pt x="78" y="0"/>
                      <a:pt x="78" y="0"/>
                    </a:cubicBezTo>
                    <a:cubicBezTo>
                      <a:pt x="74" y="2"/>
                      <a:pt x="69" y="5"/>
                      <a:pt x="63" y="10"/>
                    </a:cubicBezTo>
                    <a:cubicBezTo>
                      <a:pt x="63" y="10"/>
                      <a:pt x="63" y="10"/>
                      <a:pt x="63" y="10"/>
                    </a:cubicBezTo>
                    <a:cubicBezTo>
                      <a:pt x="63" y="10"/>
                      <a:pt x="63" y="10"/>
                      <a:pt x="63" y="10"/>
                    </a:cubicBezTo>
                    <a:cubicBezTo>
                      <a:pt x="69" y="5"/>
                      <a:pt x="74" y="2"/>
                      <a:pt x="78" y="0"/>
                    </a:cubicBezTo>
                    <a:cubicBezTo>
                      <a:pt x="78" y="0"/>
                      <a:pt x="78" y="0"/>
                      <a:pt x="78" y="0"/>
                    </a:cubicBezTo>
                    <a:cubicBezTo>
                      <a:pt x="78" y="0"/>
                      <a:pt x="78" y="0"/>
                      <a:pt x="79" y="0"/>
                    </a:cubicBezTo>
                    <a:moveTo>
                      <a:pt x="80" y="0"/>
                    </a:moveTo>
                    <a:cubicBezTo>
                      <a:pt x="80" y="0"/>
                      <a:pt x="80" y="0"/>
                      <a:pt x="80" y="0"/>
                    </a:cubicBezTo>
                    <a:cubicBezTo>
                      <a:pt x="80" y="0"/>
                      <a:pt x="81" y="0"/>
                      <a:pt x="81" y="0"/>
                    </a:cubicBezTo>
                    <a:cubicBezTo>
                      <a:pt x="85" y="0"/>
                      <a:pt x="91" y="2"/>
                      <a:pt x="99" y="6"/>
                    </a:cubicBezTo>
                    <a:cubicBezTo>
                      <a:pt x="105" y="10"/>
                      <a:pt x="112" y="16"/>
                      <a:pt x="119" y="25"/>
                    </a:cubicBezTo>
                    <a:cubicBezTo>
                      <a:pt x="121" y="27"/>
                      <a:pt x="122" y="29"/>
                      <a:pt x="123" y="32"/>
                    </a:cubicBezTo>
                    <a:cubicBezTo>
                      <a:pt x="126" y="37"/>
                      <a:pt x="127" y="44"/>
                      <a:pt x="127" y="51"/>
                    </a:cubicBezTo>
                    <a:cubicBezTo>
                      <a:pt x="127" y="51"/>
                      <a:pt x="127" y="52"/>
                      <a:pt x="127" y="52"/>
                    </a:cubicBezTo>
                    <a:cubicBezTo>
                      <a:pt x="127" y="85"/>
                      <a:pt x="103" y="129"/>
                      <a:pt x="63" y="141"/>
                    </a:cubicBezTo>
                    <a:cubicBezTo>
                      <a:pt x="63" y="141"/>
                      <a:pt x="63" y="141"/>
                      <a:pt x="63" y="141"/>
                    </a:cubicBezTo>
                    <a:cubicBezTo>
                      <a:pt x="63" y="141"/>
                      <a:pt x="63" y="141"/>
                      <a:pt x="63" y="141"/>
                    </a:cubicBezTo>
                    <a:cubicBezTo>
                      <a:pt x="115" y="125"/>
                      <a:pt x="141" y="54"/>
                      <a:pt x="119" y="25"/>
                    </a:cubicBezTo>
                    <a:cubicBezTo>
                      <a:pt x="103" y="4"/>
                      <a:pt x="87" y="0"/>
                      <a:pt x="80"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64" name="Freeform 396"/>
              <p:cNvSpPr/>
              <p:nvPr/>
            </p:nvSpPr>
            <p:spPr bwMode="auto">
              <a:xfrm>
                <a:off x="2714626" y="4565650"/>
                <a:ext cx="215900" cy="374650"/>
              </a:xfrm>
              <a:custGeom>
                <a:avLst/>
                <a:gdLst>
                  <a:gd name="T0" fmla="*/ 52 w 79"/>
                  <a:gd name="T1" fmla="*/ 0 h 138"/>
                  <a:gd name="T2" fmla="*/ 13 w 79"/>
                  <a:gd name="T3" fmla="*/ 50 h 138"/>
                  <a:gd name="T4" fmla="*/ 0 w 79"/>
                  <a:gd name="T5" fmla="*/ 98 h 138"/>
                  <a:gd name="T6" fmla="*/ 5 w 79"/>
                  <a:gd name="T7" fmla="*/ 138 h 138"/>
                  <a:gd name="T8" fmla="*/ 12 w 79"/>
                  <a:gd name="T9" fmla="*/ 136 h 138"/>
                  <a:gd name="T10" fmla="*/ 12 w 79"/>
                  <a:gd name="T11" fmla="*/ 136 h 138"/>
                  <a:gd name="T12" fmla="*/ 12 w 79"/>
                  <a:gd name="T13" fmla="*/ 136 h 138"/>
                  <a:gd name="T14" fmla="*/ 79 w 79"/>
                  <a:gd name="T15" fmla="*/ 51 h 138"/>
                  <a:gd name="T16" fmla="*/ 79 w 79"/>
                  <a:gd name="T17" fmla="*/ 51 h 138"/>
                  <a:gd name="T18" fmla="*/ 79 w 79"/>
                  <a:gd name="T19" fmla="*/ 51 h 138"/>
                  <a:gd name="T20" fmla="*/ 79 w 79"/>
                  <a:gd name="T21" fmla="*/ 49 h 138"/>
                  <a:gd name="T22" fmla="*/ 79 w 79"/>
                  <a:gd name="T23" fmla="*/ 49 h 138"/>
                  <a:gd name="T24" fmla="*/ 79 w 79"/>
                  <a:gd name="T25" fmla="*/ 48 h 138"/>
                  <a:gd name="T26" fmla="*/ 79 w 79"/>
                  <a:gd name="T27" fmla="*/ 48 h 138"/>
                  <a:gd name="T28" fmla="*/ 79 w 79"/>
                  <a:gd name="T29" fmla="*/ 48 h 138"/>
                  <a:gd name="T30" fmla="*/ 79 w 79"/>
                  <a:gd name="T31" fmla="*/ 48 h 138"/>
                  <a:gd name="T32" fmla="*/ 73 w 79"/>
                  <a:gd name="T33" fmla="*/ 23 h 138"/>
                  <a:gd name="T34" fmla="*/ 73 w 79"/>
                  <a:gd name="T35" fmla="*/ 23 h 138"/>
                  <a:gd name="T36" fmla="*/ 73 w 79"/>
                  <a:gd name="T37" fmla="*/ 23 h 138"/>
                  <a:gd name="T38" fmla="*/ 73 w 79"/>
                  <a:gd name="T39" fmla="*/ 23 h 138"/>
                  <a:gd name="T40" fmla="*/ 73 w 79"/>
                  <a:gd name="T41" fmla="*/ 22 h 138"/>
                  <a:gd name="T42" fmla="*/ 73 w 79"/>
                  <a:gd name="T43" fmla="*/ 22 h 138"/>
                  <a:gd name="T44" fmla="*/ 73 w 79"/>
                  <a:gd name="T45" fmla="*/ 21 h 138"/>
                  <a:gd name="T46" fmla="*/ 73 w 79"/>
                  <a:gd name="T47" fmla="*/ 21 h 138"/>
                  <a:gd name="T48" fmla="*/ 73 w 79"/>
                  <a:gd name="T49" fmla="*/ 21 h 138"/>
                  <a:gd name="T50" fmla="*/ 73 w 79"/>
                  <a:gd name="T51" fmla="*/ 21 h 138"/>
                  <a:gd name="T52" fmla="*/ 73 w 79"/>
                  <a:gd name="T53" fmla="*/ 21 h 138"/>
                  <a:gd name="T54" fmla="*/ 73 w 79"/>
                  <a:gd name="T55" fmla="*/ 21 h 138"/>
                  <a:gd name="T56" fmla="*/ 73 w 79"/>
                  <a:gd name="T57" fmla="*/ 21 h 138"/>
                  <a:gd name="T58" fmla="*/ 72 w 79"/>
                  <a:gd name="T59" fmla="*/ 20 h 138"/>
                  <a:gd name="T60" fmla="*/ 72 w 79"/>
                  <a:gd name="T61" fmla="*/ 20 h 138"/>
                  <a:gd name="T62" fmla="*/ 72 w 79"/>
                  <a:gd name="T63" fmla="*/ 20 h 138"/>
                  <a:gd name="T64" fmla="*/ 72 w 79"/>
                  <a:gd name="T65" fmla="*/ 20 h 138"/>
                  <a:gd name="T66" fmla="*/ 72 w 79"/>
                  <a:gd name="T67" fmla="*/ 20 h 138"/>
                  <a:gd name="T68" fmla="*/ 72 w 79"/>
                  <a:gd name="T69" fmla="*/ 20 h 138"/>
                  <a:gd name="T70" fmla="*/ 72 w 79"/>
                  <a:gd name="T71" fmla="*/ 20 h 138"/>
                  <a:gd name="T72" fmla="*/ 72 w 79"/>
                  <a:gd name="T73" fmla="*/ 20 h 138"/>
                  <a:gd name="T74" fmla="*/ 72 w 79"/>
                  <a:gd name="T75" fmla="*/ 20 h 138"/>
                  <a:gd name="T76" fmla="*/ 72 w 79"/>
                  <a:gd name="T77" fmla="*/ 19 h 138"/>
                  <a:gd name="T78" fmla="*/ 72 w 79"/>
                  <a:gd name="T79" fmla="*/ 19 h 138"/>
                  <a:gd name="T80" fmla="*/ 72 w 79"/>
                  <a:gd name="T81" fmla="*/ 19 h 138"/>
                  <a:gd name="T82" fmla="*/ 72 w 79"/>
                  <a:gd name="T83" fmla="*/ 19 h 138"/>
                  <a:gd name="T84" fmla="*/ 72 w 79"/>
                  <a:gd name="T85" fmla="*/ 19 h 138"/>
                  <a:gd name="T86" fmla="*/ 72 w 79"/>
                  <a:gd name="T87" fmla="*/ 19 h 138"/>
                  <a:gd name="T88" fmla="*/ 72 w 79"/>
                  <a:gd name="T89" fmla="*/ 19 h 138"/>
                  <a:gd name="T90" fmla="*/ 72 w 79"/>
                  <a:gd name="T91" fmla="*/ 19 h 138"/>
                  <a:gd name="T92" fmla="*/ 72 w 79"/>
                  <a:gd name="T93" fmla="*/ 19 h 138"/>
                  <a:gd name="T94" fmla="*/ 72 w 79"/>
                  <a:gd name="T95" fmla="*/ 19 h 138"/>
                  <a:gd name="T96" fmla="*/ 72 w 79"/>
                  <a:gd name="T97" fmla="*/ 19 h 138"/>
                  <a:gd name="T98" fmla="*/ 72 w 79"/>
                  <a:gd name="T99" fmla="*/ 18 h 138"/>
                  <a:gd name="T100" fmla="*/ 72 w 79"/>
                  <a:gd name="T101" fmla="*/ 18 h 138"/>
                  <a:gd name="T102" fmla="*/ 63 w 79"/>
                  <a:gd name="T103" fmla="*/ 6 h 138"/>
                  <a:gd name="T104" fmla="*/ 63 w 79"/>
                  <a:gd name="T105" fmla="*/ 6 h 138"/>
                  <a:gd name="T106" fmla="*/ 63 w 79"/>
                  <a:gd name="T107" fmla="*/ 6 h 138"/>
                  <a:gd name="T108" fmla="*/ 52 w 79"/>
                  <a:gd name="T10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9" h="138">
                    <a:moveTo>
                      <a:pt x="52" y="0"/>
                    </a:moveTo>
                    <a:cubicBezTo>
                      <a:pt x="33" y="23"/>
                      <a:pt x="19" y="42"/>
                      <a:pt x="13" y="50"/>
                    </a:cubicBezTo>
                    <a:cubicBezTo>
                      <a:pt x="4" y="64"/>
                      <a:pt x="0" y="81"/>
                      <a:pt x="0" y="98"/>
                    </a:cubicBezTo>
                    <a:cubicBezTo>
                      <a:pt x="0" y="112"/>
                      <a:pt x="3" y="126"/>
                      <a:pt x="5" y="138"/>
                    </a:cubicBezTo>
                    <a:cubicBezTo>
                      <a:pt x="7" y="137"/>
                      <a:pt x="10" y="137"/>
                      <a:pt x="12" y="136"/>
                    </a:cubicBezTo>
                    <a:cubicBezTo>
                      <a:pt x="12" y="136"/>
                      <a:pt x="12" y="136"/>
                      <a:pt x="12" y="136"/>
                    </a:cubicBezTo>
                    <a:cubicBezTo>
                      <a:pt x="12" y="136"/>
                      <a:pt x="12" y="136"/>
                      <a:pt x="12" y="136"/>
                    </a:cubicBezTo>
                    <a:cubicBezTo>
                      <a:pt x="44" y="126"/>
                      <a:pt x="79" y="91"/>
                      <a:pt x="79" y="51"/>
                    </a:cubicBezTo>
                    <a:cubicBezTo>
                      <a:pt x="79" y="51"/>
                      <a:pt x="79" y="51"/>
                      <a:pt x="79" y="51"/>
                    </a:cubicBezTo>
                    <a:cubicBezTo>
                      <a:pt x="79" y="51"/>
                      <a:pt x="79" y="51"/>
                      <a:pt x="79" y="51"/>
                    </a:cubicBezTo>
                    <a:cubicBezTo>
                      <a:pt x="79" y="50"/>
                      <a:pt x="79" y="50"/>
                      <a:pt x="79" y="49"/>
                    </a:cubicBezTo>
                    <a:cubicBezTo>
                      <a:pt x="79" y="49"/>
                      <a:pt x="79" y="49"/>
                      <a:pt x="79" y="49"/>
                    </a:cubicBezTo>
                    <a:cubicBezTo>
                      <a:pt x="79" y="49"/>
                      <a:pt x="79" y="49"/>
                      <a:pt x="79" y="48"/>
                    </a:cubicBezTo>
                    <a:cubicBezTo>
                      <a:pt x="79" y="48"/>
                      <a:pt x="79" y="48"/>
                      <a:pt x="79" y="48"/>
                    </a:cubicBezTo>
                    <a:cubicBezTo>
                      <a:pt x="79" y="48"/>
                      <a:pt x="79" y="48"/>
                      <a:pt x="79" y="48"/>
                    </a:cubicBezTo>
                    <a:cubicBezTo>
                      <a:pt x="79" y="48"/>
                      <a:pt x="79" y="48"/>
                      <a:pt x="79" y="48"/>
                    </a:cubicBezTo>
                    <a:cubicBezTo>
                      <a:pt x="79" y="40"/>
                      <a:pt x="77" y="31"/>
                      <a:pt x="73" y="23"/>
                    </a:cubicBezTo>
                    <a:cubicBezTo>
                      <a:pt x="73" y="23"/>
                      <a:pt x="73" y="23"/>
                      <a:pt x="73" y="23"/>
                    </a:cubicBezTo>
                    <a:cubicBezTo>
                      <a:pt x="73" y="23"/>
                      <a:pt x="73" y="23"/>
                      <a:pt x="73" y="23"/>
                    </a:cubicBezTo>
                    <a:cubicBezTo>
                      <a:pt x="73" y="23"/>
                      <a:pt x="73" y="23"/>
                      <a:pt x="73" y="23"/>
                    </a:cubicBezTo>
                    <a:cubicBezTo>
                      <a:pt x="73" y="22"/>
                      <a:pt x="73" y="22"/>
                      <a:pt x="73" y="22"/>
                    </a:cubicBezTo>
                    <a:cubicBezTo>
                      <a:pt x="73" y="22"/>
                      <a:pt x="73" y="22"/>
                      <a:pt x="73" y="22"/>
                    </a:cubicBezTo>
                    <a:cubicBezTo>
                      <a:pt x="73" y="22"/>
                      <a:pt x="73" y="21"/>
                      <a:pt x="73" y="21"/>
                    </a:cubicBezTo>
                    <a:cubicBezTo>
                      <a:pt x="73" y="21"/>
                      <a:pt x="73" y="21"/>
                      <a:pt x="73" y="21"/>
                    </a:cubicBezTo>
                    <a:cubicBezTo>
                      <a:pt x="73" y="21"/>
                      <a:pt x="73" y="21"/>
                      <a:pt x="73" y="21"/>
                    </a:cubicBezTo>
                    <a:cubicBezTo>
                      <a:pt x="73" y="21"/>
                      <a:pt x="73" y="21"/>
                      <a:pt x="73" y="21"/>
                    </a:cubicBezTo>
                    <a:cubicBezTo>
                      <a:pt x="73" y="21"/>
                      <a:pt x="73" y="21"/>
                      <a:pt x="73" y="21"/>
                    </a:cubicBezTo>
                    <a:cubicBezTo>
                      <a:pt x="73" y="21"/>
                      <a:pt x="73" y="21"/>
                      <a:pt x="73" y="21"/>
                    </a:cubicBezTo>
                    <a:cubicBezTo>
                      <a:pt x="73" y="21"/>
                      <a:pt x="73" y="21"/>
                      <a:pt x="73" y="21"/>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20"/>
                    </a:cubicBezTo>
                    <a:cubicBezTo>
                      <a:pt x="72" y="20"/>
                      <a:pt x="72" y="20"/>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9"/>
                      <a:pt x="72" y="19"/>
                    </a:cubicBezTo>
                    <a:cubicBezTo>
                      <a:pt x="72" y="19"/>
                      <a:pt x="72" y="18"/>
                      <a:pt x="72" y="18"/>
                    </a:cubicBezTo>
                    <a:cubicBezTo>
                      <a:pt x="72" y="18"/>
                      <a:pt x="72" y="18"/>
                      <a:pt x="72" y="18"/>
                    </a:cubicBezTo>
                    <a:cubicBezTo>
                      <a:pt x="69" y="13"/>
                      <a:pt x="66" y="9"/>
                      <a:pt x="63" y="6"/>
                    </a:cubicBezTo>
                    <a:cubicBezTo>
                      <a:pt x="63" y="6"/>
                      <a:pt x="63" y="6"/>
                      <a:pt x="63" y="6"/>
                    </a:cubicBezTo>
                    <a:cubicBezTo>
                      <a:pt x="63" y="6"/>
                      <a:pt x="63" y="6"/>
                      <a:pt x="63" y="6"/>
                    </a:cubicBezTo>
                    <a:cubicBezTo>
                      <a:pt x="59" y="3"/>
                      <a:pt x="56" y="1"/>
                      <a:pt x="52" y="0"/>
                    </a:cubicBezTo>
                  </a:path>
                </a:pathLst>
              </a:custGeom>
              <a:solidFill>
                <a:srgbClr val="EDF3F3"/>
              </a:solidFill>
              <a:ln>
                <a:noFill/>
              </a:ln>
            </p:spPr>
            <p:txBody>
              <a:bodyPr vert="horz" wrap="square" lIns="91440" tIns="45720" rIns="91440" bIns="45720" numCol="1" anchor="t" anchorCtr="0" compatLnSpc="1"/>
              <a:lstStyle/>
              <a:p>
                <a:endParaRPr lang="en-US"/>
              </a:p>
            </p:txBody>
          </p:sp>
          <p:sp>
            <p:nvSpPr>
              <p:cNvPr id="65" name="Freeform 397"/>
              <p:cNvSpPr/>
              <p:nvPr/>
            </p:nvSpPr>
            <p:spPr bwMode="auto">
              <a:xfrm>
                <a:off x="2565401" y="4573588"/>
                <a:ext cx="225425" cy="274638"/>
              </a:xfrm>
              <a:custGeom>
                <a:avLst/>
                <a:gdLst>
                  <a:gd name="T0" fmla="*/ 83 w 83"/>
                  <a:gd name="T1" fmla="*/ 0 h 101"/>
                  <a:gd name="T2" fmla="*/ 63 w 83"/>
                  <a:gd name="T3" fmla="*/ 12 h 101"/>
                  <a:gd name="T4" fmla="*/ 63 w 83"/>
                  <a:gd name="T5" fmla="*/ 12 h 101"/>
                  <a:gd name="T6" fmla="*/ 0 w 83"/>
                  <a:gd name="T7" fmla="*/ 98 h 101"/>
                  <a:gd name="T8" fmla="*/ 0 w 83"/>
                  <a:gd name="T9" fmla="*/ 101 h 101"/>
                  <a:gd name="T10" fmla="*/ 11 w 83"/>
                  <a:gd name="T11" fmla="*/ 87 h 101"/>
                  <a:gd name="T12" fmla="*/ 22 w 83"/>
                  <a:gd name="T13" fmla="*/ 69 h 101"/>
                  <a:gd name="T14" fmla="*/ 22 w 83"/>
                  <a:gd name="T15" fmla="*/ 69 h 101"/>
                  <a:gd name="T16" fmla="*/ 22 w 83"/>
                  <a:gd name="T17" fmla="*/ 69 h 101"/>
                  <a:gd name="T18" fmla="*/ 22 w 83"/>
                  <a:gd name="T19" fmla="*/ 69 h 101"/>
                  <a:gd name="T20" fmla="*/ 22 w 83"/>
                  <a:gd name="T21" fmla="*/ 69 h 101"/>
                  <a:gd name="T22" fmla="*/ 22 w 83"/>
                  <a:gd name="T23" fmla="*/ 69 h 101"/>
                  <a:gd name="T24" fmla="*/ 22 w 83"/>
                  <a:gd name="T25" fmla="*/ 69 h 101"/>
                  <a:gd name="T26" fmla="*/ 19 w 83"/>
                  <a:gd name="T27" fmla="*/ 78 h 101"/>
                  <a:gd name="T28" fmla="*/ 83 w 83"/>
                  <a:gd name="T29"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 h="101">
                    <a:moveTo>
                      <a:pt x="83" y="0"/>
                    </a:moveTo>
                    <a:cubicBezTo>
                      <a:pt x="77" y="3"/>
                      <a:pt x="70" y="6"/>
                      <a:pt x="63" y="12"/>
                    </a:cubicBezTo>
                    <a:cubicBezTo>
                      <a:pt x="63" y="12"/>
                      <a:pt x="63" y="12"/>
                      <a:pt x="63" y="12"/>
                    </a:cubicBezTo>
                    <a:cubicBezTo>
                      <a:pt x="32" y="33"/>
                      <a:pt x="2" y="82"/>
                      <a:pt x="0" y="98"/>
                    </a:cubicBezTo>
                    <a:cubicBezTo>
                      <a:pt x="0" y="99"/>
                      <a:pt x="0" y="100"/>
                      <a:pt x="0" y="101"/>
                    </a:cubicBezTo>
                    <a:cubicBezTo>
                      <a:pt x="3" y="98"/>
                      <a:pt x="7" y="93"/>
                      <a:pt x="11" y="87"/>
                    </a:cubicBezTo>
                    <a:cubicBezTo>
                      <a:pt x="13" y="82"/>
                      <a:pt x="17" y="76"/>
                      <a:pt x="22" y="69"/>
                    </a:cubicBezTo>
                    <a:cubicBezTo>
                      <a:pt x="22" y="69"/>
                      <a:pt x="22" y="69"/>
                      <a:pt x="22" y="69"/>
                    </a:cubicBezTo>
                    <a:cubicBezTo>
                      <a:pt x="22" y="69"/>
                      <a:pt x="22" y="69"/>
                      <a:pt x="22" y="69"/>
                    </a:cubicBezTo>
                    <a:cubicBezTo>
                      <a:pt x="22" y="69"/>
                      <a:pt x="22" y="69"/>
                      <a:pt x="22" y="69"/>
                    </a:cubicBezTo>
                    <a:cubicBezTo>
                      <a:pt x="22" y="69"/>
                      <a:pt x="22" y="69"/>
                      <a:pt x="22" y="69"/>
                    </a:cubicBezTo>
                    <a:cubicBezTo>
                      <a:pt x="22" y="69"/>
                      <a:pt x="22" y="69"/>
                      <a:pt x="22" y="69"/>
                    </a:cubicBezTo>
                    <a:cubicBezTo>
                      <a:pt x="22" y="69"/>
                      <a:pt x="22" y="69"/>
                      <a:pt x="22" y="69"/>
                    </a:cubicBezTo>
                    <a:cubicBezTo>
                      <a:pt x="21" y="72"/>
                      <a:pt x="20" y="75"/>
                      <a:pt x="19" y="78"/>
                    </a:cubicBezTo>
                    <a:cubicBezTo>
                      <a:pt x="36" y="58"/>
                      <a:pt x="59" y="29"/>
                      <a:pt x="83" y="0"/>
                    </a:cubicBezTo>
                  </a:path>
                </a:pathLst>
              </a:custGeom>
              <a:solidFill>
                <a:srgbClr val="EDF3F3"/>
              </a:solidFill>
              <a:ln>
                <a:noFill/>
              </a:ln>
            </p:spPr>
            <p:txBody>
              <a:bodyPr vert="horz" wrap="square" lIns="91440" tIns="45720" rIns="91440" bIns="45720" numCol="1" anchor="t" anchorCtr="0" compatLnSpc="1"/>
              <a:lstStyle/>
              <a:p>
                <a:endParaRPr lang="en-US"/>
              </a:p>
            </p:txBody>
          </p:sp>
          <p:sp>
            <p:nvSpPr>
              <p:cNvPr id="66" name="Freeform 398"/>
              <p:cNvSpPr/>
              <p:nvPr/>
            </p:nvSpPr>
            <p:spPr bwMode="auto">
              <a:xfrm>
                <a:off x="2592388" y="4795838"/>
                <a:ext cx="82550" cy="144463"/>
              </a:xfrm>
              <a:custGeom>
                <a:avLst/>
                <a:gdLst>
                  <a:gd name="T0" fmla="*/ 28 w 30"/>
                  <a:gd name="T1" fmla="*/ 0 h 53"/>
                  <a:gd name="T2" fmla="*/ 11 w 30"/>
                  <a:gd name="T3" fmla="*/ 21 h 53"/>
                  <a:gd name="T4" fmla="*/ 24 w 30"/>
                  <a:gd name="T5" fmla="*/ 41 h 53"/>
                  <a:gd name="T6" fmla="*/ 24 w 30"/>
                  <a:gd name="T7" fmla="*/ 41 h 53"/>
                  <a:gd name="T8" fmla="*/ 24 w 30"/>
                  <a:gd name="T9" fmla="*/ 41 h 53"/>
                  <a:gd name="T10" fmla="*/ 6 w 30"/>
                  <a:gd name="T11" fmla="*/ 28 h 53"/>
                  <a:gd name="T12" fmla="*/ 0 w 30"/>
                  <a:gd name="T13" fmla="*/ 35 h 53"/>
                  <a:gd name="T14" fmla="*/ 23 w 30"/>
                  <a:gd name="T15" fmla="*/ 51 h 53"/>
                  <a:gd name="T16" fmla="*/ 30 w 30"/>
                  <a:gd name="T17" fmla="*/ 53 h 53"/>
                  <a:gd name="T18" fmla="*/ 27 w 30"/>
                  <a:gd name="T19" fmla="*/ 15 h 53"/>
                  <a:gd name="T20" fmla="*/ 28 w 30"/>
                  <a:gd name="T2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53">
                    <a:moveTo>
                      <a:pt x="28" y="0"/>
                    </a:moveTo>
                    <a:cubicBezTo>
                      <a:pt x="21" y="8"/>
                      <a:pt x="16" y="15"/>
                      <a:pt x="11" y="21"/>
                    </a:cubicBezTo>
                    <a:cubicBezTo>
                      <a:pt x="14" y="28"/>
                      <a:pt x="18" y="35"/>
                      <a:pt x="24" y="41"/>
                    </a:cubicBezTo>
                    <a:cubicBezTo>
                      <a:pt x="24" y="41"/>
                      <a:pt x="24" y="41"/>
                      <a:pt x="24" y="41"/>
                    </a:cubicBezTo>
                    <a:cubicBezTo>
                      <a:pt x="24" y="41"/>
                      <a:pt x="24" y="41"/>
                      <a:pt x="24" y="41"/>
                    </a:cubicBezTo>
                    <a:cubicBezTo>
                      <a:pt x="16" y="37"/>
                      <a:pt x="10" y="33"/>
                      <a:pt x="6" y="28"/>
                    </a:cubicBezTo>
                    <a:cubicBezTo>
                      <a:pt x="3" y="31"/>
                      <a:pt x="1" y="33"/>
                      <a:pt x="0" y="35"/>
                    </a:cubicBezTo>
                    <a:cubicBezTo>
                      <a:pt x="5" y="40"/>
                      <a:pt x="13" y="46"/>
                      <a:pt x="23" y="51"/>
                    </a:cubicBezTo>
                    <a:cubicBezTo>
                      <a:pt x="25" y="52"/>
                      <a:pt x="28" y="53"/>
                      <a:pt x="30" y="53"/>
                    </a:cubicBezTo>
                    <a:cubicBezTo>
                      <a:pt x="28" y="42"/>
                      <a:pt x="27" y="29"/>
                      <a:pt x="27" y="15"/>
                    </a:cubicBezTo>
                    <a:cubicBezTo>
                      <a:pt x="27" y="10"/>
                      <a:pt x="27" y="5"/>
                      <a:pt x="28" y="0"/>
                    </a:cubicBezTo>
                  </a:path>
                </a:pathLst>
              </a:custGeom>
              <a:solidFill>
                <a:srgbClr val="EDF3F3"/>
              </a:solidFill>
              <a:ln>
                <a:noFill/>
              </a:ln>
            </p:spPr>
            <p:txBody>
              <a:bodyPr vert="horz" wrap="square" lIns="91440" tIns="45720" rIns="91440" bIns="45720" numCol="1" anchor="t" anchorCtr="0" compatLnSpc="1"/>
              <a:lstStyle/>
              <a:p>
                <a:endParaRPr lang="en-US"/>
              </a:p>
            </p:txBody>
          </p:sp>
          <p:sp>
            <p:nvSpPr>
              <p:cNvPr id="67" name="Freeform 399"/>
              <p:cNvSpPr/>
              <p:nvPr/>
            </p:nvSpPr>
            <p:spPr bwMode="auto">
              <a:xfrm>
                <a:off x="2667001" y="4565650"/>
                <a:ext cx="188913" cy="376238"/>
              </a:xfrm>
              <a:custGeom>
                <a:avLst/>
                <a:gdLst>
                  <a:gd name="T0" fmla="*/ 69 w 70"/>
                  <a:gd name="T1" fmla="*/ 0 h 139"/>
                  <a:gd name="T2" fmla="*/ 1 w 70"/>
                  <a:gd name="T3" fmla="*/ 85 h 139"/>
                  <a:gd name="T4" fmla="*/ 1 w 70"/>
                  <a:gd name="T5" fmla="*/ 85 h 139"/>
                  <a:gd name="T6" fmla="*/ 0 w 70"/>
                  <a:gd name="T7" fmla="*/ 100 h 139"/>
                  <a:gd name="T8" fmla="*/ 3 w 70"/>
                  <a:gd name="T9" fmla="*/ 138 h 139"/>
                  <a:gd name="T10" fmla="*/ 10 w 70"/>
                  <a:gd name="T11" fmla="*/ 139 h 139"/>
                  <a:gd name="T12" fmla="*/ 12 w 70"/>
                  <a:gd name="T13" fmla="*/ 139 h 139"/>
                  <a:gd name="T14" fmla="*/ 23 w 70"/>
                  <a:gd name="T15" fmla="*/ 138 h 139"/>
                  <a:gd name="T16" fmla="*/ 18 w 70"/>
                  <a:gd name="T17" fmla="*/ 98 h 139"/>
                  <a:gd name="T18" fmla="*/ 31 w 70"/>
                  <a:gd name="T19" fmla="*/ 50 h 139"/>
                  <a:gd name="T20" fmla="*/ 70 w 70"/>
                  <a:gd name="T21" fmla="*/ 0 h 139"/>
                  <a:gd name="T22" fmla="*/ 69 w 70"/>
                  <a:gd name="T23"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39">
                    <a:moveTo>
                      <a:pt x="69" y="0"/>
                    </a:moveTo>
                    <a:cubicBezTo>
                      <a:pt x="45" y="30"/>
                      <a:pt x="19" y="62"/>
                      <a:pt x="1" y="85"/>
                    </a:cubicBezTo>
                    <a:cubicBezTo>
                      <a:pt x="1" y="85"/>
                      <a:pt x="1" y="85"/>
                      <a:pt x="1" y="85"/>
                    </a:cubicBezTo>
                    <a:cubicBezTo>
                      <a:pt x="0" y="90"/>
                      <a:pt x="0" y="95"/>
                      <a:pt x="0" y="100"/>
                    </a:cubicBezTo>
                    <a:cubicBezTo>
                      <a:pt x="0" y="114"/>
                      <a:pt x="1" y="127"/>
                      <a:pt x="3" y="138"/>
                    </a:cubicBezTo>
                    <a:cubicBezTo>
                      <a:pt x="6" y="139"/>
                      <a:pt x="8" y="139"/>
                      <a:pt x="10" y="139"/>
                    </a:cubicBezTo>
                    <a:cubicBezTo>
                      <a:pt x="11" y="139"/>
                      <a:pt x="11" y="139"/>
                      <a:pt x="12" y="139"/>
                    </a:cubicBezTo>
                    <a:cubicBezTo>
                      <a:pt x="16" y="139"/>
                      <a:pt x="19" y="139"/>
                      <a:pt x="23" y="138"/>
                    </a:cubicBezTo>
                    <a:cubicBezTo>
                      <a:pt x="21" y="126"/>
                      <a:pt x="18" y="112"/>
                      <a:pt x="18" y="98"/>
                    </a:cubicBezTo>
                    <a:cubicBezTo>
                      <a:pt x="18" y="81"/>
                      <a:pt x="22" y="64"/>
                      <a:pt x="31" y="50"/>
                    </a:cubicBezTo>
                    <a:cubicBezTo>
                      <a:pt x="37" y="42"/>
                      <a:pt x="51" y="23"/>
                      <a:pt x="70" y="0"/>
                    </a:cubicBezTo>
                    <a:cubicBezTo>
                      <a:pt x="70" y="0"/>
                      <a:pt x="69" y="0"/>
                      <a:pt x="69"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68" name="Freeform 400"/>
              <p:cNvSpPr>
                <a:spLocks noEditPoints="1"/>
              </p:cNvSpPr>
              <p:nvPr/>
            </p:nvSpPr>
            <p:spPr bwMode="auto">
              <a:xfrm>
                <a:off x="2565401" y="4562475"/>
                <a:ext cx="288925" cy="328613"/>
              </a:xfrm>
              <a:custGeom>
                <a:avLst/>
                <a:gdLst>
                  <a:gd name="T0" fmla="*/ 11 w 106"/>
                  <a:gd name="T1" fmla="*/ 91 h 121"/>
                  <a:gd name="T2" fmla="*/ 0 w 106"/>
                  <a:gd name="T3" fmla="*/ 105 h 121"/>
                  <a:gd name="T4" fmla="*/ 10 w 106"/>
                  <a:gd name="T5" fmla="*/ 121 h 121"/>
                  <a:gd name="T6" fmla="*/ 16 w 106"/>
                  <a:gd name="T7" fmla="*/ 114 h 121"/>
                  <a:gd name="T8" fmla="*/ 11 w 106"/>
                  <a:gd name="T9" fmla="*/ 91 h 121"/>
                  <a:gd name="T10" fmla="*/ 100 w 106"/>
                  <a:gd name="T11" fmla="*/ 0 h 121"/>
                  <a:gd name="T12" fmla="*/ 83 w 106"/>
                  <a:gd name="T13" fmla="*/ 4 h 121"/>
                  <a:gd name="T14" fmla="*/ 83 w 106"/>
                  <a:gd name="T15" fmla="*/ 4 h 121"/>
                  <a:gd name="T16" fmla="*/ 19 w 106"/>
                  <a:gd name="T17" fmla="*/ 82 h 121"/>
                  <a:gd name="T18" fmla="*/ 19 w 106"/>
                  <a:gd name="T19" fmla="*/ 82 h 121"/>
                  <a:gd name="T20" fmla="*/ 21 w 106"/>
                  <a:gd name="T21" fmla="*/ 107 h 121"/>
                  <a:gd name="T22" fmla="*/ 38 w 106"/>
                  <a:gd name="T23" fmla="*/ 86 h 121"/>
                  <a:gd name="T24" fmla="*/ 106 w 106"/>
                  <a:gd name="T25" fmla="*/ 1 h 121"/>
                  <a:gd name="T26" fmla="*/ 100 w 106"/>
                  <a:gd name="T2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21">
                    <a:moveTo>
                      <a:pt x="11" y="91"/>
                    </a:moveTo>
                    <a:cubicBezTo>
                      <a:pt x="7" y="97"/>
                      <a:pt x="3" y="102"/>
                      <a:pt x="0" y="105"/>
                    </a:cubicBezTo>
                    <a:cubicBezTo>
                      <a:pt x="1" y="109"/>
                      <a:pt x="4" y="115"/>
                      <a:pt x="10" y="121"/>
                    </a:cubicBezTo>
                    <a:cubicBezTo>
                      <a:pt x="11" y="119"/>
                      <a:pt x="13" y="117"/>
                      <a:pt x="16" y="114"/>
                    </a:cubicBezTo>
                    <a:cubicBezTo>
                      <a:pt x="10" y="108"/>
                      <a:pt x="9" y="100"/>
                      <a:pt x="11" y="91"/>
                    </a:cubicBezTo>
                    <a:moveTo>
                      <a:pt x="100" y="0"/>
                    </a:moveTo>
                    <a:cubicBezTo>
                      <a:pt x="95" y="0"/>
                      <a:pt x="90" y="1"/>
                      <a:pt x="83" y="4"/>
                    </a:cubicBezTo>
                    <a:cubicBezTo>
                      <a:pt x="83" y="4"/>
                      <a:pt x="83" y="4"/>
                      <a:pt x="83" y="4"/>
                    </a:cubicBezTo>
                    <a:cubicBezTo>
                      <a:pt x="59" y="33"/>
                      <a:pt x="36" y="62"/>
                      <a:pt x="19" y="82"/>
                    </a:cubicBezTo>
                    <a:cubicBezTo>
                      <a:pt x="19" y="82"/>
                      <a:pt x="19" y="82"/>
                      <a:pt x="19" y="82"/>
                    </a:cubicBezTo>
                    <a:cubicBezTo>
                      <a:pt x="18" y="90"/>
                      <a:pt x="18" y="98"/>
                      <a:pt x="21" y="107"/>
                    </a:cubicBezTo>
                    <a:cubicBezTo>
                      <a:pt x="26" y="101"/>
                      <a:pt x="31" y="94"/>
                      <a:pt x="38" y="86"/>
                    </a:cubicBezTo>
                    <a:cubicBezTo>
                      <a:pt x="56" y="63"/>
                      <a:pt x="82" y="31"/>
                      <a:pt x="106" y="1"/>
                    </a:cubicBezTo>
                    <a:cubicBezTo>
                      <a:pt x="104" y="0"/>
                      <a:pt x="102" y="0"/>
                      <a:pt x="100"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69" name="Freeform 401"/>
              <p:cNvSpPr>
                <a:spLocks noEditPoints="1"/>
              </p:cNvSpPr>
              <p:nvPr/>
            </p:nvSpPr>
            <p:spPr bwMode="auto">
              <a:xfrm>
                <a:off x="2565401" y="4581525"/>
                <a:ext cx="365125" cy="360363"/>
              </a:xfrm>
              <a:custGeom>
                <a:avLst/>
                <a:gdLst>
                  <a:gd name="T0" fmla="*/ 49 w 134"/>
                  <a:gd name="T1" fmla="*/ 133 h 133"/>
                  <a:gd name="T2" fmla="*/ 67 w 134"/>
                  <a:gd name="T3" fmla="*/ 130 h 133"/>
                  <a:gd name="T4" fmla="*/ 134 w 134"/>
                  <a:gd name="T5" fmla="*/ 45 h 133"/>
                  <a:gd name="T6" fmla="*/ 67 w 134"/>
                  <a:gd name="T7" fmla="*/ 130 h 133"/>
                  <a:gd name="T8" fmla="*/ 134 w 134"/>
                  <a:gd name="T9" fmla="*/ 43 h 133"/>
                  <a:gd name="T10" fmla="*/ 134 w 134"/>
                  <a:gd name="T11" fmla="*/ 45 h 133"/>
                  <a:gd name="T12" fmla="*/ 134 w 134"/>
                  <a:gd name="T13" fmla="*/ 42 h 133"/>
                  <a:gd name="T14" fmla="*/ 134 w 134"/>
                  <a:gd name="T15" fmla="*/ 42 h 133"/>
                  <a:gd name="T16" fmla="*/ 134 w 134"/>
                  <a:gd name="T17" fmla="*/ 42 h 133"/>
                  <a:gd name="T18" fmla="*/ 128 w 134"/>
                  <a:gd name="T19" fmla="*/ 17 h 133"/>
                  <a:gd name="T20" fmla="*/ 134 w 134"/>
                  <a:gd name="T21" fmla="*/ 42 h 133"/>
                  <a:gd name="T22" fmla="*/ 128 w 134"/>
                  <a:gd name="T23" fmla="*/ 17 h 133"/>
                  <a:gd name="T24" fmla="*/ 128 w 134"/>
                  <a:gd name="T25" fmla="*/ 17 h 133"/>
                  <a:gd name="T26" fmla="*/ 128 w 134"/>
                  <a:gd name="T27" fmla="*/ 17 h 133"/>
                  <a:gd name="T28" fmla="*/ 128 w 134"/>
                  <a:gd name="T29" fmla="*/ 15 h 133"/>
                  <a:gd name="T30" fmla="*/ 128 w 134"/>
                  <a:gd name="T31" fmla="*/ 16 h 133"/>
                  <a:gd name="T32" fmla="*/ 128 w 134"/>
                  <a:gd name="T33" fmla="*/ 15 h 133"/>
                  <a:gd name="T34" fmla="*/ 128 w 134"/>
                  <a:gd name="T35" fmla="*/ 15 h 133"/>
                  <a:gd name="T36" fmla="*/ 128 w 134"/>
                  <a:gd name="T37" fmla="*/ 15 h 133"/>
                  <a:gd name="T38" fmla="*/ 128 w 134"/>
                  <a:gd name="T39" fmla="*/ 15 h 133"/>
                  <a:gd name="T40" fmla="*/ 128 w 134"/>
                  <a:gd name="T41" fmla="*/ 15 h 133"/>
                  <a:gd name="T42" fmla="*/ 127 w 134"/>
                  <a:gd name="T43" fmla="*/ 14 h 133"/>
                  <a:gd name="T44" fmla="*/ 127 w 134"/>
                  <a:gd name="T45" fmla="*/ 14 h 133"/>
                  <a:gd name="T46" fmla="*/ 127 w 134"/>
                  <a:gd name="T47" fmla="*/ 14 h 133"/>
                  <a:gd name="T48" fmla="*/ 127 w 134"/>
                  <a:gd name="T49" fmla="*/ 14 h 133"/>
                  <a:gd name="T50" fmla="*/ 127 w 134"/>
                  <a:gd name="T51" fmla="*/ 14 h 133"/>
                  <a:gd name="T52" fmla="*/ 127 w 134"/>
                  <a:gd name="T53" fmla="*/ 14 h 133"/>
                  <a:gd name="T54" fmla="*/ 127 w 134"/>
                  <a:gd name="T55" fmla="*/ 14 h 133"/>
                  <a:gd name="T56" fmla="*/ 127 w 134"/>
                  <a:gd name="T57" fmla="*/ 14 h 133"/>
                  <a:gd name="T58" fmla="*/ 127 w 134"/>
                  <a:gd name="T59" fmla="*/ 13 h 133"/>
                  <a:gd name="T60" fmla="*/ 127 w 134"/>
                  <a:gd name="T61" fmla="*/ 13 h 133"/>
                  <a:gd name="T62" fmla="*/ 127 w 134"/>
                  <a:gd name="T63" fmla="*/ 13 h 133"/>
                  <a:gd name="T64" fmla="*/ 127 w 134"/>
                  <a:gd name="T65" fmla="*/ 13 h 133"/>
                  <a:gd name="T66" fmla="*/ 127 w 134"/>
                  <a:gd name="T67" fmla="*/ 13 h 133"/>
                  <a:gd name="T68" fmla="*/ 127 w 134"/>
                  <a:gd name="T69" fmla="*/ 13 h 133"/>
                  <a:gd name="T70" fmla="*/ 127 w 134"/>
                  <a:gd name="T71" fmla="*/ 13 h 133"/>
                  <a:gd name="T72" fmla="*/ 127 w 134"/>
                  <a:gd name="T73" fmla="*/ 13 h 133"/>
                  <a:gd name="T74" fmla="*/ 127 w 134"/>
                  <a:gd name="T75" fmla="*/ 13 h 133"/>
                  <a:gd name="T76" fmla="*/ 0 w 134"/>
                  <a:gd name="T77" fmla="*/ 95 h 133"/>
                  <a:gd name="T78" fmla="*/ 63 w 134"/>
                  <a:gd name="T79" fmla="*/ 9 h 133"/>
                  <a:gd name="T80" fmla="*/ 127 w 134"/>
                  <a:gd name="T81" fmla="*/ 12 h 133"/>
                  <a:gd name="T82" fmla="*/ 127 w 134"/>
                  <a:gd name="T83" fmla="*/ 12 h 133"/>
                  <a:gd name="T84" fmla="*/ 118 w 134"/>
                  <a:gd name="T85" fmla="*/ 0 h 133"/>
                  <a:gd name="T86" fmla="*/ 118 w 134"/>
                  <a:gd name="T87"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133">
                    <a:moveTo>
                      <a:pt x="67" y="130"/>
                    </a:moveTo>
                    <a:cubicBezTo>
                      <a:pt x="65" y="131"/>
                      <a:pt x="62" y="131"/>
                      <a:pt x="60" y="132"/>
                    </a:cubicBezTo>
                    <a:cubicBezTo>
                      <a:pt x="56" y="133"/>
                      <a:pt x="53" y="133"/>
                      <a:pt x="49" y="133"/>
                    </a:cubicBezTo>
                    <a:cubicBezTo>
                      <a:pt x="48" y="133"/>
                      <a:pt x="48" y="133"/>
                      <a:pt x="47" y="133"/>
                    </a:cubicBezTo>
                    <a:cubicBezTo>
                      <a:pt x="48" y="133"/>
                      <a:pt x="48" y="133"/>
                      <a:pt x="49" y="133"/>
                    </a:cubicBezTo>
                    <a:cubicBezTo>
                      <a:pt x="55" y="133"/>
                      <a:pt x="61" y="132"/>
                      <a:pt x="67" y="130"/>
                    </a:cubicBezTo>
                    <a:cubicBezTo>
                      <a:pt x="67" y="130"/>
                      <a:pt x="67" y="130"/>
                      <a:pt x="67" y="130"/>
                    </a:cubicBezTo>
                    <a:moveTo>
                      <a:pt x="134" y="45"/>
                    </a:moveTo>
                    <a:cubicBezTo>
                      <a:pt x="134" y="45"/>
                      <a:pt x="134" y="45"/>
                      <a:pt x="134" y="45"/>
                    </a:cubicBezTo>
                    <a:cubicBezTo>
                      <a:pt x="134" y="45"/>
                      <a:pt x="134" y="45"/>
                      <a:pt x="134" y="45"/>
                    </a:cubicBezTo>
                    <a:cubicBezTo>
                      <a:pt x="134" y="85"/>
                      <a:pt x="99" y="120"/>
                      <a:pt x="67" y="130"/>
                    </a:cubicBezTo>
                    <a:cubicBezTo>
                      <a:pt x="67" y="130"/>
                      <a:pt x="67" y="130"/>
                      <a:pt x="67" y="130"/>
                    </a:cubicBezTo>
                    <a:cubicBezTo>
                      <a:pt x="67" y="130"/>
                      <a:pt x="67" y="130"/>
                      <a:pt x="67" y="130"/>
                    </a:cubicBezTo>
                    <a:cubicBezTo>
                      <a:pt x="99" y="120"/>
                      <a:pt x="134" y="85"/>
                      <a:pt x="134" y="45"/>
                    </a:cubicBezTo>
                    <a:moveTo>
                      <a:pt x="134" y="43"/>
                    </a:moveTo>
                    <a:cubicBezTo>
                      <a:pt x="134" y="43"/>
                      <a:pt x="134" y="43"/>
                      <a:pt x="134" y="43"/>
                    </a:cubicBezTo>
                    <a:cubicBezTo>
                      <a:pt x="134" y="44"/>
                      <a:pt x="134" y="44"/>
                      <a:pt x="134" y="45"/>
                    </a:cubicBezTo>
                    <a:cubicBezTo>
                      <a:pt x="134" y="45"/>
                      <a:pt x="134" y="45"/>
                      <a:pt x="134" y="45"/>
                    </a:cubicBezTo>
                    <a:cubicBezTo>
                      <a:pt x="134" y="44"/>
                      <a:pt x="134" y="44"/>
                      <a:pt x="134" y="43"/>
                    </a:cubicBezTo>
                    <a:moveTo>
                      <a:pt x="134" y="42"/>
                    </a:moveTo>
                    <a:cubicBezTo>
                      <a:pt x="134" y="42"/>
                      <a:pt x="134" y="42"/>
                      <a:pt x="134" y="42"/>
                    </a:cubicBezTo>
                    <a:cubicBezTo>
                      <a:pt x="134" y="43"/>
                      <a:pt x="134" y="43"/>
                      <a:pt x="134" y="43"/>
                    </a:cubicBezTo>
                    <a:cubicBezTo>
                      <a:pt x="134" y="43"/>
                      <a:pt x="134" y="43"/>
                      <a:pt x="134" y="43"/>
                    </a:cubicBezTo>
                    <a:cubicBezTo>
                      <a:pt x="134" y="43"/>
                      <a:pt x="134" y="43"/>
                      <a:pt x="134" y="42"/>
                    </a:cubicBezTo>
                    <a:moveTo>
                      <a:pt x="134" y="42"/>
                    </a:moveTo>
                    <a:cubicBezTo>
                      <a:pt x="134" y="42"/>
                      <a:pt x="134" y="42"/>
                      <a:pt x="134" y="42"/>
                    </a:cubicBezTo>
                    <a:cubicBezTo>
                      <a:pt x="134" y="42"/>
                      <a:pt x="134" y="42"/>
                      <a:pt x="134" y="42"/>
                    </a:cubicBezTo>
                    <a:cubicBezTo>
                      <a:pt x="134" y="42"/>
                      <a:pt x="134" y="42"/>
                      <a:pt x="134" y="42"/>
                    </a:cubicBezTo>
                    <a:cubicBezTo>
                      <a:pt x="134" y="42"/>
                      <a:pt x="134" y="42"/>
                      <a:pt x="134" y="42"/>
                    </a:cubicBezTo>
                    <a:moveTo>
                      <a:pt x="128" y="17"/>
                    </a:moveTo>
                    <a:cubicBezTo>
                      <a:pt x="128" y="17"/>
                      <a:pt x="128" y="17"/>
                      <a:pt x="128" y="17"/>
                    </a:cubicBezTo>
                    <a:cubicBezTo>
                      <a:pt x="132" y="25"/>
                      <a:pt x="134" y="34"/>
                      <a:pt x="134" y="42"/>
                    </a:cubicBezTo>
                    <a:cubicBezTo>
                      <a:pt x="134" y="42"/>
                      <a:pt x="134" y="42"/>
                      <a:pt x="134" y="42"/>
                    </a:cubicBezTo>
                    <a:cubicBezTo>
                      <a:pt x="134" y="34"/>
                      <a:pt x="132" y="25"/>
                      <a:pt x="128" y="17"/>
                    </a:cubicBezTo>
                    <a:moveTo>
                      <a:pt x="128" y="17"/>
                    </a:moveTo>
                    <a:cubicBezTo>
                      <a:pt x="128" y="17"/>
                      <a:pt x="128" y="17"/>
                      <a:pt x="128" y="17"/>
                    </a:cubicBezTo>
                    <a:cubicBezTo>
                      <a:pt x="128" y="17"/>
                      <a:pt x="128" y="17"/>
                      <a:pt x="128" y="17"/>
                    </a:cubicBezTo>
                    <a:cubicBezTo>
                      <a:pt x="128" y="17"/>
                      <a:pt x="128" y="17"/>
                      <a:pt x="128" y="17"/>
                    </a:cubicBezTo>
                    <a:cubicBezTo>
                      <a:pt x="128" y="17"/>
                      <a:pt x="128" y="17"/>
                      <a:pt x="128" y="17"/>
                    </a:cubicBezTo>
                    <a:moveTo>
                      <a:pt x="128" y="16"/>
                    </a:moveTo>
                    <a:cubicBezTo>
                      <a:pt x="128" y="16"/>
                      <a:pt x="128" y="16"/>
                      <a:pt x="128" y="16"/>
                    </a:cubicBezTo>
                    <a:cubicBezTo>
                      <a:pt x="128" y="16"/>
                      <a:pt x="128" y="16"/>
                      <a:pt x="128" y="17"/>
                    </a:cubicBezTo>
                    <a:cubicBezTo>
                      <a:pt x="128" y="17"/>
                      <a:pt x="128" y="17"/>
                      <a:pt x="128" y="17"/>
                    </a:cubicBezTo>
                    <a:cubicBezTo>
                      <a:pt x="128" y="16"/>
                      <a:pt x="128" y="16"/>
                      <a:pt x="128" y="16"/>
                    </a:cubicBezTo>
                    <a:moveTo>
                      <a:pt x="128" y="15"/>
                    </a:moveTo>
                    <a:cubicBezTo>
                      <a:pt x="128" y="15"/>
                      <a:pt x="128" y="15"/>
                      <a:pt x="128" y="15"/>
                    </a:cubicBezTo>
                    <a:cubicBezTo>
                      <a:pt x="128" y="15"/>
                      <a:pt x="128" y="16"/>
                      <a:pt x="128" y="16"/>
                    </a:cubicBezTo>
                    <a:cubicBezTo>
                      <a:pt x="128" y="16"/>
                      <a:pt x="128" y="16"/>
                      <a:pt x="128" y="16"/>
                    </a:cubicBezTo>
                    <a:cubicBezTo>
                      <a:pt x="128" y="16"/>
                      <a:pt x="128" y="15"/>
                      <a:pt x="128" y="15"/>
                    </a:cubicBezTo>
                    <a:moveTo>
                      <a:pt x="128" y="15"/>
                    </a:moveTo>
                    <a:cubicBezTo>
                      <a:pt x="128" y="15"/>
                      <a:pt x="128" y="15"/>
                      <a:pt x="128" y="15"/>
                    </a:cubicBezTo>
                    <a:cubicBezTo>
                      <a:pt x="128" y="15"/>
                      <a:pt x="128" y="15"/>
                      <a:pt x="128" y="15"/>
                    </a:cubicBezTo>
                    <a:cubicBezTo>
                      <a:pt x="128" y="15"/>
                      <a:pt x="128" y="15"/>
                      <a:pt x="128" y="15"/>
                    </a:cubicBezTo>
                    <a:cubicBezTo>
                      <a:pt x="128" y="15"/>
                      <a:pt x="128" y="15"/>
                      <a:pt x="128" y="15"/>
                    </a:cubicBezTo>
                    <a:moveTo>
                      <a:pt x="128" y="15"/>
                    </a:moveTo>
                    <a:cubicBezTo>
                      <a:pt x="128" y="15"/>
                      <a:pt x="128" y="15"/>
                      <a:pt x="128" y="15"/>
                    </a:cubicBezTo>
                    <a:cubicBezTo>
                      <a:pt x="128" y="15"/>
                      <a:pt x="128" y="15"/>
                      <a:pt x="128" y="15"/>
                    </a:cubicBezTo>
                    <a:cubicBezTo>
                      <a:pt x="128" y="15"/>
                      <a:pt x="128" y="15"/>
                      <a:pt x="128" y="15"/>
                    </a:cubicBezTo>
                    <a:cubicBezTo>
                      <a:pt x="128" y="15"/>
                      <a:pt x="128" y="15"/>
                      <a:pt x="128" y="15"/>
                    </a:cubicBezTo>
                    <a:moveTo>
                      <a:pt x="128" y="15"/>
                    </a:moveTo>
                    <a:cubicBezTo>
                      <a:pt x="128" y="15"/>
                      <a:pt x="128" y="15"/>
                      <a:pt x="128" y="15"/>
                    </a:cubicBezTo>
                    <a:cubicBezTo>
                      <a:pt x="128" y="15"/>
                      <a:pt x="128" y="15"/>
                      <a:pt x="128" y="15"/>
                    </a:cubicBezTo>
                    <a:cubicBezTo>
                      <a:pt x="128" y="15"/>
                      <a:pt x="128" y="15"/>
                      <a:pt x="128" y="15"/>
                    </a:cubicBezTo>
                    <a:cubicBezTo>
                      <a:pt x="128" y="15"/>
                      <a:pt x="128" y="15"/>
                      <a:pt x="128" y="15"/>
                    </a:cubicBezTo>
                    <a:moveTo>
                      <a:pt x="127" y="14"/>
                    </a:moveTo>
                    <a:cubicBezTo>
                      <a:pt x="127" y="14"/>
                      <a:pt x="127" y="14"/>
                      <a:pt x="127" y="14"/>
                    </a:cubicBezTo>
                    <a:cubicBezTo>
                      <a:pt x="127" y="14"/>
                      <a:pt x="127" y="14"/>
                      <a:pt x="127" y="14"/>
                    </a:cubicBezTo>
                    <a:cubicBezTo>
                      <a:pt x="127" y="14"/>
                      <a:pt x="127" y="14"/>
                      <a:pt x="127" y="14"/>
                    </a:cubicBezTo>
                    <a:cubicBezTo>
                      <a:pt x="127" y="14"/>
                      <a:pt x="127" y="14"/>
                      <a:pt x="127" y="14"/>
                    </a:cubicBezTo>
                    <a:moveTo>
                      <a:pt x="127" y="14"/>
                    </a:moveTo>
                    <a:cubicBezTo>
                      <a:pt x="127" y="14"/>
                      <a:pt x="127" y="14"/>
                      <a:pt x="127" y="14"/>
                    </a:cubicBezTo>
                    <a:cubicBezTo>
                      <a:pt x="127" y="14"/>
                      <a:pt x="127" y="14"/>
                      <a:pt x="127" y="14"/>
                    </a:cubicBezTo>
                    <a:cubicBezTo>
                      <a:pt x="127" y="14"/>
                      <a:pt x="127" y="14"/>
                      <a:pt x="127" y="14"/>
                    </a:cubicBezTo>
                    <a:cubicBezTo>
                      <a:pt x="127" y="14"/>
                      <a:pt x="127" y="14"/>
                      <a:pt x="127" y="14"/>
                    </a:cubicBezTo>
                    <a:moveTo>
                      <a:pt x="127" y="14"/>
                    </a:moveTo>
                    <a:cubicBezTo>
                      <a:pt x="127" y="14"/>
                      <a:pt x="127" y="14"/>
                      <a:pt x="127" y="14"/>
                    </a:cubicBezTo>
                    <a:cubicBezTo>
                      <a:pt x="127" y="14"/>
                      <a:pt x="127" y="14"/>
                      <a:pt x="127" y="14"/>
                    </a:cubicBezTo>
                    <a:cubicBezTo>
                      <a:pt x="127" y="14"/>
                      <a:pt x="127" y="14"/>
                      <a:pt x="127" y="14"/>
                    </a:cubicBezTo>
                    <a:cubicBezTo>
                      <a:pt x="127" y="14"/>
                      <a:pt x="127" y="14"/>
                      <a:pt x="127" y="14"/>
                    </a:cubicBezTo>
                    <a:moveTo>
                      <a:pt x="127" y="14"/>
                    </a:moveTo>
                    <a:cubicBezTo>
                      <a:pt x="127" y="14"/>
                      <a:pt x="127" y="14"/>
                      <a:pt x="127" y="14"/>
                    </a:cubicBezTo>
                    <a:cubicBezTo>
                      <a:pt x="127" y="14"/>
                      <a:pt x="127" y="14"/>
                      <a:pt x="127" y="14"/>
                    </a:cubicBezTo>
                    <a:cubicBezTo>
                      <a:pt x="127" y="14"/>
                      <a:pt x="127" y="14"/>
                      <a:pt x="127" y="14"/>
                    </a:cubicBezTo>
                    <a:cubicBezTo>
                      <a:pt x="127" y="14"/>
                      <a:pt x="127" y="14"/>
                      <a:pt x="127" y="14"/>
                    </a:cubicBezTo>
                    <a:moveTo>
                      <a:pt x="127" y="13"/>
                    </a:moveTo>
                    <a:cubicBezTo>
                      <a:pt x="127" y="13"/>
                      <a:pt x="127" y="13"/>
                      <a:pt x="127" y="13"/>
                    </a:cubicBezTo>
                    <a:cubicBezTo>
                      <a:pt x="127" y="14"/>
                      <a:pt x="127" y="14"/>
                      <a:pt x="127" y="14"/>
                    </a:cubicBezTo>
                    <a:cubicBezTo>
                      <a:pt x="127" y="14"/>
                      <a:pt x="127" y="14"/>
                      <a:pt x="127" y="14"/>
                    </a:cubicBezTo>
                    <a:cubicBezTo>
                      <a:pt x="127" y="14"/>
                      <a:pt x="127" y="14"/>
                      <a:pt x="127" y="13"/>
                    </a:cubicBezTo>
                    <a:moveTo>
                      <a:pt x="127" y="13"/>
                    </a:moveTo>
                    <a:cubicBezTo>
                      <a:pt x="127" y="13"/>
                      <a:pt x="127" y="13"/>
                      <a:pt x="127" y="13"/>
                    </a:cubicBezTo>
                    <a:cubicBezTo>
                      <a:pt x="127" y="13"/>
                      <a:pt x="127" y="13"/>
                      <a:pt x="127" y="13"/>
                    </a:cubicBezTo>
                    <a:cubicBezTo>
                      <a:pt x="127" y="13"/>
                      <a:pt x="127" y="13"/>
                      <a:pt x="127" y="13"/>
                    </a:cubicBezTo>
                    <a:cubicBezTo>
                      <a:pt x="127" y="13"/>
                      <a:pt x="127" y="13"/>
                      <a:pt x="127" y="13"/>
                    </a:cubicBezTo>
                    <a:moveTo>
                      <a:pt x="127" y="13"/>
                    </a:moveTo>
                    <a:cubicBezTo>
                      <a:pt x="127" y="13"/>
                      <a:pt x="127" y="13"/>
                      <a:pt x="127" y="13"/>
                    </a:cubicBezTo>
                    <a:cubicBezTo>
                      <a:pt x="127" y="13"/>
                      <a:pt x="127" y="13"/>
                      <a:pt x="127" y="13"/>
                    </a:cubicBezTo>
                    <a:cubicBezTo>
                      <a:pt x="127" y="13"/>
                      <a:pt x="127" y="13"/>
                      <a:pt x="127" y="13"/>
                    </a:cubicBezTo>
                    <a:cubicBezTo>
                      <a:pt x="127" y="13"/>
                      <a:pt x="127" y="13"/>
                      <a:pt x="127" y="13"/>
                    </a:cubicBezTo>
                    <a:moveTo>
                      <a:pt x="127" y="13"/>
                    </a:moveTo>
                    <a:cubicBezTo>
                      <a:pt x="127" y="13"/>
                      <a:pt x="127" y="13"/>
                      <a:pt x="127" y="13"/>
                    </a:cubicBezTo>
                    <a:cubicBezTo>
                      <a:pt x="127" y="13"/>
                      <a:pt x="127" y="13"/>
                      <a:pt x="127" y="13"/>
                    </a:cubicBezTo>
                    <a:cubicBezTo>
                      <a:pt x="127" y="13"/>
                      <a:pt x="127" y="13"/>
                      <a:pt x="127" y="13"/>
                    </a:cubicBezTo>
                    <a:cubicBezTo>
                      <a:pt x="127" y="13"/>
                      <a:pt x="127" y="13"/>
                      <a:pt x="127" y="13"/>
                    </a:cubicBezTo>
                    <a:moveTo>
                      <a:pt x="127" y="13"/>
                    </a:moveTo>
                    <a:cubicBezTo>
                      <a:pt x="127" y="13"/>
                      <a:pt x="127" y="13"/>
                      <a:pt x="127" y="13"/>
                    </a:cubicBezTo>
                    <a:cubicBezTo>
                      <a:pt x="127" y="13"/>
                      <a:pt x="127" y="13"/>
                      <a:pt x="127" y="13"/>
                    </a:cubicBezTo>
                    <a:cubicBezTo>
                      <a:pt x="127" y="13"/>
                      <a:pt x="127" y="13"/>
                      <a:pt x="127" y="13"/>
                    </a:cubicBezTo>
                    <a:cubicBezTo>
                      <a:pt x="127" y="13"/>
                      <a:pt x="127" y="13"/>
                      <a:pt x="127" y="13"/>
                    </a:cubicBezTo>
                    <a:moveTo>
                      <a:pt x="127" y="13"/>
                    </a:moveTo>
                    <a:cubicBezTo>
                      <a:pt x="127" y="13"/>
                      <a:pt x="127" y="13"/>
                      <a:pt x="127" y="13"/>
                    </a:cubicBezTo>
                    <a:cubicBezTo>
                      <a:pt x="127" y="13"/>
                      <a:pt x="127" y="13"/>
                      <a:pt x="127" y="13"/>
                    </a:cubicBezTo>
                    <a:cubicBezTo>
                      <a:pt x="127" y="13"/>
                      <a:pt x="127" y="13"/>
                      <a:pt x="127" y="13"/>
                    </a:cubicBezTo>
                    <a:cubicBezTo>
                      <a:pt x="127" y="13"/>
                      <a:pt x="127" y="13"/>
                      <a:pt x="127" y="13"/>
                    </a:cubicBezTo>
                    <a:moveTo>
                      <a:pt x="63" y="9"/>
                    </a:moveTo>
                    <a:cubicBezTo>
                      <a:pt x="63" y="9"/>
                      <a:pt x="63" y="9"/>
                      <a:pt x="63" y="9"/>
                    </a:cubicBezTo>
                    <a:cubicBezTo>
                      <a:pt x="32" y="30"/>
                      <a:pt x="2" y="79"/>
                      <a:pt x="0" y="95"/>
                    </a:cubicBezTo>
                    <a:cubicBezTo>
                      <a:pt x="0" y="95"/>
                      <a:pt x="0" y="95"/>
                      <a:pt x="0" y="95"/>
                    </a:cubicBezTo>
                    <a:cubicBezTo>
                      <a:pt x="2" y="79"/>
                      <a:pt x="32" y="30"/>
                      <a:pt x="63" y="9"/>
                    </a:cubicBezTo>
                    <a:cubicBezTo>
                      <a:pt x="63" y="9"/>
                      <a:pt x="63" y="9"/>
                      <a:pt x="63" y="9"/>
                    </a:cubicBezTo>
                    <a:moveTo>
                      <a:pt x="118" y="0"/>
                    </a:moveTo>
                    <a:cubicBezTo>
                      <a:pt x="118" y="0"/>
                      <a:pt x="118" y="0"/>
                      <a:pt x="118" y="0"/>
                    </a:cubicBezTo>
                    <a:cubicBezTo>
                      <a:pt x="121" y="3"/>
                      <a:pt x="124" y="7"/>
                      <a:pt x="127" y="12"/>
                    </a:cubicBezTo>
                    <a:cubicBezTo>
                      <a:pt x="127" y="12"/>
                      <a:pt x="127" y="12"/>
                      <a:pt x="127" y="12"/>
                    </a:cubicBezTo>
                    <a:cubicBezTo>
                      <a:pt x="127" y="12"/>
                      <a:pt x="127" y="12"/>
                      <a:pt x="127" y="12"/>
                    </a:cubicBezTo>
                    <a:cubicBezTo>
                      <a:pt x="127" y="12"/>
                      <a:pt x="127" y="12"/>
                      <a:pt x="127" y="12"/>
                    </a:cubicBezTo>
                    <a:cubicBezTo>
                      <a:pt x="124" y="7"/>
                      <a:pt x="121" y="3"/>
                      <a:pt x="118" y="0"/>
                    </a:cubicBezTo>
                    <a:moveTo>
                      <a:pt x="118" y="0"/>
                    </a:moveTo>
                    <a:cubicBezTo>
                      <a:pt x="118" y="0"/>
                      <a:pt x="118" y="0"/>
                      <a:pt x="118" y="0"/>
                    </a:cubicBezTo>
                    <a:cubicBezTo>
                      <a:pt x="118" y="0"/>
                      <a:pt x="118" y="0"/>
                      <a:pt x="118" y="0"/>
                    </a:cubicBezTo>
                    <a:cubicBezTo>
                      <a:pt x="118" y="0"/>
                      <a:pt x="118" y="0"/>
                      <a:pt x="118" y="0"/>
                    </a:cubicBezTo>
                    <a:cubicBezTo>
                      <a:pt x="118" y="0"/>
                      <a:pt x="118" y="0"/>
                      <a:pt x="118" y="0"/>
                    </a:cubicBezTo>
                  </a:path>
                </a:pathLst>
              </a:custGeom>
              <a:solidFill>
                <a:srgbClr val="A6A6A6"/>
              </a:solidFill>
              <a:ln>
                <a:noFill/>
              </a:ln>
            </p:spPr>
            <p:txBody>
              <a:bodyPr vert="horz" wrap="square" lIns="91440" tIns="45720" rIns="91440" bIns="45720" numCol="1" anchor="t" anchorCtr="0" compatLnSpc="1"/>
              <a:lstStyle/>
              <a:p>
                <a:endParaRPr lang="en-US"/>
              </a:p>
            </p:txBody>
          </p:sp>
          <p:sp>
            <p:nvSpPr>
              <p:cNvPr id="70" name="Freeform 402"/>
              <p:cNvSpPr>
                <a:spLocks noEditPoints="1"/>
              </p:cNvSpPr>
              <p:nvPr/>
            </p:nvSpPr>
            <p:spPr bwMode="auto">
              <a:xfrm>
                <a:off x="2595563" y="4760913"/>
                <a:ext cx="61913" cy="146050"/>
              </a:xfrm>
              <a:custGeom>
                <a:avLst/>
                <a:gdLst>
                  <a:gd name="T0" fmla="*/ 10 w 23"/>
                  <a:gd name="T1" fmla="*/ 34 h 54"/>
                  <a:gd name="T2" fmla="*/ 5 w 23"/>
                  <a:gd name="T3" fmla="*/ 41 h 54"/>
                  <a:gd name="T4" fmla="*/ 23 w 23"/>
                  <a:gd name="T5" fmla="*/ 54 h 54"/>
                  <a:gd name="T6" fmla="*/ 10 w 23"/>
                  <a:gd name="T7" fmla="*/ 34 h 54"/>
                  <a:gd name="T8" fmla="*/ 11 w 23"/>
                  <a:gd name="T9" fmla="*/ 0 h 54"/>
                  <a:gd name="T10" fmla="*/ 0 w 23"/>
                  <a:gd name="T11" fmla="*/ 18 h 54"/>
                  <a:gd name="T12" fmla="*/ 8 w 23"/>
                  <a:gd name="T13" fmla="*/ 9 h 54"/>
                  <a:gd name="T14" fmla="*/ 11 w 23"/>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54">
                    <a:moveTo>
                      <a:pt x="10" y="34"/>
                    </a:moveTo>
                    <a:cubicBezTo>
                      <a:pt x="8" y="36"/>
                      <a:pt x="6" y="39"/>
                      <a:pt x="5" y="41"/>
                    </a:cubicBezTo>
                    <a:cubicBezTo>
                      <a:pt x="9" y="46"/>
                      <a:pt x="15" y="50"/>
                      <a:pt x="23" y="54"/>
                    </a:cubicBezTo>
                    <a:cubicBezTo>
                      <a:pt x="17" y="48"/>
                      <a:pt x="13" y="41"/>
                      <a:pt x="10" y="34"/>
                    </a:cubicBezTo>
                    <a:moveTo>
                      <a:pt x="11" y="0"/>
                    </a:moveTo>
                    <a:cubicBezTo>
                      <a:pt x="6" y="7"/>
                      <a:pt x="2" y="13"/>
                      <a:pt x="0" y="18"/>
                    </a:cubicBezTo>
                    <a:cubicBezTo>
                      <a:pt x="3" y="16"/>
                      <a:pt x="5" y="13"/>
                      <a:pt x="8" y="9"/>
                    </a:cubicBezTo>
                    <a:cubicBezTo>
                      <a:pt x="9" y="6"/>
                      <a:pt x="10" y="3"/>
                      <a:pt x="11" y="0"/>
                    </a:cubicBezTo>
                  </a:path>
                </a:pathLst>
              </a:custGeom>
              <a:solidFill>
                <a:srgbClr val="FDFEFE"/>
              </a:solidFill>
              <a:ln>
                <a:noFill/>
              </a:ln>
            </p:spPr>
            <p:txBody>
              <a:bodyPr vert="horz" wrap="square" lIns="91440" tIns="45720" rIns="91440" bIns="45720" numCol="1" anchor="t" anchorCtr="0" compatLnSpc="1"/>
              <a:lstStyle/>
              <a:p>
                <a:endParaRPr lang="en-US"/>
              </a:p>
            </p:txBody>
          </p:sp>
          <p:sp>
            <p:nvSpPr>
              <p:cNvPr id="71" name="Freeform 403"/>
              <p:cNvSpPr/>
              <p:nvPr/>
            </p:nvSpPr>
            <p:spPr bwMode="auto">
              <a:xfrm>
                <a:off x="2590801" y="4784725"/>
                <a:ext cx="31750" cy="87313"/>
              </a:xfrm>
              <a:custGeom>
                <a:avLst/>
                <a:gdLst>
                  <a:gd name="T0" fmla="*/ 10 w 12"/>
                  <a:gd name="T1" fmla="*/ 0 h 32"/>
                  <a:gd name="T2" fmla="*/ 2 w 12"/>
                  <a:gd name="T3" fmla="*/ 9 h 32"/>
                  <a:gd name="T4" fmla="*/ 2 w 12"/>
                  <a:gd name="T5" fmla="*/ 9 h 32"/>
                  <a:gd name="T6" fmla="*/ 7 w 12"/>
                  <a:gd name="T7" fmla="*/ 32 h 32"/>
                  <a:gd name="T8" fmla="*/ 12 w 12"/>
                  <a:gd name="T9" fmla="*/ 25 h 32"/>
                  <a:gd name="T10" fmla="*/ 10 w 12"/>
                  <a:gd name="T11" fmla="*/ 0 h 32"/>
                </a:gdLst>
                <a:ahLst/>
                <a:cxnLst>
                  <a:cxn ang="0">
                    <a:pos x="T0" y="T1"/>
                  </a:cxn>
                  <a:cxn ang="0">
                    <a:pos x="T2" y="T3"/>
                  </a:cxn>
                  <a:cxn ang="0">
                    <a:pos x="T4" y="T5"/>
                  </a:cxn>
                  <a:cxn ang="0">
                    <a:pos x="T6" y="T7"/>
                  </a:cxn>
                  <a:cxn ang="0">
                    <a:pos x="T8" y="T9"/>
                  </a:cxn>
                  <a:cxn ang="0">
                    <a:pos x="T10" y="T11"/>
                  </a:cxn>
                </a:cxnLst>
                <a:rect l="0" t="0" r="r" b="b"/>
                <a:pathLst>
                  <a:path w="12" h="32">
                    <a:moveTo>
                      <a:pt x="10" y="0"/>
                    </a:moveTo>
                    <a:cubicBezTo>
                      <a:pt x="7" y="4"/>
                      <a:pt x="5" y="7"/>
                      <a:pt x="2" y="9"/>
                    </a:cubicBezTo>
                    <a:cubicBezTo>
                      <a:pt x="2" y="9"/>
                      <a:pt x="2" y="9"/>
                      <a:pt x="2" y="9"/>
                    </a:cubicBezTo>
                    <a:cubicBezTo>
                      <a:pt x="0" y="18"/>
                      <a:pt x="1" y="26"/>
                      <a:pt x="7" y="32"/>
                    </a:cubicBezTo>
                    <a:cubicBezTo>
                      <a:pt x="8" y="30"/>
                      <a:pt x="10" y="27"/>
                      <a:pt x="12" y="25"/>
                    </a:cubicBezTo>
                    <a:cubicBezTo>
                      <a:pt x="9" y="16"/>
                      <a:pt x="9" y="8"/>
                      <a:pt x="10" y="0"/>
                    </a:cubicBezTo>
                  </a:path>
                </a:pathLst>
              </a:custGeom>
              <a:solidFill>
                <a:srgbClr val="E4E4E4"/>
              </a:solidFill>
              <a:ln>
                <a:noFill/>
              </a:ln>
            </p:spPr>
            <p:txBody>
              <a:bodyPr vert="horz" wrap="square" lIns="91440" tIns="45720" rIns="91440" bIns="45720" numCol="1" anchor="t" anchorCtr="0" compatLnSpc="1"/>
              <a:lstStyle/>
              <a:p>
                <a:endParaRPr lang="en-US"/>
              </a:p>
            </p:txBody>
          </p:sp>
          <p:sp>
            <p:nvSpPr>
              <p:cNvPr id="72" name="Freeform 404"/>
              <p:cNvSpPr>
                <a:spLocks noEditPoints="1"/>
              </p:cNvSpPr>
              <p:nvPr/>
            </p:nvSpPr>
            <p:spPr bwMode="auto">
              <a:xfrm>
                <a:off x="2995613" y="4287838"/>
                <a:ext cx="53975" cy="146050"/>
              </a:xfrm>
              <a:custGeom>
                <a:avLst/>
                <a:gdLst>
                  <a:gd name="T0" fmla="*/ 6 w 20"/>
                  <a:gd name="T1" fmla="*/ 30 h 54"/>
                  <a:gd name="T2" fmla="*/ 0 w 20"/>
                  <a:gd name="T3" fmla="*/ 38 h 54"/>
                  <a:gd name="T4" fmla="*/ 20 w 20"/>
                  <a:gd name="T5" fmla="*/ 54 h 54"/>
                  <a:gd name="T6" fmla="*/ 6 w 20"/>
                  <a:gd name="T7" fmla="*/ 30 h 54"/>
                  <a:gd name="T8" fmla="*/ 8 w 20"/>
                  <a:gd name="T9" fmla="*/ 0 h 54"/>
                  <a:gd name="T10" fmla="*/ 1 w 20"/>
                  <a:gd name="T11" fmla="*/ 10 h 54"/>
                  <a:gd name="T12" fmla="*/ 7 w 20"/>
                  <a:gd name="T13" fmla="*/ 3 h 54"/>
                  <a:gd name="T14" fmla="*/ 8 w 20"/>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54">
                    <a:moveTo>
                      <a:pt x="6" y="30"/>
                    </a:moveTo>
                    <a:cubicBezTo>
                      <a:pt x="4" y="33"/>
                      <a:pt x="2" y="36"/>
                      <a:pt x="0" y="38"/>
                    </a:cubicBezTo>
                    <a:cubicBezTo>
                      <a:pt x="3" y="45"/>
                      <a:pt x="10" y="50"/>
                      <a:pt x="20" y="54"/>
                    </a:cubicBezTo>
                    <a:cubicBezTo>
                      <a:pt x="13" y="47"/>
                      <a:pt x="9" y="39"/>
                      <a:pt x="6" y="30"/>
                    </a:cubicBezTo>
                    <a:moveTo>
                      <a:pt x="8" y="0"/>
                    </a:moveTo>
                    <a:cubicBezTo>
                      <a:pt x="5" y="4"/>
                      <a:pt x="2" y="7"/>
                      <a:pt x="1" y="10"/>
                    </a:cubicBezTo>
                    <a:cubicBezTo>
                      <a:pt x="3" y="8"/>
                      <a:pt x="5" y="5"/>
                      <a:pt x="7" y="3"/>
                    </a:cubicBezTo>
                    <a:cubicBezTo>
                      <a:pt x="7" y="2"/>
                      <a:pt x="7" y="1"/>
                      <a:pt x="8" y="0"/>
                    </a:cubicBezTo>
                  </a:path>
                </a:pathLst>
              </a:custGeom>
              <a:solidFill>
                <a:srgbClr val="FDFEFE"/>
              </a:solidFill>
              <a:ln>
                <a:noFill/>
              </a:ln>
            </p:spPr>
            <p:txBody>
              <a:bodyPr vert="horz" wrap="square" lIns="91440" tIns="45720" rIns="91440" bIns="45720" numCol="1" anchor="t" anchorCtr="0" compatLnSpc="1"/>
              <a:lstStyle/>
              <a:p>
                <a:endParaRPr lang="en-US"/>
              </a:p>
            </p:txBody>
          </p:sp>
          <p:sp>
            <p:nvSpPr>
              <p:cNvPr id="73" name="Freeform 405"/>
              <p:cNvSpPr/>
              <p:nvPr/>
            </p:nvSpPr>
            <p:spPr bwMode="auto">
              <a:xfrm>
                <a:off x="2989263" y="4295775"/>
                <a:ext cx="25400" cy="41275"/>
              </a:xfrm>
              <a:custGeom>
                <a:avLst/>
                <a:gdLst>
                  <a:gd name="T0" fmla="*/ 9 w 9"/>
                  <a:gd name="T1" fmla="*/ 0 h 15"/>
                  <a:gd name="T2" fmla="*/ 3 w 9"/>
                  <a:gd name="T3" fmla="*/ 7 h 15"/>
                  <a:gd name="T4" fmla="*/ 3 w 9"/>
                  <a:gd name="T5" fmla="*/ 7 h 15"/>
                  <a:gd name="T6" fmla="*/ 0 w 9"/>
                  <a:gd name="T7" fmla="*/ 15 h 15"/>
                  <a:gd name="T8" fmla="*/ 7 w 9"/>
                  <a:gd name="T9" fmla="*/ 6 h 15"/>
                  <a:gd name="T10" fmla="*/ 9 w 9"/>
                  <a:gd name="T11" fmla="*/ 0 h 15"/>
                </a:gdLst>
                <a:ahLst/>
                <a:cxnLst>
                  <a:cxn ang="0">
                    <a:pos x="T0" y="T1"/>
                  </a:cxn>
                  <a:cxn ang="0">
                    <a:pos x="T2" y="T3"/>
                  </a:cxn>
                  <a:cxn ang="0">
                    <a:pos x="T4" y="T5"/>
                  </a:cxn>
                  <a:cxn ang="0">
                    <a:pos x="T6" y="T7"/>
                  </a:cxn>
                  <a:cxn ang="0">
                    <a:pos x="T8" y="T9"/>
                  </a:cxn>
                  <a:cxn ang="0">
                    <a:pos x="T10" y="T11"/>
                  </a:cxn>
                </a:cxnLst>
                <a:rect l="0" t="0" r="r" b="b"/>
                <a:pathLst>
                  <a:path w="9" h="15">
                    <a:moveTo>
                      <a:pt x="9" y="0"/>
                    </a:moveTo>
                    <a:cubicBezTo>
                      <a:pt x="7" y="2"/>
                      <a:pt x="5" y="5"/>
                      <a:pt x="3" y="7"/>
                    </a:cubicBezTo>
                    <a:cubicBezTo>
                      <a:pt x="3" y="7"/>
                      <a:pt x="3" y="7"/>
                      <a:pt x="3" y="7"/>
                    </a:cubicBezTo>
                    <a:cubicBezTo>
                      <a:pt x="1" y="10"/>
                      <a:pt x="0" y="12"/>
                      <a:pt x="0" y="15"/>
                    </a:cubicBezTo>
                    <a:cubicBezTo>
                      <a:pt x="2" y="11"/>
                      <a:pt x="5" y="8"/>
                      <a:pt x="7" y="6"/>
                    </a:cubicBezTo>
                    <a:cubicBezTo>
                      <a:pt x="7" y="3"/>
                      <a:pt x="8" y="1"/>
                      <a:pt x="9" y="0"/>
                    </a:cubicBezTo>
                  </a:path>
                </a:pathLst>
              </a:custGeom>
              <a:solidFill>
                <a:srgbClr val="E4E4E4"/>
              </a:solidFill>
              <a:ln>
                <a:noFill/>
              </a:ln>
            </p:spPr>
            <p:txBody>
              <a:bodyPr vert="horz" wrap="square" lIns="91440" tIns="45720" rIns="91440" bIns="45720" numCol="1" anchor="t" anchorCtr="0" compatLnSpc="1"/>
              <a:lstStyle/>
              <a:p>
                <a:endParaRPr lang="en-US"/>
              </a:p>
            </p:txBody>
          </p:sp>
          <p:sp>
            <p:nvSpPr>
              <p:cNvPr id="74" name="Freeform 407"/>
              <p:cNvSpPr/>
              <p:nvPr/>
            </p:nvSpPr>
            <p:spPr bwMode="auto">
              <a:xfrm>
                <a:off x="2981326" y="4311650"/>
                <a:ext cx="30163" cy="79375"/>
              </a:xfrm>
              <a:custGeom>
                <a:avLst/>
                <a:gdLst>
                  <a:gd name="T0" fmla="*/ 10 w 11"/>
                  <a:gd name="T1" fmla="*/ 0 h 29"/>
                  <a:gd name="T2" fmla="*/ 3 w 11"/>
                  <a:gd name="T3" fmla="*/ 9 h 29"/>
                  <a:gd name="T4" fmla="*/ 5 w 11"/>
                  <a:gd name="T5" fmla="*/ 29 h 29"/>
                  <a:gd name="T6" fmla="*/ 11 w 11"/>
                  <a:gd name="T7" fmla="*/ 21 h 29"/>
                  <a:gd name="T8" fmla="*/ 10 w 11"/>
                  <a:gd name="T9" fmla="*/ 0 h 29"/>
                </a:gdLst>
                <a:ahLst/>
                <a:cxnLst>
                  <a:cxn ang="0">
                    <a:pos x="T0" y="T1"/>
                  </a:cxn>
                  <a:cxn ang="0">
                    <a:pos x="T2" y="T3"/>
                  </a:cxn>
                  <a:cxn ang="0">
                    <a:pos x="T4" y="T5"/>
                  </a:cxn>
                  <a:cxn ang="0">
                    <a:pos x="T6" y="T7"/>
                  </a:cxn>
                  <a:cxn ang="0">
                    <a:pos x="T8" y="T9"/>
                  </a:cxn>
                </a:cxnLst>
                <a:rect l="0" t="0" r="r" b="b"/>
                <a:pathLst>
                  <a:path w="11" h="29">
                    <a:moveTo>
                      <a:pt x="10" y="0"/>
                    </a:moveTo>
                    <a:cubicBezTo>
                      <a:pt x="8" y="2"/>
                      <a:pt x="5" y="5"/>
                      <a:pt x="3" y="9"/>
                    </a:cubicBezTo>
                    <a:cubicBezTo>
                      <a:pt x="0" y="16"/>
                      <a:pt x="1" y="23"/>
                      <a:pt x="5" y="29"/>
                    </a:cubicBezTo>
                    <a:cubicBezTo>
                      <a:pt x="7" y="27"/>
                      <a:pt x="9" y="24"/>
                      <a:pt x="11" y="21"/>
                    </a:cubicBezTo>
                    <a:cubicBezTo>
                      <a:pt x="9" y="14"/>
                      <a:pt x="9" y="6"/>
                      <a:pt x="10" y="0"/>
                    </a:cubicBezTo>
                  </a:path>
                </a:pathLst>
              </a:custGeom>
              <a:solidFill>
                <a:srgbClr val="E4E4E4"/>
              </a:solidFill>
              <a:ln>
                <a:noFill/>
              </a:ln>
            </p:spPr>
            <p:txBody>
              <a:bodyPr vert="horz" wrap="square" lIns="91440" tIns="45720" rIns="91440" bIns="45720" numCol="1" anchor="t" anchorCtr="0" compatLnSpc="1"/>
              <a:lstStyle/>
              <a:p>
                <a:endParaRPr lang="en-US"/>
              </a:p>
            </p:txBody>
          </p:sp>
        </p:grpSp>
        <p:grpSp>
          <p:nvGrpSpPr>
            <p:cNvPr id="18" name="Group 17"/>
            <p:cNvGrpSpPr/>
            <p:nvPr/>
          </p:nvGrpSpPr>
          <p:grpSpPr>
            <a:xfrm>
              <a:off x="7517793" y="3970532"/>
              <a:ext cx="4406900" cy="5065712"/>
              <a:chOff x="6935789" y="3951288"/>
              <a:chExt cx="4406900" cy="5065712"/>
            </a:xfrm>
          </p:grpSpPr>
          <p:sp>
            <p:nvSpPr>
              <p:cNvPr id="19" name="Freeform 65"/>
              <p:cNvSpPr/>
              <p:nvPr/>
            </p:nvSpPr>
            <p:spPr bwMode="auto">
              <a:xfrm>
                <a:off x="9906001" y="5094288"/>
                <a:ext cx="146050" cy="155575"/>
              </a:xfrm>
              <a:custGeom>
                <a:avLst/>
                <a:gdLst>
                  <a:gd name="T0" fmla="*/ 4 w 54"/>
                  <a:gd name="T1" fmla="*/ 11 h 57"/>
                  <a:gd name="T2" fmla="*/ 36 w 54"/>
                  <a:gd name="T3" fmla="*/ 0 h 57"/>
                  <a:gd name="T4" fmla="*/ 41 w 54"/>
                  <a:gd name="T5" fmla="*/ 3 h 57"/>
                  <a:gd name="T6" fmla="*/ 53 w 54"/>
                  <a:gd name="T7" fmla="*/ 41 h 57"/>
                  <a:gd name="T8" fmla="*/ 51 w 54"/>
                  <a:gd name="T9" fmla="*/ 46 h 57"/>
                  <a:gd name="T10" fmla="*/ 18 w 54"/>
                  <a:gd name="T11" fmla="*/ 56 h 57"/>
                  <a:gd name="T12" fmla="*/ 13 w 54"/>
                  <a:gd name="T13" fmla="*/ 54 h 57"/>
                  <a:gd name="T14" fmla="*/ 1 w 54"/>
                  <a:gd name="T15" fmla="*/ 16 h 57"/>
                  <a:gd name="T16" fmla="*/ 4 w 54"/>
                  <a:gd name="T17" fmla="*/ 1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4" y="11"/>
                    </a:moveTo>
                    <a:cubicBezTo>
                      <a:pt x="36" y="0"/>
                      <a:pt x="36" y="0"/>
                      <a:pt x="36" y="0"/>
                    </a:cubicBezTo>
                    <a:cubicBezTo>
                      <a:pt x="38" y="0"/>
                      <a:pt x="40" y="1"/>
                      <a:pt x="41" y="3"/>
                    </a:cubicBezTo>
                    <a:cubicBezTo>
                      <a:pt x="53" y="41"/>
                      <a:pt x="53" y="41"/>
                      <a:pt x="53" y="41"/>
                    </a:cubicBezTo>
                    <a:cubicBezTo>
                      <a:pt x="54" y="43"/>
                      <a:pt x="53" y="45"/>
                      <a:pt x="51" y="46"/>
                    </a:cubicBezTo>
                    <a:cubicBezTo>
                      <a:pt x="18" y="56"/>
                      <a:pt x="18" y="56"/>
                      <a:pt x="18" y="56"/>
                    </a:cubicBezTo>
                    <a:cubicBezTo>
                      <a:pt x="16" y="57"/>
                      <a:pt x="14" y="56"/>
                      <a:pt x="13" y="54"/>
                    </a:cubicBezTo>
                    <a:cubicBezTo>
                      <a:pt x="1" y="16"/>
                      <a:pt x="1" y="16"/>
                      <a:pt x="1" y="16"/>
                    </a:cubicBezTo>
                    <a:cubicBezTo>
                      <a:pt x="0" y="14"/>
                      <a:pt x="2" y="11"/>
                      <a:pt x="4" y="11"/>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 name="Freeform 19"/>
              <p:cNvSpPr/>
              <p:nvPr/>
            </p:nvSpPr>
            <p:spPr bwMode="auto">
              <a:xfrm>
                <a:off x="9261476" y="4933950"/>
                <a:ext cx="701675" cy="247650"/>
              </a:xfrm>
              <a:custGeom>
                <a:avLst/>
                <a:gdLst>
                  <a:gd name="connsiteX0" fmla="*/ 687388 w 701675"/>
                  <a:gd name="connsiteY0" fmla="*/ 63500 h 247650"/>
                  <a:gd name="connsiteX1" fmla="*/ 684672 w 701675"/>
                  <a:gd name="connsiteY1" fmla="*/ 74333 h 247650"/>
                  <a:gd name="connsiteX2" fmla="*/ 347893 w 701675"/>
                  <a:gd name="connsiteY2" fmla="*/ 160991 h 247650"/>
                  <a:gd name="connsiteX3" fmla="*/ 13829 w 701675"/>
                  <a:gd name="connsiteY3" fmla="*/ 247650 h 247650"/>
                  <a:gd name="connsiteX4" fmla="*/ 11113 w 701675"/>
                  <a:gd name="connsiteY4" fmla="*/ 242234 h 247650"/>
                  <a:gd name="connsiteX5" fmla="*/ 347893 w 701675"/>
                  <a:gd name="connsiteY5" fmla="*/ 152867 h 247650"/>
                  <a:gd name="connsiteX6" fmla="*/ 687388 w 701675"/>
                  <a:gd name="connsiteY6" fmla="*/ 63500 h 247650"/>
                  <a:gd name="connsiteX7" fmla="*/ 693738 w 701675"/>
                  <a:gd name="connsiteY7" fmla="*/ 41275 h 247650"/>
                  <a:gd name="connsiteX8" fmla="*/ 691017 w 701675"/>
                  <a:gd name="connsiteY8" fmla="*/ 52161 h 247650"/>
                  <a:gd name="connsiteX9" fmla="*/ 350838 w 701675"/>
                  <a:gd name="connsiteY9" fmla="*/ 141968 h 247650"/>
                  <a:gd name="connsiteX10" fmla="*/ 7938 w 701675"/>
                  <a:gd name="connsiteY10" fmla="*/ 231775 h 247650"/>
                  <a:gd name="connsiteX11" fmla="*/ 7938 w 701675"/>
                  <a:gd name="connsiteY11" fmla="*/ 223611 h 247650"/>
                  <a:gd name="connsiteX12" fmla="*/ 350838 w 701675"/>
                  <a:gd name="connsiteY12" fmla="*/ 133804 h 247650"/>
                  <a:gd name="connsiteX13" fmla="*/ 693738 w 701675"/>
                  <a:gd name="connsiteY13" fmla="*/ 41275 h 247650"/>
                  <a:gd name="connsiteX14" fmla="*/ 698500 w 701675"/>
                  <a:gd name="connsiteY14" fmla="*/ 19050 h 247650"/>
                  <a:gd name="connsiteX15" fmla="*/ 695784 w 701675"/>
                  <a:gd name="connsiteY15" fmla="*/ 29986 h 247650"/>
                  <a:gd name="connsiteX16" fmla="*/ 350838 w 701675"/>
                  <a:gd name="connsiteY16" fmla="*/ 122943 h 247650"/>
                  <a:gd name="connsiteX17" fmla="*/ 5891 w 701675"/>
                  <a:gd name="connsiteY17" fmla="*/ 215900 h 247650"/>
                  <a:gd name="connsiteX18" fmla="*/ 3175 w 701675"/>
                  <a:gd name="connsiteY18" fmla="*/ 207698 h 247650"/>
                  <a:gd name="connsiteX19" fmla="*/ 350838 w 701675"/>
                  <a:gd name="connsiteY19" fmla="*/ 114741 h 247650"/>
                  <a:gd name="connsiteX20" fmla="*/ 698500 w 701675"/>
                  <a:gd name="connsiteY20" fmla="*/ 19050 h 247650"/>
                  <a:gd name="connsiteX21" fmla="*/ 701675 w 701675"/>
                  <a:gd name="connsiteY21" fmla="*/ 0 h 247650"/>
                  <a:gd name="connsiteX22" fmla="*/ 701675 w 701675"/>
                  <a:gd name="connsiteY22" fmla="*/ 8155 h 247650"/>
                  <a:gd name="connsiteX23" fmla="*/ 350838 w 701675"/>
                  <a:gd name="connsiteY23" fmla="*/ 103297 h 247650"/>
                  <a:gd name="connsiteX24" fmla="*/ 2720 w 701675"/>
                  <a:gd name="connsiteY24" fmla="*/ 198438 h 247650"/>
                  <a:gd name="connsiteX25" fmla="*/ 0 w 701675"/>
                  <a:gd name="connsiteY25" fmla="*/ 190283 h 247650"/>
                  <a:gd name="connsiteX26" fmla="*/ 350838 w 701675"/>
                  <a:gd name="connsiteY26" fmla="*/ 95142 h 247650"/>
                  <a:gd name="connsiteX27" fmla="*/ 701675 w 701675"/>
                  <a:gd name="connsiteY27" fmla="*/ 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01675" h="247650">
                    <a:moveTo>
                      <a:pt x="687388" y="63500"/>
                    </a:moveTo>
                    <a:cubicBezTo>
                      <a:pt x="684672" y="66208"/>
                      <a:pt x="684672" y="71625"/>
                      <a:pt x="684672" y="74333"/>
                    </a:cubicBezTo>
                    <a:cubicBezTo>
                      <a:pt x="573318" y="104122"/>
                      <a:pt x="459247" y="131202"/>
                      <a:pt x="347893" y="160991"/>
                    </a:cubicBezTo>
                    <a:cubicBezTo>
                      <a:pt x="236538" y="190780"/>
                      <a:pt x="125183" y="220569"/>
                      <a:pt x="13829" y="247650"/>
                    </a:cubicBezTo>
                    <a:cubicBezTo>
                      <a:pt x="13829" y="244942"/>
                      <a:pt x="11113" y="244942"/>
                      <a:pt x="11113" y="242234"/>
                    </a:cubicBezTo>
                    <a:cubicBezTo>
                      <a:pt x="125183" y="212445"/>
                      <a:pt x="236538" y="182656"/>
                      <a:pt x="347893" y="152867"/>
                    </a:cubicBezTo>
                    <a:cubicBezTo>
                      <a:pt x="461963" y="123078"/>
                      <a:pt x="573318" y="93289"/>
                      <a:pt x="687388" y="63500"/>
                    </a:cubicBezTo>
                    <a:close/>
                    <a:moveTo>
                      <a:pt x="693738" y="41275"/>
                    </a:moveTo>
                    <a:cubicBezTo>
                      <a:pt x="691017" y="43997"/>
                      <a:pt x="691017" y="49440"/>
                      <a:pt x="691017" y="52161"/>
                    </a:cubicBezTo>
                    <a:cubicBezTo>
                      <a:pt x="576717" y="82097"/>
                      <a:pt x="462417" y="112032"/>
                      <a:pt x="350838" y="141968"/>
                    </a:cubicBezTo>
                    <a:cubicBezTo>
                      <a:pt x="236538" y="171904"/>
                      <a:pt x="122238" y="201840"/>
                      <a:pt x="7938" y="231775"/>
                    </a:cubicBezTo>
                    <a:cubicBezTo>
                      <a:pt x="7938" y="229054"/>
                      <a:pt x="7938" y="226332"/>
                      <a:pt x="7938" y="223611"/>
                    </a:cubicBezTo>
                    <a:cubicBezTo>
                      <a:pt x="122238" y="193675"/>
                      <a:pt x="236538" y="163740"/>
                      <a:pt x="350838" y="133804"/>
                    </a:cubicBezTo>
                    <a:cubicBezTo>
                      <a:pt x="465138" y="103868"/>
                      <a:pt x="579438" y="71211"/>
                      <a:pt x="693738" y="41275"/>
                    </a:cubicBezTo>
                    <a:close/>
                    <a:moveTo>
                      <a:pt x="698500" y="19050"/>
                    </a:moveTo>
                    <a:cubicBezTo>
                      <a:pt x="695784" y="24518"/>
                      <a:pt x="695784" y="27252"/>
                      <a:pt x="695784" y="29986"/>
                    </a:cubicBezTo>
                    <a:cubicBezTo>
                      <a:pt x="578991" y="60061"/>
                      <a:pt x="464914" y="92869"/>
                      <a:pt x="350838" y="122943"/>
                    </a:cubicBezTo>
                    <a:cubicBezTo>
                      <a:pt x="236761" y="153018"/>
                      <a:pt x="119968" y="185826"/>
                      <a:pt x="5891" y="215900"/>
                    </a:cubicBezTo>
                    <a:cubicBezTo>
                      <a:pt x="5891" y="213166"/>
                      <a:pt x="5891" y="210432"/>
                      <a:pt x="3175" y="207698"/>
                    </a:cubicBezTo>
                    <a:cubicBezTo>
                      <a:pt x="119968" y="177624"/>
                      <a:pt x="234045" y="144816"/>
                      <a:pt x="350838" y="114741"/>
                    </a:cubicBezTo>
                    <a:cubicBezTo>
                      <a:pt x="464914" y="81933"/>
                      <a:pt x="581707" y="51859"/>
                      <a:pt x="698500" y="19050"/>
                    </a:cubicBezTo>
                    <a:close/>
                    <a:moveTo>
                      <a:pt x="701675" y="0"/>
                    </a:moveTo>
                    <a:cubicBezTo>
                      <a:pt x="701675" y="2719"/>
                      <a:pt x="701675" y="5437"/>
                      <a:pt x="701675" y="8155"/>
                    </a:cubicBezTo>
                    <a:cubicBezTo>
                      <a:pt x="584729" y="40775"/>
                      <a:pt x="467783" y="70677"/>
                      <a:pt x="350838" y="103297"/>
                    </a:cubicBezTo>
                    <a:cubicBezTo>
                      <a:pt x="233892" y="133198"/>
                      <a:pt x="116946" y="165818"/>
                      <a:pt x="2720" y="198438"/>
                    </a:cubicBezTo>
                    <a:cubicBezTo>
                      <a:pt x="2720" y="195720"/>
                      <a:pt x="0" y="193002"/>
                      <a:pt x="0" y="190283"/>
                    </a:cubicBezTo>
                    <a:cubicBezTo>
                      <a:pt x="116946" y="157663"/>
                      <a:pt x="233892" y="125043"/>
                      <a:pt x="350838" y="95142"/>
                    </a:cubicBezTo>
                    <a:cubicBezTo>
                      <a:pt x="467783" y="62522"/>
                      <a:pt x="584729" y="29902"/>
                      <a:pt x="701675" y="0"/>
                    </a:cubicBez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nvGrpSpPr>
              <p:cNvPr id="21" name="Group 20"/>
              <p:cNvGrpSpPr/>
              <p:nvPr/>
            </p:nvGrpSpPr>
            <p:grpSpPr>
              <a:xfrm>
                <a:off x="6935789" y="3951288"/>
                <a:ext cx="4406900" cy="5065712"/>
                <a:chOff x="6935789" y="3951288"/>
                <a:chExt cx="4406900" cy="5065712"/>
              </a:xfrm>
            </p:grpSpPr>
            <p:sp>
              <p:nvSpPr>
                <p:cNvPr id="22" name="Freeform 61"/>
                <p:cNvSpPr/>
                <p:nvPr/>
              </p:nvSpPr>
              <p:spPr bwMode="auto">
                <a:xfrm>
                  <a:off x="7981951" y="5113338"/>
                  <a:ext cx="2676525" cy="2173288"/>
                </a:xfrm>
                <a:custGeom>
                  <a:avLst/>
                  <a:gdLst>
                    <a:gd name="T0" fmla="*/ 16 w 985"/>
                    <a:gd name="T1" fmla="*/ 257 h 800"/>
                    <a:gd name="T2" fmla="*/ 793 w 985"/>
                    <a:gd name="T3" fmla="*/ 3 h 800"/>
                    <a:gd name="T4" fmla="*/ 817 w 985"/>
                    <a:gd name="T5" fmla="*/ 15 h 800"/>
                    <a:gd name="T6" fmla="*/ 982 w 985"/>
                    <a:gd name="T7" fmla="*/ 520 h 800"/>
                    <a:gd name="T8" fmla="*/ 969 w 985"/>
                    <a:gd name="T9" fmla="*/ 544 h 800"/>
                    <a:gd name="T10" fmla="*/ 192 w 985"/>
                    <a:gd name="T11" fmla="*/ 797 h 800"/>
                    <a:gd name="T12" fmla="*/ 168 w 985"/>
                    <a:gd name="T13" fmla="*/ 785 h 800"/>
                    <a:gd name="T14" fmla="*/ 3 w 985"/>
                    <a:gd name="T15" fmla="*/ 281 h 800"/>
                    <a:gd name="T16" fmla="*/ 16 w 985"/>
                    <a:gd name="T17" fmla="*/ 25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5" h="800">
                      <a:moveTo>
                        <a:pt x="16" y="257"/>
                      </a:moveTo>
                      <a:cubicBezTo>
                        <a:pt x="793" y="3"/>
                        <a:pt x="793" y="3"/>
                        <a:pt x="793" y="3"/>
                      </a:cubicBezTo>
                      <a:cubicBezTo>
                        <a:pt x="803" y="0"/>
                        <a:pt x="814" y="5"/>
                        <a:pt x="817" y="15"/>
                      </a:cubicBezTo>
                      <a:cubicBezTo>
                        <a:pt x="982" y="520"/>
                        <a:pt x="982" y="520"/>
                        <a:pt x="982" y="520"/>
                      </a:cubicBezTo>
                      <a:cubicBezTo>
                        <a:pt x="985" y="530"/>
                        <a:pt x="979" y="540"/>
                        <a:pt x="969" y="544"/>
                      </a:cubicBezTo>
                      <a:cubicBezTo>
                        <a:pt x="192" y="797"/>
                        <a:pt x="192" y="797"/>
                        <a:pt x="192" y="797"/>
                      </a:cubicBezTo>
                      <a:cubicBezTo>
                        <a:pt x="182" y="800"/>
                        <a:pt x="171" y="795"/>
                        <a:pt x="168" y="785"/>
                      </a:cubicBezTo>
                      <a:cubicBezTo>
                        <a:pt x="3" y="281"/>
                        <a:pt x="3" y="281"/>
                        <a:pt x="3" y="281"/>
                      </a:cubicBezTo>
                      <a:cubicBezTo>
                        <a:pt x="0" y="271"/>
                        <a:pt x="6" y="260"/>
                        <a:pt x="16" y="257"/>
                      </a:cubicBezTo>
                    </a:path>
                  </a:pathLst>
                </a:custGeom>
                <a:solidFill>
                  <a:srgbClr val="4D4D4D"/>
                </a:solidFill>
                <a:ln>
                  <a:noFill/>
                </a:ln>
              </p:spPr>
              <p:txBody>
                <a:bodyPr vert="horz" wrap="square" lIns="91440" tIns="45720" rIns="91440" bIns="45720" numCol="1" anchor="t" anchorCtr="0" compatLnSpc="1"/>
                <a:lstStyle/>
                <a:p>
                  <a:endParaRPr lang="en-US"/>
                </a:p>
              </p:txBody>
            </p:sp>
            <p:sp>
              <p:nvSpPr>
                <p:cNvPr id="23" name="Freeform 62"/>
                <p:cNvSpPr/>
                <p:nvPr/>
              </p:nvSpPr>
              <p:spPr bwMode="auto">
                <a:xfrm>
                  <a:off x="8121651" y="5738813"/>
                  <a:ext cx="146050" cy="119063"/>
                </a:xfrm>
                <a:custGeom>
                  <a:avLst/>
                  <a:gdLst>
                    <a:gd name="T0" fmla="*/ 0 w 54"/>
                    <a:gd name="T1" fmla="*/ 15 h 44"/>
                    <a:gd name="T2" fmla="*/ 45 w 54"/>
                    <a:gd name="T3" fmla="*/ 0 h 44"/>
                    <a:gd name="T4" fmla="*/ 53 w 54"/>
                    <a:gd name="T5" fmla="*/ 26 h 44"/>
                    <a:gd name="T6" fmla="*/ 51 w 54"/>
                    <a:gd name="T7" fmla="*/ 32 h 44"/>
                    <a:gd name="T8" fmla="*/ 14 w 54"/>
                    <a:gd name="T9" fmla="*/ 44 h 44"/>
                    <a:gd name="T10" fmla="*/ 8 w 54"/>
                    <a:gd name="T11" fmla="*/ 41 h 44"/>
                    <a:gd name="T12" fmla="*/ 0 w 54"/>
                    <a:gd name="T13" fmla="*/ 15 h 44"/>
                  </a:gdLst>
                  <a:ahLst/>
                  <a:cxnLst>
                    <a:cxn ang="0">
                      <a:pos x="T0" y="T1"/>
                    </a:cxn>
                    <a:cxn ang="0">
                      <a:pos x="T2" y="T3"/>
                    </a:cxn>
                    <a:cxn ang="0">
                      <a:pos x="T4" y="T5"/>
                    </a:cxn>
                    <a:cxn ang="0">
                      <a:pos x="T6" y="T7"/>
                    </a:cxn>
                    <a:cxn ang="0">
                      <a:pos x="T8" y="T9"/>
                    </a:cxn>
                    <a:cxn ang="0">
                      <a:pos x="T10" y="T11"/>
                    </a:cxn>
                    <a:cxn ang="0">
                      <a:pos x="T12" y="T13"/>
                    </a:cxn>
                  </a:cxnLst>
                  <a:rect l="0" t="0" r="r" b="b"/>
                  <a:pathLst>
                    <a:path w="54" h="44">
                      <a:moveTo>
                        <a:pt x="0" y="15"/>
                      </a:moveTo>
                      <a:cubicBezTo>
                        <a:pt x="45" y="0"/>
                        <a:pt x="45" y="0"/>
                        <a:pt x="45" y="0"/>
                      </a:cubicBezTo>
                      <a:cubicBezTo>
                        <a:pt x="53" y="26"/>
                        <a:pt x="53" y="26"/>
                        <a:pt x="53" y="26"/>
                      </a:cubicBezTo>
                      <a:cubicBezTo>
                        <a:pt x="54" y="28"/>
                        <a:pt x="53" y="31"/>
                        <a:pt x="51" y="32"/>
                      </a:cubicBezTo>
                      <a:cubicBezTo>
                        <a:pt x="14" y="44"/>
                        <a:pt x="14" y="44"/>
                        <a:pt x="14" y="44"/>
                      </a:cubicBezTo>
                      <a:cubicBezTo>
                        <a:pt x="12" y="44"/>
                        <a:pt x="9" y="43"/>
                        <a:pt x="8" y="41"/>
                      </a:cubicBezTo>
                      <a:lnTo>
                        <a:pt x="0" y="15"/>
                      </a:lnTo>
                      <a:close/>
                    </a:path>
                  </a:pathLst>
                </a:custGeom>
                <a:solidFill>
                  <a:srgbClr val="B3B3B3"/>
                </a:solidFill>
                <a:ln>
                  <a:noFill/>
                </a:ln>
              </p:spPr>
              <p:txBody>
                <a:bodyPr vert="horz" wrap="square" lIns="91440" tIns="45720" rIns="91440" bIns="45720" numCol="1" anchor="t" anchorCtr="0" compatLnSpc="1"/>
                <a:lstStyle/>
                <a:p>
                  <a:endParaRPr lang="en-US"/>
                </a:p>
              </p:txBody>
            </p:sp>
            <p:sp>
              <p:nvSpPr>
                <p:cNvPr id="24" name="Freeform 63"/>
                <p:cNvSpPr/>
                <p:nvPr/>
              </p:nvSpPr>
              <p:spPr bwMode="auto">
                <a:xfrm>
                  <a:off x="9918701" y="5154613"/>
                  <a:ext cx="147638" cy="119063"/>
                </a:xfrm>
                <a:custGeom>
                  <a:avLst/>
                  <a:gdLst>
                    <a:gd name="T0" fmla="*/ 0 w 54"/>
                    <a:gd name="T1" fmla="*/ 14 h 44"/>
                    <a:gd name="T2" fmla="*/ 45 w 54"/>
                    <a:gd name="T3" fmla="*/ 0 h 44"/>
                    <a:gd name="T4" fmla="*/ 53 w 54"/>
                    <a:gd name="T5" fmla="*/ 25 h 44"/>
                    <a:gd name="T6" fmla="*/ 50 w 54"/>
                    <a:gd name="T7" fmla="*/ 31 h 44"/>
                    <a:gd name="T8" fmla="*/ 14 w 54"/>
                    <a:gd name="T9" fmla="*/ 43 h 44"/>
                    <a:gd name="T10" fmla="*/ 8 w 54"/>
                    <a:gd name="T11" fmla="*/ 40 h 44"/>
                    <a:gd name="T12" fmla="*/ 0 w 54"/>
                    <a:gd name="T13" fmla="*/ 14 h 44"/>
                  </a:gdLst>
                  <a:ahLst/>
                  <a:cxnLst>
                    <a:cxn ang="0">
                      <a:pos x="T0" y="T1"/>
                    </a:cxn>
                    <a:cxn ang="0">
                      <a:pos x="T2" y="T3"/>
                    </a:cxn>
                    <a:cxn ang="0">
                      <a:pos x="T4" y="T5"/>
                    </a:cxn>
                    <a:cxn ang="0">
                      <a:pos x="T6" y="T7"/>
                    </a:cxn>
                    <a:cxn ang="0">
                      <a:pos x="T8" y="T9"/>
                    </a:cxn>
                    <a:cxn ang="0">
                      <a:pos x="T10" y="T11"/>
                    </a:cxn>
                    <a:cxn ang="0">
                      <a:pos x="T12" y="T13"/>
                    </a:cxn>
                  </a:cxnLst>
                  <a:rect l="0" t="0" r="r" b="b"/>
                  <a:pathLst>
                    <a:path w="54" h="44">
                      <a:moveTo>
                        <a:pt x="0" y="14"/>
                      </a:moveTo>
                      <a:cubicBezTo>
                        <a:pt x="45" y="0"/>
                        <a:pt x="45" y="0"/>
                        <a:pt x="45" y="0"/>
                      </a:cubicBezTo>
                      <a:cubicBezTo>
                        <a:pt x="53" y="25"/>
                        <a:pt x="53" y="25"/>
                        <a:pt x="53" y="25"/>
                      </a:cubicBezTo>
                      <a:cubicBezTo>
                        <a:pt x="54" y="28"/>
                        <a:pt x="53" y="30"/>
                        <a:pt x="50" y="31"/>
                      </a:cubicBezTo>
                      <a:cubicBezTo>
                        <a:pt x="14" y="43"/>
                        <a:pt x="14" y="43"/>
                        <a:pt x="14" y="43"/>
                      </a:cubicBezTo>
                      <a:cubicBezTo>
                        <a:pt x="11" y="44"/>
                        <a:pt x="9" y="42"/>
                        <a:pt x="8" y="40"/>
                      </a:cubicBezTo>
                      <a:lnTo>
                        <a:pt x="0" y="14"/>
                      </a:lnTo>
                      <a:close/>
                    </a:path>
                  </a:pathLst>
                </a:custGeom>
                <a:solidFill>
                  <a:srgbClr val="B3B3B3"/>
                </a:solidFill>
                <a:ln>
                  <a:noFill/>
                </a:ln>
              </p:spPr>
              <p:txBody>
                <a:bodyPr vert="horz" wrap="square" lIns="91440" tIns="45720" rIns="91440" bIns="45720" numCol="1" anchor="t" anchorCtr="0" compatLnSpc="1"/>
                <a:lstStyle/>
                <a:p>
                  <a:endParaRPr lang="en-US"/>
                </a:p>
              </p:txBody>
            </p:sp>
            <p:sp>
              <p:nvSpPr>
                <p:cNvPr id="25" name="Freeform 64"/>
                <p:cNvSpPr/>
                <p:nvPr/>
              </p:nvSpPr>
              <p:spPr bwMode="auto">
                <a:xfrm>
                  <a:off x="8110539" y="5678488"/>
                  <a:ext cx="142875" cy="157163"/>
                </a:xfrm>
                <a:custGeom>
                  <a:avLst/>
                  <a:gdLst>
                    <a:gd name="T0" fmla="*/ 3 w 53"/>
                    <a:gd name="T1" fmla="*/ 12 h 58"/>
                    <a:gd name="T2" fmla="*/ 35 w 53"/>
                    <a:gd name="T3" fmla="*/ 1 h 58"/>
                    <a:gd name="T4" fmla="*/ 40 w 53"/>
                    <a:gd name="T5" fmla="*/ 4 h 58"/>
                    <a:gd name="T6" fmla="*/ 52 w 53"/>
                    <a:gd name="T7" fmla="*/ 42 h 58"/>
                    <a:gd name="T8" fmla="*/ 50 w 53"/>
                    <a:gd name="T9" fmla="*/ 47 h 58"/>
                    <a:gd name="T10" fmla="*/ 18 w 53"/>
                    <a:gd name="T11" fmla="*/ 57 h 58"/>
                    <a:gd name="T12" fmla="*/ 13 w 53"/>
                    <a:gd name="T13" fmla="*/ 55 h 58"/>
                    <a:gd name="T14" fmla="*/ 0 w 53"/>
                    <a:gd name="T15" fmla="*/ 17 h 58"/>
                    <a:gd name="T16" fmla="*/ 3 w 53"/>
                    <a:gd name="T17"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8">
                      <a:moveTo>
                        <a:pt x="3" y="12"/>
                      </a:moveTo>
                      <a:cubicBezTo>
                        <a:pt x="35" y="1"/>
                        <a:pt x="35" y="1"/>
                        <a:pt x="35" y="1"/>
                      </a:cubicBezTo>
                      <a:cubicBezTo>
                        <a:pt x="37" y="0"/>
                        <a:pt x="39" y="2"/>
                        <a:pt x="40" y="4"/>
                      </a:cubicBezTo>
                      <a:cubicBezTo>
                        <a:pt x="52" y="42"/>
                        <a:pt x="52" y="42"/>
                        <a:pt x="52" y="42"/>
                      </a:cubicBezTo>
                      <a:cubicBezTo>
                        <a:pt x="53" y="44"/>
                        <a:pt x="52" y="46"/>
                        <a:pt x="50" y="47"/>
                      </a:cubicBezTo>
                      <a:cubicBezTo>
                        <a:pt x="18" y="57"/>
                        <a:pt x="18" y="57"/>
                        <a:pt x="18" y="57"/>
                      </a:cubicBezTo>
                      <a:cubicBezTo>
                        <a:pt x="16" y="58"/>
                        <a:pt x="13" y="57"/>
                        <a:pt x="13" y="55"/>
                      </a:cubicBezTo>
                      <a:cubicBezTo>
                        <a:pt x="0" y="17"/>
                        <a:pt x="0" y="17"/>
                        <a:pt x="0" y="17"/>
                      </a:cubicBezTo>
                      <a:cubicBezTo>
                        <a:pt x="0" y="14"/>
                        <a:pt x="1" y="12"/>
                        <a:pt x="3" y="12"/>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6" name="Freeform 25"/>
                <p:cNvSpPr/>
                <p:nvPr/>
              </p:nvSpPr>
              <p:spPr bwMode="auto">
                <a:xfrm>
                  <a:off x="8196360" y="5349875"/>
                  <a:ext cx="2139424" cy="1638301"/>
                </a:xfrm>
                <a:custGeom>
                  <a:avLst/>
                  <a:gdLst>
                    <a:gd name="connsiteX0" fmla="*/ 1304584 w 2139424"/>
                    <a:gd name="connsiteY0" fmla="*/ 1458913 h 1638301"/>
                    <a:gd name="connsiteX1" fmla="*/ 1310031 w 2139424"/>
                    <a:gd name="connsiteY1" fmla="*/ 1461631 h 1638301"/>
                    <a:gd name="connsiteX2" fmla="*/ 1331816 w 2139424"/>
                    <a:gd name="connsiteY2" fmla="*/ 1526863 h 1638301"/>
                    <a:gd name="connsiteX3" fmla="*/ 1329093 w 2139424"/>
                    <a:gd name="connsiteY3" fmla="*/ 1532299 h 1638301"/>
                    <a:gd name="connsiteX4" fmla="*/ 1005035 w 2139424"/>
                    <a:gd name="connsiteY4" fmla="*/ 1638301 h 1638301"/>
                    <a:gd name="connsiteX5" fmla="*/ 999588 w 2139424"/>
                    <a:gd name="connsiteY5" fmla="*/ 1635583 h 1638301"/>
                    <a:gd name="connsiteX6" fmla="*/ 977803 w 2139424"/>
                    <a:gd name="connsiteY6" fmla="*/ 1570351 h 1638301"/>
                    <a:gd name="connsiteX7" fmla="*/ 980526 w 2139424"/>
                    <a:gd name="connsiteY7" fmla="*/ 1564915 h 1638301"/>
                    <a:gd name="connsiteX8" fmla="*/ 1304584 w 2139424"/>
                    <a:gd name="connsiteY8" fmla="*/ 1458913 h 1638301"/>
                    <a:gd name="connsiteX9" fmla="*/ 1663016 w 2139424"/>
                    <a:gd name="connsiteY9" fmla="*/ 1344709 h 1638301"/>
                    <a:gd name="connsiteX10" fmla="*/ 1665727 w 2139424"/>
                    <a:gd name="connsiteY10" fmla="*/ 1345719 h 1638301"/>
                    <a:gd name="connsiteX11" fmla="*/ 1684704 w 2139424"/>
                    <a:gd name="connsiteY11" fmla="*/ 1410374 h 1638301"/>
                    <a:gd name="connsiteX12" fmla="*/ 1684704 w 2139424"/>
                    <a:gd name="connsiteY12" fmla="*/ 1415762 h 1638301"/>
                    <a:gd name="connsiteX13" fmla="*/ 1362100 w 2139424"/>
                    <a:gd name="connsiteY13" fmla="*/ 1520825 h 1638301"/>
                    <a:gd name="connsiteX14" fmla="*/ 1356678 w 2139424"/>
                    <a:gd name="connsiteY14" fmla="*/ 1518131 h 1638301"/>
                    <a:gd name="connsiteX15" fmla="*/ 1334990 w 2139424"/>
                    <a:gd name="connsiteY15" fmla="*/ 1453477 h 1638301"/>
                    <a:gd name="connsiteX16" fmla="*/ 1337701 w 2139424"/>
                    <a:gd name="connsiteY16" fmla="*/ 1448089 h 1638301"/>
                    <a:gd name="connsiteX17" fmla="*/ 1660305 w 2139424"/>
                    <a:gd name="connsiteY17" fmla="*/ 1345719 h 1638301"/>
                    <a:gd name="connsiteX18" fmla="*/ 1663016 w 2139424"/>
                    <a:gd name="connsiteY18" fmla="*/ 1344709 h 1638301"/>
                    <a:gd name="connsiteX19" fmla="*/ 294175 w 2139424"/>
                    <a:gd name="connsiteY19" fmla="*/ 1168400 h 1638301"/>
                    <a:gd name="connsiteX20" fmla="*/ 299578 w 2139424"/>
                    <a:gd name="connsiteY20" fmla="*/ 1168400 h 1638301"/>
                    <a:gd name="connsiteX21" fmla="*/ 318489 w 2139424"/>
                    <a:gd name="connsiteY21" fmla="*/ 1179285 h 1638301"/>
                    <a:gd name="connsiteX22" fmla="*/ 340101 w 2139424"/>
                    <a:gd name="connsiteY22" fmla="*/ 1247321 h 1638301"/>
                    <a:gd name="connsiteX23" fmla="*/ 326594 w 2139424"/>
                    <a:gd name="connsiteY23" fmla="*/ 1271814 h 1638301"/>
                    <a:gd name="connsiteX24" fmla="*/ 237443 w 2139424"/>
                    <a:gd name="connsiteY24" fmla="*/ 1301750 h 1638301"/>
                    <a:gd name="connsiteX25" fmla="*/ 232040 w 2139424"/>
                    <a:gd name="connsiteY25" fmla="*/ 1301750 h 1638301"/>
                    <a:gd name="connsiteX26" fmla="*/ 213129 w 2139424"/>
                    <a:gd name="connsiteY26" fmla="*/ 1288143 h 1638301"/>
                    <a:gd name="connsiteX27" fmla="*/ 191516 w 2139424"/>
                    <a:gd name="connsiteY27" fmla="*/ 1222828 h 1638301"/>
                    <a:gd name="connsiteX28" fmla="*/ 202323 w 2139424"/>
                    <a:gd name="connsiteY28" fmla="*/ 1198335 h 1638301"/>
                    <a:gd name="connsiteX29" fmla="*/ 294175 w 2139424"/>
                    <a:gd name="connsiteY29" fmla="*/ 1168400 h 1638301"/>
                    <a:gd name="connsiteX30" fmla="*/ 426411 w 2139424"/>
                    <a:gd name="connsiteY30" fmla="*/ 1125538 h 1638301"/>
                    <a:gd name="connsiteX31" fmla="*/ 442683 w 2139424"/>
                    <a:gd name="connsiteY31" fmla="*/ 1139048 h 1638301"/>
                    <a:gd name="connsiteX32" fmla="*/ 464379 w 2139424"/>
                    <a:gd name="connsiteY32" fmla="*/ 1206602 h 1638301"/>
                    <a:gd name="connsiteX33" fmla="*/ 453531 w 2139424"/>
                    <a:gd name="connsiteY33" fmla="*/ 1230921 h 1638301"/>
                    <a:gd name="connsiteX34" fmla="*/ 388444 w 2139424"/>
                    <a:gd name="connsiteY34" fmla="*/ 1249836 h 1638301"/>
                    <a:gd name="connsiteX35" fmla="*/ 383020 w 2139424"/>
                    <a:gd name="connsiteY35" fmla="*/ 1252538 h 1638301"/>
                    <a:gd name="connsiteX36" fmla="*/ 364036 w 2139424"/>
                    <a:gd name="connsiteY36" fmla="*/ 1239027 h 1638301"/>
                    <a:gd name="connsiteX37" fmla="*/ 342340 w 2139424"/>
                    <a:gd name="connsiteY37" fmla="*/ 1171474 h 1638301"/>
                    <a:gd name="connsiteX38" fmla="*/ 355900 w 2139424"/>
                    <a:gd name="connsiteY38" fmla="*/ 1147155 h 1638301"/>
                    <a:gd name="connsiteX39" fmla="*/ 420987 w 2139424"/>
                    <a:gd name="connsiteY39" fmla="*/ 1128240 h 1638301"/>
                    <a:gd name="connsiteX40" fmla="*/ 426411 w 2139424"/>
                    <a:gd name="connsiteY40" fmla="*/ 1125538 h 1638301"/>
                    <a:gd name="connsiteX41" fmla="*/ 551823 w 2139424"/>
                    <a:gd name="connsiteY41" fmla="*/ 1084263 h 1638301"/>
                    <a:gd name="connsiteX42" fmla="*/ 568095 w 2139424"/>
                    <a:gd name="connsiteY42" fmla="*/ 1097773 h 1638301"/>
                    <a:gd name="connsiteX43" fmla="*/ 589791 w 2139424"/>
                    <a:gd name="connsiteY43" fmla="*/ 1165327 h 1638301"/>
                    <a:gd name="connsiteX44" fmla="*/ 578943 w 2139424"/>
                    <a:gd name="connsiteY44" fmla="*/ 1189646 h 1638301"/>
                    <a:gd name="connsiteX45" fmla="*/ 513856 w 2139424"/>
                    <a:gd name="connsiteY45" fmla="*/ 1208561 h 1638301"/>
                    <a:gd name="connsiteX46" fmla="*/ 508432 w 2139424"/>
                    <a:gd name="connsiteY46" fmla="*/ 1211263 h 1638301"/>
                    <a:gd name="connsiteX47" fmla="*/ 489448 w 2139424"/>
                    <a:gd name="connsiteY47" fmla="*/ 1197752 h 1638301"/>
                    <a:gd name="connsiteX48" fmla="*/ 467752 w 2139424"/>
                    <a:gd name="connsiteY48" fmla="*/ 1130199 h 1638301"/>
                    <a:gd name="connsiteX49" fmla="*/ 481312 w 2139424"/>
                    <a:gd name="connsiteY49" fmla="*/ 1105880 h 1638301"/>
                    <a:gd name="connsiteX50" fmla="*/ 546399 w 2139424"/>
                    <a:gd name="connsiteY50" fmla="*/ 1086965 h 1638301"/>
                    <a:gd name="connsiteX51" fmla="*/ 551823 w 2139424"/>
                    <a:gd name="connsiteY51" fmla="*/ 1084263 h 1638301"/>
                    <a:gd name="connsiteX52" fmla="*/ 677236 w 2139424"/>
                    <a:gd name="connsiteY52" fmla="*/ 1042988 h 1638301"/>
                    <a:gd name="connsiteX53" fmla="*/ 693508 w 2139424"/>
                    <a:gd name="connsiteY53" fmla="*/ 1056667 h 1638301"/>
                    <a:gd name="connsiteX54" fmla="*/ 715204 w 2139424"/>
                    <a:gd name="connsiteY54" fmla="*/ 1125065 h 1638301"/>
                    <a:gd name="connsiteX55" fmla="*/ 704356 w 2139424"/>
                    <a:gd name="connsiteY55" fmla="*/ 1149688 h 1638301"/>
                    <a:gd name="connsiteX56" fmla="*/ 639269 w 2139424"/>
                    <a:gd name="connsiteY56" fmla="*/ 1168840 h 1638301"/>
                    <a:gd name="connsiteX57" fmla="*/ 633845 w 2139424"/>
                    <a:gd name="connsiteY57" fmla="*/ 1171576 h 1638301"/>
                    <a:gd name="connsiteX58" fmla="*/ 614861 w 2139424"/>
                    <a:gd name="connsiteY58" fmla="*/ 1157896 h 1638301"/>
                    <a:gd name="connsiteX59" fmla="*/ 593165 w 2139424"/>
                    <a:gd name="connsiteY59" fmla="*/ 1089498 h 1638301"/>
                    <a:gd name="connsiteX60" fmla="*/ 606725 w 2139424"/>
                    <a:gd name="connsiteY60" fmla="*/ 1064875 h 1638301"/>
                    <a:gd name="connsiteX61" fmla="*/ 671812 w 2139424"/>
                    <a:gd name="connsiteY61" fmla="*/ 1045724 h 1638301"/>
                    <a:gd name="connsiteX62" fmla="*/ 677236 w 2139424"/>
                    <a:gd name="connsiteY62" fmla="*/ 1042988 h 1638301"/>
                    <a:gd name="connsiteX63" fmla="*/ 381208 w 2139424"/>
                    <a:gd name="connsiteY63" fmla="*/ 1004888 h 1638301"/>
                    <a:gd name="connsiteX64" fmla="*/ 386642 w 2139424"/>
                    <a:gd name="connsiteY64" fmla="*/ 1004888 h 1638301"/>
                    <a:gd name="connsiteX65" fmla="*/ 405661 w 2139424"/>
                    <a:gd name="connsiteY65" fmla="*/ 1018565 h 1638301"/>
                    <a:gd name="connsiteX66" fmla="*/ 427398 w 2139424"/>
                    <a:gd name="connsiteY66" fmla="*/ 1084214 h 1638301"/>
                    <a:gd name="connsiteX67" fmla="*/ 413813 w 2139424"/>
                    <a:gd name="connsiteY67" fmla="*/ 1108832 h 1638301"/>
                    <a:gd name="connsiteX68" fmla="*/ 196447 w 2139424"/>
                    <a:gd name="connsiteY68" fmla="*/ 1179952 h 1638301"/>
                    <a:gd name="connsiteX69" fmla="*/ 191013 w 2139424"/>
                    <a:gd name="connsiteY69" fmla="*/ 1182688 h 1638301"/>
                    <a:gd name="connsiteX70" fmla="*/ 171993 w 2139424"/>
                    <a:gd name="connsiteY70" fmla="*/ 1169011 h 1638301"/>
                    <a:gd name="connsiteX71" fmla="*/ 150257 w 2139424"/>
                    <a:gd name="connsiteY71" fmla="*/ 1100626 h 1638301"/>
                    <a:gd name="connsiteX72" fmla="*/ 163842 w 2139424"/>
                    <a:gd name="connsiteY72" fmla="*/ 1076008 h 1638301"/>
                    <a:gd name="connsiteX73" fmla="*/ 381208 w 2139424"/>
                    <a:gd name="connsiteY73" fmla="*/ 1004888 h 1638301"/>
                    <a:gd name="connsiteX74" fmla="*/ 802120 w 2139424"/>
                    <a:gd name="connsiteY74" fmla="*/ 1003300 h 1638301"/>
                    <a:gd name="connsiteX75" fmla="*/ 818590 w 2139424"/>
                    <a:gd name="connsiteY75" fmla="*/ 1016810 h 1638301"/>
                    <a:gd name="connsiteX76" fmla="*/ 840551 w 2139424"/>
                    <a:gd name="connsiteY76" fmla="*/ 1084364 h 1638301"/>
                    <a:gd name="connsiteX77" fmla="*/ 829571 w 2139424"/>
                    <a:gd name="connsiteY77" fmla="*/ 1108683 h 1638301"/>
                    <a:gd name="connsiteX78" fmla="*/ 763689 w 2139424"/>
                    <a:gd name="connsiteY78" fmla="*/ 1127598 h 1638301"/>
                    <a:gd name="connsiteX79" fmla="*/ 758199 w 2139424"/>
                    <a:gd name="connsiteY79" fmla="*/ 1130300 h 1638301"/>
                    <a:gd name="connsiteX80" fmla="*/ 738984 w 2139424"/>
                    <a:gd name="connsiteY80" fmla="*/ 1116789 h 1638301"/>
                    <a:gd name="connsiteX81" fmla="*/ 717023 w 2139424"/>
                    <a:gd name="connsiteY81" fmla="*/ 1049236 h 1638301"/>
                    <a:gd name="connsiteX82" fmla="*/ 730748 w 2139424"/>
                    <a:gd name="connsiteY82" fmla="*/ 1024917 h 1638301"/>
                    <a:gd name="connsiteX83" fmla="*/ 796630 w 2139424"/>
                    <a:gd name="connsiteY83" fmla="*/ 1006002 h 1638301"/>
                    <a:gd name="connsiteX84" fmla="*/ 802120 w 2139424"/>
                    <a:gd name="connsiteY84" fmla="*/ 1003300 h 1638301"/>
                    <a:gd name="connsiteX85" fmla="*/ 1524729 w 2139424"/>
                    <a:gd name="connsiteY85" fmla="*/ 976313 h 1638301"/>
                    <a:gd name="connsiteX86" fmla="*/ 1530165 w 2139424"/>
                    <a:gd name="connsiteY86" fmla="*/ 976313 h 1638301"/>
                    <a:gd name="connsiteX87" fmla="*/ 1549194 w 2139424"/>
                    <a:gd name="connsiteY87" fmla="*/ 989887 h 1638301"/>
                    <a:gd name="connsiteX88" fmla="*/ 1649772 w 2139424"/>
                    <a:gd name="connsiteY88" fmla="*/ 1302095 h 1638301"/>
                    <a:gd name="connsiteX89" fmla="*/ 1638898 w 2139424"/>
                    <a:gd name="connsiteY89" fmla="*/ 1326529 h 1638301"/>
                    <a:gd name="connsiteX90" fmla="*/ 989219 w 2139424"/>
                    <a:gd name="connsiteY90" fmla="*/ 1538288 h 1638301"/>
                    <a:gd name="connsiteX91" fmla="*/ 981064 w 2139424"/>
                    <a:gd name="connsiteY91" fmla="*/ 1538288 h 1638301"/>
                    <a:gd name="connsiteX92" fmla="*/ 964755 w 2139424"/>
                    <a:gd name="connsiteY92" fmla="*/ 1524714 h 1638301"/>
                    <a:gd name="connsiteX93" fmla="*/ 861458 w 2139424"/>
                    <a:gd name="connsiteY93" fmla="*/ 1212505 h 1638301"/>
                    <a:gd name="connsiteX94" fmla="*/ 875050 w 2139424"/>
                    <a:gd name="connsiteY94" fmla="*/ 1188071 h 1638301"/>
                    <a:gd name="connsiteX95" fmla="*/ 1524729 w 2139424"/>
                    <a:gd name="connsiteY95" fmla="*/ 976313 h 1638301"/>
                    <a:gd name="connsiteX96" fmla="*/ 926473 w 2139424"/>
                    <a:gd name="connsiteY96" fmla="*/ 962025 h 1638301"/>
                    <a:gd name="connsiteX97" fmla="*/ 942745 w 2139424"/>
                    <a:gd name="connsiteY97" fmla="*/ 975535 h 1638301"/>
                    <a:gd name="connsiteX98" fmla="*/ 967153 w 2139424"/>
                    <a:gd name="connsiteY98" fmla="*/ 1043089 h 1638301"/>
                    <a:gd name="connsiteX99" fmla="*/ 953593 w 2139424"/>
                    <a:gd name="connsiteY99" fmla="*/ 1067408 h 1638301"/>
                    <a:gd name="connsiteX100" fmla="*/ 888506 w 2139424"/>
                    <a:gd name="connsiteY100" fmla="*/ 1086323 h 1638301"/>
                    <a:gd name="connsiteX101" fmla="*/ 883082 w 2139424"/>
                    <a:gd name="connsiteY101" fmla="*/ 1089025 h 1638301"/>
                    <a:gd name="connsiteX102" fmla="*/ 864098 w 2139424"/>
                    <a:gd name="connsiteY102" fmla="*/ 1075514 h 1638301"/>
                    <a:gd name="connsiteX103" fmla="*/ 842402 w 2139424"/>
                    <a:gd name="connsiteY103" fmla="*/ 1007961 h 1638301"/>
                    <a:gd name="connsiteX104" fmla="*/ 855962 w 2139424"/>
                    <a:gd name="connsiteY104" fmla="*/ 983642 h 1638301"/>
                    <a:gd name="connsiteX105" fmla="*/ 921049 w 2139424"/>
                    <a:gd name="connsiteY105" fmla="*/ 964727 h 1638301"/>
                    <a:gd name="connsiteX106" fmla="*/ 926473 w 2139424"/>
                    <a:gd name="connsiteY106" fmla="*/ 962025 h 1638301"/>
                    <a:gd name="connsiteX107" fmla="*/ 513723 w 2139424"/>
                    <a:gd name="connsiteY107" fmla="*/ 962025 h 1638301"/>
                    <a:gd name="connsiteX108" fmla="*/ 532707 w 2139424"/>
                    <a:gd name="connsiteY108" fmla="*/ 975535 h 1638301"/>
                    <a:gd name="connsiteX109" fmla="*/ 554403 w 2139424"/>
                    <a:gd name="connsiteY109" fmla="*/ 1043089 h 1638301"/>
                    <a:gd name="connsiteX110" fmla="*/ 540843 w 2139424"/>
                    <a:gd name="connsiteY110" fmla="*/ 1067408 h 1638301"/>
                    <a:gd name="connsiteX111" fmla="*/ 475756 w 2139424"/>
                    <a:gd name="connsiteY111" fmla="*/ 1089025 h 1638301"/>
                    <a:gd name="connsiteX112" fmla="*/ 470332 w 2139424"/>
                    <a:gd name="connsiteY112" fmla="*/ 1089025 h 1638301"/>
                    <a:gd name="connsiteX113" fmla="*/ 451348 w 2139424"/>
                    <a:gd name="connsiteY113" fmla="*/ 1075514 h 1638301"/>
                    <a:gd name="connsiteX114" fmla="*/ 429652 w 2139424"/>
                    <a:gd name="connsiteY114" fmla="*/ 1007961 h 1638301"/>
                    <a:gd name="connsiteX115" fmla="*/ 443212 w 2139424"/>
                    <a:gd name="connsiteY115" fmla="*/ 986344 h 1638301"/>
                    <a:gd name="connsiteX116" fmla="*/ 508299 w 2139424"/>
                    <a:gd name="connsiteY116" fmla="*/ 964727 h 1638301"/>
                    <a:gd name="connsiteX117" fmla="*/ 513723 w 2139424"/>
                    <a:gd name="connsiteY117" fmla="*/ 962025 h 1638301"/>
                    <a:gd name="connsiteX118" fmla="*/ 1051886 w 2139424"/>
                    <a:gd name="connsiteY118" fmla="*/ 920750 h 1638301"/>
                    <a:gd name="connsiteX119" fmla="*/ 1068158 w 2139424"/>
                    <a:gd name="connsiteY119" fmla="*/ 934429 h 1638301"/>
                    <a:gd name="connsiteX120" fmla="*/ 1092566 w 2139424"/>
                    <a:gd name="connsiteY120" fmla="*/ 1002827 h 1638301"/>
                    <a:gd name="connsiteX121" fmla="*/ 1079006 w 2139424"/>
                    <a:gd name="connsiteY121" fmla="*/ 1027450 h 1638301"/>
                    <a:gd name="connsiteX122" fmla="*/ 1013919 w 2139424"/>
                    <a:gd name="connsiteY122" fmla="*/ 1046602 h 1638301"/>
                    <a:gd name="connsiteX123" fmla="*/ 1008495 w 2139424"/>
                    <a:gd name="connsiteY123" fmla="*/ 1049338 h 1638301"/>
                    <a:gd name="connsiteX124" fmla="*/ 989511 w 2139424"/>
                    <a:gd name="connsiteY124" fmla="*/ 1035658 h 1638301"/>
                    <a:gd name="connsiteX125" fmla="*/ 967815 w 2139424"/>
                    <a:gd name="connsiteY125" fmla="*/ 967260 h 1638301"/>
                    <a:gd name="connsiteX126" fmla="*/ 981375 w 2139424"/>
                    <a:gd name="connsiteY126" fmla="*/ 942637 h 1638301"/>
                    <a:gd name="connsiteX127" fmla="*/ 1046462 w 2139424"/>
                    <a:gd name="connsiteY127" fmla="*/ 923486 h 1638301"/>
                    <a:gd name="connsiteX128" fmla="*/ 1051886 w 2139424"/>
                    <a:gd name="connsiteY128" fmla="*/ 920750 h 1638301"/>
                    <a:gd name="connsiteX129" fmla="*/ 639136 w 2139424"/>
                    <a:gd name="connsiteY129" fmla="*/ 920750 h 1638301"/>
                    <a:gd name="connsiteX130" fmla="*/ 658120 w 2139424"/>
                    <a:gd name="connsiteY130" fmla="*/ 934429 h 1638301"/>
                    <a:gd name="connsiteX131" fmla="*/ 679816 w 2139424"/>
                    <a:gd name="connsiteY131" fmla="*/ 1002827 h 1638301"/>
                    <a:gd name="connsiteX132" fmla="*/ 666256 w 2139424"/>
                    <a:gd name="connsiteY132" fmla="*/ 1027450 h 1638301"/>
                    <a:gd name="connsiteX133" fmla="*/ 601169 w 2139424"/>
                    <a:gd name="connsiteY133" fmla="*/ 1049338 h 1638301"/>
                    <a:gd name="connsiteX134" fmla="*/ 595745 w 2139424"/>
                    <a:gd name="connsiteY134" fmla="*/ 1049338 h 1638301"/>
                    <a:gd name="connsiteX135" fmla="*/ 576761 w 2139424"/>
                    <a:gd name="connsiteY135" fmla="*/ 1035658 h 1638301"/>
                    <a:gd name="connsiteX136" fmla="*/ 555065 w 2139424"/>
                    <a:gd name="connsiteY136" fmla="*/ 967260 h 1638301"/>
                    <a:gd name="connsiteX137" fmla="*/ 568625 w 2139424"/>
                    <a:gd name="connsiteY137" fmla="*/ 945373 h 1638301"/>
                    <a:gd name="connsiteX138" fmla="*/ 633712 w 2139424"/>
                    <a:gd name="connsiteY138" fmla="*/ 923486 h 1638301"/>
                    <a:gd name="connsiteX139" fmla="*/ 639136 w 2139424"/>
                    <a:gd name="connsiteY139" fmla="*/ 920750 h 1638301"/>
                    <a:gd name="connsiteX140" fmla="*/ 274922 w 2139424"/>
                    <a:gd name="connsiteY140" fmla="*/ 904875 h 1638301"/>
                    <a:gd name="connsiteX141" fmla="*/ 280348 w 2139424"/>
                    <a:gd name="connsiteY141" fmla="*/ 904875 h 1638301"/>
                    <a:gd name="connsiteX142" fmla="*/ 299338 w 2139424"/>
                    <a:gd name="connsiteY142" fmla="*/ 918522 h 1638301"/>
                    <a:gd name="connsiteX143" fmla="*/ 321040 w 2139424"/>
                    <a:gd name="connsiteY143" fmla="*/ 984027 h 1638301"/>
                    <a:gd name="connsiteX144" fmla="*/ 310189 w 2139424"/>
                    <a:gd name="connsiteY144" fmla="*/ 1008591 h 1638301"/>
                    <a:gd name="connsiteX145" fmla="*/ 158271 w 2139424"/>
                    <a:gd name="connsiteY145" fmla="*/ 1060450 h 1638301"/>
                    <a:gd name="connsiteX146" fmla="*/ 152845 w 2139424"/>
                    <a:gd name="connsiteY146" fmla="*/ 1060450 h 1638301"/>
                    <a:gd name="connsiteX147" fmla="*/ 133855 w 2139424"/>
                    <a:gd name="connsiteY147" fmla="*/ 1046803 h 1638301"/>
                    <a:gd name="connsiteX148" fmla="*/ 112153 w 2139424"/>
                    <a:gd name="connsiteY148" fmla="*/ 981298 h 1638301"/>
                    <a:gd name="connsiteX149" fmla="*/ 123004 w 2139424"/>
                    <a:gd name="connsiteY149" fmla="*/ 956733 h 1638301"/>
                    <a:gd name="connsiteX150" fmla="*/ 274922 w 2139424"/>
                    <a:gd name="connsiteY150" fmla="*/ 904875 h 1638301"/>
                    <a:gd name="connsiteX151" fmla="*/ 1177298 w 2139424"/>
                    <a:gd name="connsiteY151" fmla="*/ 881063 h 1638301"/>
                    <a:gd name="connsiteX152" fmla="*/ 1196282 w 2139424"/>
                    <a:gd name="connsiteY152" fmla="*/ 894573 h 1638301"/>
                    <a:gd name="connsiteX153" fmla="*/ 1217978 w 2139424"/>
                    <a:gd name="connsiteY153" fmla="*/ 962127 h 1638301"/>
                    <a:gd name="connsiteX154" fmla="*/ 1204418 w 2139424"/>
                    <a:gd name="connsiteY154" fmla="*/ 986446 h 1638301"/>
                    <a:gd name="connsiteX155" fmla="*/ 1139331 w 2139424"/>
                    <a:gd name="connsiteY155" fmla="*/ 1005361 h 1638301"/>
                    <a:gd name="connsiteX156" fmla="*/ 1133907 w 2139424"/>
                    <a:gd name="connsiteY156" fmla="*/ 1008063 h 1638301"/>
                    <a:gd name="connsiteX157" fmla="*/ 1114923 w 2139424"/>
                    <a:gd name="connsiteY157" fmla="*/ 994552 h 1638301"/>
                    <a:gd name="connsiteX158" fmla="*/ 1093227 w 2139424"/>
                    <a:gd name="connsiteY158" fmla="*/ 926999 h 1638301"/>
                    <a:gd name="connsiteX159" fmla="*/ 1106787 w 2139424"/>
                    <a:gd name="connsiteY159" fmla="*/ 902680 h 1638301"/>
                    <a:gd name="connsiteX160" fmla="*/ 1171874 w 2139424"/>
                    <a:gd name="connsiteY160" fmla="*/ 883765 h 1638301"/>
                    <a:gd name="connsiteX161" fmla="*/ 1177298 w 2139424"/>
                    <a:gd name="connsiteY161" fmla="*/ 881063 h 1638301"/>
                    <a:gd name="connsiteX162" fmla="*/ 764548 w 2139424"/>
                    <a:gd name="connsiteY162" fmla="*/ 881063 h 1638301"/>
                    <a:gd name="connsiteX163" fmla="*/ 783532 w 2139424"/>
                    <a:gd name="connsiteY163" fmla="*/ 894573 h 1638301"/>
                    <a:gd name="connsiteX164" fmla="*/ 805228 w 2139424"/>
                    <a:gd name="connsiteY164" fmla="*/ 962127 h 1638301"/>
                    <a:gd name="connsiteX165" fmla="*/ 791668 w 2139424"/>
                    <a:gd name="connsiteY165" fmla="*/ 986446 h 1638301"/>
                    <a:gd name="connsiteX166" fmla="*/ 726581 w 2139424"/>
                    <a:gd name="connsiteY166" fmla="*/ 1008063 h 1638301"/>
                    <a:gd name="connsiteX167" fmla="*/ 721157 w 2139424"/>
                    <a:gd name="connsiteY167" fmla="*/ 1008063 h 1638301"/>
                    <a:gd name="connsiteX168" fmla="*/ 702173 w 2139424"/>
                    <a:gd name="connsiteY168" fmla="*/ 994552 h 1638301"/>
                    <a:gd name="connsiteX169" fmla="*/ 680477 w 2139424"/>
                    <a:gd name="connsiteY169" fmla="*/ 926999 h 1638301"/>
                    <a:gd name="connsiteX170" fmla="*/ 694037 w 2139424"/>
                    <a:gd name="connsiteY170" fmla="*/ 905382 h 1638301"/>
                    <a:gd name="connsiteX171" fmla="*/ 759124 w 2139424"/>
                    <a:gd name="connsiteY171" fmla="*/ 883765 h 1638301"/>
                    <a:gd name="connsiteX172" fmla="*/ 764548 w 2139424"/>
                    <a:gd name="connsiteY172" fmla="*/ 881063 h 1638301"/>
                    <a:gd name="connsiteX173" fmla="*/ 402115 w 2139424"/>
                    <a:gd name="connsiteY173" fmla="*/ 863600 h 1638301"/>
                    <a:gd name="connsiteX174" fmla="*/ 407519 w 2139424"/>
                    <a:gd name="connsiteY174" fmla="*/ 863600 h 1638301"/>
                    <a:gd name="connsiteX175" fmla="*/ 426434 w 2139424"/>
                    <a:gd name="connsiteY175" fmla="*/ 877232 h 1638301"/>
                    <a:gd name="connsiteX176" fmla="*/ 448051 w 2139424"/>
                    <a:gd name="connsiteY176" fmla="*/ 942664 h 1638301"/>
                    <a:gd name="connsiteX177" fmla="*/ 437242 w 2139424"/>
                    <a:gd name="connsiteY177" fmla="*/ 967202 h 1638301"/>
                    <a:gd name="connsiteX178" fmla="*/ 372391 w 2139424"/>
                    <a:gd name="connsiteY178" fmla="*/ 989013 h 1638301"/>
                    <a:gd name="connsiteX179" fmla="*/ 364285 w 2139424"/>
                    <a:gd name="connsiteY179" fmla="*/ 989013 h 1638301"/>
                    <a:gd name="connsiteX180" fmla="*/ 348072 w 2139424"/>
                    <a:gd name="connsiteY180" fmla="*/ 975381 h 1638301"/>
                    <a:gd name="connsiteX181" fmla="*/ 326455 w 2139424"/>
                    <a:gd name="connsiteY181" fmla="*/ 909948 h 1638301"/>
                    <a:gd name="connsiteX182" fmla="*/ 337264 w 2139424"/>
                    <a:gd name="connsiteY182" fmla="*/ 885411 h 1638301"/>
                    <a:gd name="connsiteX183" fmla="*/ 402115 w 2139424"/>
                    <a:gd name="connsiteY183" fmla="*/ 863600 h 1638301"/>
                    <a:gd name="connsiteX184" fmla="*/ 1301123 w 2139424"/>
                    <a:gd name="connsiteY184" fmla="*/ 839788 h 1638301"/>
                    <a:gd name="connsiteX185" fmla="*/ 1320107 w 2139424"/>
                    <a:gd name="connsiteY185" fmla="*/ 853298 h 1638301"/>
                    <a:gd name="connsiteX186" fmla="*/ 1341803 w 2139424"/>
                    <a:gd name="connsiteY186" fmla="*/ 920852 h 1638301"/>
                    <a:gd name="connsiteX187" fmla="*/ 1328243 w 2139424"/>
                    <a:gd name="connsiteY187" fmla="*/ 945171 h 1638301"/>
                    <a:gd name="connsiteX188" fmla="*/ 1263156 w 2139424"/>
                    <a:gd name="connsiteY188" fmla="*/ 964086 h 1638301"/>
                    <a:gd name="connsiteX189" fmla="*/ 1257732 w 2139424"/>
                    <a:gd name="connsiteY189" fmla="*/ 966788 h 1638301"/>
                    <a:gd name="connsiteX190" fmla="*/ 1238748 w 2139424"/>
                    <a:gd name="connsiteY190" fmla="*/ 953277 h 1638301"/>
                    <a:gd name="connsiteX191" fmla="*/ 1217052 w 2139424"/>
                    <a:gd name="connsiteY191" fmla="*/ 885724 h 1638301"/>
                    <a:gd name="connsiteX192" fmla="*/ 1230612 w 2139424"/>
                    <a:gd name="connsiteY192" fmla="*/ 861405 h 1638301"/>
                    <a:gd name="connsiteX193" fmla="*/ 1295699 w 2139424"/>
                    <a:gd name="connsiteY193" fmla="*/ 842490 h 1638301"/>
                    <a:gd name="connsiteX194" fmla="*/ 1301123 w 2139424"/>
                    <a:gd name="connsiteY194" fmla="*/ 839788 h 1638301"/>
                    <a:gd name="connsiteX195" fmla="*/ 888373 w 2139424"/>
                    <a:gd name="connsiteY195" fmla="*/ 839788 h 1638301"/>
                    <a:gd name="connsiteX196" fmla="*/ 907357 w 2139424"/>
                    <a:gd name="connsiteY196" fmla="*/ 853298 h 1638301"/>
                    <a:gd name="connsiteX197" fmla="*/ 929053 w 2139424"/>
                    <a:gd name="connsiteY197" fmla="*/ 920852 h 1638301"/>
                    <a:gd name="connsiteX198" fmla="*/ 915493 w 2139424"/>
                    <a:gd name="connsiteY198" fmla="*/ 945171 h 1638301"/>
                    <a:gd name="connsiteX199" fmla="*/ 850406 w 2139424"/>
                    <a:gd name="connsiteY199" fmla="*/ 966788 h 1638301"/>
                    <a:gd name="connsiteX200" fmla="*/ 844982 w 2139424"/>
                    <a:gd name="connsiteY200" fmla="*/ 966788 h 1638301"/>
                    <a:gd name="connsiteX201" fmla="*/ 825998 w 2139424"/>
                    <a:gd name="connsiteY201" fmla="*/ 953277 h 1638301"/>
                    <a:gd name="connsiteX202" fmla="*/ 804302 w 2139424"/>
                    <a:gd name="connsiteY202" fmla="*/ 885724 h 1638301"/>
                    <a:gd name="connsiteX203" fmla="*/ 817862 w 2139424"/>
                    <a:gd name="connsiteY203" fmla="*/ 864107 h 1638301"/>
                    <a:gd name="connsiteX204" fmla="*/ 882949 w 2139424"/>
                    <a:gd name="connsiteY204" fmla="*/ 842490 h 1638301"/>
                    <a:gd name="connsiteX205" fmla="*/ 888373 w 2139424"/>
                    <a:gd name="connsiteY205" fmla="*/ 839788 h 1638301"/>
                    <a:gd name="connsiteX206" fmla="*/ 527527 w 2139424"/>
                    <a:gd name="connsiteY206" fmla="*/ 823913 h 1638301"/>
                    <a:gd name="connsiteX207" fmla="*/ 532931 w 2139424"/>
                    <a:gd name="connsiteY207" fmla="*/ 823913 h 1638301"/>
                    <a:gd name="connsiteX208" fmla="*/ 551846 w 2139424"/>
                    <a:gd name="connsiteY208" fmla="*/ 837372 h 1638301"/>
                    <a:gd name="connsiteX209" fmla="*/ 573463 w 2139424"/>
                    <a:gd name="connsiteY209" fmla="*/ 901976 h 1638301"/>
                    <a:gd name="connsiteX210" fmla="*/ 562654 w 2139424"/>
                    <a:gd name="connsiteY210" fmla="*/ 926203 h 1638301"/>
                    <a:gd name="connsiteX211" fmla="*/ 497803 w 2139424"/>
                    <a:gd name="connsiteY211" fmla="*/ 947738 h 1638301"/>
                    <a:gd name="connsiteX212" fmla="*/ 489697 w 2139424"/>
                    <a:gd name="connsiteY212" fmla="*/ 947738 h 1638301"/>
                    <a:gd name="connsiteX213" fmla="*/ 473484 w 2139424"/>
                    <a:gd name="connsiteY213" fmla="*/ 934279 h 1638301"/>
                    <a:gd name="connsiteX214" fmla="*/ 451867 w 2139424"/>
                    <a:gd name="connsiteY214" fmla="*/ 869674 h 1638301"/>
                    <a:gd name="connsiteX215" fmla="*/ 462676 w 2139424"/>
                    <a:gd name="connsiteY215" fmla="*/ 845448 h 1638301"/>
                    <a:gd name="connsiteX216" fmla="*/ 527527 w 2139424"/>
                    <a:gd name="connsiteY216" fmla="*/ 823913 h 1638301"/>
                    <a:gd name="connsiteX217" fmla="*/ 1426536 w 2139424"/>
                    <a:gd name="connsiteY217" fmla="*/ 798513 h 1638301"/>
                    <a:gd name="connsiteX218" fmla="*/ 1445520 w 2139424"/>
                    <a:gd name="connsiteY218" fmla="*/ 812192 h 1638301"/>
                    <a:gd name="connsiteX219" fmla="*/ 1467216 w 2139424"/>
                    <a:gd name="connsiteY219" fmla="*/ 880590 h 1638301"/>
                    <a:gd name="connsiteX220" fmla="*/ 1453656 w 2139424"/>
                    <a:gd name="connsiteY220" fmla="*/ 905213 h 1638301"/>
                    <a:gd name="connsiteX221" fmla="*/ 1388569 w 2139424"/>
                    <a:gd name="connsiteY221" fmla="*/ 924365 h 1638301"/>
                    <a:gd name="connsiteX222" fmla="*/ 1383145 w 2139424"/>
                    <a:gd name="connsiteY222" fmla="*/ 927101 h 1638301"/>
                    <a:gd name="connsiteX223" fmla="*/ 1364161 w 2139424"/>
                    <a:gd name="connsiteY223" fmla="*/ 913421 h 1638301"/>
                    <a:gd name="connsiteX224" fmla="*/ 1342465 w 2139424"/>
                    <a:gd name="connsiteY224" fmla="*/ 845023 h 1638301"/>
                    <a:gd name="connsiteX225" fmla="*/ 1356025 w 2139424"/>
                    <a:gd name="connsiteY225" fmla="*/ 820400 h 1638301"/>
                    <a:gd name="connsiteX226" fmla="*/ 1421112 w 2139424"/>
                    <a:gd name="connsiteY226" fmla="*/ 801249 h 1638301"/>
                    <a:gd name="connsiteX227" fmla="*/ 1426536 w 2139424"/>
                    <a:gd name="connsiteY227" fmla="*/ 798513 h 1638301"/>
                    <a:gd name="connsiteX228" fmla="*/ 1013786 w 2139424"/>
                    <a:gd name="connsiteY228" fmla="*/ 798513 h 1638301"/>
                    <a:gd name="connsiteX229" fmla="*/ 1032770 w 2139424"/>
                    <a:gd name="connsiteY229" fmla="*/ 812192 h 1638301"/>
                    <a:gd name="connsiteX230" fmla="*/ 1054466 w 2139424"/>
                    <a:gd name="connsiteY230" fmla="*/ 880590 h 1638301"/>
                    <a:gd name="connsiteX231" fmla="*/ 1040906 w 2139424"/>
                    <a:gd name="connsiteY231" fmla="*/ 905213 h 1638301"/>
                    <a:gd name="connsiteX232" fmla="*/ 975819 w 2139424"/>
                    <a:gd name="connsiteY232" fmla="*/ 927101 h 1638301"/>
                    <a:gd name="connsiteX233" fmla="*/ 970395 w 2139424"/>
                    <a:gd name="connsiteY233" fmla="*/ 927101 h 1638301"/>
                    <a:gd name="connsiteX234" fmla="*/ 951411 w 2139424"/>
                    <a:gd name="connsiteY234" fmla="*/ 913421 h 1638301"/>
                    <a:gd name="connsiteX235" fmla="*/ 929715 w 2139424"/>
                    <a:gd name="connsiteY235" fmla="*/ 845023 h 1638301"/>
                    <a:gd name="connsiteX236" fmla="*/ 943275 w 2139424"/>
                    <a:gd name="connsiteY236" fmla="*/ 823136 h 1638301"/>
                    <a:gd name="connsiteX237" fmla="*/ 1008362 w 2139424"/>
                    <a:gd name="connsiteY237" fmla="*/ 801249 h 1638301"/>
                    <a:gd name="connsiteX238" fmla="*/ 1013786 w 2139424"/>
                    <a:gd name="connsiteY238" fmla="*/ 798513 h 1638301"/>
                    <a:gd name="connsiteX239" fmla="*/ 212739 w 2139424"/>
                    <a:gd name="connsiteY239" fmla="*/ 793750 h 1638301"/>
                    <a:gd name="connsiteX240" fmla="*/ 218195 w 2139424"/>
                    <a:gd name="connsiteY240" fmla="*/ 793750 h 1638301"/>
                    <a:gd name="connsiteX241" fmla="*/ 237290 w 2139424"/>
                    <a:gd name="connsiteY241" fmla="*/ 804653 h 1638301"/>
                    <a:gd name="connsiteX242" fmla="*/ 259112 w 2139424"/>
                    <a:gd name="connsiteY242" fmla="*/ 872796 h 1638301"/>
                    <a:gd name="connsiteX243" fmla="*/ 245473 w 2139424"/>
                    <a:gd name="connsiteY243" fmla="*/ 897327 h 1638301"/>
                    <a:gd name="connsiteX244" fmla="*/ 117265 w 2139424"/>
                    <a:gd name="connsiteY244" fmla="*/ 938213 h 1638301"/>
                    <a:gd name="connsiteX245" fmla="*/ 111810 w 2139424"/>
                    <a:gd name="connsiteY245" fmla="*/ 938213 h 1638301"/>
                    <a:gd name="connsiteX246" fmla="*/ 92715 w 2139424"/>
                    <a:gd name="connsiteY246" fmla="*/ 927310 h 1638301"/>
                    <a:gd name="connsiteX247" fmla="*/ 70893 w 2139424"/>
                    <a:gd name="connsiteY247" fmla="*/ 859167 h 1638301"/>
                    <a:gd name="connsiteX248" fmla="*/ 84532 w 2139424"/>
                    <a:gd name="connsiteY248" fmla="*/ 834636 h 1638301"/>
                    <a:gd name="connsiteX249" fmla="*/ 212739 w 2139424"/>
                    <a:gd name="connsiteY249" fmla="*/ 793750 h 1638301"/>
                    <a:gd name="connsiteX250" fmla="*/ 652332 w 2139424"/>
                    <a:gd name="connsiteY250" fmla="*/ 782638 h 1638301"/>
                    <a:gd name="connsiteX251" fmla="*/ 657803 w 2139424"/>
                    <a:gd name="connsiteY251" fmla="*/ 782638 h 1638301"/>
                    <a:gd name="connsiteX252" fmla="*/ 676955 w 2139424"/>
                    <a:gd name="connsiteY252" fmla="*/ 796270 h 1638301"/>
                    <a:gd name="connsiteX253" fmla="*/ 698842 w 2139424"/>
                    <a:gd name="connsiteY253" fmla="*/ 861702 h 1638301"/>
                    <a:gd name="connsiteX254" fmla="*/ 687898 w 2139424"/>
                    <a:gd name="connsiteY254" fmla="*/ 886240 h 1638301"/>
                    <a:gd name="connsiteX255" fmla="*/ 622236 w 2139424"/>
                    <a:gd name="connsiteY255" fmla="*/ 908051 h 1638301"/>
                    <a:gd name="connsiteX256" fmla="*/ 614029 w 2139424"/>
                    <a:gd name="connsiteY256" fmla="*/ 908051 h 1638301"/>
                    <a:gd name="connsiteX257" fmla="*/ 597613 w 2139424"/>
                    <a:gd name="connsiteY257" fmla="*/ 894419 h 1638301"/>
                    <a:gd name="connsiteX258" fmla="*/ 575726 w 2139424"/>
                    <a:gd name="connsiteY258" fmla="*/ 828986 h 1638301"/>
                    <a:gd name="connsiteX259" fmla="*/ 586670 w 2139424"/>
                    <a:gd name="connsiteY259" fmla="*/ 804449 h 1638301"/>
                    <a:gd name="connsiteX260" fmla="*/ 652332 w 2139424"/>
                    <a:gd name="connsiteY260" fmla="*/ 782638 h 1638301"/>
                    <a:gd name="connsiteX261" fmla="*/ 1551948 w 2139424"/>
                    <a:gd name="connsiteY261" fmla="*/ 758825 h 1638301"/>
                    <a:gd name="connsiteX262" fmla="*/ 1570932 w 2139424"/>
                    <a:gd name="connsiteY262" fmla="*/ 772335 h 1638301"/>
                    <a:gd name="connsiteX263" fmla="*/ 1592628 w 2139424"/>
                    <a:gd name="connsiteY263" fmla="*/ 839889 h 1638301"/>
                    <a:gd name="connsiteX264" fmla="*/ 1579068 w 2139424"/>
                    <a:gd name="connsiteY264" fmla="*/ 861506 h 1638301"/>
                    <a:gd name="connsiteX265" fmla="*/ 1513981 w 2139424"/>
                    <a:gd name="connsiteY265" fmla="*/ 883123 h 1638301"/>
                    <a:gd name="connsiteX266" fmla="*/ 1508557 w 2139424"/>
                    <a:gd name="connsiteY266" fmla="*/ 885825 h 1638301"/>
                    <a:gd name="connsiteX267" fmla="*/ 1489573 w 2139424"/>
                    <a:gd name="connsiteY267" fmla="*/ 872314 h 1638301"/>
                    <a:gd name="connsiteX268" fmla="*/ 1467877 w 2139424"/>
                    <a:gd name="connsiteY268" fmla="*/ 804761 h 1638301"/>
                    <a:gd name="connsiteX269" fmla="*/ 1481437 w 2139424"/>
                    <a:gd name="connsiteY269" fmla="*/ 780442 h 1638301"/>
                    <a:gd name="connsiteX270" fmla="*/ 1546524 w 2139424"/>
                    <a:gd name="connsiteY270" fmla="*/ 761527 h 1638301"/>
                    <a:gd name="connsiteX271" fmla="*/ 1551948 w 2139424"/>
                    <a:gd name="connsiteY271" fmla="*/ 758825 h 1638301"/>
                    <a:gd name="connsiteX272" fmla="*/ 1139198 w 2139424"/>
                    <a:gd name="connsiteY272" fmla="*/ 758825 h 1638301"/>
                    <a:gd name="connsiteX273" fmla="*/ 1158182 w 2139424"/>
                    <a:gd name="connsiteY273" fmla="*/ 772335 h 1638301"/>
                    <a:gd name="connsiteX274" fmla="*/ 1179878 w 2139424"/>
                    <a:gd name="connsiteY274" fmla="*/ 839889 h 1638301"/>
                    <a:gd name="connsiteX275" fmla="*/ 1166318 w 2139424"/>
                    <a:gd name="connsiteY275" fmla="*/ 864208 h 1638301"/>
                    <a:gd name="connsiteX276" fmla="*/ 1101231 w 2139424"/>
                    <a:gd name="connsiteY276" fmla="*/ 885825 h 1638301"/>
                    <a:gd name="connsiteX277" fmla="*/ 1095807 w 2139424"/>
                    <a:gd name="connsiteY277" fmla="*/ 885825 h 1638301"/>
                    <a:gd name="connsiteX278" fmla="*/ 1076823 w 2139424"/>
                    <a:gd name="connsiteY278" fmla="*/ 872314 h 1638301"/>
                    <a:gd name="connsiteX279" fmla="*/ 1055127 w 2139424"/>
                    <a:gd name="connsiteY279" fmla="*/ 804761 h 1638301"/>
                    <a:gd name="connsiteX280" fmla="*/ 1068687 w 2139424"/>
                    <a:gd name="connsiteY280" fmla="*/ 783144 h 1638301"/>
                    <a:gd name="connsiteX281" fmla="*/ 1133774 w 2139424"/>
                    <a:gd name="connsiteY281" fmla="*/ 761527 h 1638301"/>
                    <a:gd name="connsiteX282" fmla="*/ 1139198 w 2139424"/>
                    <a:gd name="connsiteY282" fmla="*/ 758825 h 1638301"/>
                    <a:gd name="connsiteX283" fmla="*/ 334336 w 2139424"/>
                    <a:gd name="connsiteY283" fmla="*/ 752475 h 1638301"/>
                    <a:gd name="connsiteX284" fmla="*/ 353320 w 2139424"/>
                    <a:gd name="connsiteY284" fmla="*/ 766154 h 1638301"/>
                    <a:gd name="connsiteX285" fmla="*/ 375016 w 2139424"/>
                    <a:gd name="connsiteY285" fmla="*/ 834552 h 1638301"/>
                    <a:gd name="connsiteX286" fmla="*/ 361456 w 2139424"/>
                    <a:gd name="connsiteY286" fmla="*/ 859175 h 1638301"/>
                    <a:gd name="connsiteX287" fmla="*/ 296369 w 2139424"/>
                    <a:gd name="connsiteY287" fmla="*/ 881063 h 1638301"/>
                    <a:gd name="connsiteX288" fmla="*/ 290945 w 2139424"/>
                    <a:gd name="connsiteY288" fmla="*/ 881063 h 1638301"/>
                    <a:gd name="connsiteX289" fmla="*/ 271961 w 2139424"/>
                    <a:gd name="connsiteY289" fmla="*/ 867383 h 1638301"/>
                    <a:gd name="connsiteX290" fmla="*/ 250265 w 2139424"/>
                    <a:gd name="connsiteY290" fmla="*/ 798985 h 1638301"/>
                    <a:gd name="connsiteX291" fmla="*/ 263825 w 2139424"/>
                    <a:gd name="connsiteY291" fmla="*/ 777098 h 1638301"/>
                    <a:gd name="connsiteX292" fmla="*/ 328912 w 2139424"/>
                    <a:gd name="connsiteY292" fmla="*/ 755211 h 1638301"/>
                    <a:gd name="connsiteX293" fmla="*/ 334336 w 2139424"/>
                    <a:gd name="connsiteY293" fmla="*/ 752475 h 1638301"/>
                    <a:gd name="connsiteX294" fmla="*/ 777745 w 2139424"/>
                    <a:gd name="connsiteY294" fmla="*/ 741363 h 1638301"/>
                    <a:gd name="connsiteX295" fmla="*/ 783216 w 2139424"/>
                    <a:gd name="connsiteY295" fmla="*/ 741363 h 1638301"/>
                    <a:gd name="connsiteX296" fmla="*/ 802368 w 2139424"/>
                    <a:gd name="connsiteY296" fmla="*/ 754995 h 1638301"/>
                    <a:gd name="connsiteX297" fmla="*/ 824255 w 2139424"/>
                    <a:gd name="connsiteY297" fmla="*/ 820427 h 1638301"/>
                    <a:gd name="connsiteX298" fmla="*/ 813311 w 2139424"/>
                    <a:gd name="connsiteY298" fmla="*/ 844965 h 1638301"/>
                    <a:gd name="connsiteX299" fmla="*/ 747649 w 2139424"/>
                    <a:gd name="connsiteY299" fmla="*/ 866776 h 1638301"/>
                    <a:gd name="connsiteX300" fmla="*/ 739442 w 2139424"/>
                    <a:gd name="connsiteY300" fmla="*/ 866776 h 1638301"/>
                    <a:gd name="connsiteX301" fmla="*/ 723026 w 2139424"/>
                    <a:gd name="connsiteY301" fmla="*/ 853144 h 1638301"/>
                    <a:gd name="connsiteX302" fmla="*/ 701139 w 2139424"/>
                    <a:gd name="connsiteY302" fmla="*/ 787711 h 1638301"/>
                    <a:gd name="connsiteX303" fmla="*/ 712083 w 2139424"/>
                    <a:gd name="connsiteY303" fmla="*/ 763174 h 1638301"/>
                    <a:gd name="connsiteX304" fmla="*/ 777745 w 2139424"/>
                    <a:gd name="connsiteY304" fmla="*/ 741363 h 1638301"/>
                    <a:gd name="connsiteX305" fmla="*/ 1263023 w 2139424"/>
                    <a:gd name="connsiteY305" fmla="*/ 717550 h 1638301"/>
                    <a:gd name="connsiteX306" fmla="*/ 1282007 w 2139424"/>
                    <a:gd name="connsiteY306" fmla="*/ 731060 h 1638301"/>
                    <a:gd name="connsiteX307" fmla="*/ 1303703 w 2139424"/>
                    <a:gd name="connsiteY307" fmla="*/ 798614 h 1638301"/>
                    <a:gd name="connsiteX308" fmla="*/ 1290143 w 2139424"/>
                    <a:gd name="connsiteY308" fmla="*/ 822933 h 1638301"/>
                    <a:gd name="connsiteX309" fmla="*/ 1225056 w 2139424"/>
                    <a:gd name="connsiteY309" fmla="*/ 844550 h 1638301"/>
                    <a:gd name="connsiteX310" fmla="*/ 1219632 w 2139424"/>
                    <a:gd name="connsiteY310" fmla="*/ 844550 h 1638301"/>
                    <a:gd name="connsiteX311" fmla="*/ 1203360 w 2139424"/>
                    <a:gd name="connsiteY311" fmla="*/ 831039 h 1638301"/>
                    <a:gd name="connsiteX312" fmla="*/ 1178952 w 2139424"/>
                    <a:gd name="connsiteY312" fmla="*/ 763486 h 1638301"/>
                    <a:gd name="connsiteX313" fmla="*/ 1192512 w 2139424"/>
                    <a:gd name="connsiteY313" fmla="*/ 741869 h 1638301"/>
                    <a:gd name="connsiteX314" fmla="*/ 1257599 w 2139424"/>
                    <a:gd name="connsiteY314" fmla="*/ 720252 h 1638301"/>
                    <a:gd name="connsiteX315" fmla="*/ 1263023 w 2139424"/>
                    <a:gd name="connsiteY315" fmla="*/ 717550 h 1638301"/>
                    <a:gd name="connsiteX316" fmla="*/ 459748 w 2139424"/>
                    <a:gd name="connsiteY316" fmla="*/ 712788 h 1638301"/>
                    <a:gd name="connsiteX317" fmla="*/ 478732 w 2139424"/>
                    <a:gd name="connsiteY317" fmla="*/ 726298 h 1638301"/>
                    <a:gd name="connsiteX318" fmla="*/ 500428 w 2139424"/>
                    <a:gd name="connsiteY318" fmla="*/ 793852 h 1638301"/>
                    <a:gd name="connsiteX319" fmla="*/ 486868 w 2139424"/>
                    <a:gd name="connsiteY319" fmla="*/ 818171 h 1638301"/>
                    <a:gd name="connsiteX320" fmla="*/ 421781 w 2139424"/>
                    <a:gd name="connsiteY320" fmla="*/ 839788 h 1638301"/>
                    <a:gd name="connsiteX321" fmla="*/ 416357 w 2139424"/>
                    <a:gd name="connsiteY321" fmla="*/ 839788 h 1638301"/>
                    <a:gd name="connsiteX322" fmla="*/ 397373 w 2139424"/>
                    <a:gd name="connsiteY322" fmla="*/ 826277 h 1638301"/>
                    <a:gd name="connsiteX323" fmla="*/ 375677 w 2139424"/>
                    <a:gd name="connsiteY323" fmla="*/ 758724 h 1638301"/>
                    <a:gd name="connsiteX324" fmla="*/ 389237 w 2139424"/>
                    <a:gd name="connsiteY324" fmla="*/ 737107 h 1638301"/>
                    <a:gd name="connsiteX325" fmla="*/ 454324 w 2139424"/>
                    <a:gd name="connsiteY325" fmla="*/ 715490 h 1638301"/>
                    <a:gd name="connsiteX326" fmla="*/ 459748 w 2139424"/>
                    <a:gd name="connsiteY326" fmla="*/ 712788 h 1638301"/>
                    <a:gd name="connsiteX327" fmla="*/ 1722506 w 2139424"/>
                    <a:gd name="connsiteY327" fmla="*/ 701675 h 1638301"/>
                    <a:gd name="connsiteX328" fmla="*/ 1727956 w 2139424"/>
                    <a:gd name="connsiteY328" fmla="*/ 701675 h 1638301"/>
                    <a:gd name="connsiteX329" fmla="*/ 1747030 w 2139424"/>
                    <a:gd name="connsiteY329" fmla="*/ 715154 h 1638301"/>
                    <a:gd name="connsiteX330" fmla="*/ 1768828 w 2139424"/>
                    <a:gd name="connsiteY330" fmla="*/ 779852 h 1638301"/>
                    <a:gd name="connsiteX331" fmla="*/ 1757929 w 2139424"/>
                    <a:gd name="connsiteY331" fmla="*/ 804113 h 1638301"/>
                    <a:gd name="connsiteX332" fmla="*/ 1638037 w 2139424"/>
                    <a:gd name="connsiteY332" fmla="*/ 841854 h 1638301"/>
                    <a:gd name="connsiteX333" fmla="*/ 1632587 w 2139424"/>
                    <a:gd name="connsiteY333" fmla="*/ 844550 h 1638301"/>
                    <a:gd name="connsiteX334" fmla="*/ 1613513 w 2139424"/>
                    <a:gd name="connsiteY334" fmla="*/ 831071 h 1638301"/>
                    <a:gd name="connsiteX335" fmla="*/ 1591715 w 2139424"/>
                    <a:gd name="connsiteY335" fmla="*/ 763677 h 1638301"/>
                    <a:gd name="connsiteX336" fmla="*/ 1605339 w 2139424"/>
                    <a:gd name="connsiteY336" fmla="*/ 739415 h 1638301"/>
                    <a:gd name="connsiteX337" fmla="*/ 1722506 w 2139424"/>
                    <a:gd name="connsiteY337" fmla="*/ 701675 h 1638301"/>
                    <a:gd name="connsiteX338" fmla="*/ 902177 w 2139424"/>
                    <a:gd name="connsiteY338" fmla="*/ 701675 h 1638301"/>
                    <a:gd name="connsiteX339" fmla="*/ 907581 w 2139424"/>
                    <a:gd name="connsiteY339" fmla="*/ 701675 h 1638301"/>
                    <a:gd name="connsiteX340" fmla="*/ 926496 w 2139424"/>
                    <a:gd name="connsiteY340" fmla="*/ 715134 h 1638301"/>
                    <a:gd name="connsiteX341" fmla="*/ 948113 w 2139424"/>
                    <a:gd name="connsiteY341" fmla="*/ 779738 h 1638301"/>
                    <a:gd name="connsiteX342" fmla="*/ 937304 w 2139424"/>
                    <a:gd name="connsiteY342" fmla="*/ 803965 h 1638301"/>
                    <a:gd name="connsiteX343" fmla="*/ 872453 w 2139424"/>
                    <a:gd name="connsiteY343" fmla="*/ 825500 h 1638301"/>
                    <a:gd name="connsiteX344" fmla="*/ 867049 w 2139424"/>
                    <a:gd name="connsiteY344" fmla="*/ 825500 h 1638301"/>
                    <a:gd name="connsiteX345" fmla="*/ 848134 w 2139424"/>
                    <a:gd name="connsiteY345" fmla="*/ 812041 h 1638301"/>
                    <a:gd name="connsiteX346" fmla="*/ 826517 w 2139424"/>
                    <a:gd name="connsiteY346" fmla="*/ 747436 h 1638301"/>
                    <a:gd name="connsiteX347" fmla="*/ 837326 w 2139424"/>
                    <a:gd name="connsiteY347" fmla="*/ 723210 h 1638301"/>
                    <a:gd name="connsiteX348" fmla="*/ 902177 w 2139424"/>
                    <a:gd name="connsiteY348" fmla="*/ 701675 h 1638301"/>
                    <a:gd name="connsiteX349" fmla="*/ 106541 w 2139424"/>
                    <a:gd name="connsiteY349" fmla="*/ 693738 h 1638301"/>
                    <a:gd name="connsiteX350" fmla="*/ 111925 w 2139424"/>
                    <a:gd name="connsiteY350" fmla="*/ 693738 h 1638301"/>
                    <a:gd name="connsiteX351" fmla="*/ 128076 w 2139424"/>
                    <a:gd name="connsiteY351" fmla="*/ 707197 h 1638301"/>
                    <a:gd name="connsiteX352" fmla="*/ 149611 w 2139424"/>
                    <a:gd name="connsiteY352" fmla="*/ 774493 h 1638301"/>
                    <a:gd name="connsiteX353" fmla="*/ 138844 w 2139424"/>
                    <a:gd name="connsiteY353" fmla="*/ 796028 h 1638301"/>
                    <a:gd name="connsiteX354" fmla="*/ 76931 w 2139424"/>
                    <a:gd name="connsiteY354" fmla="*/ 817563 h 1638301"/>
                    <a:gd name="connsiteX355" fmla="*/ 71547 w 2139424"/>
                    <a:gd name="connsiteY355" fmla="*/ 817563 h 1638301"/>
                    <a:gd name="connsiteX356" fmla="*/ 55396 w 2139424"/>
                    <a:gd name="connsiteY356" fmla="*/ 804104 h 1638301"/>
                    <a:gd name="connsiteX357" fmla="*/ 33861 w 2139424"/>
                    <a:gd name="connsiteY357" fmla="*/ 736807 h 1638301"/>
                    <a:gd name="connsiteX358" fmla="*/ 44629 w 2139424"/>
                    <a:gd name="connsiteY358" fmla="*/ 715273 h 1638301"/>
                    <a:gd name="connsiteX359" fmla="*/ 106541 w 2139424"/>
                    <a:gd name="connsiteY359" fmla="*/ 693738 h 1638301"/>
                    <a:gd name="connsiteX360" fmla="*/ 1388436 w 2139424"/>
                    <a:gd name="connsiteY360" fmla="*/ 676275 h 1638301"/>
                    <a:gd name="connsiteX361" fmla="*/ 1407420 w 2139424"/>
                    <a:gd name="connsiteY361" fmla="*/ 689954 h 1638301"/>
                    <a:gd name="connsiteX362" fmla="*/ 1429116 w 2139424"/>
                    <a:gd name="connsiteY362" fmla="*/ 758352 h 1638301"/>
                    <a:gd name="connsiteX363" fmla="*/ 1415556 w 2139424"/>
                    <a:gd name="connsiteY363" fmla="*/ 782975 h 1638301"/>
                    <a:gd name="connsiteX364" fmla="*/ 1350469 w 2139424"/>
                    <a:gd name="connsiteY364" fmla="*/ 804863 h 1638301"/>
                    <a:gd name="connsiteX365" fmla="*/ 1345045 w 2139424"/>
                    <a:gd name="connsiteY365" fmla="*/ 804863 h 1638301"/>
                    <a:gd name="connsiteX366" fmla="*/ 1328773 w 2139424"/>
                    <a:gd name="connsiteY366" fmla="*/ 791183 h 1638301"/>
                    <a:gd name="connsiteX367" fmla="*/ 1307077 w 2139424"/>
                    <a:gd name="connsiteY367" fmla="*/ 722785 h 1638301"/>
                    <a:gd name="connsiteX368" fmla="*/ 1317925 w 2139424"/>
                    <a:gd name="connsiteY368" fmla="*/ 700898 h 1638301"/>
                    <a:gd name="connsiteX369" fmla="*/ 1383012 w 2139424"/>
                    <a:gd name="connsiteY369" fmla="*/ 679011 h 1638301"/>
                    <a:gd name="connsiteX370" fmla="*/ 1388436 w 2139424"/>
                    <a:gd name="connsiteY370" fmla="*/ 676275 h 1638301"/>
                    <a:gd name="connsiteX371" fmla="*/ 585161 w 2139424"/>
                    <a:gd name="connsiteY371" fmla="*/ 671513 h 1638301"/>
                    <a:gd name="connsiteX372" fmla="*/ 604145 w 2139424"/>
                    <a:gd name="connsiteY372" fmla="*/ 685023 h 1638301"/>
                    <a:gd name="connsiteX373" fmla="*/ 625841 w 2139424"/>
                    <a:gd name="connsiteY373" fmla="*/ 752577 h 1638301"/>
                    <a:gd name="connsiteX374" fmla="*/ 612281 w 2139424"/>
                    <a:gd name="connsiteY374" fmla="*/ 776896 h 1638301"/>
                    <a:gd name="connsiteX375" fmla="*/ 547194 w 2139424"/>
                    <a:gd name="connsiteY375" fmla="*/ 798513 h 1638301"/>
                    <a:gd name="connsiteX376" fmla="*/ 541770 w 2139424"/>
                    <a:gd name="connsiteY376" fmla="*/ 798513 h 1638301"/>
                    <a:gd name="connsiteX377" fmla="*/ 522786 w 2139424"/>
                    <a:gd name="connsiteY377" fmla="*/ 785002 h 1638301"/>
                    <a:gd name="connsiteX378" fmla="*/ 501090 w 2139424"/>
                    <a:gd name="connsiteY378" fmla="*/ 717449 h 1638301"/>
                    <a:gd name="connsiteX379" fmla="*/ 514650 w 2139424"/>
                    <a:gd name="connsiteY379" fmla="*/ 695832 h 1638301"/>
                    <a:gd name="connsiteX380" fmla="*/ 579737 w 2139424"/>
                    <a:gd name="connsiteY380" fmla="*/ 674215 h 1638301"/>
                    <a:gd name="connsiteX381" fmla="*/ 585161 w 2139424"/>
                    <a:gd name="connsiteY381" fmla="*/ 671513 h 1638301"/>
                    <a:gd name="connsiteX382" fmla="*/ 1027590 w 2139424"/>
                    <a:gd name="connsiteY382" fmla="*/ 660400 h 1638301"/>
                    <a:gd name="connsiteX383" fmla="*/ 1032994 w 2139424"/>
                    <a:gd name="connsiteY383" fmla="*/ 660400 h 1638301"/>
                    <a:gd name="connsiteX384" fmla="*/ 1051909 w 2139424"/>
                    <a:gd name="connsiteY384" fmla="*/ 674032 h 1638301"/>
                    <a:gd name="connsiteX385" fmla="*/ 1073526 w 2139424"/>
                    <a:gd name="connsiteY385" fmla="*/ 739464 h 1638301"/>
                    <a:gd name="connsiteX386" fmla="*/ 1062717 w 2139424"/>
                    <a:gd name="connsiteY386" fmla="*/ 764002 h 1638301"/>
                    <a:gd name="connsiteX387" fmla="*/ 997866 w 2139424"/>
                    <a:gd name="connsiteY387" fmla="*/ 785813 h 1638301"/>
                    <a:gd name="connsiteX388" fmla="*/ 992462 w 2139424"/>
                    <a:gd name="connsiteY388" fmla="*/ 785813 h 1638301"/>
                    <a:gd name="connsiteX389" fmla="*/ 973547 w 2139424"/>
                    <a:gd name="connsiteY389" fmla="*/ 772181 h 1638301"/>
                    <a:gd name="connsiteX390" fmla="*/ 951930 w 2139424"/>
                    <a:gd name="connsiteY390" fmla="*/ 706748 h 1638301"/>
                    <a:gd name="connsiteX391" fmla="*/ 962739 w 2139424"/>
                    <a:gd name="connsiteY391" fmla="*/ 682211 h 1638301"/>
                    <a:gd name="connsiteX392" fmla="*/ 1027590 w 2139424"/>
                    <a:gd name="connsiteY392" fmla="*/ 660400 h 1638301"/>
                    <a:gd name="connsiteX393" fmla="*/ 1859245 w 2139424"/>
                    <a:gd name="connsiteY393" fmla="*/ 657225 h 1638301"/>
                    <a:gd name="connsiteX394" fmla="*/ 1875604 w 2139424"/>
                    <a:gd name="connsiteY394" fmla="*/ 670904 h 1638301"/>
                    <a:gd name="connsiteX395" fmla="*/ 1897415 w 2139424"/>
                    <a:gd name="connsiteY395" fmla="*/ 739302 h 1638301"/>
                    <a:gd name="connsiteX396" fmla="*/ 1886509 w 2139424"/>
                    <a:gd name="connsiteY396" fmla="*/ 763925 h 1638301"/>
                    <a:gd name="connsiteX397" fmla="*/ 1823803 w 2139424"/>
                    <a:gd name="connsiteY397" fmla="*/ 783077 h 1638301"/>
                    <a:gd name="connsiteX398" fmla="*/ 1818350 w 2139424"/>
                    <a:gd name="connsiteY398" fmla="*/ 785813 h 1638301"/>
                    <a:gd name="connsiteX399" fmla="*/ 1801992 w 2139424"/>
                    <a:gd name="connsiteY399" fmla="*/ 772133 h 1638301"/>
                    <a:gd name="connsiteX400" fmla="*/ 1777454 w 2139424"/>
                    <a:gd name="connsiteY400" fmla="*/ 703735 h 1638301"/>
                    <a:gd name="connsiteX401" fmla="*/ 1791086 w 2139424"/>
                    <a:gd name="connsiteY401" fmla="*/ 679112 h 1638301"/>
                    <a:gd name="connsiteX402" fmla="*/ 1853793 w 2139424"/>
                    <a:gd name="connsiteY402" fmla="*/ 659961 h 1638301"/>
                    <a:gd name="connsiteX403" fmla="*/ 1859245 w 2139424"/>
                    <a:gd name="connsiteY403" fmla="*/ 657225 h 1638301"/>
                    <a:gd name="connsiteX404" fmla="*/ 231816 w 2139424"/>
                    <a:gd name="connsiteY404" fmla="*/ 652463 h 1638301"/>
                    <a:gd name="connsiteX405" fmla="*/ 237269 w 2139424"/>
                    <a:gd name="connsiteY405" fmla="*/ 652463 h 1638301"/>
                    <a:gd name="connsiteX406" fmla="*/ 253627 w 2139424"/>
                    <a:gd name="connsiteY406" fmla="*/ 663368 h 1638301"/>
                    <a:gd name="connsiteX407" fmla="*/ 278165 w 2139424"/>
                    <a:gd name="connsiteY407" fmla="*/ 734254 h 1638301"/>
                    <a:gd name="connsiteX408" fmla="*/ 264533 w 2139424"/>
                    <a:gd name="connsiteY408" fmla="*/ 756065 h 1638301"/>
                    <a:gd name="connsiteX409" fmla="*/ 204553 w 2139424"/>
                    <a:gd name="connsiteY409" fmla="*/ 777876 h 1638301"/>
                    <a:gd name="connsiteX410" fmla="*/ 199100 w 2139424"/>
                    <a:gd name="connsiteY410" fmla="*/ 777876 h 1638301"/>
                    <a:gd name="connsiteX411" fmla="*/ 182741 w 2139424"/>
                    <a:gd name="connsiteY411" fmla="*/ 764244 h 1638301"/>
                    <a:gd name="connsiteX412" fmla="*/ 158204 w 2139424"/>
                    <a:gd name="connsiteY412" fmla="*/ 696085 h 1638301"/>
                    <a:gd name="connsiteX413" fmla="*/ 171836 w 2139424"/>
                    <a:gd name="connsiteY413" fmla="*/ 674274 h 1638301"/>
                    <a:gd name="connsiteX414" fmla="*/ 231816 w 2139424"/>
                    <a:gd name="connsiteY414" fmla="*/ 652463 h 1638301"/>
                    <a:gd name="connsiteX415" fmla="*/ 1513848 w 2139424"/>
                    <a:gd name="connsiteY415" fmla="*/ 636588 h 1638301"/>
                    <a:gd name="connsiteX416" fmla="*/ 1532832 w 2139424"/>
                    <a:gd name="connsiteY416" fmla="*/ 650098 h 1638301"/>
                    <a:gd name="connsiteX417" fmla="*/ 1554528 w 2139424"/>
                    <a:gd name="connsiteY417" fmla="*/ 717652 h 1638301"/>
                    <a:gd name="connsiteX418" fmla="*/ 1540968 w 2139424"/>
                    <a:gd name="connsiteY418" fmla="*/ 741971 h 1638301"/>
                    <a:gd name="connsiteX419" fmla="*/ 1475881 w 2139424"/>
                    <a:gd name="connsiteY419" fmla="*/ 763588 h 1638301"/>
                    <a:gd name="connsiteX420" fmla="*/ 1470457 w 2139424"/>
                    <a:gd name="connsiteY420" fmla="*/ 763588 h 1638301"/>
                    <a:gd name="connsiteX421" fmla="*/ 1454185 w 2139424"/>
                    <a:gd name="connsiteY421" fmla="*/ 750077 h 1638301"/>
                    <a:gd name="connsiteX422" fmla="*/ 1432489 w 2139424"/>
                    <a:gd name="connsiteY422" fmla="*/ 682524 h 1638301"/>
                    <a:gd name="connsiteX423" fmla="*/ 1443337 w 2139424"/>
                    <a:gd name="connsiteY423" fmla="*/ 660907 h 1638301"/>
                    <a:gd name="connsiteX424" fmla="*/ 1508424 w 2139424"/>
                    <a:gd name="connsiteY424" fmla="*/ 639290 h 1638301"/>
                    <a:gd name="connsiteX425" fmla="*/ 1513848 w 2139424"/>
                    <a:gd name="connsiteY425" fmla="*/ 636588 h 1638301"/>
                    <a:gd name="connsiteX426" fmla="*/ 708986 w 2139424"/>
                    <a:gd name="connsiteY426" fmla="*/ 630238 h 1638301"/>
                    <a:gd name="connsiteX427" fmla="*/ 727970 w 2139424"/>
                    <a:gd name="connsiteY427" fmla="*/ 643917 h 1638301"/>
                    <a:gd name="connsiteX428" fmla="*/ 749666 w 2139424"/>
                    <a:gd name="connsiteY428" fmla="*/ 712315 h 1638301"/>
                    <a:gd name="connsiteX429" fmla="*/ 736106 w 2139424"/>
                    <a:gd name="connsiteY429" fmla="*/ 736938 h 1638301"/>
                    <a:gd name="connsiteX430" fmla="*/ 671019 w 2139424"/>
                    <a:gd name="connsiteY430" fmla="*/ 758826 h 1638301"/>
                    <a:gd name="connsiteX431" fmla="*/ 665595 w 2139424"/>
                    <a:gd name="connsiteY431" fmla="*/ 758826 h 1638301"/>
                    <a:gd name="connsiteX432" fmla="*/ 646611 w 2139424"/>
                    <a:gd name="connsiteY432" fmla="*/ 745146 h 1638301"/>
                    <a:gd name="connsiteX433" fmla="*/ 624915 w 2139424"/>
                    <a:gd name="connsiteY433" fmla="*/ 676748 h 1638301"/>
                    <a:gd name="connsiteX434" fmla="*/ 638475 w 2139424"/>
                    <a:gd name="connsiteY434" fmla="*/ 654861 h 1638301"/>
                    <a:gd name="connsiteX435" fmla="*/ 703562 w 2139424"/>
                    <a:gd name="connsiteY435" fmla="*/ 632974 h 1638301"/>
                    <a:gd name="connsiteX436" fmla="*/ 708986 w 2139424"/>
                    <a:gd name="connsiteY436" fmla="*/ 630238 h 1638301"/>
                    <a:gd name="connsiteX437" fmla="*/ 1973303 w 2139424"/>
                    <a:gd name="connsiteY437" fmla="*/ 619125 h 1638301"/>
                    <a:gd name="connsiteX438" fmla="*/ 1978756 w 2139424"/>
                    <a:gd name="connsiteY438" fmla="*/ 619125 h 1638301"/>
                    <a:gd name="connsiteX439" fmla="*/ 1995114 w 2139424"/>
                    <a:gd name="connsiteY439" fmla="*/ 632757 h 1638301"/>
                    <a:gd name="connsiteX440" fmla="*/ 2019652 w 2139424"/>
                    <a:gd name="connsiteY440" fmla="*/ 700916 h 1638301"/>
                    <a:gd name="connsiteX441" fmla="*/ 2006020 w 2139424"/>
                    <a:gd name="connsiteY441" fmla="*/ 722727 h 1638301"/>
                    <a:gd name="connsiteX442" fmla="*/ 1943313 w 2139424"/>
                    <a:gd name="connsiteY442" fmla="*/ 744538 h 1638301"/>
                    <a:gd name="connsiteX443" fmla="*/ 1937861 w 2139424"/>
                    <a:gd name="connsiteY443" fmla="*/ 744538 h 1638301"/>
                    <a:gd name="connsiteX444" fmla="*/ 1921502 w 2139424"/>
                    <a:gd name="connsiteY444" fmla="*/ 730906 h 1638301"/>
                    <a:gd name="connsiteX445" fmla="*/ 1899691 w 2139424"/>
                    <a:gd name="connsiteY445" fmla="*/ 662747 h 1638301"/>
                    <a:gd name="connsiteX446" fmla="*/ 1910597 w 2139424"/>
                    <a:gd name="connsiteY446" fmla="*/ 640936 h 1638301"/>
                    <a:gd name="connsiteX447" fmla="*/ 1973303 w 2139424"/>
                    <a:gd name="connsiteY447" fmla="*/ 619125 h 1638301"/>
                    <a:gd name="connsiteX448" fmla="*/ 1152395 w 2139424"/>
                    <a:gd name="connsiteY448" fmla="*/ 619125 h 1638301"/>
                    <a:gd name="connsiteX449" fmla="*/ 1157866 w 2139424"/>
                    <a:gd name="connsiteY449" fmla="*/ 619125 h 1638301"/>
                    <a:gd name="connsiteX450" fmla="*/ 1177018 w 2139424"/>
                    <a:gd name="connsiteY450" fmla="*/ 632757 h 1638301"/>
                    <a:gd name="connsiteX451" fmla="*/ 1198905 w 2139424"/>
                    <a:gd name="connsiteY451" fmla="*/ 698189 h 1638301"/>
                    <a:gd name="connsiteX452" fmla="*/ 1187961 w 2139424"/>
                    <a:gd name="connsiteY452" fmla="*/ 722727 h 1638301"/>
                    <a:gd name="connsiteX453" fmla="*/ 1122299 w 2139424"/>
                    <a:gd name="connsiteY453" fmla="*/ 744538 h 1638301"/>
                    <a:gd name="connsiteX454" fmla="*/ 1116828 w 2139424"/>
                    <a:gd name="connsiteY454" fmla="*/ 744538 h 1638301"/>
                    <a:gd name="connsiteX455" fmla="*/ 1097676 w 2139424"/>
                    <a:gd name="connsiteY455" fmla="*/ 730906 h 1638301"/>
                    <a:gd name="connsiteX456" fmla="*/ 1075789 w 2139424"/>
                    <a:gd name="connsiteY456" fmla="*/ 665473 h 1638301"/>
                    <a:gd name="connsiteX457" fmla="*/ 1086733 w 2139424"/>
                    <a:gd name="connsiteY457" fmla="*/ 640936 h 1638301"/>
                    <a:gd name="connsiteX458" fmla="*/ 1152395 w 2139424"/>
                    <a:gd name="connsiteY458" fmla="*/ 619125 h 1638301"/>
                    <a:gd name="connsiteX459" fmla="*/ 359506 w 2139424"/>
                    <a:gd name="connsiteY459" fmla="*/ 611188 h 1638301"/>
                    <a:gd name="connsiteX460" fmla="*/ 375864 w 2139424"/>
                    <a:gd name="connsiteY460" fmla="*/ 624820 h 1638301"/>
                    <a:gd name="connsiteX461" fmla="*/ 400402 w 2139424"/>
                    <a:gd name="connsiteY461" fmla="*/ 692979 h 1638301"/>
                    <a:gd name="connsiteX462" fmla="*/ 389496 w 2139424"/>
                    <a:gd name="connsiteY462" fmla="*/ 717516 h 1638301"/>
                    <a:gd name="connsiteX463" fmla="*/ 326790 w 2139424"/>
                    <a:gd name="connsiteY463" fmla="*/ 736601 h 1638301"/>
                    <a:gd name="connsiteX464" fmla="*/ 321337 w 2139424"/>
                    <a:gd name="connsiteY464" fmla="*/ 736601 h 1638301"/>
                    <a:gd name="connsiteX465" fmla="*/ 304979 w 2139424"/>
                    <a:gd name="connsiteY465" fmla="*/ 725695 h 1638301"/>
                    <a:gd name="connsiteX466" fmla="*/ 283168 w 2139424"/>
                    <a:gd name="connsiteY466" fmla="*/ 654810 h 1638301"/>
                    <a:gd name="connsiteX467" fmla="*/ 294073 w 2139424"/>
                    <a:gd name="connsiteY467" fmla="*/ 632999 h 1638301"/>
                    <a:gd name="connsiteX468" fmla="*/ 354053 w 2139424"/>
                    <a:gd name="connsiteY468" fmla="*/ 613914 h 1638301"/>
                    <a:gd name="connsiteX469" fmla="*/ 359506 w 2139424"/>
                    <a:gd name="connsiteY469" fmla="*/ 611188 h 1638301"/>
                    <a:gd name="connsiteX470" fmla="*/ 1638732 w 2139424"/>
                    <a:gd name="connsiteY470" fmla="*/ 595313 h 1638301"/>
                    <a:gd name="connsiteX471" fmla="*/ 1657947 w 2139424"/>
                    <a:gd name="connsiteY471" fmla="*/ 608823 h 1638301"/>
                    <a:gd name="connsiteX472" fmla="*/ 1679908 w 2139424"/>
                    <a:gd name="connsiteY472" fmla="*/ 676377 h 1638301"/>
                    <a:gd name="connsiteX473" fmla="*/ 1666183 w 2139424"/>
                    <a:gd name="connsiteY473" fmla="*/ 700696 h 1638301"/>
                    <a:gd name="connsiteX474" fmla="*/ 1600301 w 2139424"/>
                    <a:gd name="connsiteY474" fmla="*/ 722313 h 1638301"/>
                    <a:gd name="connsiteX475" fmla="*/ 1594811 w 2139424"/>
                    <a:gd name="connsiteY475" fmla="*/ 722313 h 1638301"/>
                    <a:gd name="connsiteX476" fmla="*/ 1578341 w 2139424"/>
                    <a:gd name="connsiteY476" fmla="*/ 708802 h 1638301"/>
                    <a:gd name="connsiteX477" fmla="*/ 1556380 w 2139424"/>
                    <a:gd name="connsiteY477" fmla="*/ 641249 h 1638301"/>
                    <a:gd name="connsiteX478" fmla="*/ 1567360 w 2139424"/>
                    <a:gd name="connsiteY478" fmla="*/ 619632 h 1638301"/>
                    <a:gd name="connsiteX479" fmla="*/ 1633242 w 2139424"/>
                    <a:gd name="connsiteY479" fmla="*/ 598015 h 1638301"/>
                    <a:gd name="connsiteX480" fmla="*/ 1638732 w 2139424"/>
                    <a:gd name="connsiteY480" fmla="*/ 595313 h 1638301"/>
                    <a:gd name="connsiteX481" fmla="*/ 76472 w 2139424"/>
                    <a:gd name="connsiteY481" fmla="*/ 595313 h 1638301"/>
                    <a:gd name="connsiteX482" fmla="*/ 81862 w 2139424"/>
                    <a:gd name="connsiteY482" fmla="*/ 595313 h 1638301"/>
                    <a:gd name="connsiteX483" fmla="*/ 95337 w 2139424"/>
                    <a:gd name="connsiteY483" fmla="*/ 606175 h 1638301"/>
                    <a:gd name="connsiteX484" fmla="*/ 111508 w 2139424"/>
                    <a:gd name="connsiteY484" fmla="*/ 657769 h 1638301"/>
                    <a:gd name="connsiteX485" fmla="*/ 103422 w 2139424"/>
                    <a:gd name="connsiteY485" fmla="*/ 674061 h 1638301"/>
                    <a:gd name="connsiteX486" fmla="*/ 36046 w 2139424"/>
                    <a:gd name="connsiteY486" fmla="*/ 698501 h 1638301"/>
                    <a:gd name="connsiteX487" fmla="*/ 30656 w 2139424"/>
                    <a:gd name="connsiteY487" fmla="*/ 698501 h 1638301"/>
                    <a:gd name="connsiteX488" fmla="*/ 17180 w 2139424"/>
                    <a:gd name="connsiteY488" fmla="*/ 687639 h 1638301"/>
                    <a:gd name="connsiteX489" fmla="*/ 1010 w 2139424"/>
                    <a:gd name="connsiteY489" fmla="*/ 636045 h 1638301"/>
                    <a:gd name="connsiteX490" fmla="*/ 9095 w 2139424"/>
                    <a:gd name="connsiteY490" fmla="*/ 619752 h 1638301"/>
                    <a:gd name="connsiteX491" fmla="*/ 76472 w 2139424"/>
                    <a:gd name="connsiteY491" fmla="*/ 595313 h 1638301"/>
                    <a:gd name="connsiteX492" fmla="*/ 834398 w 2139424"/>
                    <a:gd name="connsiteY492" fmla="*/ 590550 h 1638301"/>
                    <a:gd name="connsiteX493" fmla="*/ 853382 w 2139424"/>
                    <a:gd name="connsiteY493" fmla="*/ 604060 h 1638301"/>
                    <a:gd name="connsiteX494" fmla="*/ 875078 w 2139424"/>
                    <a:gd name="connsiteY494" fmla="*/ 671614 h 1638301"/>
                    <a:gd name="connsiteX495" fmla="*/ 861518 w 2139424"/>
                    <a:gd name="connsiteY495" fmla="*/ 695933 h 1638301"/>
                    <a:gd name="connsiteX496" fmla="*/ 796431 w 2139424"/>
                    <a:gd name="connsiteY496" fmla="*/ 717550 h 1638301"/>
                    <a:gd name="connsiteX497" fmla="*/ 791007 w 2139424"/>
                    <a:gd name="connsiteY497" fmla="*/ 717550 h 1638301"/>
                    <a:gd name="connsiteX498" fmla="*/ 774735 w 2139424"/>
                    <a:gd name="connsiteY498" fmla="*/ 704039 h 1638301"/>
                    <a:gd name="connsiteX499" fmla="*/ 750327 w 2139424"/>
                    <a:gd name="connsiteY499" fmla="*/ 636486 h 1638301"/>
                    <a:gd name="connsiteX500" fmla="*/ 763887 w 2139424"/>
                    <a:gd name="connsiteY500" fmla="*/ 614869 h 1638301"/>
                    <a:gd name="connsiteX501" fmla="*/ 828974 w 2139424"/>
                    <a:gd name="connsiteY501" fmla="*/ 593252 h 1638301"/>
                    <a:gd name="connsiteX502" fmla="*/ 834398 w 2139424"/>
                    <a:gd name="connsiteY502" fmla="*/ 590550 h 1638301"/>
                    <a:gd name="connsiteX503" fmla="*/ 2092366 w 2139424"/>
                    <a:gd name="connsiteY503" fmla="*/ 581025 h 1638301"/>
                    <a:gd name="connsiteX504" fmla="*/ 2097819 w 2139424"/>
                    <a:gd name="connsiteY504" fmla="*/ 581025 h 1638301"/>
                    <a:gd name="connsiteX505" fmla="*/ 2116904 w 2139424"/>
                    <a:gd name="connsiteY505" fmla="*/ 591930 h 1638301"/>
                    <a:gd name="connsiteX506" fmla="*/ 2138715 w 2139424"/>
                    <a:gd name="connsiteY506" fmla="*/ 660089 h 1638301"/>
                    <a:gd name="connsiteX507" fmla="*/ 2127809 w 2139424"/>
                    <a:gd name="connsiteY507" fmla="*/ 684627 h 1638301"/>
                    <a:gd name="connsiteX508" fmla="*/ 2065103 w 2139424"/>
                    <a:gd name="connsiteY508" fmla="*/ 703711 h 1638301"/>
                    <a:gd name="connsiteX509" fmla="*/ 2059650 w 2139424"/>
                    <a:gd name="connsiteY509" fmla="*/ 706438 h 1638301"/>
                    <a:gd name="connsiteX510" fmla="*/ 2040565 w 2139424"/>
                    <a:gd name="connsiteY510" fmla="*/ 692806 h 1638301"/>
                    <a:gd name="connsiteX511" fmla="*/ 2018754 w 2139424"/>
                    <a:gd name="connsiteY511" fmla="*/ 624647 h 1638301"/>
                    <a:gd name="connsiteX512" fmla="*/ 2029660 w 2139424"/>
                    <a:gd name="connsiteY512" fmla="*/ 600109 h 1638301"/>
                    <a:gd name="connsiteX513" fmla="*/ 2092366 w 2139424"/>
                    <a:gd name="connsiteY513" fmla="*/ 581025 h 1638301"/>
                    <a:gd name="connsiteX514" fmla="*/ 1276827 w 2139424"/>
                    <a:gd name="connsiteY514" fmla="*/ 579438 h 1638301"/>
                    <a:gd name="connsiteX515" fmla="*/ 1284933 w 2139424"/>
                    <a:gd name="connsiteY515" fmla="*/ 579438 h 1638301"/>
                    <a:gd name="connsiteX516" fmla="*/ 1301146 w 2139424"/>
                    <a:gd name="connsiteY516" fmla="*/ 592897 h 1638301"/>
                    <a:gd name="connsiteX517" fmla="*/ 1322763 w 2139424"/>
                    <a:gd name="connsiteY517" fmla="*/ 657501 h 1638301"/>
                    <a:gd name="connsiteX518" fmla="*/ 1311954 w 2139424"/>
                    <a:gd name="connsiteY518" fmla="*/ 681728 h 1638301"/>
                    <a:gd name="connsiteX519" fmla="*/ 1247103 w 2139424"/>
                    <a:gd name="connsiteY519" fmla="*/ 703263 h 1638301"/>
                    <a:gd name="connsiteX520" fmla="*/ 1241699 w 2139424"/>
                    <a:gd name="connsiteY520" fmla="*/ 703263 h 1638301"/>
                    <a:gd name="connsiteX521" fmla="*/ 1222784 w 2139424"/>
                    <a:gd name="connsiteY521" fmla="*/ 689804 h 1638301"/>
                    <a:gd name="connsiteX522" fmla="*/ 1201167 w 2139424"/>
                    <a:gd name="connsiteY522" fmla="*/ 625199 h 1638301"/>
                    <a:gd name="connsiteX523" fmla="*/ 1211976 w 2139424"/>
                    <a:gd name="connsiteY523" fmla="*/ 600973 h 1638301"/>
                    <a:gd name="connsiteX524" fmla="*/ 1276827 w 2139424"/>
                    <a:gd name="connsiteY524" fmla="*/ 579438 h 1638301"/>
                    <a:gd name="connsiteX525" fmla="*/ 481904 w 2139424"/>
                    <a:gd name="connsiteY525" fmla="*/ 571500 h 1638301"/>
                    <a:gd name="connsiteX526" fmla="*/ 500918 w 2139424"/>
                    <a:gd name="connsiteY526" fmla="*/ 584959 h 1638301"/>
                    <a:gd name="connsiteX527" fmla="*/ 522650 w 2139424"/>
                    <a:gd name="connsiteY527" fmla="*/ 654947 h 1638301"/>
                    <a:gd name="connsiteX528" fmla="*/ 511784 w 2139424"/>
                    <a:gd name="connsiteY528" fmla="*/ 676482 h 1638301"/>
                    <a:gd name="connsiteX529" fmla="*/ 449307 w 2139424"/>
                    <a:gd name="connsiteY529" fmla="*/ 695325 h 1638301"/>
                    <a:gd name="connsiteX530" fmla="*/ 443874 w 2139424"/>
                    <a:gd name="connsiteY530" fmla="*/ 695325 h 1638301"/>
                    <a:gd name="connsiteX531" fmla="*/ 427576 w 2139424"/>
                    <a:gd name="connsiteY531" fmla="*/ 684557 h 1638301"/>
                    <a:gd name="connsiteX532" fmla="*/ 405844 w 2139424"/>
                    <a:gd name="connsiteY532" fmla="*/ 614569 h 1638301"/>
                    <a:gd name="connsiteX533" fmla="*/ 416710 w 2139424"/>
                    <a:gd name="connsiteY533" fmla="*/ 593035 h 1638301"/>
                    <a:gd name="connsiteX534" fmla="*/ 476471 w 2139424"/>
                    <a:gd name="connsiteY534" fmla="*/ 574192 h 1638301"/>
                    <a:gd name="connsiteX535" fmla="*/ 481904 w 2139424"/>
                    <a:gd name="connsiteY535" fmla="*/ 571500 h 1638301"/>
                    <a:gd name="connsiteX536" fmla="*/ 196366 w 2139424"/>
                    <a:gd name="connsiteY536" fmla="*/ 557213 h 1638301"/>
                    <a:gd name="connsiteX537" fmla="*/ 199115 w 2139424"/>
                    <a:gd name="connsiteY537" fmla="*/ 557213 h 1638301"/>
                    <a:gd name="connsiteX538" fmla="*/ 215609 w 2139424"/>
                    <a:gd name="connsiteY538" fmla="*/ 568025 h 1638301"/>
                    <a:gd name="connsiteX539" fmla="*/ 232104 w 2139424"/>
                    <a:gd name="connsiteY539" fmla="*/ 616680 h 1638301"/>
                    <a:gd name="connsiteX540" fmla="*/ 221108 w 2139424"/>
                    <a:gd name="connsiteY540" fmla="*/ 635601 h 1638301"/>
                    <a:gd name="connsiteX541" fmla="*/ 160627 w 2139424"/>
                    <a:gd name="connsiteY541" fmla="*/ 654523 h 1638301"/>
                    <a:gd name="connsiteX542" fmla="*/ 157878 w 2139424"/>
                    <a:gd name="connsiteY542" fmla="*/ 657226 h 1638301"/>
                    <a:gd name="connsiteX543" fmla="*/ 144133 w 2139424"/>
                    <a:gd name="connsiteY543" fmla="*/ 646414 h 1638301"/>
                    <a:gd name="connsiteX544" fmla="*/ 124889 w 2139424"/>
                    <a:gd name="connsiteY544" fmla="*/ 595056 h 1638301"/>
                    <a:gd name="connsiteX545" fmla="*/ 135885 w 2139424"/>
                    <a:gd name="connsiteY545" fmla="*/ 576134 h 1638301"/>
                    <a:gd name="connsiteX546" fmla="*/ 196366 w 2139424"/>
                    <a:gd name="connsiteY546" fmla="*/ 557213 h 1638301"/>
                    <a:gd name="connsiteX547" fmla="*/ 959811 w 2139424"/>
                    <a:gd name="connsiteY547" fmla="*/ 549275 h 1638301"/>
                    <a:gd name="connsiteX548" fmla="*/ 978795 w 2139424"/>
                    <a:gd name="connsiteY548" fmla="*/ 562785 h 1638301"/>
                    <a:gd name="connsiteX549" fmla="*/ 1000491 w 2139424"/>
                    <a:gd name="connsiteY549" fmla="*/ 630339 h 1638301"/>
                    <a:gd name="connsiteX550" fmla="*/ 986931 w 2139424"/>
                    <a:gd name="connsiteY550" fmla="*/ 654658 h 1638301"/>
                    <a:gd name="connsiteX551" fmla="*/ 921844 w 2139424"/>
                    <a:gd name="connsiteY551" fmla="*/ 676275 h 1638301"/>
                    <a:gd name="connsiteX552" fmla="*/ 916420 w 2139424"/>
                    <a:gd name="connsiteY552" fmla="*/ 676275 h 1638301"/>
                    <a:gd name="connsiteX553" fmla="*/ 900148 w 2139424"/>
                    <a:gd name="connsiteY553" fmla="*/ 662764 h 1638301"/>
                    <a:gd name="connsiteX554" fmla="*/ 878452 w 2139424"/>
                    <a:gd name="connsiteY554" fmla="*/ 595211 h 1638301"/>
                    <a:gd name="connsiteX555" fmla="*/ 889300 w 2139424"/>
                    <a:gd name="connsiteY555" fmla="*/ 573594 h 1638301"/>
                    <a:gd name="connsiteX556" fmla="*/ 954387 w 2139424"/>
                    <a:gd name="connsiteY556" fmla="*/ 551977 h 1638301"/>
                    <a:gd name="connsiteX557" fmla="*/ 959811 w 2139424"/>
                    <a:gd name="connsiteY557" fmla="*/ 549275 h 1638301"/>
                    <a:gd name="connsiteX558" fmla="*/ 1812875 w 2139424"/>
                    <a:gd name="connsiteY558" fmla="*/ 538163 h 1638301"/>
                    <a:gd name="connsiteX559" fmla="*/ 1818338 w 2139424"/>
                    <a:gd name="connsiteY559" fmla="*/ 538163 h 1638301"/>
                    <a:gd name="connsiteX560" fmla="*/ 1837458 w 2139424"/>
                    <a:gd name="connsiteY560" fmla="*/ 551791 h 1638301"/>
                    <a:gd name="connsiteX561" fmla="*/ 1859310 w 2139424"/>
                    <a:gd name="connsiteY561" fmla="*/ 617209 h 1638301"/>
                    <a:gd name="connsiteX562" fmla="*/ 1845652 w 2139424"/>
                    <a:gd name="connsiteY562" fmla="*/ 641740 h 1638301"/>
                    <a:gd name="connsiteX563" fmla="*/ 1728200 w 2139424"/>
                    <a:gd name="connsiteY563" fmla="*/ 679900 h 1638301"/>
                    <a:gd name="connsiteX564" fmla="*/ 1720006 w 2139424"/>
                    <a:gd name="connsiteY564" fmla="*/ 682626 h 1638301"/>
                    <a:gd name="connsiteX565" fmla="*/ 1703617 w 2139424"/>
                    <a:gd name="connsiteY565" fmla="*/ 668997 h 1638301"/>
                    <a:gd name="connsiteX566" fmla="*/ 1681766 w 2139424"/>
                    <a:gd name="connsiteY566" fmla="*/ 603580 h 1638301"/>
                    <a:gd name="connsiteX567" fmla="*/ 1692692 w 2139424"/>
                    <a:gd name="connsiteY567" fmla="*/ 579049 h 1638301"/>
                    <a:gd name="connsiteX568" fmla="*/ 1812875 w 2139424"/>
                    <a:gd name="connsiteY568" fmla="*/ 538163 h 1638301"/>
                    <a:gd name="connsiteX569" fmla="*/ 1402240 w 2139424"/>
                    <a:gd name="connsiteY569" fmla="*/ 538163 h 1638301"/>
                    <a:gd name="connsiteX570" fmla="*/ 1410346 w 2139424"/>
                    <a:gd name="connsiteY570" fmla="*/ 538163 h 1638301"/>
                    <a:gd name="connsiteX571" fmla="*/ 1426559 w 2139424"/>
                    <a:gd name="connsiteY571" fmla="*/ 551795 h 1638301"/>
                    <a:gd name="connsiteX572" fmla="*/ 1448176 w 2139424"/>
                    <a:gd name="connsiteY572" fmla="*/ 617227 h 1638301"/>
                    <a:gd name="connsiteX573" fmla="*/ 1437367 w 2139424"/>
                    <a:gd name="connsiteY573" fmla="*/ 641765 h 1638301"/>
                    <a:gd name="connsiteX574" fmla="*/ 1372516 w 2139424"/>
                    <a:gd name="connsiteY574" fmla="*/ 663576 h 1638301"/>
                    <a:gd name="connsiteX575" fmla="*/ 1367112 w 2139424"/>
                    <a:gd name="connsiteY575" fmla="*/ 663576 h 1638301"/>
                    <a:gd name="connsiteX576" fmla="*/ 1348197 w 2139424"/>
                    <a:gd name="connsiteY576" fmla="*/ 649944 h 1638301"/>
                    <a:gd name="connsiteX577" fmla="*/ 1326580 w 2139424"/>
                    <a:gd name="connsiteY577" fmla="*/ 584511 h 1638301"/>
                    <a:gd name="connsiteX578" fmla="*/ 1337389 w 2139424"/>
                    <a:gd name="connsiteY578" fmla="*/ 559974 h 1638301"/>
                    <a:gd name="connsiteX579" fmla="*/ 1402240 w 2139424"/>
                    <a:gd name="connsiteY579" fmla="*/ 538163 h 1638301"/>
                    <a:gd name="connsiteX580" fmla="*/ 598708 w 2139424"/>
                    <a:gd name="connsiteY580" fmla="*/ 533400 h 1638301"/>
                    <a:gd name="connsiteX581" fmla="*/ 606857 w 2139424"/>
                    <a:gd name="connsiteY581" fmla="*/ 533400 h 1638301"/>
                    <a:gd name="connsiteX582" fmla="*/ 623155 w 2139424"/>
                    <a:gd name="connsiteY582" fmla="*/ 544167 h 1638301"/>
                    <a:gd name="connsiteX583" fmla="*/ 644887 w 2139424"/>
                    <a:gd name="connsiteY583" fmla="*/ 614155 h 1638301"/>
                    <a:gd name="connsiteX584" fmla="*/ 634021 w 2139424"/>
                    <a:gd name="connsiteY584" fmla="*/ 635690 h 1638301"/>
                    <a:gd name="connsiteX585" fmla="*/ 571544 w 2139424"/>
                    <a:gd name="connsiteY585" fmla="*/ 654533 h 1638301"/>
                    <a:gd name="connsiteX586" fmla="*/ 566111 w 2139424"/>
                    <a:gd name="connsiteY586" fmla="*/ 657225 h 1638301"/>
                    <a:gd name="connsiteX587" fmla="*/ 549813 w 2139424"/>
                    <a:gd name="connsiteY587" fmla="*/ 643766 h 1638301"/>
                    <a:gd name="connsiteX588" fmla="*/ 528081 w 2139424"/>
                    <a:gd name="connsiteY588" fmla="*/ 576469 h 1638301"/>
                    <a:gd name="connsiteX589" fmla="*/ 538947 w 2139424"/>
                    <a:gd name="connsiteY589" fmla="*/ 552243 h 1638301"/>
                    <a:gd name="connsiteX590" fmla="*/ 598708 w 2139424"/>
                    <a:gd name="connsiteY590" fmla="*/ 533400 h 1638301"/>
                    <a:gd name="connsiteX591" fmla="*/ 313117 w 2139424"/>
                    <a:gd name="connsiteY591" fmla="*/ 519113 h 1638301"/>
                    <a:gd name="connsiteX592" fmla="*/ 326809 w 2139424"/>
                    <a:gd name="connsiteY592" fmla="*/ 529925 h 1638301"/>
                    <a:gd name="connsiteX593" fmla="*/ 343240 w 2139424"/>
                    <a:gd name="connsiteY593" fmla="*/ 581283 h 1638301"/>
                    <a:gd name="connsiteX594" fmla="*/ 335024 w 2139424"/>
                    <a:gd name="connsiteY594" fmla="*/ 600204 h 1638301"/>
                    <a:gd name="connsiteX595" fmla="*/ 274778 w 2139424"/>
                    <a:gd name="connsiteY595" fmla="*/ 619126 h 1638301"/>
                    <a:gd name="connsiteX596" fmla="*/ 269301 w 2139424"/>
                    <a:gd name="connsiteY596" fmla="*/ 619126 h 1638301"/>
                    <a:gd name="connsiteX597" fmla="*/ 255609 w 2139424"/>
                    <a:gd name="connsiteY597" fmla="*/ 608314 h 1638301"/>
                    <a:gd name="connsiteX598" fmla="*/ 239178 w 2139424"/>
                    <a:gd name="connsiteY598" fmla="*/ 559659 h 1638301"/>
                    <a:gd name="connsiteX599" fmla="*/ 250132 w 2139424"/>
                    <a:gd name="connsiteY599" fmla="*/ 540737 h 1638301"/>
                    <a:gd name="connsiteX600" fmla="*/ 307640 w 2139424"/>
                    <a:gd name="connsiteY600" fmla="*/ 521816 h 1638301"/>
                    <a:gd name="connsiteX601" fmla="*/ 313117 w 2139424"/>
                    <a:gd name="connsiteY601" fmla="*/ 519113 h 1638301"/>
                    <a:gd name="connsiteX602" fmla="*/ 1084695 w 2139424"/>
                    <a:gd name="connsiteY602" fmla="*/ 508000 h 1638301"/>
                    <a:gd name="connsiteX603" fmla="*/ 1103910 w 2139424"/>
                    <a:gd name="connsiteY603" fmla="*/ 521679 h 1638301"/>
                    <a:gd name="connsiteX604" fmla="*/ 1125871 w 2139424"/>
                    <a:gd name="connsiteY604" fmla="*/ 590077 h 1638301"/>
                    <a:gd name="connsiteX605" fmla="*/ 1112146 w 2139424"/>
                    <a:gd name="connsiteY605" fmla="*/ 614700 h 1638301"/>
                    <a:gd name="connsiteX606" fmla="*/ 1046264 w 2139424"/>
                    <a:gd name="connsiteY606" fmla="*/ 636588 h 1638301"/>
                    <a:gd name="connsiteX607" fmla="*/ 1040774 w 2139424"/>
                    <a:gd name="connsiteY607" fmla="*/ 636588 h 1638301"/>
                    <a:gd name="connsiteX608" fmla="*/ 1024304 w 2139424"/>
                    <a:gd name="connsiteY608" fmla="*/ 622908 h 1638301"/>
                    <a:gd name="connsiteX609" fmla="*/ 1002343 w 2139424"/>
                    <a:gd name="connsiteY609" fmla="*/ 554510 h 1638301"/>
                    <a:gd name="connsiteX610" fmla="*/ 1013323 w 2139424"/>
                    <a:gd name="connsiteY610" fmla="*/ 532623 h 1638301"/>
                    <a:gd name="connsiteX611" fmla="*/ 1079205 w 2139424"/>
                    <a:gd name="connsiteY611" fmla="*/ 510736 h 1638301"/>
                    <a:gd name="connsiteX612" fmla="*/ 1084695 w 2139424"/>
                    <a:gd name="connsiteY612" fmla="*/ 508000 h 1638301"/>
                    <a:gd name="connsiteX613" fmla="*/ 1937481 w 2139424"/>
                    <a:gd name="connsiteY613" fmla="*/ 496888 h 1638301"/>
                    <a:gd name="connsiteX614" fmla="*/ 1956566 w 2139424"/>
                    <a:gd name="connsiteY614" fmla="*/ 510567 h 1638301"/>
                    <a:gd name="connsiteX615" fmla="*/ 1978377 w 2139424"/>
                    <a:gd name="connsiteY615" fmla="*/ 578965 h 1638301"/>
                    <a:gd name="connsiteX616" fmla="*/ 1967471 w 2139424"/>
                    <a:gd name="connsiteY616" fmla="*/ 603588 h 1638301"/>
                    <a:gd name="connsiteX617" fmla="*/ 1904765 w 2139424"/>
                    <a:gd name="connsiteY617" fmla="*/ 622740 h 1638301"/>
                    <a:gd name="connsiteX618" fmla="*/ 1899312 w 2139424"/>
                    <a:gd name="connsiteY618" fmla="*/ 625476 h 1638301"/>
                    <a:gd name="connsiteX619" fmla="*/ 1882954 w 2139424"/>
                    <a:gd name="connsiteY619" fmla="*/ 611796 h 1638301"/>
                    <a:gd name="connsiteX620" fmla="*/ 1858416 w 2139424"/>
                    <a:gd name="connsiteY620" fmla="*/ 543398 h 1638301"/>
                    <a:gd name="connsiteX621" fmla="*/ 1872048 w 2139424"/>
                    <a:gd name="connsiteY621" fmla="*/ 518775 h 1638301"/>
                    <a:gd name="connsiteX622" fmla="*/ 1932028 w 2139424"/>
                    <a:gd name="connsiteY622" fmla="*/ 499624 h 1638301"/>
                    <a:gd name="connsiteX623" fmla="*/ 1937481 w 2139424"/>
                    <a:gd name="connsiteY623" fmla="*/ 496888 h 1638301"/>
                    <a:gd name="connsiteX624" fmla="*/ 1527045 w 2139424"/>
                    <a:gd name="connsiteY624" fmla="*/ 496888 h 1638301"/>
                    <a:gd name="connsiteX625" fmla="*/ 1535252 w 2139424"/>
                    <a:gd name="connsiteY625" fmla="*/ 496888 h 1638301"/>
                    <a:gd name="connsiteX626" fmla="*/ 1551668 w 2139424"/>
                    <a:gd name="connsiteY626" fmla="*/ 510520 h 1638301"/>
                    <a:gd name="connsiteX627" fmla="*/ 1573555 w 2139424"/>
                    <a:gd name="connsiteY627" fmla="*/ 575952 h 1638301"/>
                    <a:gd name="connsiteX628" fmla="*/ 1562611 w 2139424"/>
                    <a:gd name="connsiteY628" fmla="*/ 600490 h 1638301"/>
                    <a:gd name="connsiteX629" fmla="*/ 1496949 w 2139424"/>
                    <a:gd name="connsiteY629" fmla="*/ 622301 h 1638301"/>
                    <a:gd name="connsiteX630" fmla="*/ 1491478 w 2139424"/>
                    <a:gd name="connsiteY630" fmla="*/ 622301 h 1638301"/>
                    <a:gd name="connsiteX631" fmla="*/ 1472326 w 2139424"/>
                    <a:gd name="connsiteY631" fmla="*/ 608669 h 1638301"/>
                    <a:gd name="connsiteX632" fmla="*/ 1450439 w 2139424"/>
                    <a:gd name="connsiteY632" fmla="*/ 543236 h 1638301"/>
                    <a:gd name="connsiteX633" fmla="*/ 1461383 w 2139424"/>
                    <a:gd name="connsiteY633" fmla="*/ 518699 h 1638301"/>
                    <a:gd name="connsiteX634" fmla="*/ 1527045 w 2139424"/>
                    <a:gd name="connsiteY634" fmla="*/ 496888 h 1638301"/>
                    <a:gd name="connsiteX635" fmla="*/ 723662 w 2139424"/>
                    <a:gd name="connsiteY635" fmla="*/ 492125 h 1638301"/>
                    <a:gd name="connsiteX636" fmla="*/ 729095 w 2139424"/>
                    <a:gd name="connsiteY636" fmla="*/ 492125 h 1638301"/>
                    <a:gd name="connsiteX637" fmla="*/ 745393 w 2139424"/>
                    <a:gd name="connsiteY637" fmla="*/ 505757 h 1638301"/>
                    <a:gd name="connsiteX638" fmla="*/ 767125 w 2139424"/>
                    <a:gd name="connsiteY638" fmla="*/ 573916 h 1638301"/>
                    <a:gd name="connsiteX639" fmla="*/ 756259 w 2139424"/>
                    <a:gd name="connsiteY639" fmla="*/ 595727 h 1638301"/>
                    <a:gd name="connsiteX640" fmla="*/ 696498 w 2139424"/>
                    <a:gd name="connsiteY640" fmla="*/ 617538 h 1638301"/>
                    <a:gd name="connsiteX641" fmla="*/ 691065 w 2139424"/>
                    <a:gd name="connsiteY641" fmla="*/ 617538 h 1638301"/>
                    <a:gd name="connsiteX642" fmla="*/ 672051 w 2139424"/>
                    <a:gd name="connsiteY642" fmla="*/ 603906 h 1638301"/>
                    <a:gd name="connsiteX643" fmla="*/ 650319 w 2139424"/>
                    <a:gd name="connsiteY643" fmla="*/ 535747 h 1638301"/>
                    <a:gd name="connsiteX644" fmla="*/ 661185 w 2139424"/>
                    <a:gd name="connsiteY644" fmla="*/ 513936 h 1638301"/>
                    <a:gd name="connsiteX645" fmla="*/ 723662 w 2139424"/>
                    <a:gd name="connsiteY645" fmla="*/ 492125 h 1638301"/>
                    <a:gd name="connsiteX646" fmla="*/ 421940 w 2139424"/>
                    <a:gd name="connsiteY646" fmla="*/ 484188 h 1638301"/>
                    <a:gd name="connsiteX647" fmla="*/ 427417 w 2139424"/>
                    <a:gd name="connsiteY647" fmla="*/ 484188 h 1638301"/>
                    <a:gd name="connsiteX648" fmla="*/ 441109 w 2139424"/>
                    <a:gd name="connsiteY648" fmla="*/ 494948 h 1638301"/>
                    <a:gd name="connsiteX649" fmla="*/ 457540 w 2139424"/>
                    <a:gd name="connsiteY649" fmla="*/ 543367 h 1638301"/>
                    <a:gd name="connsiteX650" fmla="*/ 446586 w 2139424"/>
                    <a:gd name="connsiteY650" fmla="*/ 562196 h 1638301"/>
                    <a:gd name="connsiteX651" fmla="*/ 389078 w 2139424"/>
                    <a:gd name="connsiteY651" fmla="*/ 581026 h 1638301"/>
                    <a:gd name="connsiteX652" fmla="*/ 383601 w 2139424"/>
                    <a:gd name="connsiteY652" fmla="*/ 581026 h 1638301"/>
                    <a:gd name="connsiteX653" fmla="*/ 369909 w 2139424"/>
                    <a:gd name="connsiteY653" fmla="*/ 572956 h 1638301"/>
                    <a:gd name="connsiteX654" fmla="*/ 353478 w 2139424"/>
                    <a:gd name="connsiteY654" fmla="*/ 521847 h 1638301"/>
                    <a:gd name="connsiteX655" fmla="*/ 361694 w 2139424"/>
                    <a:gd name="connsiteY655" fmla="*/ 503017 h 1638301"/>
                    <a:gd name="connsiteX656" fmla="*/ 421940 w 2139424"/>
                    <a:gd name="connsiteY656" fmla="*/ 484188 h 1638301"/>
                    <a:gd name="connsiteX657" fmla="*/ 1209048 w 2139424"/>
                    <a:gd name="connsiteY657" fmla="*/ 468313 h 1638301"/>
                    <a:gd name="connsiteX658" fmla="*/ 1228032 w 2139424"/>
                    <a:gd name="connsiteY658" fmla="*/ 481823 h 1638301"/>
                    <a:gd name="connsiteX659" fmla="*/ 1249728 w 2139424"/>
                    <a:gd name="connsiteY659" fmla="*/ 549377 h 1638301"/>
                    <a:gd name="connsiteX660" fmla="*/ 1236168 w 2139424"/>
                    <a:gd name="connsiteY660" fmla="*/ 573696 h 1638301"/>
                    <a:gd name="connsiteX661" fmla="*/ 1171081 w 2139424"/>
                    <a:gd name="connsiteY661" fmla="*/ 595313 h 1638301"/>
                    <a:gd name="connsiteX662" fmla="*/ 1165657 w 2139424"/>
                    <a:gd name="connsiteY662" fmla="*/ 595313 h 1638301"/>
                    <a:gd name="connsiteX663" fmla="*/ 1149385 w 2139424"/>
                    <a:gd name="connsiteY663" fmla="*/ 581802 h 1638301"/>
                    <a:gd name="connsiteX664" fmla="*/ 1127689 w 2139424"/>
                    <a:gd name="connsiteY664" fmla="*/ 514249 h 1638301"/>
                    <a:gd name="connsiteX665" fmla="*/ 1138537 w 2139424"/>
                    <a:gd name="connsiteY665" fmla="*/ 492632 h 1638301"/>
                    <a:gd name="connsiteX666" fmla="*/ 1203624 w 2139424"/>
                    <a:gd name="connsiteY666" fmla="*/ 471015 h 1638301"/>
                    <a:gd name="connsiteX667" fmla="*/ 1209048 w 2139424"/>
                    <a:gd name="connsiteY667" fmla="*/ 468313 h 1638301"/>
                    <a:gd name="connsiteX668" fmla="*/ 2054266 w 2139424"/>
                    <a:gd name="connsiteY668" fmla="*/ 458788 h 1638301"/>
                    <a:gd name="connsiteX669" fmla="*/ 2059719 w 2139424"/>
                    <a:gd name="connsiteY669" fmla="*/ 458788 h 1638301"/>
                    <a:gd name="connsiteX670" fmla="*/ 2076077 w 2139424"/>
                    <a:gd name="connsiteY670" fmla="*/ 472420 h 1638301"/>
                    <a:gd name="connsiteX671" fmla="*/ 2097888 w 2139424"/>
                    <a:gd name="connsiteY671" fmla="*/ 540579 h 1638301"/>
                    <a:gd name="connsiteX672" fmla="*/ 2086983 w 2139424"/>
                    <a:gd name="connsiteY672" fmla="*/ 562390 h 1638301"/>
                    <a:gd name="connsiteX673" fmla="*/ 2024276 w 2139424"/>
                    <a:gd name="connsiteY673" fmla="*/ 584201 h 1638301"/>
                    <a:gd name="connsiteX674" fmla="*/ 2018824 w 2139424"/>
                    <a:gd name="connsiteY674" fmla="*/ 584201 h 1638301"/>
                    <a:gd name="connsiteX675" fmla="*/ 2002465 w 2139424"/>
                    <a:gd name="connsiteY675" fmla="*/ 570569 h 1638301"/>
                    <a:gd name="connsiteX676" fmla="*/ 1980654 w 2139424"/>
                    <a:gd name="connsiteY676" fmla="*/ 502410 h 1638301"/>
                    <a:gd name="connsiteX677" fmla="*/ 1991560 w 2139424"/>
                    <a:gd name="connsiteY677" fmla="*/ 480599 h 1638301"/>
                    <a:gd name="connsiteX678" fmla="*/ 2054266 w 2139424"/>
                    <a:gd name="connsiteY678" fmla="*/ 458788 h 1638301"/>
                    <a:gd name="connsiteX679" fmla="*/ 1651762 w 2139424"/>
                    <a:gd name="connsiteY679" fmla="*/ 457200 h 1638301"/>
                    <a:gd name="connsiteX680" fmla="*/ 1659898 w 2139424"/>
                    <a:gd name="connsiteY680" fmla="*/ 457200 h 1638301"/>
                    <a:gd name="connsiteX681" fmla="*/ 1676170 w 2139424"/>
                    <a:gd name="connsiteY681" fmla="*/ 470659 h 1638301"/>
                    <a:gd name="connsiteX682" fmla="*/ 1697866 w 2139424"/>
                    <a:gd name="connsiteY682" fmla="*/ 535263 h 1638301"/>
                    <a:gd name="connsiteX683" fmla="*/ 1687018 w 2139424"/>
                    <a:gd name="connsiteY683" fmla="*/ 559490 h 1638301"/>
                    <a:gd name="connsiteX684" fmla="*/ 1621931 w 2139424"/>
                    <a:gd name="connsiteY684" fmla="*/ 581025 h 1638301"/>
                    <a:gd name="connsiteX685" fmla="*/ 1616507 w 2139424"/>
                    <a:gd name="connsiteY685" fmla="*/ 581025 h 1638301"/>
                    <a:gd name="connsiteX686" fmla="*/ 1597523 w 2139424"/>
                    <a:gd name="connsiteY686" fmla="*/ 567566 h 1638301"/>
                    <a:gd name="connsiteX687" fmla="*/ 1575827 w 2139424"/>
                    <a:gd name="connsiteY687" fmla="*/ 502961 h 1638301"/>
                    <a:gd name="connsiteX688" fmla="*/ 1586675 w 2139424"/>
                    <a:gd name="connsiteY688" fmla="*/ 478735 h 1638301"/>
                    <a:gd name="connsiteX689" fmla="*/ 1651762 w 2139424"/>
                    <a:gd name="connsiteY689" fmla="*/ 457200 h 1638301"/>
                    <a:gd name="connsiteX690" fmla="*/ 850595 w 2139424"/>
                    <a:gd name="connsiteY690" fmla="*/ 450850 h 1638301"/>
                    <a:gd name="connsiteX691" fmla="*/ 866747 w 2139424"/>
                    <a:gd name="connsiteY691" fmla="*/ 464482 h 1638301"/>
                    <a:gd name="connsiteX692" fmla="*/ 888281 w 2139424"/>
                    <a:gd name="connsiteY692" fmla="*/ 532641 h 1638301"/>
                    <a:gd name="connsiteX693" fmla="*/ 877514 w 2139424"/>
                    <a:gd name="connsiteY693" fmla="*/ 557178 h 1638301"/>
                    <a:gd name="connsiteX694" fmla="*/ 818293 w 2139424"/>
                    <a:gd name="connsiteY694" fmla="*/ 576263 h 1638301"/>
                    <a:gd name="connsiteX695" fmla="*/ 812910 w 2139424"/>
                    <a:gd name="connsiteY695" fmla="*/ 576263 h 1638301"/>
                    <a:gd name="connsiteX696" fmla="*/ 796758 w 2139424"/>
                    <a:gd name="connsiteY696" fmla="*/ 565357 h 1638301"/>
                    <a:gd name="connsiteX697" fmla="*/ 772532 w 2139424"/>
                    <a:gd name="connsiteY697" fmla="*/ 494472 h 1638301"/>
                    <a:gd name="connsiteX698" fmla="*/ 783299 w 2139424"/>
                    <a:gd name="connsiteY698" fmla="*/ 472661 h 1638301"/>
                    <a:gd name="connsiteX699" fmla="*/ 845212 w 2139424"/>
                    <a:gd name="connsiteY699" fmla="*/ 453576 h 1638301"/>
                    <a:gd name="connsiteX700" fmla="*/ 850595 w 2139424"/>
                    <a:gd name="connsiteY700" fmla="*/ 450850 h 1638301"/>
                    <a:gd name="connsiteX701" fmla="*/ 535803 w 2139424"/>
                    <a:gd name="connsiteY701" fmla="*/ 446088 h 1638301"/>
                    <a:gd name="connsiteX702" fmla="*/ 538542 w 2139424"/>
                    <a:gd name="connsiteY702" fmla="*/ 446088 h 1638301"/>
                    <a:gd name="connsiteX703" fmla="*/ 552234 w 2139424"/>
                    <a:gd name="connsiteY703" fmla="*/ 456900 h 1638301"/>
                    <a:gd name="connsiteX704" fmla="*/ 571403 w 2139424"/>
                    <a:gd name="connsiteY704" fmla="*/ 508258 h 1638301"/>
                    <a:gd name="connsiteX705" fmla="*/ 560449 w 2139424"/>
                    <a:gd name="connsiteY705" fmla="*/ 527179 h 1638301"/>
                    <a:gd name="connsiteX706" fmla="*/ 500203 w 2139424"/>
                    <a:gd name="connsiteY706" fmla="*/ 546101 h 1638301"/>
                    <a:gd name="connsiteX707" fmla="*/ 497465 w 2139424"/>
                    <a:gd name="connsiteY707" fmla="*/ 546101 h 1638301"/>
                    <a:gd name="connsiteX708" fmla="*/ 481034 w 2139424"/>
                    <a:gd name="connsiteY708" fmla="*/ 535289 h 1638301"/>
                    <a:gd name="connsiteX709" fmla="*/ 464603 w 2139424"/>
                    <a:gd name="connsiteY709" fmla="*/ 483931 h 1638301"/>
                    <a:gd name="connsiteX710" fmla="*/ 475557 w 2139424"/>
                    <a:gd name="connsiteY710" fmla="*/ 467712 h 1638301"/>
                    <a:gd name="connsiteX711" fmla="*/ 535803 w 2139424"/>
                    <a:gd name="connsiteY711" fmla="*/ 446088 h 1638301"/>
                    <a:gd name="connsiteX712" fmla="*/ 1334461 w 2139424"/>
                    <a:gd name="connsiteY712" fmla="*/ 427038 h 1638301"/>
                    <a:gd name="connsiteX713" fmla="*/ 1353445 w 2139424"/>
                    <a:gd name="connsiteY713" fmla="*/ 440548 h 1638301"/>
                    <a:gd name="connsiteX714" fmla="*/ 1375141 w 2139424"/>
                    <a:gd name="connsiteY714" fmla="*/ 508102 h 1638301"/>
                    <a:gd name="connsiteX715" fmla="*/ 1361581 w 2139424"/>
                    <a:gd name="connsiteY715" fmla="*/ 532421 h 1638301"/>
                    <a:gd name="connsiteX716" fmla="*/ 1296494 w 2139424"/>
                    <a:gd name="connsiteY716" fmla="*/ 554038 h 1638301"/>
                    <a:gd name="connsiteX717" fmla="*/ 1291070 w 2139424"/>
                    <a:gd name="connsiteY717" fmla="*/ 554038 h 1638301"/>
                    <a:gd name="connsiteX718" fmla="*/ 1274798 w 2139424"/>
                    <a:gd name="connsiteY718" fmla="*/ 540527 h 1638301"/>
                    <a:gd name="connsiteX719" fmla="*/ 1253102 w 2139424"/>
                    <a:gd name="connsiteY719" fmla="*/ 472974 h 1638301"/>
                    <a:gd name="connsiteX720" fmla="*/ 1263950 w 2139424"/>
                    <a:gd name="connsiteY720" fmla="*/ 451357 h 1638301"/>
                    <a:gd name="connsiteX721" fmla="*/ 1329037 w 2139424"/>
                    <a:gd name="connsiteY721" fmla="*/ 429740 h 1638301"/>
                    <a:gd name="connsiteX722" fmla="*/ 1334461 w 2139424"/>
                    <a:gd name="connsiteY722" fmla="*/ 427038 h 1638301"/>
                    <a:gd name="connsiteX723" fmla="*/ 967450 w 2139424"/>
                    <a:gd name="connsiteY723" fmla="*/ 412750 h 1638301"/>
                    <a:gd name="connsiteX724" fmla="*/ 972833 w 2139424"/>
                    <a:gd name="connsiteY724" fmla="*/ 412750 h 1638301"/>
                    <a:gd name="connsiteX725" fmla="*/ 988985 w 2139424"/>
                    <a:gd name="connsiteY725" fmla="*/ 423615 h 1638301"/>
                    <a:gd name="connsiteX726" fmla="*/ 1013211 w 2139424"/>
                    <a:gd name="connsiteY726" fmla="*/ 494242 h 1638301"/>
                    <a:gd name="connsiteX727" fmla="*/ 999752 w 2139424"/>
                    <a:gd name="connsiteY727" fmla="*/ 515973 h 1638301"/>
                    <a:gd name="connsiteX728" fmla="*/ 940531 w 2139424"/>
                    <a:gd name="connsiteY728" fmla="*/ 534988 h 1638301"/>
                    <a:gd name="connsiteX729" fmla="*/ 935148 w 2139424"/>
                    <a:gd name="connsiteY729" fmla="*/ 534988 h 1638301"/>
                    <a:gd name="connsiteX730" fmla="*/ 918996 w 2139424"/>
                    <a:gd name="connsiteY730" fmla="*/ 524122 h 1638301"/>
                    <a:gd name="connsiteX731" fmla="*/ 894770 w 2139424"/>
                    <a:gd name="connsiteY731" fmla="*/ 453496 h 1638301"/>
                    <a:gd name="connsiteX732" fmla="*/ 908229 w 2139424"/>
                    <a:gd name="connsiteY732" fmla="*/ 431765 h 1638301"/>
                    <a:gd name="connsiteX733" fmla="*/ 967450 w 2139424"/>
                    <a:gd name="connsiteY733" fmla="*/ 412750 h 1638301"/>
                    <a:gd name="connsiteX734" fmla="*/ 647365 w 2139424"/>
                    <a:gd name="connsiteY734" fmla="*/ 411163 h 1638301"/>
                    <a:gd name="connsiteX735" fmla="*/ 652842 w 2139424"/>
                    <a:gd name="connsiteY735" fmla="*/ 411163 h 1638301"/>
                    <a:gd name="connsiteX736" fmla="*/ 666534 w 2139424"/>
                    <a:gd name="connsiteY736" fmla="*/ 419233 h 1638301"/>
                    <a:gd name="connsiteX737" fmla="*/ 682965 w 2139424"/>
                    <a:gd name="connsiteY737" fmla="*/ 470342 h 1638301"/>
                    <a:gd name="connsiteX738" fmla="*/ 674749 w 2139424"/>
                    <a:gd name="connsiteY738" fmla="*/ 489171 h 1638301"/>
                    <a:gd name="connsiteX739" fmla="*/ 614503 w 2139424"/>
                    <a:gd name="connsiteY739" fmla="*/ 508001 h 1638301"/>
                    <a:gd name="connsiteX740" fmla="*/ 609026 w 2139424"/>
                    <a:gd name="connsiteY740" fmla="*/ 508001 h 1638301"/>
                    <a:gd name="connsiteX741" fmla="*/ 595334 w 2139424"/>
                    <a:gd name="connsiteY741" fmla="*/ 499931 h 1638301"/>
                    <a:gd name="connsiteX742" fmla="*/ 578903 w 2139424"/>
                    <a:gd name="connsiteY742" fmla="*/ 448822 h 1638301"/>
                    <a:gd name="connsiteX743" fmla="*/ 587119 w 2139424"/>
                    <a:gd name="connsiteY743" fmla="*/ 429992 h 1638301"/>
                    <a:gd name="connsiteX744" fmla="*/ 647365 w 2139424"/>
                    <a:gd name="connsiteY744" fmla="*/ 411163 h 1638301"/>
                    <a:gd name="connsiteX745" fmla="*/ 1459873 w 2139424"/>
                    <a:gd name="connsiteY745" fmla="*/ 385763 h 1638301"/>
                    <a:gd name="connsiteX746" fmla="*/ 1478857 w 2139424"/>
                    <a:gd name="connsiteY746" fmla="*/ 399442 h 1638301"/>
                    <a:gd name="connsiteX747" fmla="*/ 1500553 w 2139424"/>
                    <a:gd name="connsiteY747" fmla="*/ 467840 h 1638301"/>
                    <a:gd name="connsiteX748" fmla="*/ 1486993 w 2139424"/>
                    <a:gd name="connsiteY748" fmla="*/ 492463 h 1638301"/>
                    <a:gd name="connsiteX749" fmla="*/ 1424618 w 2139424"/>
                    <a:gd name="connsiteY749" fmla="*/ 514351 h 1638301"/>
                    <a:gd name="connsiteX750" fmla="*/ 1416482 w 2139424"/>
                    <a:gd name="connsiteY750" fmla="*/ 514351 h 1638301"/>
                    <a:gd name="connsiteX751" fmla="*/ 1400210 w 2139424"/>
                    <a:gd name="connsiteY751" fmla="*/ 500671 h 1638301"/>
                    <a:gd name="connsiteX752" fmla="*/ 1378514 w 2139424"/>
                    <a:gd name="connsiteY752" fmla="*/ 432273 h 1638301"/>
                    <a:gd name="connsiteX753" fmla="*/ 1389362 w 2139424"/>
                    <a:gd name="connsiteY753" fmla="*/ 410386 h 1638301"/>
                    <a:gd name="connsiteX754" fmla="*/ 1454449 w 2139424"/>
                    <a:gd name="connsiteY754" fmla="*/ 388499 h 1638301"/>
                    <a:gd name="connsiteX755" fmla="*/ 1459873 w 2139424"/>
                    <a:gd name="connsiteY755" fmla="*/ 385763 h 1638301"/>
                    <a:gd name="connsiteX756" fmla="*/ 1891202 w 2139424"/>
                    <a:gd name="connsiteY756" fmla="*/ 377825 h 1638301"/>
                    <a:gd name="connsiteX757" fmla="*/ 1899381 w 2139424"/>
                    <a:gd name="connsiteY757" fmla="*/ 377825 h 1638301"/>
                    <a:gd name="connsiteX758" fmla="*/ 1915739 w 2139424"/>
                    <a:gd name="connsiteY758" fmla="*/ 391358 h 1638301"/>
                    <a:gd name="connsiteX759" fmla="*/ 1937550 w 2139424"/>
                    <a:gd name="connsiteY759" fmla="*/ 456315 h 1638301"/>
                    <a:gd name="connsiteX760" fmla="*/ 1926645 w 2139424"/>
                    <a:gd name="connsiteY760" fmla="*/ 480674 h 1638301"/>
                    <a:gd name="connsiteX761" fmla="*/ 1741252 w 2139424"/>
                    <a:gd name="connsiteY761" fmla="*/ 542925 h 1638301"/>
                    <a:gd name="connsiteX762" fmla="*/ 1735800 w 2139424"/>
                    <a:gd name="connsiteY762" fmla="*/ 542925 h 1638301"/>
                    <a:gd name="connsiteX763" fmla="*/ 1716715 w 2139424"/>
                    <a:gd name="connsiteY763" fmla="*/ 529392 h 1638301"/>
                    <a:gd name="connsiteX764" fmla="*/ 1694904 w 2139424"/>
                    <a:gd name="connsiteY764" fmla="*/ 464435 h 1638301"/>
                    <a:gd name="connsiteX765" fmla="*/ 1708536 w 2139424"/>
                    <a:gd name="connsiteY765" fmla="*/ 440076 h 1638301"/>
                    <a:gd name="connsiteX766" fmla="*/ 1891202 w 2139424"/>
                    <a:gd name="connsiteY766" fmla="*/ 377825 h 1638301"/>
                    <a:gd name="connsiteX767" fmla="*/ 1089246 w 2139424"/>
                    <a:gd name="connsiteY767" fmla="*/ 373063 h 1638301"/>
                    <a:gd name="connsiteX768" fmla="*/ 1094679 w 2139424"/>
                    <a:gd name="connsiteY768" fmla="*/ 373063 h 1638301"/>
                    <a:gd name="connsiteX769" fmla="*/ 1110977 w 2139424"/>
                    <a:gd name="connsiteY769" fmla="*/ 383830 h 1638301"/>
                    <a:gd name="connsiteX770" fmla="*/ 1135425 w 2139424"/>
                    <a:gd name="connsiteY770" fmla="*/ 453818 h 1638301"/>
                    <a:gd name="connsiteX771" fmla="*/ 1124559 w 2139424"/>
                    <a:gd name="connsiteY771" fmla="*/ 475353 h 1638301"/>
                    <a:gd name="connsiteX772" fmla="*/ 1062082 w 2139424"/>
                    <a:gd name="connsiteY772" fmla="*/ 494196 h 1638301"/>
                    <a:gd name="connsiteX773" fmla="*/ 1056649 w 2139424"/>
                    <a:gd name="connsiteY773" fmla="*/ 496888 h 1638301"/>
                    <a:gd name="connsiteX774" fmla="*/ 1040351 w 2139424"/>
                    <a:gd name="connsiteY774" fmla="*/ 483429 h 1638301"/>
                    <a:gd name="connsiteX775" fmla="*/ 1018619 w 2139424"/>
                    <a:gd name="connsiteY775" fmla="*/ 416132 h 1638301"/>
                    <a:gd name="connsiteX776" fmla="*/ 1029485 w 2139424"/>
                    <a:gd name="connsiteY776" fmla="*/ 391906 h 1638301"/>
                    <a:gd name="connsiteX777" fmla="*/ 1089246 w 2139424"/>
                    <a:gd name="connsiteY777" fmla="*/ 373063 h 1638301"/>
                    <a:gd name="connsiteX778" fmla="*/ 761665 w 2139424"/>
                    <a:gd name="connsiteY778" fmla="*/ 373063 h 1638301"/>
                    <a:gd name="connsiteX779" fmla="*/ 767142 w 2139424"/>
                    <a:gd name="connsiteY779" fmla="*/ 373063 h 1638301"/>
                    <a:gd name="connsiteX780" fmla="*/ 780834 w 2139424"/>
                    <a:gd name="connsiteY780" fmla="*/ 383875 h 1638301"/>
                    <a:gd name="connsiteX781" fmla="*/ 797265 w 2139424"/>
                    <a:gd name="connsiteY781" fmla="*/ 432530 h 1638301"/>
                    <a:gd name="connsiteX782" fmla="*/ 786311 w 2139424"/>
                    <a:gd name="connsiteY782" fmla="*/ 451451 h 1638301"/>
                    <a:gd name="connsiteX783" fmla="*/ 728803 w 2139424"/>
                    <a:gd name="connsiteY783" fmla="*/ 470373 h 1638301"/>
                    <a:gd name="connsiteX784" fmla="*/ 723326 w 2139424"/>
                    <a:gd name="connsiteY784" fmla="*/ 473076 h 1638301"/>
                    <a:gd name="connsiteX785" fmla="*/ 709634 w 2139424"/>
                    <a:gd name="connsiteY785" fmla="*/ 462264 h 1638301"/>
                    <a:gd name="connsiteX786" fmla="*/ 693203 w 2139424"/>
                    <a:gd name="connsiteY786" fmla="*/ 410906 h 1638301"/>
                    <a:gd name="connsiteX787" fmla="*/ 701419 w 2139424"/>
                    <a:gd name="connsiteY787" fmla="*/ 391984 h 1638301"/>
                    <a:gd name="connsiteX788" fmla="*/ 761665 w 2139424"/>
                    <a:gd name="connsiteY788" fmla="*/ 373063 h 1638301"/>
                    <a:gd name="connsiteX789" fmla="*/ 1583698 w 2139424"/>
                    <a:gd name="connsiteY789" fmla="*/ 346075 h 1638301"/>
                    <a:gd name="connsiteX790" fmla="*/ 1602682 w 2139424"/>
                    <a:gd name="connsiteY790" fmla="*/ 359585 h 1638301"/>
                    <a:gd name="connsiteX791" fmla="*/ 1624378 w 2139424"/>
                    <a:gd name="connsiteY791" fmla="*/ 427139 h 1638301"/>
                    <a:gd name="connsiteX792" fmla="*/ 1613530 w 2139424"/>
                    <a:gd name="connsiteY792" fmla="*/ 451458 h 1638301"/>
                    <a:gd name="connsiteX793" fmla="*/ 1548443 w 2139424"/>
                    <a:gd name="connsiteY793" fmla="*/ 473075 h 1638301"/>
                    <a:gd name="connsiteX794" fmla="*/ 1540307 w 2139424"/>
                    <a:gd name="connsiteY794" fmla="*/ 473075 h 1638301"/>
                    <a:gd name="connsiteX795" fmla="*/ 1524035 w 2139424"/>
                    <a:gd name="connsiteY795" fmla="*/ 459564 h 1638301"/>
                    <a:gd name="connsiteX796" fmla="*/ 1502339 w 2139424"/>
                    <a:gd name="connsiteY796" fmla="*/ 392011 h 1638301"/>
                    <a:gd name="connsiteX797" fmla="*/ 1513187 w 2139424"/>
                    <a:gd name="connsiteY797" fmla="*/ 370394 h 1638301"/>
                    <a:gd name="connsiteX798" fmla="*/ 1578274 w 2139424"/>
                    <a:gd name="connsiteY798" fmla="*/ 348777 h 1638301"/>
                    <a:gd name="connsiteX799" fmla="*/ 1583698 w 2139424"/>
                    <a:gd name="connsiteY799" fmla="*/ 346075 h 1638301"/>
                    <a:gd name="connsiteX800" fmla="*/ 2018444 w 2139424"/>
                    <a:gd name="connsiteY800" fmla="*/ 336550 h 1638301"/>
                    <a:gd name="connsiteX801" fmla="*/ 2037529 w 2139424"/>
                    <a:gd name="connsiteY801" fmla="*/ 350229 h 1638301"/>
                    <a:gd name="connsiteX802" fmla="*/ 2059340 w 2139424"/>
                    <a:gd name="connsiteY802" fmla="*/ 418627 h 1638301"/>
                    <a:gd name="connsiteX803" fmla="*/ 2048434 w 2139424"/>
                    <a:gd name="connsiteY803" fmla="*/ 443250 h 1638301"/>
                    <a:gd name="connsiteX804" fmla="*/ 1985728 w 2139424"/>
                    <a:gd name="connsiteY804" fmla="*/ 462402 h 1638301"/>
                    <a:gd name="connsiteX805" fmla="*/ 1980275 w 2139424"/>
                    <a:gd name="connsiteY805" fmla="*/ 465138 h 1638301"/>
                    <a:gd name="connsiteX806" fmla="*/ 1961190 w 2139424"/>
                    <a:gd name="connsiteY806" fmla="*/ 451458 h 1638301"/>
                    <a:gd name="connsiteX807" fmla="*/ 1939379 w 2139424"/>
                    <a:gd name="connsiteY807" fmla="*/ 383060 h 1638301"/>
                    <a:gd name="connsiteX808" fmla="*/ 1950285 w 2139424"/>
                    <a:gd name="connsiteY808" fmla="*/ 358437 h 1638301"/>
                    <a:gd name="connsiteX809" fmla="*/ 2012991 w 2139424"/>
                    <a:gd name="connsiteY809" fmla="*/ 339286 h 1638301"/>
                    <a:gd name="connsiteX810" fmla="*/ 2018444 w 2139424"/>
                    <a:gd name="connsiteY810" fmla="*/ 336550 h 1638301"/>
                    <a:gd name="connsiteX811" fmla="*/ 878267 w 2139424"/>
                    <a:gd name="connsiteY811" fmla="*/ 334963 h 1638301"/>
                    <a:gd name="connsiteX812" fmla="*/ 891959 w 2139424"/>
                    <a:gd name="connsiteY812" fmla="*/ 345775 h 1638301"/>
                    <a:gd name="connsiteX813" fmla="*/ 908390 w 2139424"/>
                    <a:gd name="connsiteY813" fmla="*/ 397133 h 1638301"/>
                    <a:gd name="connsiteX814" fmla="*/ 900174 w 2139424"/>
                    <a:gd name="connsiteY814" fmla="*/ 416054 h 1638301"/>
                    <a:gd name="connsiteX815" fmla="*/ 839928 w 2139424"/>
                    <a:gd name="connsiteY815" fmla="*/ 434976 h 1638301"/>
                    <a:gd name="connsiteX816" fmla="*/ 837190 w 2139424"/>
                    <a:gd name="connsiteY816" fmla="*/ 434976 h 1638301"/>
                    <a:gd name="connsiteX817" fmla="*/ 820759 w 2139424"/>
                    <a:gd name="connsiteY817" fmla="*/ 424164 h 1638301"/>
                    <a:gd name="connsiteX818" fmla="*/ 804328 w 2139424"/>
                    <a:gd name="connsiteY818" fmla="*/ 375509 h 1638301"/>
                    <a:gd name="connsiteX819" fmla="*/ 815282 w 2139424"/>
                    <a:gd name="connsiteY819" fmla="*/ 356587 h 1638301"/>
                    <a:gd name="connsiteX820" fmla="*/ 875528 w 2139424"/>
                    <a:gd name="connsiteY820" fmla="*/ 337666 h 1638301"/>
                    <a:gd name="connsiteX821" fmla="*/ 878267 w 2139424"/>
                    <a:gd name="connsiteY821" fmla="*/ 334963 h 1638301"/>
                    <a:gd name="connsiteX822" fmla="*/ 1211483 w 2139424"/>
                    <a:gd name="connsiteY822" fmla="*/ 331788 h 1638301"/>
                    <a:gd name="connsiteX823" fmla="*/ 1216916 w 2139424"/>
                    <a:gd name="connsiteY823" fmla="*/ 331788 h 1638301"/>
                    <a:gd name="connsiteX824" fmla="*/ 1235930 w 2139424"/>
                    <a:gd name="connsiteY824" fmla="*/ 345420 h 1638301"/>
                    <a:gd name="connsiteX825" fmla="*/ 1257662 w 2139424"/>
                    <a:gd name="connsiteY825" fmla="*/ 413579 h 1638301"/>
                    <a:gd name="connsiteX826" fmla="*/ 1246796 w 2139424"/>
                    <a:gd name="connsiteY826" fmla="*/ 435390 h 1638301"/>
                    <a:gd name="connsiteX827" fmla="*/ 1184319 w 2139424"/>
                    <a:gd name="connsiteY827" fmla="*/ 457201 h 1638301"/>
                    <a:gd name="connsiteX828" fmla="*/ 1178886 w 2139424"/>
                    <a:gd name="connsiteY828" fmla="*/ 457201 h 1638301"/>
                    <a:gd name="connsiteX829" fmla="*/ 1162588 w 2139424"/>
                    <a:gd name="connsiteY829" fmla="*/ 443569 h 1638301"/>
                    <a:gd name="connsiteX830" fmla="*/ 1140856 w 2139424"/>
                    <a:gd name="connsiteY830" fmla="*/ 375410 h 1638301"/>
                    <a:gd name="connsiteX831" fmla="*/ 1151722 w 2139424"/>
                    <a:gd name="connsiteY831" fmla="*/ 353599 h 1638301"/>
                    <a:gd name="connsiteX832" fmla="*/ 1211483 w 2139424"/>
                    <a:gd name="connsiteY832" fmla="*/ 331788 h 1638301"/>
                    <a:gd name="connsiteX833" fmla="*/ 1709269 w 2139424"/>
                    <a:gd name="connsiteY833" fmla="*/ 304800 h 1638301"/>
                    <a:gd name="connsiteX834" fmla="*/ 1728184 w 2139424"/>
                    <a:gd name="connsiteY834" fmla="*/ 318310 h 1638301"/>
                    <a:gd name="connsiteX835" fmla="*/ 1749801 w 2139424"/>
                    <a:gd name="connsiteY835" fmla="*/ 385864 h 1638301"/>
                    <a:gd name="connsiteX836" fmla="*/ 1738992 w 2139424"/>
                    <a:gd name="connsiteY836" fmla="*/ 410183 h 1638301"/>
                    <a:gd name="connsiteX837" fmla="*/ 1674141 w 2139424"/>
                    <a:gd name="connsiteY837" fmla="*/ 431800 h 1638301"/>
                    <a:gd name="connsiteX838" fmla="*/ 1666035 w 2139424"/>
                    <a:gd name="connsiteY838" fmla="*/ 431800 h 1638301"/>
                    <a:gd name="connsiteX839" fmla="*/ 1649822 w 2139424"/>
                    <a:gd name="connsiteY839" fmla="*/ 418289 h 1638301"/>
                    <a:gd name="connsiteX840" fmla="*/ 1628205 w 2139424"/>
                    <a:gd name="connsiteY840" fmla="*/ 350736 h 1638301"/>
                    <a:gd name="connsiteX841" fmla="*/ 1639014 w 2139424"/>
                    <a:gd name="connsiteY841" fmla="*/ 329119 h 1638301"/>
                    <a:gd name="connsiteX842" fmla="*/ 1703865 w 2139424"/>
                    <a:gd name="connsiteY842" fmla="*/ 307502 h 1638301"/>
                    <a:gd name="connsiteX843" fmla="*/ 1709269 w 2139424"/>
                    <a:gd name="connsiteY843" fmla="*/ 304800 h 1638301"/>
                    <a:gd name="connsiteX844" fmla="*/ 987090 w 2139424"/>
                    <a:gd name="connsiteY844" fmla="*/ 298450 h 1638301"/>
                    <a:gd name="connsiteX845" fmla="*/ 992567 w 2139424"/>
                    <a:gd name="connsiteY845" fmla="*/ 298450 h 1638301"/>
                    <a:gd name="connsiteX846" fmla="*/ 1006259 w 2139424"/>
                    <a:gd name="connsiteY846" fmla="*/ 309434 h 1638301"/>
                    <a:gd name="connsiteX847" fmla="*/ 1022690 w 2139424"/>
                    <a:gd name="connsiteY847" fmla="*/ 358861 h 1638301"/>
                    <a:gd name="connsiteX848" fmla="*/ 1014474 w 2139424"/>
                    <a:gd name="connsiteY848" fmla="*/ 378082 h 1638301"/>
                    <a:gd name="connsiteX849" fmla="*/ 954228 w 2139424"/>
                    <a:gd name="connsiteY849" fmla="*/ 397304 h 1638301"/>
                    <a:gd name="connsiteX850" fmla="*/ 948751 w 2139424"/>
                    <a:gd name="connsiteY850" fmla="*/ 400050 h 1638301"/>
                    <a:gd name="connsiteX851" fmla="*/ 935059 w 2139424"/>
                    <a:gd name="connsiteY851" fmla="*/ 389066 h 1638301"/>
                    <a:gd name="connsiteX852" fmla="*/ 918628 w 2139424"/>
                    <a:gd name="connsiteY852" fmla="*/ 336893 h 1638301"/>
                    <a:gd name="connsiteX853" fmla="*/ 926844 w 2139424"/>
                    <a:gd name="connsiteY853" fmla="*/ 317671 h 1638301"/>
                    <a:gd name="connsiteX854" fmla="*/ 987090 w 2139424"/>
                    <a:gd name="connsiteY854" fmla="*/ 298450 h 1638301"/>
                    <a:gd name="connsiteX855" fmla="*/ 1341870 w 2139424"/>
                    <a:gd name="connsiteY855" fmla="*/ 290513 h 1638301"/>
                    <a:gd name="connsiteX856" fmla="*/ 1358168 w 2139424"/>
                    <a:gd name="connsiteY856" fmla="*/ 304145 h 1638301"/>
                    <a:gd name="connsiteX857" fmla="*/ 1379900 w 2139424"/>
                    <a:gd name="connsiteY857" fmla="*/ 372304 h 1638301"/>
                    <a:gd name="connsiteX858" fmla="*/ 1369034 w 2139424"/>
                    <a:gd name="connsiteY858" fmla="*/ 396841 h 1638301"/>
                    <a:gd name="connsiteX859" fmla="*/ 1309273 w 2139424"/>
                    <a:gd name="connsiteY859" fmla="*/ 415926 h 1638301"/>
                    <a:gd name="connsiteX860" fmla="*/ 1303840 w 2139424"/>
                    <a:gd name="connsiteY860" fmla="*/ 415926 h 1638301"/>
                    <a:gd name="connsiteX861" fmla="*/ 1284826 w 2139424"/>
                    <a:gd name="connsiteY861" fmla="*/ 405020 h 1638301"/>
                    <a:gd name="connsiteX862" fmla="*/ 1263094 w 2139424"/>
                    <a:gd name="connsiteY862" fmla="*/ 334135 h 1638301"/>
                    <a:gd name="connsiteX863" fmla="*/ 1273960 w 2139424"/>
                    <a:gd name="connsiteY863" fmla="*/ 312324 h 1638301"/>
                    <a:gd name="connsiteX864" fmla="*/ 1336437 w 2139424"/>
                    <a:gd name="connsiteY864" fmla="*/ 293239 h 1638301"/>
                    <a:gd name="connsiteX865" fmla="*/ 1341870 w 2139424"/>
                    <a:gd name="connsiteY865" fmla="*/ 290513 h 1638301"/>
                    <a:gd name="connsiteX866" fmla="*/ 1103056 w 2139424"/>
                    <a:gd name="connsiteY866" fmla="*/ 260350 h 1638301"/>
                    <a:gd name="connsiteX867" fmla="*/ 1119249 w 2139424"/>
                    <a:gd name="connsiteY867" fmla="*/ 271334 h 1638301"/>
                    <a:gd name="connsiteX868" fmla="*/ 1135441 w 2139424"/>
                    <a:gd name="connsiteY868" fmla="*/ 323507 h 1638301"/>
                    <a:gd name="connsiteX869" fmla="*/ 1124646 w 2139424"/>
                    <a:gd name="connsiteY869" fmla="*/ 342728 h 1638301"/>
                    <a:gd name="connsiteX870" fmla="*/ 1067973 w 2139424"/>
                    <a:gd name="connsiteY870" fmla="*/ 361950 h 1638301"/>
                    <a:gd name="connsiteX871" fmla="*/ 1062575 w 2139424"/>
                    <a:gd name="connsiteY871" fmla="*/ 361950 h 1638301"/>
                    <a:gd name="connsiteX872" fmla="*/ 1049081 w 2139424"/>
                    <a:gd name="connsiteY872" fmla="*/ 350966 h 1638301"/>
                    <a:gd name="connsiteX873" fmla="*/ 1032889 w 2139424"/>
                    <a:gd name="connsiteY873" fmla="*/ 301539 h 1638301"/>
                    <a:gd name="connsiteX874" fmla="*/ 1040985 w 2139424"/>
                    <a:gd name="connsiteY874" fmla="*/ 282317 h 1638301"/>
                    <a:gd name="connsiteX875" fmla="*/ 1100357 w 2139424"/>
                    <a:gd name="connsiteY875" fmla="*/ 263096 h 1638301"/>
                    <a:gd name="connsiteX876" fmla="*/ 1103056 w 2139424"/>
                    <a:gd name="connsiteY876" fmla="*/ 260350 h 1638301"/>
                    <a:gd name="connsiteX877" fmla="*/ 1852953 w 2139424"/>
                    <a:gd name="connsiteY877" fmla="*/ 258763 h 1638301"/>
                    <a:gd name="connsiteX878" fmla="*/ 1858373 w 2139424"/>
                    <a:gd name="connsiteY878" fmla="*/ 258763 h 1638301"/>
                    <a:gd name="connsiteX879" fmla="*/ 1877341 w 2139424"/>
                    <a:gd name="connsiteY879" fmla="*/ 269648 h 1638301"/>
                    <a:gd name="connsiteX880" fmla="*/ 1899018 w 2139424"/>
                    <a:gd name="connsiteY880" fmla="*/ 337684 h 1638301"/>
                    <a:gd name="connsiteX881" fmla="*/ 1885470 w 2139424"/>
                    <a:gd name="connsiteY881" fmla="*/ 362177 h 1638301"/>
                    <a:gd name="connsiteX882" fmla="*/ 1793340 w 2139424"/>
                    <a:gd name="connsiteY882" fmla="*/ 392113 h 1638301"/>
                    <a:gd name="connsiteX883" fmla="*/ 1787920 w 2139424"/>
                    <a:gd name="connsiteY883" fmla="*/ 392113 h 1638301"/>
                    <a:gd name="connsiteX884" fmla="*/ 1768952 w 2139424"/>
                    <a:gd name="connsiteY884" fmla="*/ 378506 h 1638301"/>
                    <a:gd name="connsiteX885" fmla="*/ 1747275 w 2139424"/>
                    <a:gd name="connsiteY885" fmla="*/ 313191 h 1638301"/>
                    <a:gd name="connsiteX886" fmla="*/ 1760823 w 2139424"/>
                    <a:gd name="connsiteY886" fmla="*/ 288698 h 1638301"/>
                    <a:gd name="connsiteX887" fmla="*/ 1852953 w 2139424"/>
                    <a:gd name="connsiteY887" fmla="*/ 258763 h 1638301"/>
                    <a:gd name="connsiteX888" fmla="*/ 1458674 w 2139424"/>
                    <a:gd name="connsiteY888" fmla="*/ 252413 h 1638301"/>
                    <a:gd name="connsiteX889" fmla="*/ 1464107 w 2139424"/>
                    <a:gd name="connsiteY889" fmla="*/ 252413 h 1638301"/>
                    <a:gd name="connsiteX890" fmla="*/ 1480405 w 2139424"/>
                    <a:gd name="connsiteY890" fmla="*/ 263318 h 1638301"/>
                    <a:gd name="connsiteX891" fmla="*/ 1502137 w 2139424"/>
                    <a:gd name="connsiteY891" fmla="*/ 334204 h 1638301"/>
                    <a:gd name="connsiteX892" fmla="*/ 1491271 w 2139424"/>
                    <a:gd name="connsiteY892" fmla="*/ 356015 h 1638301"/>
                    <a:gd name="connsiteX893" fmla="*/ 1431510 w 2139424"/>
                    <a:gd name="connsiteY893" fmla="*/ 375099 h 1638301"/>
                    <a:gd name="connsiteX894" fmla="*/ 1426077 w 2139424"/>
                    <a:gd name="connsiteY894" fmla="*/ 377826 h 1638301"/>
                    <a:gd name="connsiteX895" fmla="*/ 1407063 w 2139424"/>
                    <a:gd name="connsiteY895" fmla="*/ 364194 h 1638301"/>
                    <a:gd name="connsiteX896" fmla="*/ 1385331 w 2139424"/>
                    <a:gd name="connsiteY896" fmla="*/ 296035 h 1638301"/>
                    <a:gd name="connsiteX897" fmla="*/ 1396197 w 2139424"/>
                    <a:gd name="connsiteY897" fmla="*/ 271497 h 1638301"/>
                    <a:gd name="connsiteX898" fmla="*/ 1458674 w 2139424"/>
                    <a:gd name="connsiteY898" fmla="*/ 252413 h 1638301"/>
                    <a:gd name="connsiteX899" fmla="*/ 1212515 w 2139424"/>
                    <a:gd name="connsiteY899" fmla="*/ 225425 h 1638301"/>
                    <a:gd name="connsiteX900" fmla="*/ 1217992 w 2139424"/>
                    <a:gd name="connsiteY900" fmla="*/ 225425 h 1638301"/>
                    <a:gd name="connsiteX901" fmla="*/ 1231684 w 2139424"/>
                    <a:gd name="connsiteY901" fmla="*/ 236361 h 1638301"/>
                    <a:gd name="connsiteX902" fmla="*/ 1248115 w 2139424"/>
                    <a:gd name="connsiteY902" fmla="*/ 285573 h 1638301"/>
                    <a:gd name="connsiteX903" fmla="*/ 1239899 w 2139424"/>
                    <a:gd name="connsiteY903" fmla="*/ 304712 h 1638301"/>
                    <a:gd name="connsiteX904" fmla="*/ 1179653 w 2139424"/>
                    <a:gd name="connsiteY904" fmla="*/ 323850 h 1638301"/>
                    <a:gd name="connsiteX905" fmla="*/ 1174176 w 2139424"/>
                    <a:gd name="connsiteY905" fmla="*/ 323850 h 1638301"/>
                    <a:gd name="connsiteX906" fmla="*/ 1160484 w 2139424"/>
                    <a:gd name="connsiteY906" fmla="*/ 315648 h 1638301"/>
                    <a:gd name="connsiteX907" fmla="*/ 1144053 w 2139424"/>
                    <a:gd name="connsiteY907" fmla="*/ 263701 h 1638301"/>
                    <a:gd name="connsiteX908" fmla="*/ 1155007 w 2139424"/>
                    <a:gd name="connsiteY908" fmla="*/ 244563 h 1638301"/>
                    <a:gd name="connsiteX909" fmla="*/ 1212515 w 2139424"/>
                    <a:gd name="connsiteY909" fmla="*/ 225425 h 1638301"/>
                    <a:gd name="connsiteX910" fmla="*/ 1976030 w 2139424"/>
                    <a:gd name="connsiteY910" fmla="*/ 217488 h 1638301"/>
                    <a:gd name="connsiteX911" fmla="*/ 1981482 w 2139424"/>
                    <a:gd name="connsiteY911" fmla="*/ 217488 h 1638301"/>
                    <a:gd name="connsiteX912" fmla="*/ 1997841 w 2139424"/>
                    <a:gd name="connsiteY912" fmla="*/ 231120 h 1638301"/>
                    <a:gd name="connsiteX913" fmla="*/ 2019652 w 2139424"/>
                    <a:gd name="connsiteY913" fmla="*/ 299279 h 1638301"/>
                    <a:gd name="connsiteX914" fmla="*/ 2008746 w 2139424"/>
                    <a:gd name="connsiteY914" fmla="*/ 321090 h 1638301"/>
                    <a:gd name="connsiteX915" fmla="*/ 1946040 w 2139424"/>
                    <a:gd name="connsiteY915" fmla="*/ 342901 h 1638301"/>
                    <a:gd name="connsiteX916" fmla="*/ 1940587 w 2139424"/>
                    <a:gd name="connsiteY916" fmla="*/ 342901 h 1638301"/>
                    <a:gd name="connsiteX917" fmla="*/ 1924229 w 2139424"/>
                    <a:gd name="connsiteY917" fmla="*/ 329269 h 1638301"/>
                    <a:gd name="connsiteX918" fmla="*/ 1902418 w 2139424"/>
                    <a:gd name="connsiteY918" fmla="*/ 261110 h 1638301"/>
                    <a:gd name="connsiteX919" fmla="*/ 1913323 w 2139424"/>
                    <a:gd name="connsiteY919" fmla="*/ 239299 h 1638301"/>
                    <a:gd name="connsiteX920" fmla="*/ 1976030 w 2139424"/>
                    <a:gd name="connsiteY920" fmla="*/ 217488 h 1638301"/>
                    <a:gd name="connsiteX921" fmla="*/ 1581191 w 2139424"/>
                    <a:gd name="connsiteY921" fmla="*/ 212725 h 1638301"/>
                    <a:gd name="connsiteX922" fmla="*/ 1586644 w 2139424"/>
                    <a:gd name="connsiteY922" fmla="*/ 212725 h 1638301"/>
                    <a:gd name="connsiteX923" fmla="*/ 1603002 w 2139424"/>
                    <a:gd name="connsiteY923" fmla="*/ 223492 h 1638301"/>
                    <a:gd name="connsiteX924" fmla="*/ 1624813 w 2139424"/>
                    <a:gd name="connsiteY924" fmla="*/ 293480 h 1638301"/>
                    <a:gd name="connsiteX925" fmla="*/ 1613908 w 2139424"/>
                    <a:gd name="connsiteY925" fmla="*/ 315015 h 1638301"/>
                    <a:gd name="connsiteX926" fmla="*/ 1553928 w 2139424"/>
                    <a:gd name="connsiteY926" fmla="*/ 333858 h 1638301"/>
                    <a:gd name="connsiteX927" fmla="*/ 1548475 w 2139424"/>
                    <a:gd name="connsiteY927" fmla="*/ 336550 h 1638301"/>
                    <a:gd name="connsiteX928" fmla="*/ 1532117 w 2139424"/>
                    <a:gd name="connsiteY928" fmla="*/ 323091 h 1638301"/>
                    <a:gd name="connsiteX929" fmla="*/ 1507579 w 2139424"/>
                    <a:gd name="connsiteY929" fmla="*/ 255794 h 1638301"/>
                    <a:gd name="connsiteX930" fmla="*/ 1521211 w 2139424"/>
                    <a:gd name="connsiteY930" fmla="*/ 234260 h 1638301"/>
                    <a:gd name="connsiteX931" fmla="*/ 1581191 w 2139424"/>
                    <a:gd name="connsiteY931" fmla="*/ 212725 h 1638301"/>
                    <a:gd name="connsiteX932" fmla="*/ 1325783 w 2139424"/>
                    <a:gd name="connsiteY932" fmla="*/ 187325 h 1638301"/>
                    <a:gd name="connsiteX933" fmla="*/ 1331180 w 2139424"/>
                    <a:gd name="connsiteY933" fmla="*/ 187325 h 1638301"/>
                    <a:gd name="connsiteX934" fmla="*/ 1344674 w 2139424"/>
                    <a:gd name="connsiteY934" fmla="*/ 198309 h 1638301"/>
                    <a:gd name="connsiteX935" fmla="*/ 1360866 w 2139424"/>
                    <a:gd name="connsiteY935" fmla="*/ 250482 h 1638301"/>
                    <a:gd name="connsiteX936" fmla="*/ 1352770 w 2139424"/>
                    <a:gd name="connsiteY936" fmla="*/ 266957 h 1638301"/>
                    <a:gd name="connsiteX937" fmla="*/ 1293397 w 2139424"/>
                    <a:gd name="connsiteY937" fmla="*/ 288925 h 1638301"/>
                    <a:gd name="connsiteX938" fmla="*/ 1288000 w 2139424"/>
                    <a:gd name="connsiteY938" fmla="*/ 288925 h 1638301"/>
                    <a:gd name="connsiteX939" fmla="*/ 1274506 w 2139424"/>
                    <a:gd name="connsiteY939" fmla="*/ 277941 h 1638301"/>
                    <a:gd name="connsiteX940" fmla="*/ 1258314 w 2139424"/>
                    <a:gd name="connsiteY940" fmla="*/ 225768 h 1638301"/>
                    <a:gd name="connsiteX941" fmla="*/ 1266410 w 2139424"/>
                    <a:gd name="connsiteY941" fmla="*/ 209292 h 1638301"/>
                    <a:gd name="connsiteX942" fmla="*/ 1325783 w 2139424"/>
                    <a:gd name="connsiteY942" fmla="*/ 187325 h 1638301"/>
                    <a:gd name="connsiteX943" fmla="*/ 1440083 w 2139424"/>
                    <a:gd name="connsiteY943" fmla="*/ 152400 h 1638301"/>
                    <a:gd name="connsiteX944" fmla="*/ 1442781 w 2139424"/>
                    <a:gd name="connsiteY944" fmla="*/ 152400 h 1638301"/>
                    <a:gd name="connsiteX945" fmla="*/ 1458974 w 2139424"/>
                    <a:gd name="connsiteY945" fmla="*/ 160602 h 1638301"/>
                    <a:gd name="connsiteX946" fmla="*/ 1475166 w 2139424"/>
                    <a:gd name="connsiteY946" fmla="*/ 212548 h 1638301"/>
                    <a:gd name="connsiteX947" fmla="*/ 1464371 w 2139424"/>
                    <a:gd name="connsiteY947" fmla="*/ 231687 h 1638301"/>
                    <a:gd name="connsiteX948" fmla="*/ 1404999 w 2139424"/>
                    <a:gd name="connsiteY948" fmla="*/ 250825 h 1638301"/>
                    <a:gd name="connsiteX949" fmla="*/ 1402300 w 2139424"/>
                    <a:gd name="connsiteY949" fmla="*/ 250825 h 1638301"/>
                    <a:gd name="connsiteX950" fmla="*/ 1388806 w 2139424"/>
                    <a:gd name="connsiteY950" fmla="*/ 239889 h 1638301"/>
                    <a:gd name="connsiteX951" fmla="*/ 1369915 w 2139424"/>
                    <a:gd name="connsiteY951" fmla="*/ 190676 h 1638301"/>
                    <a:gd name="connsiteX952" fmla="*/ 1380710 w 2139424"/>
                    <a:gd name="connsiteY952" fmla="*/ 171538 h 1638301"/>
                    <a:gd name="connsiteX953" fmla="*/ 1440083 w 2139424"/>
                    <a:gd name="connsiteY953" fmla="*/ 152400 h 1638301"/>
                    <a:gd name="connsiteX954" fmla="*/ 1811970 w 2139424"/>
                    <a:gd name="connsiteY954" fmla="*/ 136525 h 1638301"/>
                    <a:gd name="connsiteX955" fmla="*/ 1820127 w 2139424"/>
                    <a:gd name="connsiteY955" fmla="*/ 136525 h 1638301"/>
                    <a:gd name="connsiteX956" fmla="*/ 1836440 w 2139424"/>
                    <a:gd name="connsiteY956" fmla="*/ 150113 h 1638301"/>
                    <a:gd name="connsiteX957" fmla="*/ 1858190 w 2139424"/>
                    <a:gd name="connsiteY957" fmla="*/ 215335 h 1638301"/>
                    <a:gd name="connsiteX958" fmla="*/ 1847315 w 2139424"/>
                    <a:gd name="connsiteY958" fmla="*/ 239793 h 1638301"/>
                    <a:gd name="connsiteX959" fmla="*/ 1676029 w 2139424"/>
                    <a:gd name="connsiteY959" fmla="*/ 296863 h 1638301"/>
                    <a:gd name="connsiteX960" fmla="*/ 1670591 w 2139424"/>
                    <a:gd name="connsiteY960" fmla="*/ 296863 h 1638301"/>
                    <a:gd name="connsiteX961" fmla="*/ 1651559 w 2139424"/>
                    <a:gd name="connsiteY961" fmla="*/ 283275 h 1638301"/>
                    <a:gd name="connsiteX962" fmla="*/ 1629809 w 2139424"/>
                    <a:gd name="connsiteY962" fmla="*/ 218053 h 1638301"/>
                    <a:gd name="connsiteX963" fmla="*/ 1640684 w 2139424"/>
                    <a:gd name="connsiteY963" fmla="*/ 193594 h 1638301"/>
                    <a:gd name="connsiteX964" fmla="*/ 1811970 w 2139424"/>
                    <a:gd name="connsiteY964" fmla="*/ 136525 h 1638301"/>
                    <a:gd name="connsiteX965" fmla="*/ 1551207 w 2139424"/>
                    <a:gd name="connsiteY965" fmla="*/ 114300 h 1638301"/>
                    <a:gd name="connsiteX966" fmla="*/ 1556605 w 2139424"/>
                    <a:gd name="connsiteY966" fmla="*/ 114300 h 1638301"/>
                    <a:gd name="connsiteX967" fmla="*/ 1570099 w 2139424"/>
                    <a:gd name="connsiteY967" fmla="*/ 125112 h 1638301"/>
                    <a:gd name="connsiteX968" fmla="*/ 1586291 w 2139424"/>
                    <a:gd name="connsiteY968" fmla="*/ 173767 h 1638301"/>
                    <a:gd name="connsiteX969" fmla="*/ 1578195 w 2139424"/>
                    <a:gd name="connsiteY969" fmla="*/ 192688 h 1638301"/>
                    <a:gd name="connsiteX970" fmla="*/ 1518823 w 2139424"/>
                    <a:gd name="connsiteY970" fmla="*/ 211610 h 1638301"/>
                    <a:gd name="connsiteX971" fmla="*/ 1513425 w 2139424"/>
                    <a:gd name="connsiteY971" fmla="*/ 214313 h 1638301"/>
                    <a:gd name="connsiteX972" fmla="*/ 1499931 w 2139424"/>
                    <a:gd name="connsiteY972" fmla="*/ 203501 h 1638301"/>
                    <a:gd name="connsiteX973" fmla="*/ 1483739 w 2139424"/>
                    <a:gd name="connsiteY973" fmla="*/ 152143 h 1638301"/>
                    <a:gd name="connsiteX974" fmla="*/ 1494534 w 2139424"/>
                    <a:gd name="connsiteY974" fmla="*/ 133221 h 1638301"/>
                    <a:gd name="connsiteX975" fmla="*/ 1551207 w 2139424"/>
                    <a:gd name="connsiteY975" fmla="*/ 114300 h 1638301"/>
                    <a:gd name="connsiteX976" fmla="*/ 1940656 w 2139424"/>
                    <a:gd name="connsiteY976" fmla="*/ 95250 h 1638301"/>
                    <a:gd name="connsiteX977" fmla="*/ 1959741 w 2139424"/>
                    <a:gd name="connsiteY977" fmla="*/ 108882 h 1638301"/>
                    <a:gd name="connsiteX978" fmla="*/ 1981552 w 2139424"/>
                    <a:gd name="connsiteY978" fmla="*/ 177041 h 1638301"/>
                    <a:gd name="connsiteX979" fmla="*/ 1970646 w 2139424"/>
                    <a:gd name="connsiteY979" fmla="*/ 201578 h 1638301"/>
                    <a:gd name="connsiteX980" fmla="*/ 1907940 w 2139424"/>
                    <a:gd name="connsiteY980" fmla="*/ 220663 h 1638301"/>
                    <a:gd name="connsiteX981" fmla="*/ 1902487 w 2139424"/>
                    <a:gd name="connsiteY981" fmla="*/ 220663 h 1638301"/>
                    <a:gd name="connsiteX982" fmla="*/ 1883402 w 2139424"/>
                    <a:gd name="connsiteY982" fmla="*/ 209757 h 1638301"/>
                    <a:gd name="connsiteX983" fmla="*/ 1861591 w 2139424"/>
                    <a:gd name="connsiteY983" fmla="*/ 141598 h 1638301"/>
                    <a:gd name="connsiteX984" fmla="*/ 1872497 w 2139424"/>
                    <a:gd name="connsiteY984" fmla="*/ 117061 h 1638301"/>
                    <a:gd name="connsiteX985" fmla="*/ 1935203 w 2139424"/>
                    <a:gd name="connsiteY985" fmla="*/ 97976 h 1638301"/>
                    <a:gd name="connsiteX986" fmla="*/ 1940656 w 2139424"/>
                    <a:gd name="connsiteY986" fmla="*/ 95250 h 1638301"/>
                    <a:gd name="connsiteX987" fmla="*/ 1670905 w 2139424"/>
                    <a:gd name="connsiteY987" fmla="*/ 76200 h 1638301"/>
                    <a:gd name="connsiteX988" fmla="*/ 1684399 w 2139424"/>
                    <a:gd name="connsiteY988" fmla="*/ 87012 h 1638301"/>
                    <a:gd name="connsiteX989" fmla="*/ 1700591 w 2139424"/>
                    <a:gd name="connsiteY989" fmla="*/ 138370 h 1638301"/>
                    <a:gd name="connsiteX990" fmla="*/ 1689796 w 2139424"/>
                    <a:gd name="connsiteY990" fmla="*/ 157291 h 1638301"/>
                    <a:gd name="connsiteX991" fmla="*/ 1633123 w 2139424"/>
                    <a:gd name="connsiteY991" fmla="*/ 176213 h 1638301"/>
                    <a:gd name="connsiteX992" fmla="*/ 1627725 w 2139424"/>
                    <a:gd name="connsiteY992" fmla="*/ 176213 h 1638301"/>
                    <a:gd name="connsiteX993" fmla="*/ 1614231 w 2139424"/>
                    <a:gd name="connsiteY993" fmla="*/ 165401 h 1638301"/>
                    <a:gd name="connsiteX994" fmla="*/ 1598039 w 2139424"/>
                    <a:gd name="connsiteY994" fmla="*/ 116746 h 1638301"/>
                    <a:gd name="connsiteX995" fmla="*/ 1606135 w 2139424"/>
                    <a:gd name="connsiteY995" fmla="*/ 97824 h 1638301"/>
                    <a:gd name="connsiteX996" fmla="*/ 1665507 w 2139424"/>
                    <a:gd name="connsiteY996" fmla="*/ 78903 h 1638301"/>
                    <a:gd name="connsiteX997" fmla="*/ 1670905 w 2139424"/>
                    <a:gd name="connsiteY997" fmla="*/ 76200 h 1638301"/>
                    <a:gd name="connsiteX998" fmla="*/ 1785692 w 2139424"/>
                    <a:gd name="connsiteY998" fmla="*/ 38100 h 1638301"/>
                    <a:gd name="connsiteX999" fmla="*/ 1791156 w 2139424"/>
                    <a:gd name="connsiteY999" fmla="*/ 38100 h 1638301"/>
                    <a:gd name="connsiteX1000" fmla="*/ 1804816 w 2139424"/>
                    <a:gd name="connsiteY1000" fmla="*/ 48962 h 1638301"/>
                    <a:gd name="connsiteX1001" fmla="*/ 1821208 w 2139424"/>
                    <a:gd name="connsiteY1001" fmla="*/ 97840 h 1638301"/>
                    <a:gd name="connsiteX1002" fmla="*/ 1813012 w 2139424"/>
                    <a:gd name="connsiteY1002" fmla="*/ 116848 h 1638301"/>
                    <a:gd name="connsiteX1003" fmla="*/ 1744713 w 2139424"/>
                    <a:gd name="connsiteY1003" fmla="*/ 138572 h 1638301"/>
                    <a:gd name="connsiteX1004" fmla="*/ 1739249 w 2139424"/>
                    <a:gd name="connsiteY1004" fmla="*/ 141288 h 1638301"/>
                    <a:gd name="connsiteX1005" fmla="*/ 1725589 w 2139424"/>
                    <a:gd name="connsiteY1005" fmla="*/ 130426 h 1638301"/>
                    <a:gd name="connsiteX1006" fmla="*/ 1709197 w 2139424"/>
                    <a:gd name="connsiteY1006" fmla="*/ 78832 h 1638301"/>
                    <a:gd name="connsiteX1007" fmla="*/ 1717393 w 2139424"/>
                    <a:gd name="connsiteY1007" fmla="*/ 59824 h 1638301"/>
                    <a:gd name="connsiteX1008" fmla="*/ 1785692 w 2139424"/>
                    <a:gd name="connsiteY1008" fmla="*/ 38100 h 1638301"/>
                    <a:gd name="connsiteX1009" fmla="*/ 1907789 w 2139424"/>
                    <a:gd name="connsiteY1009" fmla="*/ 0 h 1638301"/>
                    <a:gd name="connsiteX1010" fmla="*/ 1910531 w 2139424"/>
                    <a:gd name="connsiteY1010" fmla="*/ 0 h 1638301"/>
                    <a:gd name="connsiteX1011" fmla="*/ 1926984 w 2139424"/>
                    <a:gd name="connsiteY1011" fmla="*/ 8109 h 1638301"/>
                    <a:gd name="connsiteX1012" fmla="*/ 1943436 w 2139424"/>
                    <a:gd name="connsiteY1012" fmla="*/ 59467 h 1638301"/>
                    <a:gd name="connsiteX1013" fmla="*/ 1932468 w 2139424"/>
                    <a:gd name="connsiteY1013" fmla="*/ 78388 h 1638301"/>
                    <a:gd name="connsiteX1014" fmla="*/ 1863917 w 2139424"/>
                    <a:gd name="connsiteY1014" fmla="*/ 100013 h 1638301"/>
                    <a:gd name="connsiteX1015" fmla="*/ 1858433 w 2139424"/>
                    <a:gd name="connsiteY1015" fmla="*/ 100013 h 1638301"/>
                    <a:gd name="connsiteX1016" fmla="*/ 1844722 w 2139424"/>
                    <a:gd name="connsiteY1016" fmla="*/ 91904 h 1638301"/>
                    <a:gd name="connsiteX1017" fmla="*/ 1828270 w 2139424"/>
                    <a:gd name="connsiteY1017" fmla="*/ 40546 h 1638301"/>
                    <a:gd name="connsiteX1018" fmla="*/ 1839238 w 2139424"/>
                    <a:gd name="connsiteY1018" fmla="*/ 21624 h 1638301"/>
                    <a:gd name="connsiteX1019" fmla="*/ 1907789 w 2139424"/>
                    <a:gd name="connsiteY1019" fmla="*/ 0 h 1638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Lst>
                  <a:rect l="l" t="t" r="r" b="b"/>
                  <a:pathLst>
                    <a:path w="2139424" h="1638301">
                      <a:moveTo>
                        <a:pt x="1304584" y="1458913"/>
                      </a:moveTo>
                      <a:cubicBezTo>
                        <a:pt x="1307307" y="1458913"/>
                        <a:pt x="1310031" y="1458913"/>
                        <a:pt x="1310031" y="1461631"/>
                      </a:cubicBezTo>
                      <a:cubicBezTo>
                        <a:pt x="1331816" y="1526863"/>
                        <a:pt x="1331816" y="1526863"/>
                        <a:pt x="1331816" y="1526863"/>
                      </a:cubicBezTo>
                      <a:cubicBezTo>
                        <a:pt x="1331816" y="1529581"/>
                        <a:pt x="1331816" y="1532299"/>
                        <a:pt x="1329093" y="1532299"/>
                      </a:cubicBezTo>
                      <a:cubicBezTo>
                        <a:pt x="1005035" y="1638301"/>
                        <a:pt x="1005035" y="1638301"/>
                        <a:pt x="1005035" y="1638301"/>
                      </a:cubicBezTo>
                      <a:cubicBezTo>
                        <a:pt x="1002312" y="1638301"/>
                        <a:pt x="999588" y="1635583"/>
                        <a:pt x="999588" y="1635583"/>
                      </a:cubicBezTo>
                      <a:cubicBezTo>
                        <a:pt x="977803" y="1570351"/>
                        <a:pt x="977803" y="1570351"/>
                        <a:pt x="977803" y="1570351"/>
                      </a:cubicBezTo>
                      <a:cubicBezTo>
                        <a:pt x="977803" y="1567633"/>
                        <a:pt x="977803" y="1564915"/>
                        <a:pt x="980526" y="1564915"/>
                      </a:cubicBezTo>
                      <a:cubicBezTo>
                        <a:pt x="1304584" y="1458913"/>
                        <a:pt x="1304584" y="1458913"/>
                        <a:pt x="1304584" y="1458913"/>
                      </a:cubicBezTo>
                      <a:close/>
                      <a:moveTo>
                        <a:pt x="1663016" y="1344709"/>
                      </a:moveTo>
                      <a:cubicBezTo>
                        <a:pt x="1663694" y="1345046"/>
                        <a:pt x="1664371" y="1345719"/>
                        <a:pt x="1665727" y="1345719"/>
                      </a:cubicBezTo>
                      <a:cubicBezTo>
                        <a:pt x="1684704" y="1410374"/>
                        <a:pt x="1684704" y="1410374"/>
                        <a:pt x="1684704" y="1410374"/>
                      </a:cubicBezTo>
                      <a:cubicBezTo>
                        <a:pt x="1687415" y="1413068"/>
                        <a:pt x="1684704" y="1415762"/>
                        <a:pt x="1684704" y="1415762"/>
                      </a:cubicBezTo>
                      <a:cubicBezTo>
                        <a:pt x="1362100" y="1520825"/>
                        <a:pt x="1362100" y="1520825"/>
                        <a:pt x="1362100" y="1520825"/>
                      </a:cubicBezTo>
                      <a:cubicBezTo>
                        <a:pt x="1359389" y="1520825"/>
                        <a:pt x="1356678" y="1520825"/>
                        <a:pt x="1356678" y="1518131"/>
                      </a:cubicBezTo>
                      <a:cubicBezTo>
                        <a:pt x="1334990" y="1453477"/>
                        <a:pt x="1334990" y="1453477"/>
                        <a:pt x="1334990" y="1453477"/>
                      </a:cubicBezTo>
                      <a:cubicBezTo>
                        <a:pt x="1334990" y="1450783"/>
                        <a:pt x="1334990" y="1450783"/>
                        <a:pt x="1337701" y="1448089"/>
                      </a:cubicBezTo>
                      <a:cubicBezTo>
                        <a:pt x="1660305" y="1345719"/>
                        <a:pt x="1660305" y="1345719"/>
                        <a:pt x="1660305" y="1345719"/>
                      </a:cubicBezTo>
                      <a:cubicBezTo>
                        <a:pt x="1661660" y="1344372"/>
                        <a:pt x="1662338" y="1344372"/>
                        <a:pt x="1663016" y="1344709"/>
                      </a:cubicBezTo>
                      <a:close/>
                      <a:moveTo>
                        <a:pt x="294175" y="1168400"/>
                      </a:moveTo>
                      <a:cubicBezTo>
                        <a:pt x="294175" y="1168400"/>
                        <a:pt x="296877" y="1168400"/>
                        <a:pt x="299578" y="1168400"/>
                      </a:cubicBezTo>
                      <a:cubicBezTo>
                        <a:pt x="307683" y="1168400"/>
                        <a:pt x="315788" y="1171121"/>
                        <a:pt x="318489" y="1179285"/>
                      </a:cubicBezTo>
                      <a:cubicBezTo>
                        <a:pt x="318489" y="1179285"/>
                        <a:pt x="318489" y="1179285"/>
                        <a:pt x="340101" y="1247321"/>
                      </a:cubicBezTo>
                      <a:cubicBezTo>
                        <a:pt x="342803" y="1258207"/>
                        <a:pt x="337400" y="1269093"/>
                        <a:pt x="326594" y="1271814"/>
                      </a:cubicBezTo>
                      <a:cubicBezTo>
                        <a:pt x="326594" y="1271814"/>
                        <a:pt x="326594" y="1271814"/>
                        <a:pt x="237443" y="1301750"/>
                      </a:cubicBezTo>
                      <a:cubicBezTo>
                        <a:pt x="234741" y="1301750"/>
                        <a:pt x="232040" y="1301750"/>
                        <a:pt x="232040" y="1301750"/>
                      </a:cubicBezTo>
                      <a:cubicBezTo>
                        <a:pt x="223935" y="1301750"/>
                        <a:pt x="215830" y="1296307"/>
                        <a:pt x="213129" y="1288143"/>
                      </a:cubicBezTo>
                      <a:cubicBezTo>
                        <a:pt x="213129" y="1288143"/>
                        <a:pt x="213129" y="1288143"/>
                        <a:pt x="191516" y="1222828"/>
                      </a:cubicBezTo>
                      <a:cubicBezTo>
                        <a:pt x="188815" y="1211943"/>
                        <a:pt x="194218" y="1201057"/>
                        <a:pt x="202323" y="1198335"/>
                      </a:cubicBezTo>
                      <a:cubicBezTo>
                        <a:pt x="202323" y="1198335"/>
                        <a:pt x="202323" y="1198335"/>
                        <a:pt x="294175" y="1168400"/>
                      </a:cubicBezTo>
                      <a:close/>
                      <a:moveTo>
                        <a:pt x="426411" y="1125538"/>
                      </a:moveTo>
                      <a:cubicBezTo>
                        <a:pt x="434547" y="1125538"/>
                        <a:pt x="439971" y="1130942"/>
                        <a:pt x="442683" y="1139048"/>
                      </a:cubicBezTo>
                      <a:cubicBezTo>
                        <a:pt x="442683" y="1139048"/>
                        <a:pt x="442683" y="1139048"/>
                        <a:pt x="464379" y="1206602"/>
                      </a:cubicBezTo>
                      <a:cubicBezTo>
                        <a:pt x="469803" y="1214708"/>
                        <a:pt x="464379" y="1225516"/>
                        <a:pt x="453531" y="1230921"/>
                      </a:cubicBezTo>
                      <a:cubicBezTo>
                        <a:pt x="453531" y="1230921"/>
                        <a:pt x="453531" y="1230921"/>
                        <a:pt x="388444" y="1249836"/>
                      </a:cubicBezTo>
                      <a:cubicBezTo>
                        <a:pt x="385732" y="1252538"/>
                        <a:pt x="383020" y="1252538"/>
                        <a:pt x="383020" y="1252538"/>
                      </a:cubicBezTo>
                      <a:cubicBezTo>
                        <a:pt x="374884" y="1252538"/>
                        <a:pt x="366748" y="1247133"/>
                        <a:pt x="364036" y="1239027"/>
                      </a:cubicBezTo>
                      <a:cubicBezTo>
                        <a:pt x="364036" y="1239027"/>
                        <a:pt x="364036" y="1239027"/>
                        <a:pt x="342340" y="1171474"/>
                      </a:cubicBezTo>
                      <a:cubicBezTo>
                        <a:pt x="339628" y="1163368"/>
                        <a:pt x="345052" y="1152559"/>
                        <a:pt x="355900" y="1147155"/>
                      </a:cubicBezTo>
                      <a:cubicBezTo>
                        <a:pt x="355900" y="1147155"/>
                        <a:pt x="355900" y="1147155"/>
                        <a:pt x="420987" y="1128240"/>
                      </a:cubicBezTo>
                      <a:cubicBezTo>
                        <a:pt x="420987" y="1125538"/>
                        <a:pt x="423699" y="1125538"/>
                        <a:pt x="426411" y="1125538"/>
                      </a:cubicBezTo>
                      <a:close/>
                      <a:moveTo>
                        <a:pt x="551823" y="1084263"/>
                      </a:moveTo>
                      <a:cubicBezTo>
                        <a:pt x="559959" y="1084263"/>
                        <a:pt x="565383" y="1089667"/>
                        <a:pt x="568095" y="1097773"/>
                      </a:cubicBezTo>
                      <a:cubicBezTo>
                        <a:pt x="568095" y="1097773"/>
                        <a:pt x="568095" y="1097773"/>
                        <a:pt x="589791" y="1165327"/>
                      </a:cubicBezTo>
                      <a:cubicBezTo>
                        <a:pt x="595215" y="1173433"/>
                        <a:pt x="589791" y="1184241"/>
                        <a:pt x="578943" y="1189646"/>
                      </a:cubicBezTo>
                      <a:cubicBezTo>
                        <a:pt x="578943" y="1189646"/>
                        <a:pt x="578943" y="1189646"/>
                        <a:pt x="513856" y="1208561"/>
                      </a:cubicBezTo>
                      <a:cubicBezTo>
                        <a:pt x="511144" y="1211263"/>
                        <a:pt x="511144" y="1211263"/>
                        <a:pt x="508432" y="1211263"/>
                      </a:cubicBezTo>
                      <a:cubicBezTo>
                        <a:pt x="500296" y="1211263"/>
                        <a:pt x="492160" y="1205858"/>
                        <a:pt x="489448" y="1197752"/>
                      </a:cubicBezTo>
                      <a:cubicBezTo>
                        <a:pt x="489448" y="1197752"/>
                        <a:pt x="489448" y="1197752"/>
                        <a:pt x="467752" y="1130199"/>
                      </a:cubicBezTo>
                      <a:cubicBezTo>
                        <a:pt x="465040" y="1122093"/>
                        <a:pt x="470464" y="1111284"/>
                        <a:pt x="481312" y="1105880"/>
                      </a:cubicBezTo>
                      <a:cubicBezTo>
                        <a:pt x="481312" y="1105880"/>
                        <a:pt x="481312" y="1105880"/>
                        <a:pt x="546399" y="1086965"/>
                      </a:cubicBezTo>
                      <a:cubicBezTo>
                        <a:pt x="546399" y="1084263"/>
                        <a:pt x="549111" y="1084263"/>
                        <a:pt x="551823" y="1084263"/>
                      </a:cubicBezTo>
                      <a:close/>
                      <a:moveTo>
                        <a:pt x="677236" y="1042988"/>
                      </a:moveTo>
                      <a:cubicBezTo>
                        <a:pt x="685372" y="1042988"/>
                        <a:pt x="690796" y="1048460"/>
                        <a:pt x="693508" y="1056667"/>
                      </a:cubicBezTo>
                      <a:cubicBezTo>
                        <a:pt x="693508" y="1056667"/>
                        <a:pt x="693508" y="1056667"/>
                        <a:pt x="715204" y="1125065"/>
                      </a:cubicBezTo>
                      <a:cubicBezTo>
                        <a:pt x="720628" y="1133273"/>
                        <a:pt x="715204" y="1144217"/>
                        <a:pt x="704356" y="1149688"/>
                      </a:cubicBezTo>
                      <a:cubicBezTo>
                        <a:pt x="704356" y="1149688"/>
                        <a:pt x="704356" y="1149688"/>
                        <a:pt x="639269" y="1168840"/>
                      </a:cubicBezTo>
                      <a:cubicBezTo>
                        <a:pt x="636557" y="1171576"/>
                        <a:pt x="636557" y="1171576"/>
                        <a:pt x="633845" y="1171576"/>
                      </a:cubicBezTo>
                      <a:cubicBezTo>
                        <a:pt x="625709" y="1171576"/>
                        <a:pt x="617573" y="1166104"/>
                        <a:pt x="614861" y="1157896"/>
                      </a:cubicBezTo>
                      <a:cubicBezTo>
                        <a:pt x="614861" y="1157896"/>
                        <a:pt x="614861" y="1157896"/>
                        <a:pt x="593165" y="1089498"/>
                      </a:cubicBezTo>
                      <a:cubicBezTo>
                        <a:pt x="590453" y="1081291"/>
                        <a:pt x="595877" y="1070347"/>
                        <a:pt x="606725" y="1064875"/>
                      </a:cubicBezTo>
                      <a:cubicBezTo>
                        <a:pt x="606725" y="1064875"/>
                        <a:pt x="606725" y="1064875"/>
                        <a:pt x="671812" y="1045724"/>
                      </a:cubicBezTo>
                      <a:cubicBezTo>
                        <a:pt x="671812" y="1042988"/>
                        <a:pt x="674524" y="1042988"/>
                        <a:pt x="677236" y="1042988"/>
                      </a:cubicBezTo>
                      <a:close/>
                      <a:moveTo>
                        <a:pt x="381208" y="1004888"/>
                      </a:moveTo>
                      <a:cubicBezTo>
                        <a:pt x="383925" y="1004888"/>
                        <a:pt x="383925" y="1004888"/>
                        <a:pt x="386642" y="1004888"/>
                      </a:cubicBezTo>
                      <a:cubicBezTo>
                        <a:pt x="394793" y="1004888"/>
                        <a:pt x="402944" y="1010359"/>
                        <a:pt x="405661" y="1018565"/>
                      </a:cubicBezTo>
                      <a:cubicBezTo>
                        <a:pt x="405661" y="1018565"/>
                        <a:pt x="405661" y="1018565"/>
                        <a:pt x="427398" y="1084214"/>
                      </a:cubicBezTo>
                      <a:cubicBezTo>
                        <a:pt x="430115" y="1095155"/>
                        <a:pt x="424681" y="1106097"/>
                        <a:pt x="413813" y="1108832"/>
                      </a:cubicBezTo>
                      <a:cubicBezTo>
                        <a:pt x="413813" y="1108832"/>
                        <a:pt x="413813" y="1108832"/>
                        <a:pt x="196447" y="1179952"/>
                      </a:cubicBezTo>
                      <a:cubicBezTo>
                        <a:pt x="196447" y="1179952"/>
                        <a:pt x="193730" y="1182688"/>
                        <a:pt x="191013" y="1182688"/>
                      </a:cubicBezTo>
                      <a:cubicBezTo>
                        <a:pt x="182862" y="1182688"/>
                        <a:pt x="174710" y="1177217"/>
                        <a:pt x="171993" y="1169011"/>
                      </a:cubicBezTo>
                      <a:cubicBezTo>
                        <a:pt x="171993" y="1169011"/>
                        <a:pt x="171993" y="1169011"/>
                        <a:pt x="150257" y="1100626"/>
                      </a:cubicBezTo>
                      <a:cubicBezTo>
                        <a:pt x="147540" y="1089685"/>
                        <a:pt x="152974" y="1078743"/>
                        <a:pt x="163842" y="1076008"/>
                      </a:cubicBezTo>
                      <a:cubicBezTo>
                        <a:pt x="163842" y="1076008"/>
                        <a:pt x="163842" y="1076008"/>
                        <a:pt x="381208" y="1004888"/>
                      </a:cubicBezTo>
                      <a:close/>
                      <a:moveTo>
                        <a:pt x="802120" y="1003300"/>
                      </a:moveTo>
                      <a:cubicBezTo>
                        <a:pt x="810355" y="1003300"/>
                        <a:pt x="815845" y="1008704"/>
                        <a:pt x="818590" y="1016810"/>
                      </a:cubicBezTo>
                      <a:cubicBezTo>
                        <a:pt x="818590" y="1016810"/>
                        <a:pt x="818590" y="1016810"/>
                        <a:pt x="840551" y="1084364"/>
                      </a:cubicBezTo>
                      <a:cubicBezTo>
                        <a:pt x="846041" y="1092470"/>
                        <a:pt x="840551" y="1103278"/>
                        <a:pt x="829571" y="1108683"/>
                      </a:cubicBezTo>
                      <a:cubicBezTo>
                        <a:pt x="829571" y="1108683"/>
                        <a:pt x="829571" y="1108683"/>
                        <a:pt x="763689" y="1127598"/>
                      </a:cubicBezTo>
                      <a:cubicBezTo>
                        <a:pt x="760944" y="1130300"/>
                        <a:pt x="760944" y="1130300"/>
                        <a:pt x="758199" y="1130300"/>
                      </a:cubicBezTo>
                      <a:cubicBezTo>
                        <a:pt x="749964" y="1130300"/>
                        <a:pt x="741729" y="1124895"/>
                        <a:pt x="738984" y="1116789"/>
                      </a:cubicBezTo>
                      <a:cubicBezTo>
                        <a:pt x="738984" y="1116789"/>
                        <a:pt x="738984" y="1116789"/>
                        <a:pt x="717023" y="1049236"/>
                      </a:cubicBezTo>
                      <a:cubicBezTo>
                        <a:pt x="714278" y="1041130"/>
                        <a:pt x="719768" y="1030321"/>
                        <a:pt x="730748" y="1024917"/>
                      </a:cubicBezTo>
                      <a:cubicBezTo>
                        <a:pt x="730748" y="1024917"/>
                        <a:pt x="730748" y="1024917"/>
                        <a:pt x="796630" y="1006002"/>
                      </a:cubicBezTo>
                      <a:cubicBezTo>
                        <a:pt x="796630" y="1003300"/>
                        <a:pt x="799375" y="1003300"/>
                        <a:pt x="802120" y="1003300"/>
                      </a:cubicBezTo>
                      <a:close/>
                      <a:moveTo>
                        <a:pt x="1524729" y="976313"/>
                      </a:moveTo>
                      <a:cubicBezTo>
                        <a:pt x="1527447" y="976313"/>
                        <a:pt x="1527447" y="976313"/>
                        <a:pt x="1530165" y="976313"/>
                      </a:cubicBezTo>
                      <a:cubicBezTo>
                        <a:pt x="1538321" y="976313"/>
                        <a:pt x="1546475" y="981742"/>
                        <a:pt x="1549194" y="989887"/>
                      </a:cubicBezTo>
                      <a:cubicBezTo>
                        <a:pt x="1549194" y="989887"/>
                        <a:pt x="1549194" y="989887"/>
                        <a:pt x="1649772" y="1302095"/>
                      </a:cubicBezTo>
                      <a:cubicBezTo>
                        <a:pt x="1652490" y="1312955"/>
                        <a:pt x="1647053" y="1321099"/>
                        <a:pt x="1638898" y="1326529"/>
                      </a:cubicBezTo>
                      <a:cubicBezTo>
                        <a:pt x="1638898" y="1326529"/>
                        <a:pt x="1638898" y="1326529"/>
                        <a:pt x="989219" y="1538288"/>
                      </a:cubicBezTo>
                      <a:cubicBezTo>
                        <a:pt x="986501" y="1538288"/>
                        <a:pt x="983783" y="1538288"/>
                        <a:pt x="981064" y="1538288"/>
                      </a:cubicBezTo>
                      <a:cubicBezTo>
                        <a:pt x="972910" y="1538288"/>
                        <a:pt x="967473" y="1532859"/>
                        <a:pt x="964755" y="1524714"/>
                      </a:cubicBezTo>
                      <a:cubicBezTo>
                        <a:pt x="964755" y="1524714"/>
                        <a:pt x="964755" y="1524714"/>
                        <a:pt x="861458" y="1212505"/>
                      </a:cubicBezTo>
                      <a:cubicBezTo>
                        <a:pt x="858740" y="1204361"/>
                        <a:pt x="864177" y="1193501"/>
                        <a:pt x="875050" y="1188071"/>
                      </a:cubicBezTo>
                      <a:cubicBezTo>
                        <a:pt x="875050" y="1188071"/>
                        <a:pt x="875050" y="1188071"/>
                        <a:pt x="1524729" y="976313"/>
                      </a:cubicBezTo>
                      <a:close/>
                      <a:moveTo>
                        <a:pt x="926473" y="962025"/>
                      </a:moveTo>
                      <a:cubicBezTo>
                        <a:pt x="934609" y="962025"/>
                        <a:pt x="942745" y="967429"/>
                        <a:pt x="942745" y="975535"/>
                      </a:cubicBezTo>
                      <a:cubicBezTo>
                        <a:pt x="942745" y="975535"/>
                        <a:pt x="942745" y="975535"/>
                        <a:pt x="967153" y="1043089"/>
                      </a:cubicBezTo>
                      <a:cubicBezTo>
                        <a:pt x="969865" y="1051195"/>
                        <a:pt x="964441" y="1062003"/>
                        <a:pt x="953593" y="1067408"/>
                      </a:cubicBezTo>
                      <a:cubicBezTo>
                        <a:pt x="953593" y="1067408"/>
                        <a:pt x="953593" y="1067408"/>
                        <a:pt x="888506" y="1086323"/>
                      </a:cubicBezTo>
                      <a:cubicBezTo>
                        <a:pt x="885794" y="1089025"/>
                        <a:pt x="885794" y="1089025"/>
                        <a:pt x="883082" y="1089025"/>
                      </a:cubicBezTo>
                      <a:cubicBezTo>
                        <a:pt x="874946" y="1089025"/>
                        <a:pt x="866810" y="1083620"/>
                        <a:pt x="864098" y="1075514"/>
                      </a:cubicBezTo>
                      <a:cubicBezTo>
                        <a:pt x="864098" y="1075514"/>
                        <a:pt x="864098" y="1075514"/>
                        <a:pt x="842402" y="1007961"/>
                      </a:cubicBezTo>
                      <a:cubicBezTo>
                        <a:pt x="839690" y="999855"/>
                        <a:pt x="845114" y="989046"/>
                        <a:pt x="855962" y="983642"/>
                      </a:cubicBezTo>
                      <a:cubicBezTo>
                        <a:pt x="855962" y="983642"/>
                        <a:pt x="855962" y="983642"/>
                        <a:pt x="921049" y="964727"/>
                      </a:cubicBezTo>
                      <a:cubicBezTo>
                        <a:pt x="921049" y="962025"/>
                        <a:pt x="923761" y="962025"/>
                        <a:pt x="926473" y="962025"/>
                      </a:cubicBezTo>
                      <a:close/>
                      <a:moveTo>
                        <a:pt x="513723" y="962025"/>
                      </a:moveTo>
                      <a:cubicBezTo>
                        <a:pt x="521859" y="962025"/>
                        <a:pt x="529995" y="967429"/>
                        <a:pt x="532707" y="975535"/>
                      </a:cubicBezTo>
                      <a:cubicBezTo>
                        <a:pt x="532707" y="975535"/>
                        <a:pt x="532707" y="975535"/>
                        <a:pt x="554403" y="1043089"/>
                      </a:cubicBezTo>
                      <a:cubicBezTo>
                        <a:pt x="557115" y="1053897"/>
                        <a:pt x="551691" y="1064706"/>
                        <a:pt x="540843" y="1067408"/>
                      </a:cubicBezTo>
                      <a:cubicBezTo>
                        <a:pt x="540843" y="1067408"/>
                        <a:pt x="540843" y="1067408"/>
                        <a:pt x="475756" y="1089025"/>
                      </a:cubicBezTo>
                      <a:cubicBezTo>
                        <a:pt x="473044" y="1089025"/>
                        <a:pt x="473044" y="1089025"/>
                        <a:pt x="470332" y="1089025"/>
                      </a:cubicBezTo>
                      <a:cubicBezTo>
                        <a:pt x="462196" y="1089025"/>
                        <a:pt x="454060" y="1083620"/>
                        <a:pt x="451348" y="1075514"/>
                      </a:cubicBezTo>
                      <a:cubicBezTo>
                        <a:pt x="451348" y="1075514"/>
                        <a:pt x="451348" y="1075514"/>
                        <a:pt x="429652" y="1007961"/>
                      </a:cubicBezTo>
                      <a:cubicBezTo>
                        <a:pt x="426940" y="999855"/>
                        <a:pt x="432364" y="989046"/>
                        <a:pt x="443212" y="986344"/>
                      </a:cubicBezTo>
                      <a:cubicBezTo>
                        <a:pt x="443212" y="986344"/>
                        <a:pt x="443212" y="986344"/>
                        <a:pt x="508299" y="964727"/>
                      </a:cubicBezTo>
                      <a:cubicBezTo>
                        <a:pt x="508299" y="964727"/>
                        <a:pt x="511011" y="962025"/>
                        <a:pt x="513723" y="962025"/>
                      </a:cubicBezTo>
                      <a:close/>
                      <a:moveTo>
                        <a:pt x="1051886" y="920750"/>
                      </a:moveTo>
                      <a:cubicBezTo>
                        <a:pt x="1060022" y="920750"/>
                        <a:pt x="1068158" y="926222"/>
                        <a:pt x="1068158" y="934429"/>
                      </a:cubicBezTo>
                      <a:cubicBezTo>
                        <a:pt x="1068158" y="934429"/>
                        <a:pt x="1068158" y="934429"/>
                        <a:pt x="1092566" y="1002827"/>
                      </a:cubicBezTo>
                      <a:cubicBezTo>
                        <a:pt x="1095278" y="1011035"/>
                        <a:pt x="1089854" y="1021979"/>
                        <a:pt x="1079006" y="1027450"/>
                      </a:cubicBezTo>
                      <a:cubicBezTo>
                        <a:pt x="1079006" y="1027450"/>
                        <a:pt x="1079006" y="1027450"/>
                        <a:pt x="1013919" y="1046602"/>
                      </a:cubicBezTo>
                      <a:cubicBezTo>
                        <a:pt x="1011207" y="1049338"/>
                        <a:pt x="1011207" y="1049338"/>
                        <a:pt x="1008495" y="1049338"/>
                      </a:cubicBezTo>
                      <a:cubicBezTo>
                        <a:pt x="1000359" y="1049338"/>
                        <a:pt x="992223" y="1043866"/>
                        <a:pt x="989511" y="1035658"/>
                      </a:cubicBezTo>
                      <a:cubicBezTo>
                        <a:pt x="989511" y="1035658"/>
                        <a:pt x="989511" y="1035658"/>
                        <a:pt x="967815" y="967260"/>
                      </a:cubicBezTo>
                      <a:cubicBezTo>
                        <a:pt x="965103" y="959053"/>
                        <a:pt x="970527" y="948109"/>
                        <a:pt x="981375" y="942637"/>
                      </a:cubicBezTo>
                      <a:cubicBezTo>
                        <a:pt x="981375" y="942637"/>
                        <a:pt x="981375" y="942637"/>
                        <a:pt x="1046462" y="923486"/>
                      </a:cubicBezTo>
                      <a:cubicBezTo>
                        <a:pt x="1046462" y="920750"/>
                        <a:pt x="1049174" y="920750"/>
                        <a:pt x="1051886" y="920750"/>
                      </a:cubicBezTo>
                      <a:close/>
                      <a:moveTo>
                        <a:pt x="639136" y="920750"/>
                      </a:moveTo>
                      <a:cubicBezTo>
                        <a:pt x="647272" y="920750"/>
                        <a:pt x="655408" y="926222"/>
                        <a:pt x="658120" y="934429"/>
                      </a:cubicBezTo>
                      <a:cubicBezTo>
                        <a:pt x="658120" y="934429"/>
                        <a:pt x="658120" y="934429"/>
                        <a:pt x="679816" y="1002827"/>
                      </a:cubicBezTo>
                      <a:cubicBezTo>
                        <a:pt x="682528" y="1013771"/>
                        <a:pt x="677104" y="1024715"/>
                        <a:pt x="666256" y="1027450"/>
                      </a:cubicBezTo>
                      <a:cubicBezTo>
                        <a:pt x="666256" y="1027450"/>
                        <a:pt x="666256" y="1027450"/>
                        <a:pt x="601169" y="1049338"/>
                      </a:cubicBezTo>
                      <a:cubicBezTo>
                        <a:pt x="598457" y="1049338"/>
                        <a:pt x="598457" y="1049338"/>
                        <a:pt x="595745" y="1049338"/>
                      </a:cubicBezTo>
                      <a:cubicBezTo>
                        <a:pt x="587609" y="1049338"/>
                        <a:pt x="579473" y="1043866"/>
                        <a:pt x="576761" y="1035658"/>
                      </a:cubicBezTo>
                      <a:cubicBezTo>
                        <a:pt x="576761" y="1035658"/>
                        <a:pt x="576761" y="1035658"/>
                        <a:pt x="555065" y="967260"/>
                      </a:cubicBezTo>
                      <a:cubicBezTo>
                        <a:pt x="552353" y="959053"/>
                        <a:pt x="557777" y="948109"/>
                        <a:pt x="568625" y="945373"/>
                      </a:cubicBezTo>
                      <a:cubicBezTo>
                        <a:pt x="568625" y="945373"/>
                        <a:pt x="568625" y="945373"/>
                        <a:pt x="633712" y="923486"/>
                      </a:cubicBezTo>
                      <a:cubicBezTo>
                        <a:pt x="636424" y="923486"/>
                        <a:pt x="636424" y="920750"/>
                        <a:pt x="639136" y="920750"/>
                      </a:cubicBezTo>
                      <a:close/>
                      <a:moveTo>
                        <a:pt x="274922" y="904875"/>
                      </a:moveTo>
                      <a:cubicBezTo>
                        <a:pt x="277635" y="904875"/>
                        <a:pt x="280348" y="904875"/>
                        <a:pt x="280348" y="904875"/>
                      </a:cubicBezTo>
                      <a:cubicBezTo>
                        <a:pt x="288486" y="904875"/>
                        <a:pt x="296625" y="910334"/>
                        <a:pt x="299338" y="918522"/>
                      </a:cubicBezTo>
                      <a:cubicBezTo>
                        <a:pt x="299338" y="918522"/>
                        <a:pt x="299338" y="918522"/>
                        <a:pt x="321040" y="984027"/>
                      </a:cubicBezTo>
                      <a:cubicBezTo>
                        <a:pt x="323753" y="994944"/>
                        <a:pt x="318327" y="1005862"/>
                        <a:pt x="310189" y="1008591"/>
                      </a:cubicBezTo>
                      <a:cubicBezTo>
                        <a:pt x="310189" y="1008591"/>
                        <a:pt x="310189" y="1008591"/>
                        <a:pt x="158271" y="1060450"/>
                      </a:cubicBezTo>
                      <a:cubicBezTo>
                        <a:pt x="155558" y="1060450"/>
                        <a:pt x="152845" y="1060450"/>
                        <a:pt x="152845" y="1060450"/>
                      </a:cubicBezTo>
                      <a:cubicBezTo>
                        <a:pt x="144706" y="1060450"/>
                        <a:pt x="136568" y="1054991"/>
                        <a:pt x="133855" y="1046803"/>
                      </a:cubicBezTo>
                      <a:cubicBezTo>
                        <a:pt x="133855" y="1046803"/>
                        <a:pt x="133855" y="1046803"/>
                        <a:pt x="112153" y="981298"/>
                      </a:cubicBezTo>
                      <a:cubicBezTo>
                        <a:pt x="109440" y="970380"/>
                        <a:pt x="114865" y="959462"/>
                        <a:pt x="123004" y="956733"/>
                      </a:cubicBezTo>
                      <a:cubicBezTo>
                        <a:pt x="123004" y="956733"/>
                        <a:pt x="123004" y="956733"/>
                        <a:pt x="274922" y="904875"/>
                      </a:cubicBezTo>
                      <a:close/>
                      <a:moveTo>
                        <a:pt x="1177298" y="881063"/>
                      </a:moveTo>
                      <a:cubicBezTo>
                        <a:pt x="1185434" y="881063"/>
                        <a:pt x="1193570" y="886467"/>
                        <a:pt x="1196282" y="894573"/>
                      </a:cubicBezTo>
                      <a:cubicBezTo>
                        <a:pt x="1196282" y="894573"/>
                        <a:pt x="1196282" y="894573"/>
                        <a:pt x="1217978" y="962127"/>
                      </a:cubicBezTo>
                      <a:cubicBezTo>
                        <a:pt x="1220690" y="970233"/>
                        <a:pt x="1215266" y="981041"/>
                        <a:pt x="1204418" y="986446"/>
                      </a:cubicBezTo>
                      <a:cubicBezTo>
                        <a:pt x="1204418" y="986446"/>
                        <a:pt x="1204418" y="986446"/>
                        <a:pt x="1139331" y="1005361"/>
                      </a:cubicBezTo>
                      <a:cubicBezTo>
                        <a:pt x="1136619" y="1008063"/>
                        <a:pt x="1136619" y="1008063"/>
                        <a:pt x="1133907" y="1008063"/>
                      </a:cubicBezTo>
                      <a:cubicBezTo>
                        <a:pt x="1125771" y="1008063"/>
                        <a:pt x="1117635" y="1002658"/>
                        <a:pt x="1114923" y="994552"/>
                      </a:cubicBezTo>
                      <a:cubicBezTo>
                        <a:pt x="1114923" y="994552"/>
                        <a:pt x="1114923" y="994552"/>
                        <a:pt x="1093227" y="926999"/>
                      </a:cubicBezTo>
                      <a:cubicBezTo>
                        <a:pt x="1090515" y="918893"/>
                        <a:pt x="1095939" y="908084"/>
                        <a:pt x="1106787" y="902680"/>
                      </a:cubicBezTo>
                      <a:cubicBezTo>
                        <a:pt x="1106787" y="902680"/>
                        <a:pt x="1106787" y="902680"/>
                        <a:pt x="1171874" y="883765"/>
                      </a:cubicBezTo>
                      <a:cubicBezTo>
                        <a:pt x="1171874" y="881063"/>
                        <a:pt x="1174586" y="881063"/>
                        <a:pt x="1177298" y="881063"/>
                      </a:cubicBezTo>
                      <a:close/>
                      <a:moveTo>
                        <a:pt x="764548" y="881063"/>
                      </a:moveTo>
                      <a:cubicBezTo>
                        <a:pt x="772684" y="881063"/>
                        <a:pt x="780820" y="886467"/>
                        <a:pt x="783532" y="894573"/>
                      </a:cubicBezTo>
                      <a:cubicBezTo>
                        <a:pt x="783532" y="894573"/>
                        <a:pt x="783532" y="894573"/>
                        <a:pt x="805228" y="962127"/>
                      </a:cubicBezTo>
                      <a:cubicBezTo>
                        <a:pt x="807940" y="972935"/>
                        <a:pt x="802516" y="983744"/>
                        <a:pt x="791668" y="986446"/>
                      </a:cubicBezTo>
                      <a:cubicBezTo>
                        <a:pt x="791668" y="986446"/>
                        <a:pt x="791668" y="986446"/>
                        <a:pt x="726581" y="1008063"/>
                      </a:cubicBezTo>
                      <a:cubicBezTo>
                        <a:pt x="726581" y="1008063"/>
                        <a:pt x="723869" y="1008063"/>
                        <a:pt x="721157" y="1008063"/>
                      </a:cubicBezTo>
                      <a:cubicBezTo>
                        <a:pt x="713021" y="1008063"/>
                        <a:pt x="704885" y="1002658"/>
                        <a:pt x="702173" y="994552"/>
                      </a:cubicBezTo>
                      <a:cubicBezTo>
                        <a:pt x="702173" y="994552"/>
                        <a:pt x="702173" y="994552"/>
                        <a:pt x="680477" y="926999"/>
                      </a:cubicBezTo>
                      <a:cubicBezTo>
                        <a:pt x="677765" y="918893"/>
                        <a:pt x="683189" y="908084"/>
                        <a:pt x="694037" y="905382"/>
                      </a:cubicBezTo>
                      <a:cubicBezTo>
                        <a:pt x="694037" y="905382"/>
                        <a:pt x="694037" y="905382"/>
                        <a:pt x="759124" y="883765"/>
                      </a:cubicBezTo>
                      <a:cubicBezTo>
                        <a:pt x="761836" y="883765"/>
                        <a:pt x="761836" y="881063"/>
                        <a:pt x="764548" y="881063"/>
                      </a:cubicBezTo>
                      <a:close/>
                      <a:moveTo>
                        <a:pt x="402115" y="863600"/>
                      </a:moveTo>
                      <a:cubicBezTo>
                        <a:pt x="404817" y="863600"/>
                        <a:pt x="407519" y="863600"/>
                        <a:pt x="407519" y="863600"/>
                      </a:cubicBezTo>
                      <a:cubicBezTo>
                        <a:pt x="415625" y="863600"/>
                        <a:pt x="423732" y="869052"/>
                        <a:pt x="426434" y="877232"/>
                      </a:cubicBezTo>
                      <a:cubicBezTo>
                        <a:pt x="426434" y="877232"/>
                        <a:pt x="426434" y="877232"/>
                        <a:pt x="448051" y="942664"/>
                      </a:cubicBezTo>
                      <a:cubicBezTo>
                        <a:pt x="450753" y="953570"/>
                        <a:pt x="445349" y="964475"/>
                        <a:pt x="437242" y="967202"/>
                      </a:cubicBezTo>
                      <a:cubicBezTo>
                        <a:pt x="437242" y="967202"/>
                        <a:pt x="437242" y="967202"/>
                        <a:pt x="372391" y="989013"/>
                      </a:cubicBezTo>
                      <a:cubicBezTo>
                        <a:pt x="369689" y="989013"/>
                        <a:pt x="366987" y="989013"/>
                        <a:pt x="364285" y="989013"/>
                      </a:cubicBezTo>
                      <a:cubicBezTo>
                        <a:pt x="356179" y="989013"/>
                        <a:pt x="350774" y="983560"/>
                        <a:pt x="348072" y="975381"/>
                      </a:cubicBezTo>
                      <a:cubicBezTo>
                        <a:pt x="348072" y="975381"/>
                        <a:pt x="348072" y="975381"/>
                        <a:pt x="326455" y="909948"/>
                      </a:cubicBezTo>
                      <a:cubicBezTo>
                        <a:pt x="323753" y="899043"/>
                        <a:pt x="329157" y="888137"/>
                        <a:pt x="337264" y="885411"/>
                      </a:cubicBezTo>
                      <a:cubicBezTo>
                        <a:pt x="337264" y="885411"/>
                        <a:pt x="337264" y="885411"/>
                        <a:pt x="402115" y="863600"/>
                      </a:cubicBezTo>
                      <a:close/>
                      <a:moveTo>
                        <a:pt x="1301123" y="839788"/>
                      </a:moveTo>
                      <a:cubicBezTo>
                        <a:pt x="1309259" y="839788"/>
                        <a:pt x="1317395" y="845192"/>
                        <a:pt x="1320107" y="853298"/>
                      </a:cubicBezTo>
                      <a:cubicBezTo>
                        <a:pt x="1320107" y="853298"/>
                        <a:pt x="1320107" y="853298"/>
                        <a:pt x="1341803" y="920852"/>
                      </a:cubicBezTo>
                      <a:cubicBezTo>
                        <a:pt x="1344515" y="928958"/>
                        <a:pt x="1339091" y="939766"/>
                        <a:pt x="1328243" y="945171"/>
                      </a:cubicBezTo>
                      <a:cubicBezTo>
                        <a:pt x="1328243" y="945171"/>
                        <a:pt x="1328243" y="945171"/>
                        <a:pt x="1263156" y="964086"/>
                      </a:cubicBezTo>
                      <a:cubicBezTo>
                        <a:pt x="1260444" y="966788"/>
                        <a:pt x="1260444" y="966788"/>
                        <a:pt x="1257732" y="966788"/>
                      </a:cubicBezTo>
                      <a:cubicBezTo>
                        <a:pt x="1249596" y="966788"/>
                        <a:pt x="1241460" y="961383"/>
                        <a:pt x="1238748" y="953277"/>
                      </a:cubicBezTo>
                      <a:cubicBezTo>
                        <a:pt x="1238748" y="953277"/>
                        <a:pt x="1238748" y="953277"/>
                        <a:pt x="1217052" y="885724"/>
                      </a:cubicBezTo>
                      <a:cubicBezTo>
                        <a:pt x="1214340" y="877618"/>
                        <a:pt x="1219764" y="866809"/>
                        <a:pt x="1230612" y="861405"/>
                      </a:cubicBezTo>
                      <a:cubicBezTo>
                        <a:pt x="1230612" y="861405"/>
                        <a:pt x="1230612" y="861405"/>
                        <a:pt x="1295699" y="842490"/>
                      </a:cubicBezTo>
                      <a:cubicBezTo>
                        <a:pt x="1295699" y="839788"/>
                        <a:pt x="1298411" y="839788"/>
                        <a:pt x="1301123" y="839788"/>
                      </a:cubicBezTo>
                      <a:close/>
                      <a:moveTo>
                        <a:pt x="888373" y="839788"/>
                      </a:moveTo>
                      <a:cubicBezTo>
                        <a:pt x="896509" y="839788"/>
                        <a:pt x="904645" y="845192"/>
                        <a:pt x="907357" y="853298"/>
                      </a:cubicBezTo>
                      <a:cubicBezTo>
                        <a:pt x="907357" y="853298"/>
                        <a:pt x="907357" y="853298"/>
                        <a:pt x="929053" y="920852"/>
                      </a:cubicBezTo>
                      <a:cubicBezTo>
                        <a:pt x="931765" y="931660"/>
                        <a:pt x="926341" y="942469"/>
                        <a:pt x="915493" y="945171"/>
                      </a:cubicBezTo>
                      <a:cubicBezTo>
                        <a:pt x="915493" y="945171"/>
                        <a:pt x="915493" y="945171"/>
                        <a:pt x="850406" y="966788"/>
                      </a:cubicBezTo>
                      <a:cubicBezTo>
                        <a:pt x="850406" y="966788"/>
                        <a:pt x="847694" y="966788"/>
                        <a:pt x="844982" y="966788"/>
                      </a:cubicBezTo>
                      <a:cubicBezTo>
                        <a:pt x="836846" y="966788"/>
                        <a:pt x="828710" y="961383"/>
                        <a:pt x="825998" y="953277"/>
                      </a:cubicBezTo>
                      <a:cubicBezTo>
                        <a:pt x="825998" y="953277"/>
                        <a:pt x="825998" y="953277"/>
                        <a:pt x="804302" y="885724"/>
                      </a:cubicBezTo>
                      <a:cubicBezTo>
                        <a:pt x="801590" y="877618"/>
                        <a:pt x="807014" y="866809"/>
                        <a:pt x="817862" y="864107"/>
                      </a:cubicBezTo>
                      <a:cubicBezTo>
                        <a:pt x="817862" y="864107"/>
                        <a:pt x="817862" y="864107"/>
                        <a:pt x="882949" y="842490"/>
                      </a:cubicBezTo>
                      <a:cubicBezTo>
                        <a:pt x="885661" y="842490"/>
                        <a:pt x="885661" y="839788"/>
                        <a:pt x="888373" y="839788"/>
                      </a:cubicBezTo>
                      <a:close/>
                      <a:moveTo>
                        <a:pt x="527527" y="823913"/>
                      </a:moveTo>
                      <a:cubicBezTo>
                        <a:pt x="530229" y="823913"/>
                        <a:pt x="532931" y="823913"/>
                        <a:pt x="532931" y="823913"/>
                      </a:cubicBezTo>
                      <a:cubicBezTo>
                        <a:pt x="541037" y="823913"/>
                        <a:pt x="549144" y="829296"/>
                        <a:pt x="551846" y="837372"/>
                      </a:cubicBezTo>
                      <a:cubicBezTo>
                        <a:pt x="551846" y="837372"/>
                        <a:pt x="551846" y="837372"/>
                        <a:pt x="573463" y="901976"/>
                      </a:cubicBezTo>
                      <a:cubicBezTo>
                        <a:pt x="576165" y="912744"/>
                        <a:pt x="570761" y="923511"/>
                        <a:pt x="562654" y="926203"/>
                      </a:cubicBezTo>
                      <a:cubicBezTo>
                        <a:pt x="562654" y="926203"/>
                        <a:pt x="562654" y="926203"/>
                        <a:pt x="497803" y="947738"/>
                      </a:cubicBezTo>
                      <a:cubicBezTo>
                        <a:pt x="495101" y="947738"/>
                        <a:pt x="492399" y="947738"/>
                        <a:pt x="489697" y="947738"/>
                      </a:cubicBezTo>
                      <a:cubicBezTo>
                        <a:pt x="481591" y="947738"/>
                        <a:pt x="476186" y="942354"/>
                        <a:pt x="473484" y="934279"/>
                      </a:cubicBezTo>
                      <a:cubicBezTo>
                        <a:pt x="473484" y="934279"/>
                        <a:pt x="473484" y="934279"/>
                        <a:pt x="451867" y="869674"/>
                      </a:cubicBezTo>
                      <a:cubicBezTo>
                        <a:pt x="449165" y="858907"/>
                        <a:pt x="454569" y="848139"/>
                        <a:pt x="462676" y="845448"/>
                      </a:cubicBezTo>
                      <a:cubicBezTo>
                        <a:pt x="462676" y="845448"/>
                        <a:pt x="462676" y="845448"/>
                        <a:pt x="527527" y="823913"/>
                      </a:cubicBezTo>
                      <a:close/>
                      <a:moveTo>
                        <a:pt x="1426536" y="798513"/>
                      </a:moveTo>
                      <a:cubicBezTo>
                        <a:pt x="1434672" y="798513"/>
                        <a:pt x="1442808" y="803985"/>
                        <a:pt x="1445520" y="812192"/>
                      </a:cubicBezTo>
                      <a:cubicBezTo>
                        <a:pt x="1445520" y="812192"/>
                        <a:pt x="1445520" y="812192"/>
                        <a:pt x="1467216" y="880590"/>
                      </a:cubicBezTo>
                      <a:cubicBezTo>
                        <a:pt x="1469928" y="888798"/>
                        <a:pt x="1464504" y="899742"/>
                        <a:pt x="1453656" y="905213"/>
                      </a:cubicBezTo>
                      <a:cubicBezTo>
                        <a:pt x="1453656" y="905213"/>
                        <a:pt x="1453656" y="905213"/>
                        <a:pt x="1388569" y="924365"/>
                      </a:cubicBezTo>
                      <a:cubicBezTo>
                        <a:pt x="1385857" y="927101"/>
                        <a:pt x="1385857" y="927101"/>
                        <a:pt x="1383145" y="927101"/>
                      </a:cubicBezTo>
                      <a:cubicBezTo>
                        <a:pt x="1375009" y="927101"/>
                        <a:pt x="1366873" y="921629"/>
                        <a:pt x="1364161" y="913421"/>
                      </a:cubicBezTo>
                      <a:cubicBezTo>
                        <a:pt x="1364161" y="913421"/>
                        <a:pt x="1364161" y="913421"/>
                        <a:pt x="1342465" y="845023"/>
                      </a:cubicBezTo>
                      <a:cubicBezTo>
                        <a:pt x="1339753" y="836816"/>
                        <a:pt x="1345177" y="825872"/>
                        <a:pt x="1356025" y="820400"/>
                      </a:cubicBezTo>
                      <a:cubicBezTo>
                        <a:pt x="1356025" y="820400"/>
                        <a:pt x="1356025" y="820400"/>
                        <a:pt x="1421112" y="801249"/>
                      </a:cubicBezTo>
                      <a:cubicBezTo>
                        <a:pt x="1421112" y="798513"/>
                        <a:pt x="1423824" y="798513"/>
                        <a:pt x="1426536" y="798513"/>
                      </a:cubicBezTo>
                      <a:close/>
                      <a:moveTo>
                        <a:pt x="1013786" y="798513"/>
                      </a:moveTo>
                      <a:cubicBezTo>
                        <a:pt x="1021922" y="798513"/>
                        <a:pt x="1030058" y="803985"/>
                        <a:pt x="1032770" y="812192"/>
                      </a:cubicBezTo>
                      <a:cubicBezTo>
                        <a:pt x="1032770" y="812192"/>
                        <a:pt x="1032770" y="812192"/>
                        <a:pt x="1054466" y="880590"/>
                      </a:cubicBezTo>
                      <a:cubicBezTo>
                        <a:pt x="1057178" y="891534"/>
                        <a:pt x="1051754" y="902478"/>
                        <a:pt x="1040906" y="905213"/>
                      </a:cubicBezTo>
                      <a:cubicBezTo>
                        <a:pt x="1040906" y="905213"/>
                        <a:pt x="1040906" y="905213"/>
                        <a:pt x="975819" y="927101"/>
                      </a:cubicBezTo>
                      <a:cubicBezTo>
                        <a:pt x="975819" y="927101"/>
                        <a:pt x="973107" y="927101"/>
                        <a:pt x="970395" y="927101"/>
                      </a:cubicBezTo>
                      <a:cubicBezTo>
                        <a:pt x="962259" y="927101"/>
                        <a:pt x="954123" y="921629"/>
                        <a:pt x="951411" y="913421"/>
                      </a:cubicBezTo>
                      <a:cubicBezTo>
                        <a:pt x="951411" y="913421"/>
                        <a:pt x="951411" y="913421"/>
                        <a:pt x="929715" y="845023"/>
                      </a:cubicBezTo>
                      <a:cubicBezTo>
                        <a:pt x="927003" y="836816"/>
                        <a:pt x="932427" y="825872"/>
                        <a:pt x="943275" y="823136"/>
                      </a:cubicBezTo>
                      <a:cubicBezTo>
                        <a:pt x="943275" y="823136"/>
                        <a:pt x="943275" y="823136"/>
                        <a:pt x="1008362" y="801249"/>
                      </a:cubicBezTo>
                      <a:cubicBezTo>
                        <a:pt x="1011074" y="801249"/>
                        <a:pt x="1011074" y="798513"/>
                        <a:pt x="1013786" y="798513"/>
                      </a:cubicBezTo>
                      <a:close/>
                      <a:moveTo>
                        <a:pt x="212739" y="793750"/>
                      </a:moveTo>
                      <a:cubicBezTo>
                        <a:pt x="215467" y="793750"/>
                        <a:pt x="215467" y="793750"/>
                        <a:pt x="218195" y="793750"/>
                      </a:cubicBezTo>
                      <a:cubicBezTo>
                        <a:pt x="226378" y="793750"/>
                        <a:pt x="234562" y="796475"/>
                        <a:pt x="237290" y="804653"/>
                      </a:cubicBezTo>
                      <a:cubicBezTo>
                        <a:pt x="237290" y="804653"/>
                        <a:pt x="237290" y="804653"/>
                        <a:pt x="259112" y="872796"/>
                      </a:cubicBezTo>
                      <a:cubicBezTo>
                        <a:pt x="261840" y="883698"/>
                        <a:pt x="256384" y="894601"/>
                        <a:pt x="245473" y="897327"/>
                      </a:cubicBezTo>
                      <a:cubicBezTo>
                        <a:pt x="245473" y="897327"/>
                        <a:pt x="245473" y="897327"/>
                        <a:pt x="117265" y="938213"/>
                      </a:cubicBezTo>
                      <a:cubicBezTo>
                        <a:pt x="117265" y="938213"/>
                        <a:pt x="114538" y="938213"/>
                        <a:pt x="111810" y="938213"/>
                      </a:cubicBezTo>
                      <a:cubicBezTo>
                        <a:pt x="103626" y="938213"/>
                        <a:pt x="95443" y="935487"/>
                        <a:pt x="92715" y="927310"/>
                      </a:cubicBezTo>
                      <a:cubicBezTo>
                        <a:pt x="92715" y="927310"/>
                        <a:pt x="92715" y="927310"/>
                        <a:pt x="70893" y="859167"/>
                      </a:cubicBezTo>
                      <a:cubicBezTo>
                        <a:pt x="68165" y="848264"/>
                        <a:pt x="73620" y="837361"/>
                        <a:pt x="84532" y="834636"/>
                      </a:cubicBezTo>
                      <a:cubicBezTo>
                        <a:pt x="84532" y="834636"/>
                        <a:pt x="84532" y="834636"/>
                        <a:pt x="212739" y="793750"/>
                      </a:cubicBezTo>
                      <a:close/>
                      <a:moveTo>
                        <a:pt x="652332" y="782638"/>
                      </a:moveTo>
                      <a:cubicBezTo>
                        <a:pt x="655067" y="782638"/>
                        <a:pt x="657803" y="782638"/>
                        <a:pt x="657803" y="782638"/>
                      </a:cubicBezTo>
                      <a:cubicBezTo>
                        <a:pt x="666011" y="782638"/>
                        <a:pt x="674219" y="788090"/>
                        <a:pt x="676955" y="796270"/>
                      </a:cubicBezTo>
                      <a:cubicBezTo>
                        <a:pt x="676955" y="796270"/>
                        <a:pt x="676955" y="796270"/>
                        <a:pt x="698842" y="861702"/>
                      </a:cubicBezTo>
                      <a:cubicBezTo>
                        <a:pt x="701578" y="872608"/>
                        <a:pt x="696106" y="883513"/>
                        <a:pt x="687898" y="886240"/>
                      </a:cubicBezTo>
                      <a:cubicBezTo>
                        <a:pt x="687898" y="886240"/>
                        <a:pt x="687898" y="886240"/>
                        <a:pt x="622236" y="908051"/>
                      </a:cubicBezTo>
                      <a:cubicBezTo>
                        <a:pt x="619501" y="908051"/>
                        <a:pt x="616765" y="908051"/>
                        <a:pt x="614029" y="908051"/>
                      </a:cubicBezTo>
                      <a:cubicBezTo>
                        <a:pt x="608557" y="908051"/>
                        <a:pt x="600349" y="902598"/>
                        <a:pt x="597613" y="894419"/>
                      </a:cubicBezTo>
                      <a:cubicBezTo>
                        <a:pt x="597613" y="894419"/>
                        <a:pt x="597613" y="894419"/>
                        <a:pt x="575726" y="828986"/>
                      </a:cubicBezTo>
                      <a:cubicBezTo>
                        <a:pt x="572990" y="818081"/>
                        <a:pt x="578462" y="807175"/>
                        <a:pt x="586670" y="804449"/>
                      </a:cubicBezTo>
                      <a:cubicBezTo>
                        <a:pt x="586670" y="804449"/>
                        <a:pt x="586670" y="804449"/>
                        <a:pt x="652332" y="782638"/>
                      </a:cubicBezTo>
                      <a:close/>
                      <a:moveTo>
                        <a:pt x="1551948" y="758825"/>
                      </a:moveTo>
                      <a:cubicBezTo>
                        <a:pt x="1560084" y="758825"/>
                        <a:pt x="1568220" y="764229"/>
                        <a:pt x="1570932" y="772335"/>
                      </a:cubicBezTo>
                      <a:cubicBezTo>
                        <a:pt x="1570932" y="772335"/>
                        <a:pt x="1570932" y="772335"/>
                        <a:pt x="1592628" y="839889"/>
                      </a:cubicBezTo>
                      <a:cubicBezTo>
                        <a:pt x="1595340" y="847995"/>
                        <a:pt x="1589916" y="858803"/>
                        <a:pt x="1579068" y="861506"/>
                      </a:cubicBezTo>
                      <a:cubicBezTo>
                        <a:pt x="1579068" y="861506"/>
                        <a:pt x="1579068" y="861506"/>
                        <a:pt x="1513981" y="883123"/>
                      </a:cubicBezTo>
                      <a:cubicBezTo>
                        <a:pt x="1511269" y="885825"/>
                        <a:pt x="1511269" y="885825"/>
                        <a:pt x="1508557" y="885825"/>
                      </a:cubicBezTo>
                      <a:cubicBezTo>
                        <a:pt x="1500421" y="885825"/>
                        <a:pt x="1492285" y="880420"/>
                        <a:pt x="1489573" y="872314"/>
                      </a:cubicBezTo>
                      <a:cubicBezTo>
                        <a:pt x="1489573" y="872314"/>
                        <a:pt x="1489573" y="872314"/>
                        <a:pt x="1467877" y="804761"/>
                      </a:cubicBezTo>
                      <a:cubicBezTo>
                        <a:pt x="1465165" y="796655"/>
                        <a:pt x="1470589" y="785846"/>
                        <a:pt x="1481437" y="780442"/>
                      </a:cubicBezTo>
                      <a:cubicBezTo>
                        <a:pt x="1481437" y="780442"/>
                        <a:pt x="1481437" y="780442"/>
                        <a:pt x="1546524" y="761527"/>
                      </a:cubicBezTo>
                      <a:cubicBezTo>
                        <a:pt x="1546524" y="758825"/>
                        <a:pt x="1549236" y="758825"/>
                        <a:pt x="1551948" y="758825"/>
                      </a:cubicBezTo>
                      <a:close/>
                      <a:moveTo>
                        <a:pt x="1139198" y="758825"/>
                      </a:moveTo>
                      <a:cubicBezTo>
                        <a:pt x="1147334" y="758825"/>
                        <a:pt x="1155470" y="764229"/>
                        <a:pt x="1158182" y="772335"/>
                      </a:cubicBezTo>
                      <a:cubicBezTo>
                        <a:pt x="1158182" y="772335"/>
                        <a:pt x="1158182" y="772335"/>
                        <a:pt x="1179878" y="839889"/>
                      </a:cubicBezTo>
                      <a:cubicBezTo>
                        <a:pt x="1182590" y="850697"/>
                        <a:pt x="1177166" y="861506"/>
                        <a:pt x="1166318" y="864208"/>
                      </a:cubicBezTo>
                      <a:cubicBezTo>
                        <a:pt x="1166318" y="864208"/>
                        <a:pt x="1166318" y="864208"/>
                        <a:pt x="1101231" y="885825"/>
                      </a:cubicBezTo>
                      <a:cubicBezTo>
                        <a:pt x="1101231" y="885825"/>
                        <a:pt x="1098519" y="885825"/>
                        <a:pt x="1095807" y="885825"/>
                      </a:cubicBezTo>
                      <a:cubicBezTo>
                        <a:pt x="1087671" y="885825"/>
                        <a:pt x="1079535" y="880420"/>
                        <a:pt x="1076823" y="872314"/>
                      </a:cubicBezTo>
                      <a:cubicBezTo>
                        <a:pt x="1076823" y="872314"/>
                        <a:pt x="1076823" y="872314"/>
                        <a:pt x="1055127" y="804761"/>
                      </a:cubicBezTo>
                      <a:cubicBezTo>
                        <a:pt x="1052415" y="796655"/>
                        <a:pt x="1057839" y="785846"/>
                        <a:pt x="1068687" y="783144"/>
                      </a:cubicBezTo>
                      <a:cubicBezTo>
                        <a:pt x="1068687" y="783144"/>
                        <a:pt x="1068687" y="783144"/>
                        <a:pt x="1133774" y="761527"/>
                      </a:cubicBezTo>
                      <a:cubicBezTo>
                        <a:pt x="1136486" y="761527"/>
                        <a:pt x="1136486" y="758825"/>
                        <a:pt x="1139198" y="758825"/>
                      </a:cubicBezTo>
                      <a:close/>
                      <a:moveTo>
                        <a:pt x="334336" y="752475"/>
                      </a:moveTo>
                      <a:cubicBezTo>
                        <a:pt x="342472" y="752475"/>
                        <a:pt x="350608" y="757947"/>
                        <a:pt x="353320" y="766154"/>
                      </a:cubicBezTo>
                      <a:cubicBezTo>
                        <a:pt x="353320" y="766154"/>
                        <a:pt x="353320" y="766154"/>
                        <a:pt x="375016" y="834552"/>
                      </a:cubicBezTo>
                      <a:cubicBezTo>
                        <a:pt x="377728" y="845496"/>
                        <a:pt x="372304" y="856440"/>
                        <a:pt x="361456" y="859175"/>
                      </a:cubicBezTo>
                      <a:cubicBezTo>
                        <a:pt x="361456" y="859175"/>
                        <a:pt x="361456" y="859175"/>
                        <a:pt x="296369" y="881063"/>
                      </a:cubicBezTo>
                      <a:cubicBezTo>
                        <a:pt x="296369" y="881063"/>
                        <a:pt x="293657" y="881063"/>
                        <a:pt x="290945" y="881063"/>
                      </a:cubicBezTo>
                      <a:cubicBezTo>
                        <a:pt x="282809" y="881063"/>
                        <a:pt x="274673" y="875591"/>
                        <a:pt x="271961" y="867383"/>
                      </a:cubicBezTo>
                      <a:cubicBezTo>
                        <a:pt x="271961" y="867383"/>
                        <a:pt x="271961" y="867383"/>
                        <a:pt x="250265" y="798985"/>
                      </a:cubicBezTo>
                      <a:cubicBezTo>
                        <a:pt x="247553" y="790778"/>
                        <a:pt x="252977" y="779834"/>
                        <a:pt x="263825" y="777098"/>
                      </a:cubicBezTo>
                      <a:cubicBezTo>
                        <a:pt x="263825" y="777098"/>
                        <a:pt x="263825" y="777098"/>
                        <a:pt x="328912" y="755211"/>
                      </a:cubicBezTo>
                      <a:cubicBezTo>
                        <a:pt x="331624" y="755211"/>
                        <a:pt x="331624" y="752475"/>
                        <a:pt x="334336" y="752475"/>
                      </a:cubicBezTo>
                      <a:close/>
                      <a:moveTo>
                        <a:pt x="777745" y="741363"/>
                      </a:moveTo>
                      <a:cubicBezTo>
                        <a:pt x="780480" y="741363"/>
                        <a:pt x="783216" y="741363"/>
                        <a:pt x="783216" y="741363"/>
                      </a:cubicBezTo>
                      <a:cubicBezTo>
                        <a:pt x="791424" y="741363"/>
                        <a:pt x="799632" y="746815"/>
                        <a:pt x="802368" y="754995"/>
                      </a:cubicBezTo>
                      <a:cubicBezTo>
                        <a:pt x="802368" y="754995"/>
                        <a:pt x="802368" y="754995"/>
                        <a:pt x="824255" y="820427"/>
                      </a:cubicBezTo>
                      <a:cubicBezTo>
                        <a:pt x="826991" y="831333"/>
                        <a:pt x="821519" y="842238"/>
                        <a:pt x="813311" y="844965"/>
                      </a:cubicBezTo>
                      <a:cubicBezTo>
                        <a:pt x="813311" y="844965"/>
                        <a:pt x="813311" y="844965"/>
                        <a:pt x="747649" y="866776"/>
                      </a:cubicBezTo>
                      <a:cubicBezTo>
                        <a:pt x="744914" y="866776"/>
                        <a:pt x="742178" y="866776"/>
                        <a:pt x="739442" y="866776"/>
                      </a:cubicBezTo>
                      <a:cubicBezTo>
                        <a:pt x="733970" y="866776"/>
                        <a:pt x="725762" y="861323"/>
                        <a:pt x="723026" y="853144"/>
                      </a:cubicBezTo>
                      <a:cubicBezTo>
                        <a:pt x="723026" y="853144"/>
                        <a:pt x="723026" y="853144"/>
                        <a:pt x="701139" y="787711"/>
                      </a:cubicBezTo>
                      <a:cubicBezTo>
                        <a:pt x="698403" y="776806"/>
                        <a:pt x="703875" y="765900"/>
                        <a:pt x="712083" y="763174"/>
                      </a:cubicBezTo>
                      <a:cubicBezTo>
                        <a:pt x="712083" y="763174"/>
                        <a:pt x="712083" y="763174"/>
                        <a:pt x="777745" y="741363"/>
                      </a:cubicBezTo>
                      <a:close/>
                      <a:moveTo>
                        <a:pt x="1263023" y="717550"/>
                      </a:moveTo>
                      <a:cubicBezTo>
                        <a:pt x="1271159" y="717550"/>
                        <a:pt x="1279295" y="722954"/>
                        <a:pt x="1282007" y="731060"/>
                      </a:cubicBezTo>
                      <a:cubicBezTo>
                        <a:pt x="1282007" y="731060"/>
                        <a:pt x="1282007" y="731060"/>
                        <a:pt x="1303703" y="798614"/>
                      </a:cubicBezTo>
                      <a:cubicBezTo>
                        <a:pt x="1306415" y="809422"/>
                        <a:pt x="1300991" y="820231"/>
                        <a:pt x="1290143" y="822933"/>
                      </a:cubicBezTo>
                      <a:cubicBezTo>
                        <a:pt x="1290143" y="822933"/>
                        <a:pt x="1290143" y="822933"/>
                        <a:pt x="1225056" y="844550"/>
                      </a:cubicBezTo>
                      <a:cubicBezTo>
                        <a:pt x="1225056" y="844550"/>
                        <a:pt x="1222344" y="844550"/>
                        <a:pt x="1219632" y="844550"/>
                      </a:cubicBezTo>
                      <a:cubicBezTo>
                        <a:pt x="1211496" y="844550"/>
                        <a:pt x="1203360" y="839145"/>
                        <a:pt x="1203360" y="831039"/>
                      </a:cubicBezTo>
                      <a:cubicBezTo>
                        <a:pt x="1203360" y="831039"/>
                        <a:pt x="1203360" y="831039"/>
                        <a:pt x="1178952" y="763486"/>
                      </a:cubicBezTo>
                      <a:cubicBezTo>
                        <a:pt x="1176240" y="755380"/>
                        <a:pt x="1181664" y="744571"/>
                        <a:pt x="1192512" y="741869"/>
                      </a:cubicBezTo>
                      <a:cubicBezTo>
                        <a:pt x="1192512" y="741869"/>
                        <a:pt x="1192512" y="741869"/>
                        <a:pt x="1257599" y="720252"/>
                      </a:cubicBezTo>
                      <a:cubicBezTo>
                        <a:pt x="1260311" y="720252"/>
                        <a:pt x="1260311" y="717550"/>
                        <a:pt x="1263023" y="717550"/>
                      </a:cubicBezTo>
                      <a:close/>
                      <a:moveTo>
                        <a:pt x="459748" y="712788"/>
                      </a:moveTo>
                      <a:cubicBezTo>
                        <a:pt x="467884" y="712788"/>
                        <a:pt x="476020" y="718192"/>
                        <a:pt x="478732" y="726298"/>
                      </a:cubicBezTo>
                      <a:cubicBezTo>
                        <a:pt x="478732" y="726298"/>
                        <a:pt x="478732" y="726298"/>
                        <a:pt x="500428" y="793852"/>
                      </a:cubicBezTo>
                      <a:cubicBezTo>
                        <a:pt x="503140" y="804660"/>
                        <a:pt x="497716" y="815469"/>
                        <a:pt x="486868" y="818171"/>
                      </a:cubicBezTo>
                      <a:cubicBezTo>
                        <a:pt x="486868" y="818171"/>
                        <a:pt x="486868" y="818171"/>
                        <a:pt x="421781" y="839788"/>
                      </a:cubicBezTo>
                      <a:cubicBezTo>
                        <a:pt x="421781" y="839788"/>
                        <a:pt x="419069" y="839788"/>
                        <a:pt x="416357" y="839788"/>
                      </a:cubicBezTo>
                      <a:cubicBezTo>
                        <a:pt x="408221" y="839788"/>
                        <a:pt x="400085" y="834383"/>
                        <a:pt x="397373" y="826277"/>
                      </a:cubicBezTo>
                      <a:cubicBezTo>
                        <a:pt x="397373" y="826277"/>
                        <a:pt x="397373" y="826277"/>
                        <a:pt x="375677" y="758724"/>
                      </a:cubicBezTo>
                      <a:cubicBezTo>
                        <a:pt x="372965" y="750618"/>
                        <a:pt x="378389" y="739809"/>
                        <a:pt x="389237" y="737107"/>
                      </a:cubicBezTo>
                      <a:cubicBezTo>
                        <a:pt x="389237" y="737107"/>
                        <a:pt x="389237" y="737107"/>
                        <a:pt x="454324" y="715490"/>
                      </a:cubicBezTo>
                      <a:cubicBezTo>
                        <a:pt x="457036" y="715490"/>
                        <a:pt x="457036" y="712788"/>
                        <a:pt x="459748" y="712788"/>
                      </a:cubicBezTo>
                      <a:close/>
                      <a:moveTo>
                        <a:pt x="1722506" y="701675"/>
                      </a:moveTo>
                      <a:cubicBezTo>
                        <a:pt x="1725231" y="701675"/>
                        <a:pt x="1727956" y="701675"/>
                        <a:pt x="1727956" y="701675"/>
                      </a:cubicBezTo>
                      <a:cubicBezTo>
                        <a:pt x="1736130" y="701675"/>
                        <a:pt x="1744305" y="707066"/>
                        <a:pt x="1747030" y="715154"/>
                      </a:cubicBezTo>
                      <a:cubicBezTo>
                        <a:pt x="1747030" y="715154"/>
                        <a:pt x="1747030" y="715154"/>
                        <a:pt x="1768828" y="779852"/>
                      </a:cubicBezTo>
                      <a:cubicBezTo>
                        <a:pt x="1771553" y="790635"/>
                        <a:pt x="1766103" y="801418"/>
                        <a:pt x="1757929" y="804113"/>
                      </a:cubicBezTo>
                      <a:cubicBezTo>
                        <a:pt x="1757929" y="804113"/>
                        <a:pt x="1757929" y="804113"/>
                        <a:pt x="1638037" y="841854"/>
                      </a:cubicBezTo>
                      <a:cubicBezTo>
                        <a:pt x="1638037" y="844550"/>
                        <a:pt x="1635312" y="844550"/>
                        <a:pt x="1632587" y="844550"/>
                      </a:cubicBezTo>
                      <a:cubicBezTo>
                        <a:pt x="1624413" y="844550"/>
                        <a:pt x="1616238" y="839158"/>
                        <a:pt x="1613513" y="831071"/>
                      </a:cubicBezTo>
                      <a:cubicBezTo>
                        <a:pt x="1613513" y="831071"/>
                        <a:pt x="1613513" y="831071"/>
                        <a:pt x="1591715" y="763677"/>
                      </a:cubicBezTo>
                      <a:cubicBezTo>
                        <a:pt x="1588990" y="755590"/>
                        <a:pt x="1594440" y="744807"/>
                        <a:pt x="1605339" y="739415"/>
                      </a:cubicBezTo>
                      <a:cubicBezTo>
                        <a:pt x="1605339" y="739415"/>
                        <a:pt x="1605339" y="739415"/>
                        <a:pt x="1722506" y="701675"/>
                      </a:cubicBezTo>
                      <a:close/>
                      <a:moveTo>
                        <a:pt x="902177" y="701675"/>
                      </a:moveTo>
                      <a:cubicBezTo>
                        <a:pt x="904879" y="701675"/>
                        <a:pt x="907581" y="701675"/>
                        <a:pt x="907581" y="701675"/>
                      </a:cubicBezTo>
                      <a:cubicBezTo>
                        <a:pt x="915687" y="701675"/>
                        <a:pt x="923794" y="707058"/>
                        <a:pt x="926496" y="715134"/>
                      </a:cubicBezTo>
                      <a:cubicBezTo>
                        <a:pt x="926496" y="715134"/>
                        <a:pt x="926496" y="715134"/>
                        <a:pt x="948113" y="779738"/>
                      </a:cubicBezTo>
                      <a:cubicBezTo>
                        <a:pt x="950815" y="790506"/>
                        <a:pt x="945411" y="801273"/>
                        <a:pt x="937304" y="803965"/>
                      </a:cubicBezTo>
                      <a:cubicBezTo>
                        <a:pt x="937304" y="803965"/>
                        <a:pt x="937304" y="803965"/>
                        <a:pt x="872453" y="825500"/>
                      </a:cubicBezTo>
                      <a:cubicBezTo>
                        <a:pt x="869751" y="825500"/>
                        <a:pt x="867049" y="825500"/>
                        <a:pt x="867049" y="825500"/>
                      </a:cubicBezTo>
                      <a:cubicBezTo>
                        <a:pt x="858943" y="825500"/>
                        <a:pt x="850836" y="820116"/>
                        <a:pt x="848134" y="812041"/>
                      </a:cubicBezTo>
                      <a:cubicBezTo>
                        <a:pt x="848134" y="812041"/>
                        <a:pt x="848134" y="812041"/>
                        <a:pt x="826517" y="747436"/>
                      </a:cubicBezTo>
                      <a:cubicBezTo>
                        <a:pt x="823815" y="736669"/>
                        <a:pt x="829219" y="725901"/>
                        <a:pt x="837326" y="723210"/>
                      </a:cubicBezTo>
                      <a:cubicBezTo>
                        <a:pt x="837326" y="723210"/>
                        <a:pt x="837326" y="723210"/>
                        <a:pt x="902177" y="701675"/>
                      </a:cubicBezTo>
                      <a:close/>
                      <a:moveTo>
                        <a:pt x="106541" y="693738"/>
                      </a:moveTo>
                      <a:cubicBezTo>
                        <a:pt x="106541" y="693738"/>
                        <a:pt x="109233" y="693738"/>
                        <a:pt x="111925" y="693738"/>
                      </a:cubicBezTo>
                      <a:cubicBezTo>
                        <a:pt x="120001" y="693738"/>
                        <a:pt x="125384" y="699121"/>
                        <a:pt x="128076" y="707197"/>
                      </a:cubicBezTo>
                      <a:cubicBezTo>
                        <a:pt x="128076" y="707197"/>
                        <a:pt x="128076" y="707197"/>
                        <a:pt x="149611" y="774493"/>
                      </a:cubicBezTo>
                      <a:cubicBezTo>
                        <a:pt x="152303" y="782569"/>
                        <a:pt x="149611" y="793336"/>
                        <a:pt x="138844" y="796028"/>
                      </a:cubicBezTo>
                      <a:cubicBezTo>
                        <a:pt x="138844" y="796028"/>
                        <a:pt x="138844" y="796028"/>
                        <a:pt x="76931" y="817563"/>
                      </a:cubicBezTo>
                      <a:cubicBezTo>
                        <a:pt x="76931" y="817563"/>
                        <a:pt x="74239" y="817563"/>
                        <a:pt x="71547" y="817563"/>
                      </a:cubicBezTo>
                      <a:cubicBezTo>
                        <a:pt x="63472" y="817563"/>
                        <a:pt x="58088" y="812179"/>
                        <a:pt x="55396" y="804104"/>
                      </a:cubicBezTo>
                      <a:cubicBezTo>
                        <a:pt x="55396" y="804104"/>
                        <a:pt x="55396" y="804104"/>
                        <a:pt x="33861" y="736807"/>
                      </a:cubicBezTo>
                      <a:cubicBezTo>
                        <a:pt x="28478" y="728732"/>
                        <a:pt x="33861" y="717964"/>
                        <a:pt x="44629" y="715273"/>
                      </a:cubicBezTo>
                      <a:cubicBezTo>
                        <a:pt x="44629" y="715273"/>
                        <a:pt x="44629" y="715273"/>
                        <a:pt x="106541" y="693738"/>
                      </a:cubicBezTo>
                      <a:close/>
                      <a:moveTo>
                        <a:pt x="1388436" y="676275"/>
                      </a:moveTo>
                      <a:cubicBezTo>
                        <a:pt x="1396572" y="676275"/>
                        <a:pt x="1404708" y="681747"/>
                        <a:pt x="1407420" y="689954"/>
                      </a:cubicBezTo>
                      <a:cubicBezTo>
                        <a:pt x="1407420" y="689954"/>
                        <a:pt x="1407420" y="689954"/>
                        <a:pt x="1429116" y="758352"/>
                      </a:cubicBezTo>
                      <a:cubicBezTo>
                        <a:pt x="1431828" y="769296"/>
                        <a:pt x="1426404" y="780240"/>
                        <a:pt x="1415556" y="782975"/>
                      </a:cubicBezTo>
                      <a:cubicBezTo>
                        <a:pt x="1415556" y="782975"/>
                        <a:pt x="1415556" y="782975"/>
                        <a:pt x="1350469" y="804863"/>
                      </a:cubicBezTo>
                      <a:cubicBezTo>
                        <a:pt x="1350469" y="804863"/>
                        <a:pt x="1347757" y="804863"/>
                        <a:pt x="1345045" y="804863"/>
                      </a:cubicBezTo>
                      <a:cubicBezTo>
                        <a:pt x="1336909" y="804863"/>
                        <a:pt x="1331485" y="799391"/>
                        <a:pt x="1328773" y="791183"/>
                      </a:cubicBezTo>
                      <a:cubicBezTo>
                        <a:pt x="1328773" y="791183"/>
                        <a:pt x="1328773" y="791183"/>
                        <a:pt x="1307077" y="722785"/>
                      </a:cubicBezTo>
                      <a:cubicBezTo>
                        <a:pt x="1301653" y="714578"/>
                        <a:pt x="1307077" y="703634"/>
                        <a:pt x="1317925" y="700898"/>
                      </a:cubicBezTo>
                      <a:cubicBezTo>
                        <a:pt x="1317925" y="700898"/>
                        <a:pt x="1317925" y="700898"/>
                        <a:pt x="1383012" y="679011"/>
                      </a:cubicBezTo>
                      <a:cubicBezTo>
                        <a:pt x="1385724" y="679011"/>
                        <a:pt x="1385724" y="676275"/>
                        <a:pt x="1388436" y="676275"/>
                      </a:cubicBezTo>
                      <a:close/>
                      <a:moveTo>
                        <a:pt x="585161" y="671513"/>
                      </a:moveTo>
                      <a:cubicBezTo>
                        <a:pt x="593297" y="671513"/>
                        <a:pt x="601433" y="676917"/>
                        <a:pt x="604145" y="685023"/>
                      </a:cubicBezTo>
                      <a:cubicBezTo>
                        <a:pt x="604145" y="685023"/>
                        <a:pt x="604145" y="685023"/>
                        <a:pt x="625841" y="752577"/>
                      </a:cubicBezTo>
                      <a:cubicBezTo>
                        <a:pt x="628553" y="763385"/>
                        <a:pt x="623129" y="774194"/>
                        <a:pt x="612281" y="776896"/>
                      </a:cubicBezTo>
                      <a:cubicBezTo>
                        <a:pt x="612281" y="776896"/>
                        <a:pt x="612281" y="776896"/>
                        <a:pt x="547194" y="798513"/>
                      </a:cubicBezTo>
                      <a:cubicBezTo>
                        <a:pt x="547194" y="798513"/>
                        <a:pt x="544482" y="798513"/>
                        <a:pt x="541770" y="798513"/>
                      </a:cubicBezTo>
                      <a:cubicBezTo>
                        <a:pt x="533634" y="798513"/>
                        <a:pt x="525498" y="793108"/>
                        <a:pt x="522786" y="785002"/>
                      </a:cubicBezTo>
                      <a:cubicBezTo>
                        <a:pt x="522786" y="785002"/>
                        <a:pt x="522786" y="785002"/>
                        <a:pt x="501090" y="717449"/>
                      </a:cubicBezTo>
                      <a:cubicBezTo>
                        <a:pt x="498378" y="709343"/>
                        <a:pt x="503802" y="698534"/>
                        <a:pt x="514650" y="695832"/>
                      </a:cubicBezTo>
                      <a:cubicBezTo>
                        <a:pt x="514650" y="695832"/>
                        <a:pt x="514650" y="695832"/>
                        <a:pt x="579737" y="674215"/>
                      </a:cubicBezTo>
                      <a:cubicBezTo>
                        <a:pt x="582449" y="674215"/>
                        <a:pt x="582449" y="671513"/>
                        <a:pt x="585161" y="671513"/>
                      </a:cubicBezTo>
                      <a:close/>
                      <a:moveTo>
                        <a:pt x="1027590" y="660400"/>
                      </a:moveTo>
                      <a:cubicBezTo>
                        <a:pt x="1030292" y="660400"/>
                        <a:pt x="1032994" y="660400"/>
                        <a:pt x="1032994" y="660400"/>
                      </a:cubicBezTo>
                      <a:cubicBezTo>
                        <a:pt x="1041100" y="660400"/>
                        <a:pt x="1049207" y="665852"/>
                        <a:pt x="1051909" y="674032"/>
                      </a:cubicBezTo>
                      <a:cubicBezTo>
                        <a:pt x="1051909" y="674032"/>
                        <a:pt x="1051909" y="674032"/>
                        <a:pt x="1073526" y="739464"/>
                      </a:cubicBezTo>
                      <a:cubicBezTo>
                        <a:pt x="1076228" y="750370"/>
                        <a:pt x="1070824" y="761275"/>
                        <a:pt x="1062717" y="764002"/>
                      </a:cubicBezTo>
                      <a:cubicBezTo>
                        <a:pt x="1062717" y="764002"/>
                        <a:pt x="1062717" y="764002"/>
                        <a:pt x="997866" y="785813"/>
                      </a:cubicBezTo>
                      <a:cubicBezTo>
                        <a:pt x="995164" y="785813"/>
                        <a:pt x="992462" y="785813"/>
                        <a:pt x="992462" y="785813"/>
                      </a:cubicBezTo>
                      <a:cubicBezTo>
                        <a:pt x="984356" y="785813"/>
                        <a:pt x="976249" y="780360"/>
                        <a:pt x="973547" y="772181"/>
                      </a:cubicBezTo>
                      <a:cubicBezTo>
                        <a:pt x="973547" y="772181"/>
                        <a:pt x="973547" y="772181"/>
                        <a:pt x="951930" y="706748"/>
                      </a:cubicBezTo>
                      <a:cubicBezTo>
                        <a:pt x="949228" y="695843"/>
                        <a:pt x="954632" y="684937"/>
                        <a:pt x="962739" y="682211"/>
                      </a:cubicBezTo>
                      <a:cubicBezTo>
                        <a:pt x="962739" y="682211"/>
                        <a:pt x="962739" y="682211"/>
                        <a:pt x="1027590" y="660400"/>
                      </a:cubicBezTo>
                      <a:close/>
                      <a:moveTo>
                        <a:pt x="1859245" y="657225"/>
                      </a:moveTo>
                      <a:cubicBezTo>
                        <a:pt x="1864698" y="657225"/>
                        <a:pt x="1872877" y="662697"/>
                        <a:pt x="1875604" y="670904"/>
                      </a:cubicBezTo>
                      <a:cubicBezTo>
                        <a:pt x="1875604" y="670904"/>
                        <a:pt x="1875604" y="670904"/>
                        <a:pt x="1897415" y="739302"/>
                      </a:cubicBezTo>
                      <a:cubicBezTo>
                        <a:pt x="1900141" y="750246"/>
                        <a:pt x="1894688" y="761190"/>
                        <a:pt x="1886509" y="763925"/>
                      </a:cubicBezTo>
                      <a:cubicBezTo>
                        <a:pt x="1886509" y="763925"/>
                        <a:pt x="1886509" y="763925"/>
                        <a:pt x="1823803" y="783077"/>
                      </a:cubicBezTo>
                      <a:cubicBezTo>
                        <a:pt x="1821076" y="783077"/>
                        <a:pt x="1821076" y="785813"/>
                        <a:pt x="1818350" y="785813"/>
                      </a:cubicBezTo>
                      <a:cubicBezTo>
                        <a:pt x="1810171" y="785813"/>
                        <a:pt x="1804718" y="780341"/>
                        <a:pt x="1801992" y="772133"/>
                      </a:cubicBezTo>
                      <a:cubicBezTo>
                        <a:pt x="1801992" y="772133"/>
                        <a:pt x="1801992" y="772133"/>
                        <a:pt x="1777454" y="703735"/>
                      </a:cubicBezTo>
                      <a:cubicBezTo>
                        <a:pt x="1774728" y="692792"/>
                        <a:pt x="1780181" y="681848"/>
                        <a:pt x="1791086" y="679112"/>
                      </a:cubicBezTo>
                      <a:cubicBezTo>
                        <a:pt x="1791086" y="679112"/>
                        <a:pt x="1791086" y="679112"/>
                        <a:pt x="1853793" y="659961"/>
                      </a:cubicBezTo>
                      <a:cubicBezTo>
                        <a:pt x="1853793" y="659961"/>
                        <a:pt x="1856519" y="657225"/>
                        <a:pt x="1859245" y="657225"/>
                      </a:cubicBezTo>
                      <a:close/>
                      <a:moveTo>
                        <a:pt x="231816" y="652463"/>
                      </a:moveTo>
                      <a:cubicBezTo>
                        <a:pt x="234543" y="652463"/>
                        <a:pt x="234543" y="652463"/>
                        <a:pt x="237269" y="652463"/>
                      </a:cubicBezTo>
                      <a:cubicBezTo>
                        <a:pt x="245448" y="652463"/>
                        <a:pt x="250901" y="657915"/>
                        <a:pt x="253627" y="663368"/>
                      </a:cubicBezTo>
                      <a:cubicBezTo>
                        <a:pt x="253627" y="663368"/>
                        <a:pt x="253627" y="663368"/>
                        <a:pt x="278165" y="734254"/>
                      </a:cubicBezTo>
                      <a:cubicBezTo>
                        <a:pt x="280891" y="742433"/>
                        <a:pt x="275438" y="753338"/>
                        <a:pt x="264533" y="756065"/>
                      </a:cubicBezTo>
                      <a:cubicBezTo>
                        <a:pt x="264533" y="756065"/>
                        <a:pt x="264533" y="756065"/>
                        <a:pt x="204553" y="777876"/>
                      </a:cubicBezTo>
                      <a:cubicBezTo>
                        <a:pt x="201826" y="777876"/>
                        <a:pt x="201826" y="777876"/>
                        <a:pt x="199100" y="777876"/>
                      </a:cubicBezTo>
                      <a:cubicBezTo>
                        <a:pt x="190921" y="777876"/>
                        <a:pt x="185468" y="772423"/>
                        <a:pt x="182741" y="764244"/>
                      </a:cubicBezTo>
                      <a:cubicBezTo>
                        <a:pt x="182741" y="764244"/>
                        <a:pt x="182741" y="764244"/>
                        <a:pt x="158204" y="696085"/>
                      </a:cubicBezTo>
                      <a:cubicBezTo>
                        <a:pt x="155478" y="685179"/>
                        <a:pt x="160930" y="677000"/>
                        <a:pt x="171836" y="674274"/>
                      </a:cubicBezTo>
                      <a:cubicBezTo>
                        <a:pt x="171836" y="674274"/>
                        <a:pt x="171836" y="674274"/>
                        <a:pt x="231816" y="652463"/>
                      </a:cubicBezTo>
                      <a:close/>
                      <a:moveTo>
                        <a:pt x="1513848" y="636588"/>
                      </a:moveTo>
                      <a:cubicBezTo>
                        <a:pt x="1521984" y="636588"/>
                        <a:pt x="1530120" y="641992"/>
                        <a:pt x="1532832" y="650098"/>
                      </a:cubicBezTo>
                      <a:cubicBezTo>
                        <a:pt x="1532832" y="650098"/>
                        <a:pt x="1532832" y="650098"/>
                        <a:pt x="1554528" y="717652"/>
                      </a:cubicBezTo>
                      <a:cubicBezTo>
                        <a:pt x="1557240" y="728460"/>
                        <a:pt x="1551816" y="739269"/>
                        <a:pt x="1540968" y="741971"/>
                      </a:cubicBezTo>
                      <a:cubicBezTo>
                        <a:pt x="1540968" y="741971"/>
                        <a:pt x="1540968" y="741971"/>
                        <a:pt x="1475881" y="763588"/>
                      </a:cubicBezTo>
                      <a:cubicBezTo>
                        <a:pt x="1475881" y="763588"/>
                        <a:pt x="1473169" y="763588"/>
                        <a:pt x="1470457" y="763588"/>
                      </a:cubicBezTo>
                      <a:cubicBezTo>
                        <a:pt x="1462321" y="763588"/>
                        <a:pt x="1456897" y="758183"/>
                        <a:pt x="1454185" y="750077"/>
                      </a:cubicBezTo>
                      <a:cubicBezTo>
                        <a:pt x="1454185" y="750077"/>
                        <a:pt x="1454185" y="750077"/>
                        <a:pt x="1432489" y="682524"/>
                      </a:cubicBezTo>
                      <a:cubicBezTo>
                        <a:pt x="1427065" y="674418"/>
                        <a:pt x="1432489" y="663609"/>
                        <a:pt x="1443337" y="660907"/>
                      </a:cubicBezTo>
                      <a:cubicBezTo>
                        <a:pt x="1443337" y="660907"/>
                        <a:pt x="1443337" y="660907"/>
                        <a:pt x="1508424" y="639290"/>
                      </a:cubicBezTo>
                      <a:cubicBezTo>
                        <a:pt x="1511136" y="639290"/>
                        <a:pt x="1511136" y="636588"/>
                        <a:pt x="1513848" y="636588"/>
                      </a:cubicBezTo>
                      <a:close/>
                      <a:moveTo>
                        <a:pt x="708986" y="630238"/>
                      </a:moveTo>
                      <a:cubicBezTo>
                        <a:pt x="717122" y="630238"/>
                        <a:pt x="725258" y="635710"/>
                        <a:pt x="727970" y="643917"/>
                      </a:cubicBezTo>
                      <a:cubicBezTo>
                        <a:pt x="727970" y="643917"/>
                        <a:pt x="727970" y="643917"/>
                        <a:pt x="749666" y="712315"/>
                      </a:cubicBezTo>
                      <a:cubicBezTo>
                        <a:pt x="752378" y="723259"/>
                        <a:pt x="746954" y="734203"/>
                        <a:pt x="736106" y="736938"/>
                      </a:cubicBezTo>
                      <a:cubicBezTo>
                        <a:pt x="736106" y="736938"/>
                        <a:pt x="736106" y="736938"/>
                        <a:pt x="671019" y="758826"/>
                      </a:cubicBezTo>
                      <a:cubicBezTo>
                        <a:pt x="671019" y="758826"/>
                        <a:pt x="668307" y="758826"/>
                        <a:pt x="665595" y="758826"/>
                      </a:cubicBezTo>
                      <a:cubicBezTo>
                        <a:pt x="657459" y="758826"/>
                        <a:pt x="649323" y="753354"/>
                        <a:pt x="646611" y="745146"/>
                      </a:cubicBezTo>
                      <a:cubicBezTo>
                        <a:pt x="646611" y="745146"/>
                        <a:pt x="646611" y="745146"/>
                        <a:pt x="624915" y="676748"/>
                      </a:cubicBezTo>
                      <a:cubicBezTo>
                        <a:pt x="622203" y="668541"/>
                        <a:pt x="627627" y="657597"/>
                        <a:pt x="638475" y="654861"/>
                      </a:cubicBezTo>
                      <a:cubicBezTo>
                        <a:pt x="638475" y="654861"/>
                        <a:pt x="638475" y="654861"/>
                        <a:pt x="703562" y="632974"/>
                      </a:cubicBezTo>
                      <a:cubicBezTo>
                        <a:pt x="706274" y="632974"/>
                        <a:pt x="706274" y="630238"/>
                        <a:pt x="708986" y="630238"/>
                      </a:cubicBezTo>
                      <a:close/>
                      <a:moveTo>
                        <a:pt x="1973303" y="619125"/>
                      </a:moveTo>
                      <a:cubicBezTo>
                        <a:pt x="1976030" y="619125"/>
                        <a:pt x="1976030" y="619125"/>
                        <a:pt x="1978756" y="619125"/>
                      </a:cubicBezTo>
                      <a:cubicBezTo>
                        <a:pt x="1986935" y="619125"/>
                        <a:pt x="1992388" y="624577"/>
                        <a:pt x="1995114" y="632757"/>
                      </a:cubicBezTo>
                      <a:cubicBezTo>
                        <a:pt x="1995114" y="632757"/>
                        <a:pt x="1995114" y="632757"/>
                        <a:pt x="2019652" y="700916"/>
                      </a:cubicBezTo>
                      <a:cubicBezTo>
                        <a:pt x="2022378" y="709095"/>
                        <a:pt x="2016925" y="720000"/>
                        <a:pt x="2006020" y="722727"/>
                      </a:cubicBezTo>
                      <a:cubicBezTo>
                        <a:pt x="2006020" y="722727"/>
                        <a:pt x="2006020" y="722727"/>
                        <a:pt x="1943313" y="744538"/>
                      </a:cubicBezTo>
                      <a:cubicBezTo>
                        <a:pt x="1943313" y="744538"/>
                        <a:pt x="1940587" y="744538"/>
                        <a:pt x="1937861" y="744538"/>
                      </a:cubicBezTo>
                      <a:cubicBezTo>
                        <a:pt x="1932408" y="744538"/>
                        <a:pt x="1924229" y="739085"/>
                        <a:pt x="1921502" y="730906"/>
                      </a:cubicBezTo>
                      <a:cubicBezTo>
                        <a:pt x="1921502" y="730906"/>
                        <a:pt x="1921502" y="730906"/>
                        <a:pt x="1899691" y="662747"/>
                      </a:cubicBezTo>
                      <a:cubicBezTo>
                        <a:pt x="1896965" y="654568"/>
                        <a:pt x="1902418" y="643662"/>
                        <a:pt x="1910597" y="640936"/>
                      </a:cubicBezTo>
                      <a:cubicBezTo>
                        <a:pt x="1910597" y="640936"/>
                        <a:pt x="1910597" y="640936"/>
                        <a:pt x="1973303" y="619125"/>
                      </a:cubicBezTo>
                      <a:close/>
                      <a:moveTo>
                        <a:pt x="1152395" y="619125"/>
                      </a:moveTo>
                      <a:cubicBezTo>
                        <a:pt x="1155130" y="619125"/>
                        <a:pt x="1157866" y="619125"/>
                        <a:pt x="1157866" y="619125"/>
                      </a:cubicBezTo>
                      <a:cubicBezTo>
                        <a:pt x="1166074" y="619125"/>
                        <a:pt x="1174282" y="624577"/>
                        <a:pt x="1177018" y="632757"/>
                      </a:cubicBezTo>
                      <a:cubicBezTo>
                        <a:pt x="1177018" y="632757"/>
                        <a:pt x="1177018" y="632757"/>
                        <a:pt x="1198905" y="698189"/>
                      </a:cubicBezTo>
                      <a:cubicBezTo>
                        <a:pt x="1201641" y="709095"/>
                        <a:pt x="1196169" y="720000"/>
                        <a:pt x="1187961" y="722727"/>
                      </a:cubicBezTo>
                      <a:cubicBezTo>
                        <a:pt x="1187961" y="722727"/>
                        <a:pt x="1187961" y="722727"/>
                        <a:pt x="1122299" y="744538"/>
                      </a:cubicBezTo>
                      <a:cubicBezTo>
                        <a:pt x="1119564" y="744538"/>
                        <a:pt x="1116828" y="744538"/>
                        <a:pt x="1116828" y="744538"/>
                      </a:cubicBezTo>
                      <a:cubicBezTo>
                        <a:pt x="1108620" y="744538"/>
                        <a:pt x="1100412" y="739085"/>
                        <a:pt x="1097676" y="730906"/>
                      </a:cubicBezTo>
                      <a:cubicBezTo>
                        <a:pt x="1097676" y="730906"/>
                        <a:pt x="1097676" y="730906"/>
                        <a:pt x="1075789" y="665473"/>
                      </a:cubicBezTo>
                      <a:cubicBezTo>
                        <a:pt x="1073053" y="654568"/>
                        <a:pt x="1078525" y="643662"/>
                        <a:pt x="1086733" y="640936"/>
                      </a:cubicBezTo>
                      <a:cubicBezTo>
                        <a:pt x="1086733" y="640936"/>
                        <a:pt x="1086733" y="640936"/>
                        <a:pt x="1152395" y="619125"/>
                      </a:cubicBezTo>
                      <a:close/>
                      <a:moveTo>
                        <a:pt x="359506" y="611188"/>
                      </a:moveTo>
                      <a:cubicBezTo>
                        <a:pt x="367685" y="611188"/>
                        <a:pt x="373138" y="616640"/>
                        <a:pt x="375864" y="624820"/>
                      </a:cubicBezTo>
                      <a:cubicBezTo>
                        <a:pt x="375864" y="624820"/>
                        <a:pt x="375864" y="624820"/>
                        <a:pt x="400402" y="692979"/>
                      </a:cubicBezTo>
                      <a:cubicBezTo>
                        <a:pt x="403128" y="703884"/>
                        <a:pt x="397675" y="712063"/>
                        <a:pt x="389496" y="717516"/>
                      </a:cubicBezTo>
                      <a:cubicBezTo>
                        <a:pt x="389496" y="717516"/>
                        <a:pt x="389496" y="717516"/>
                        <a:pt x="326790" y="736601"/>
                      </a:cubicBezTo>
                      <a:cubicBezTo>
                        <a:pt x="324063" y="736601"/>
                        <a:pt x="324063" y="736601"/>
                        <a:pt x="321337" y="736601"/>
                      </a:cubicBezTo>
                      <a:cubicBezTo>
                        <a:pt x="313158" y="736601"/>
                        <a:pt x="307705" y="731148"/>
                        <a:pt x="304979" y="725695"/>
                      </a:cubicBezTo>
                      <a:cubicBezTo>
                        <a:pt x="304979" y="725695"/>
                        <a:pt x="304979" y="725695"/>
                        <a:pt x="283168" y="654810"/>
                      </a:cubicBezTo>
                      <a:cubicBezTo>
                        <a:pt x="277715" y="646631"/>
                        <a:pt x="283168" y="635725"/>
                        <a:pt x="294073" y="632999"/>
                      </a:cubicBezTo>
                      <a:cubicBezTo>
                        <a:pt x="294073" y="632999"/>
                        <a:pt x="294073" y="632999"/>
                        <a:pt x="354053" y="613914"/>
                      </a:cubicBezTo>
                      <a:cubicBezTo>
                        <a:pt x="356780" y="611188"/>
                        <a:pt x="356780" y="611188"/>
                        <a:pt x="359506" y="611188"/>
                      </a:cubicBezTo>
                      <a:close/>
                      <a:moveTo>
                        <a:pt x="1638732" y="595313"/>
                      </a:moveTo>
                      <a:cubicBezTo>
                        <a:pt x="1646967" y="595313"/>
                        <a:pt x="1655202" y="600717"/>
                        <a:pt x="1657947" y="608823"/>
                      </a:cubicBezTo>
                      <a:cubicBezTo>
                        <a:pt x="1657947" y="608823"/>
                        <a:pt x="1657947" y="608823"/>
                        <a:pt x="1679908" y="676377"/>
                      </a:cubicBezTo>
                      <a:cubicBezTo>
                        <a:pt x="1682653" y="687185"/>
                        <a:pt x="1677163" y="697994"/>
                        <a:pt x="1666183" y="700696"/>
                      </a:cubicBezTo>
                      <a:cubicBezTo>
                        <a:pt x="1666183" y="700696"/>
                        <a:pt x="1666183" y="700696"/>
                        <a:pt x="1600301" y="722313"/>
                      </a:cubicBezTo>
                      <a:cubicBezTo>
                        <a:pt x="1600301" y="722313"/>
                        <a:pt x="1597556" y="722313"/>
                        <a:pt x="1594811" y="722313"/>
                      </a:cubicBezTo>
                      <a:cubicBezTo>
                        <a:pt x="1586576" y="722313"/>
                        <a:pt x="1581086" y="716908"/>
                        <a:pt x="1578341" y="708802"/>
                      </a:cubicBezTo>
                      <a:cubicBezTo>
                        <a:pt x="1578341" y="708802"/>
                        <a:pt x="1578341" y="708802"/>
                        <a:pt x="1556380" y="641249"/>
                      </a:cubicBezTo>
                      <a:cubicBezTo>
                        <a:pt x="1550890" y="633143"/>
                        <a:pt x="1556380" y="622334"/>
                        <a:pt x="1567360" y="619632"/>
                      </a:cubicBezTo>
                      <a:cubicBezTo>
                        <a:pt x="1567360" y="619632"/>
                        <a:pt x="1567360" y="619632"/>
                        <a:pt x="1633242" y="598015"/>
                      </a:cubicBezTo>
                      <a:cubicBezTo>
                        <a:pt x="1635987" y="598015"/>
                        <a:pt x="1635987" y="595313"/>
                        <a:pt x="1638732" y="595313"/>
                      </a:cubicBezTo>
                      <a:close/>
                      <a:moveTo>
                        <a:pt x="76472" y="595313"/>
                      </a:moveTo>
                      <a:cubicBezTo>
                        <a:pt x="79167" y="595313"/>
                        <a:pt x="79167" y="595313"/>
                        <a:pt x="81862" y="595313"/>
                      </a:cubicBezTo>
                      <a:cubicBezTo>
                        <a:pt x="87252" y="595313"/>
                        <a:pt x="92642" y="600744"/>
                        <a:pt x="95337" y="606175"/>
                      </a:cubicBezTo>
                      <a:cubicBezTo>
                        <a:pt x="95337" y="606175"/>
                        <a:pt x="95337" y="606175"/>
                        <a:pt x="111508" y="657769"/>
                      </a:cubicBezTo>
                      <a:cubicBezTo>
                        <a:pt x="114203" y="663200"/>
                        <a:pt x="111508" y="671346"/>
                        <a:pt x="103422" y="674061"/>
                      </a:cubicBezTo>
                      <a:cubicBezTo>
                        <a:pt x="103422" y="674061"/>
                        <a:pt x="103422" y="674061"/>
                        <a:pt x="36046" y="698501"/>
                      </a:cubicBezTo>
                      <a:cubicBezTo>
                        <a:pt x="33351" y="698501"/>
                        <a:pt x="30656" y="698501"/>
                        <a:pt x="30656" y="698501"/>
                      </a:cubicBezTo>
                      <a:cubicBezTo>
                        <a:pt x="25265" y="698501"/>
                        <a:pt x="17180" y="693070"/>
                        <a:pt x="17180" y="687639"/>
                      </a:cubicBezTo>
                      <a:cubicBezTo>
                        <a:pt x="17180" y="687639"/>
                        <a:pt x="17180" y="687639"/>
                        <a:pt x="1010" y="636045"/>
                      </a:cubicBezTo>
                      <a:cubicBezTo>
                        <a:pt x="-1685" y="630614"/>
                        <a:pt x="1010" y="619752"/>
                        <a:pt x="9095" y="619752"/>
                      </a:cubicBezTo>
                      <a:cubicBezTo>
                        <a:pt x="9095" y="619752"/>
                        <a:pt x="9095" y="619752"/>
                        <a:pt x="76472" y="595313"/>
                      </a:cubicBezTo>
                      <a:close/>
                      <a:moveTo>
                        <a:pt x="834398" y="590550"/>
                      </a:moveTo>
                      <a:cubicBezTo>
                        <a:pt x="842534" y="590550"/>
                        <a:pt x="850670" y="595954"/>
                        <a:pt x="853382" y="604060"/>
                      </a:cubicBezTo>
                      <a:cubicBezTo>
                        <a:pt x="853382" y="604060"/>
                        <a:pt x="853382" y="604060"/>
                        <a:pt x="875078" y="671614"/>
                      </a:cubicBezTo>
                      <a:cubicBezTo>
                        <a:pt x="877790" y="682422"/>
                        <a:pt x="872366" y="693231"/>
                        <a:pt x="861518" y="695933"/>
                      </a:cubicBezTo>
                      <a:cubicBezTo>
                        <a:pt x="861518" y="695933"/>
                        <a:pt x="861518" y="695933"/>
                        <a:pt x="796431" y="717550"/>
                      </a:cubicBezTo>
                      <a:cubicBezTo>
                        <a:pt x="796431" y="717550"/>
                        <a:pt x="793719" y="717550"/>
                        <a:pt x="791007" y="717550"/>
                      </a:cubicBezTo>
                      <a:cubicBezTo>
                        <a:pt x="782871" y="717550"/>
                        <a:pt x="774735" y="712145"/>
                        <a:pt x="774735" y="704039"/>
                      </a:cubicBezTo>
                      <a:cubicBezTo>
                        <a:pt x="774735" y="704039"/>
                        <a:pt x="774735" y="704039"/>
                        <a:pt x="750327" y="636486"/>
                      </a:cubicBezTo>
                      <a:cubicBezTo>
                        <a:pt x="747615" y="628380"/>
                        <a:pt x="753039" y="617571"/>
                        <a:pt x="763887" y="614869"/>
                      </a:cubicBezTo>
                      <a:cubicBezTo>
                        <a:pt x="763887" y="614869"/>
                        <a:pt x="763887" y="614869"/>
                        <a:pt x="828974" y="593252"/>
                      </a:cubicBezTo>
                      <a:cubicBezTo>
                        <a:pt x="831686" y="593252"/>
                        <a:pt x="831686" y="590550"/>
                        <a:pt x="834398" y="590550"/>
                      </a:cubicBezTo>
                      <a:close/>
                      <a:moveTo>
                        <a:pt x="2092366" y="581025"/>
                      </a:moveTo>
                      <a:cubicBezTo>
                        <a:pt x="2095093" y="581025"/>
                        <a:pt x="2097819" y="581025"/>
                        <a:pt x="2097819" y="581025"/>
                      </a:cubicBezTo>
                      <a:cubicBezTo>
                        <a:pt x="2105998" y="581025"/>
                        <a:pt x="2114177" y="583751"/>
                        <a:pt x="2116904" y="591930"/>
                      </a:cubicBezTo>
                      <a:cubicBezTo>
                        <a:pt x="2116904" y="591930"/>
                        <a:pt x="2116904" y="591930"/>
                        <a:pt x="2138715" y="660089"/>
                      </a:cubicBezTo>
                      <a:cubicBezTo>
                        <a:pt x="2141441" y="670995"/>
                        <a:pt x="2135988" y="681900"/>
                        <a:pt x="2127809" y="684627"/>
                      </a:cubicBezTo>
                      <a:cubicBezTo>
                        <a:pt x="2127809" y="684627"/>
                        <a:pt x="2127809" y="684627"/>
                        <a:pt x="2065103" y="703711"/>
                      </a:cubicBezTo>
                      <a:cubicBezTo>
                        <a:pt x="2062376" y="703711"/>
                        <a:pt x="2059650" y="706438"/>
                        <a:pt x="2059650" y="706438"/>
                      </a:cubicBezTo>
                      <a:cubicBezTo>
                        <a:pt x="2051471" y="706438"/>
                        <a:pt x="2043292" y="700985"/>
                        <a:pt x="2040565" y="692806"/>
                      </a:cubicBezTo>
                      <a:cubicBezTo>
                        <a:pt x="2040565" y="692806"/>
                        <a:pt x="2040565" y="692806"/>
                        <a:pt x="2018754" y="624647"/>
                      </a:cubicBezTo>
                      <a:cubicBezTo>
                        <a:pt x="2016028" y="613741"/>
                        <a:pt x="2021481" y="602836"/>
                        <a:pt x="2029660" y="600109"/>
                      </a:cubicBezTo>
                      <a:cubicBezTo>
                        <a:pt x="2029660" y="600109"/>
                        <a:pt x="2029660" y="600109"/>
                        <a:pt x="2092366" y="581025"/>
                      </a:cubicBezTo>
                      <a:close/>
                      <a:moveTo>
                        <a:pt x="1276827" y="579438"/>
                      </a:moveTo>
                      <a:cubicBezTo>
                        <a:pt x="1279529" y="579438"/>
                        <a:pt x="1282231" y="579438"/>
                        <a:pt x="1284933" y="579438"/>
                      </a:cubicBezTo>
                      <a:cubicBezTo>
                        <a:pt x="1290337" y="579438"/>
                        <a:pt x="1298444" y="584821"/>
                        <a:pt x="1301146" y="592897"/>
                      </a:cubicBezTo>
                      <a:cubicBezTo>
                        <a:pt x="1301146" y="592897"/>
                        <a:pt x="1301146" y="592897"/>
                        <a:pt x="1322763" y="657501"/>
                      </a:cubicBezTo>
                      <a:cubicBezTo>
                        <a:pt x="1325465" y="668269"/>
                        <a:pt x="1320061" y="679036"/>
                        <a:pt x="1311954" y="681728"/>
                      </a:cubicBezTo>
                      <a:cubicBezTo>
                        <a:pt x="1311954" y="681728"/>
                        <a:pt x="1311954" y="681728"/>
                        <a:pt x="1247103" y="703263"/>
                      </a:cubicBezTo>
                      <a:cubicBezTo>
                        <a:pt x="1244401" y="703263"/>
                        <a:pt x="1241699" y="703263"/>
                        <a:pt x="1241699" y="703263"/>
                      </a:cubicBezTo>
                      <a:cubicBezTo>
                        <a:pt x="1233593" y="703263"/>
                        <a:pt x="1225486" y="697879"/>
                        <a:pt x="1222784" y="689804"/>
                      </a:cubicBezTo>
                      <a:cubicBezTo>
                        <a:pt x="1222784" y="689804"/>
                        <a:pt x="1222784" y="689804"/>
                        <a:pt x="1201167" y="625199"/>
                      </a:cubicBezTo>
                      <a:cubicBezTo>
                        <a:pt x="1198465" y="614432"/>
                        <a:pt x="1203869" y="603664"/>
                        <a:pt x="1211976" y="600973"/>
                      </a:cubicBezTo>
                      <a:cubicBezTo>
                        <a:pt x="1211976" y="600973"/>
                        <a:pt x="1211976" y="600973"/>
                        <a:pt x="1276827" y="579438"/>
                      </a:cubicBezTo>
                      <a:close/>
                      <a:moveTo>
                        <a:pt x="481904" y="571500"/>
                      </a:moveTo>
                      <a:cubicBezTo>
                        <a:pt x="490053" y="571500"/>
                        <a:pt x="498202" y="576883"/>
                        <a:pt x="500918" y="584959"/>
                      </a:cubicBezTo>
                      <a:cubicBezTo>
                        <a:pt x="500918" y="584959"/>
                        <a:pt x="500918" y="584959"/>
                        <a:pt x="522650" y="654947"/>
                      </a:cubicBezTo>
                      <a:cubicBezTo>
                        <a:pt x="525366" y="663023"/>
                        <a:pt x="519933" y="673790"/>
                        <a:pt x="511784" y="676482"/>
                      </a:cubicBezTo>
                      <a:cubicBezTo>
                        <a:pt x="511784" y="676482"/>
                        <a:pt x="511784" y="676482"/>
                        <a:pt x="449307" y="695325"/>
                      </a:cubicBezTo>
                      <a:cubicBezTo>
                        <a:pt x="449307" y="695325"/>
                        <a:pt x="446590" y="695325"/>
                        <a:pt x="443874" y="695325"/>
                      </a:cubicBezTo>
                      <a:cubicBezTo>
                        <a:pt x="438441" y="695325"/>
                        <a:pt x="430292" y="692633"/>
                        <a:pt x="427576" y="684557"/>
                      </a:cubicBezTo>
                      <a:cubicBezTo>
                        <a:pt x="427576" y="684557"/>
                        <a:pt x="427576" y="684557"/>
                        <a:pt x="405844" y="614569"/>
                      </a:cubicBezTo>
                      <a:cubicBezTo>
                        <a:pt x="403128" y="606494"/>
                        <a:pt x="405844" y="595726"/>
                        <a:pt x="416710" y="593035"/>
                      </a:cubicBezTo>
                      <a:cubicBezTo>
                        <a:pt x="416710" y="593035"/>
                        <a:pt x="416710" y="593035"/>
                        <a:pt x="476471" y="574192"/>
                      </a:cubicBezTo>
                      <a:cubicBezTo>
                        <a:pt x="479187" y="574192"/>
                        <a:pt x="481904" y="571500"/>
                        <a:pt x="481904" y="571500"/>
                      </a:cubicBezTo>
                      <a:close/>
                      <a:moveTo>
                        <a:pt x="196366" y="557213"/>
                      </a:moveTo>
                      <a:cubicBezTo>
                        <a:pt x="196366" y="557213"/>
                        <a:pt x="199115" y="557213"/>
                        <a:pt x="199115" y="557213"/>
                      </a:cubicBezTo>
                      <a:cubicBezTo>
                        <a:pt x="207362" y="557213"/>
                        <a:pt x="212860" y="559916"/>
                        <a:pt x="215609" y="568025"/>
                      </a:cubicBezTo>
                      <a:cubicBezTo>
                        <a:pt x="215609" y="568025"/>
                        <a:pt x="215609" y="568025"/>
                        <a:pt x="232104" y="616680"/>
                      </a:cubicBezTo>
                      <a:cubicBezTo>
                        <a:pt x="234853" y="624789"/>
                        <a:pt x="229355" y="632898"/>
                        <a:pt x="221108" y="635601"/>
                      </a:cubicBezTo>
                      <a:cubicBezTo>
                        <a:pt x="221108" y="635601"/>
                        <a:pt x="221108" y="635601"/>
                        <a:pt x="160627" y="654523"/>
                      </a:cubicBezTo>
                      <a:cubicBezTo>
                        <a:pt x="160627" y="657226"/>
                        <a:pt x="157878" y="657226"/>
                        <a:pt x="157878" y="657226"/>
                      </a:cubicBezTo>
                      <a:cubicBezTo>
                        <a:pt x="149631" y="657226"/>
                        <a:pt x="144133" y="651820"/>
                        <a:pt x="144133" y="646414"/>
                      </a:cubicBezTo>
                      <a:cubicBezTo>
                        <a:pt x="144133" y="646414"/>
                        <a:pt x="144133" y="646414"/>
                        <a:pt x="124889" y="595056"/>
                      </a:cubicBezTo>
                      <a:cubicBezTo>
                        <a:pt x="122140" y="586946"/>
                        <a:pt x="127638" y="578837"/>
                        <a:pt x="135885" y="576134"/>
                      </a:cubicBezTo>
                      <a:cubicBezTo>
                        <a:pt x="135885" y="576134"/>
                        <a:pt x="135885" y="576134"/>
                        <a:pt x="196366" y="557213"/>
                      </a:cubicBezTo>
                      <a:close/>
                      <a:moveTo>
                        <a:pt x="959811" y="549275"/>
                      </a:moveTo>
                      <a:cubicBezTo>
                        <a:pt x="967947" y="549275"/>
                        <a:pt x="976083" y="554679"/>
                        <a:pt x="978795" y="562785"/>
                      </a:cubicBezTo>
                      <a:cubicBezTo>
                        <a:pt x="978795" y="562785"/>
                        <a:pt x="978795" y="562785"/>
                        <a:pt x="1000491" y="630339"/>
                      </a:cubicBezTo>
                      <a:cubicBezTo>
                        <a:pt x="1003203" y="641147"/>
                        <a:pt x="997779" y="651956"/>
                        <a:pt x="986931" y="654658"/>
                      </a:cubicBezTo>
                      <a:cubicBezTo>
                        <a:pt x="986931" y="654658"/>
                        <a:pt x="986931" y="654658"/>
                        <a:pt x="921844" y="676275"/>
                      </a:cubicBezTo>
                      <a:cubicBezTo>
                        <a:pt x="921844" y="676275"/>
                        <a:pt x="919132" y="676275"/>
                        <a:pt x="916420" y="676275"/>
                      </a:cubicBezTo>
                      <a:cubicBezTo>
                        <a:pt x="908284" y="676275"/>
                        <a:pt x="902860" y="670870"/>
                        <a:pt x="900148" y="662764"/>
                      </a:cubicBezTo>
                      <a:cubicBezTo>
                        <a:pt x="900148" y="662764"/>
                        <a:pt x="900148" y="662764"/>
                        <a:pt x="878452" y="595211"/>
                      </a:cubicBezTo>
                      <a:cubicBezTo>
                        <a:pt x="873028" y="587105"/>
                        <a:pt x="878452" y="576296"/>
                        <a:pt x="889300" y="573594"/>
                      </a:cubicBezTo>
                      <a:cubicBezTo>
                        <a:pt x="889300" y="573594"/>
                        <a:pt x="889300" y="573594"/>
                        <a:pt x="954387" y="551977"/>
                      </a:cubicBezTo>
                      <a:cubicBezTo>
                        <a:pt x="957099" y="551977"/>
                        <a:pt x="957099" y="549275"/>
                        <a:pt x="959811" y="549275"/>
                      </a:cubicBezTo>
                      <a:close/>
                      <a:moveTo>
                        <a:pt x="1812875" y="538163"/>
                      </a:moveTo>
                      <a:cubicBezTo>
                        <a:pt x="1812875" y="538163"/>
                        <a:pt x="1815607" y="538163"/>
                        <a:pt x="1818338" y="538163"/>
                      </a:cubicBezTo>
                      <a:cubicBezTo>
                        <a:pt x="1826532" y="538163"/>
                        <a:pt x="1834727" y="543614"/>
                        <a:pt x="1837458" y="551791"/>
                      </a:cubicBezTo>
                      <a:cubicBezTo>
                        <a:pt x="1837458" y="551791"/>
                        <a:pt x="1837458" y="551791"/>
                        <a:pt x="1859310" y="617209"/>
                      </a:cubicBezTo>
                      <a:cubicBezTo>
                        <a:pt x="1862041" y="628111"/>
                        <a:pt x="1856578" y="639014"/>
                        <a:pt x="1845652" y="641740"/>
                      </a:cubicBezTo>
                      <a:cubicBezTo>
                        <a:pt x="1845652" y="641740"/>
                        <a:pt x="1845652" y="641740"/>
                        <a:pt x="1728200" y="679900"/>
                      </a:cubicBezTo>
                      <a:cubicBezTo>
                        <a:pt x="1725469" y="682626"/>
                        <a:pt x="1722737" y="682626"/>
                        <a:pt x="1720006" y="682626"/>
                      </a:cubicBezTo>
                      <a:cubicBezTo>
                        <a:pt x="1711812" y="682626"/>
                        <a:pt x="1706349" y="677174"/>
                        <a:pt x="1703617" y="668997"/>
                      </a:cubicBezTo>
                      <a:cubicBezTo>
                        <a:pt x="1703617" y="668997"/>
                        <a:pt x="1703617" y="668997"/>
                        <a:pt x="1681766" y="603580"/>
                      </a:cubicBezTo>
                      <a:cubicBezTo>
                        <a:pt x="1676303" y="592677"/>
                        <a:pt x="1681766" y="581774"/>
                        <a:pt x="1692692" y="579049"/>
                      </a:cubicBezTo>
                      <a:cubicBezTo>
                        <a:pt x="1692692" y="579049"/>
                        <a:pt x="1692692" y="579049"/>
                        <a:pt x="1812875" y="538163"/>
                      </a:cubicBezTo>
                      <a:close/>
                      <a:moveTo>
                        <a:pt x="1402240" y="538163"/>
                      </a:moveTo>
                      <a:cubicBezTo>
                        <a:pt x="1404942" y="538163"/>
                        <a:pt x="1407644" y="538163"/>
                        <a:pt x="1410346" y="538163"/>
                      </a:cubicBezTo>
                      <a:cubicBezTo>
                        <a:pt x="1418452" y="538163"/>
                        <a:pt x="1423857" y="543615"/>
                        <a:pt x="1426559" y="551795"/>
                      </a:cubicBezTo>
                      <a:cubicBezTo>
                        <a:pt x="1426559" y="551795"/>
                        <a:pt x="1426559" y="551795"/>
                        <a:pt x="1448176" y="617227"/>
                      </a:cubicBezTo>
                      <a:cubicBezTo>
                        <a:pt x="1450878" y="628133"/>
                        <a:pt x="1445474" y="639038"/>
                        <a:pt x="1437367" y="641765"/>
                      </a:cubicBezTo>
                      <a:cubicBezTo>
                        <a:pt x="1437367" y="641765"/>
                        <a:pt x="1437367" y="641765"/>
                        <a:pt x="1372516" y="663576"/>
                      </a:cubicBezTo>
                      <a:cubicBezTo>
                        <a:pt x="1369814" y="663576"/>
                        <a:pt x="1367112" y="663576"/>
                        <a:pt x="1367112" y="663576"/>
                      </a:cubicBezTo>
                      <a:cubicBezTo>
                        <a:pt x="1359006" y="663576"/>
                        <a:pt x="1350899" y="658123"/>
                        <a:pt x="1348197" y="649944"/>
                      </a:cubicBezTo>
                      <a:cubicBezTo>
                        <a:pt x="1348197" y="649944"/>
                        <a:pt x="1348197" y="649944"/>
                        <a:pt x="1326580" y="584511"/>
                      </a:cubicBezTo>
                      <a:cubicBezTo>
                        <a:pt x="1323878" y="573606"/>
                        <a:pt x="1329282" y="562700"/>
                        <a:pt x="1337389" y="559974"/>
                      </a:cubicBezTo>
                      <a:cubicBezTo>
                        <a:pt x="1337389" y="559974"/>
                        <a:pt x="1337389" y="559974"/>
                        <a:pt x="1402240" y="538163"/>
                      </a:cubicBezTo>
                      <a:close/>
                      <a:moveTo>
                        <a:pt x="598708" y="533400"/>
                      </a:moveTo>
                      <a:cubicBezTo>
                        <a:pt x="601424" y="533400"/>
                        <a:pt x="604141" y="533400"/>
                        <a:pt x="606857" y="533400"/>
                      </a:cubicBezTo>
                      <a:cubicBezTo>
                        <a:pt x="612290" y="533400"/>
                        <a:pt x="620439" y="538783"/>
                        <a:pt x="623155" y="544167"/>
                      </a:cubicBezTo>
                      <a:cubicBezTo>
                        <a:pt x="623155" y="544167"/>
                        <a:pt x="623155" y="544167"/>
                        <a:pt x="644887" y="614155"/>
                      </a:cubicBezTo>
                      <a:cubicBezTo>
                        <a:pt x="647603" y="622231"/>
                        <a:pt x="642170" y="632998"/>
                        <a:pt x="634021" y="635690"/>
                      </a:cubicBezTo>
                      <a:cubicBezTo>
                        <a:pt x="634021" y="635690"/>
                        <a:pt x="634021" y="635690"/>
                        <a:pt x="571544" y="654533"/>
                      </a:cubicBezTo>
                      <a:cubicBezTo>
                        <a:pt x="571544" y="657225"/>
                        <a:pt x="568827" y="657225"/>
                        <a:pt x="566111" y="657225"/>
                      </a:cubicBezTo>
                      <a:cubicBezTo>
                        <a:pt x="560678" y="657225"/>
                        <a:pt x="552529" y="651841"/>
                        <a:pt x="549813" y="643766"/>
                      </a:cubicBezTo>
                      <a:cubicBezTo>
                        <a:pt x="549813" y="643766"/>
                        <a:pt x="549813" y="643766"/>
                        <a:pt x="528081" y="576469"/>
                      </a:cubicBezTo>
                      <a:cubicBezTo>
                        <a:pt x="525365" y="565702"/>
                        <a:pt x="530798" y="554935"/>
                        <a:pt x="538947" y="552243"/>
                      </a:cubicBezTo>
                      <a:cubicBezTo>
                        <a:pt x="538947" y="552243"/>
                        <a:pt x="538947" y="552243"/>
                        <a:pt x="598708" y="533400"/>
                      </a:cubicBezTo>
                      <a:close/>
                      <a:moveTo>
                        <a:pt x="313117" y="519113"/>
                      </a:moveTo>
                      <a:cubicBezTo>
                        <a:pt x="318593" y="519113"/>
                        <a:pt x="324070" y="524519"/>
                        <a:pt x="326809" y="529925"/>
                      </a:cubicBezTo>
                      <a:cubicBezTo>
                        <a:pt x="326809" y="529925"/>
                        <a:pt x="326809" y="529925"/>
                        <a:pt x="343240" y="581283"/>
                      </a:cubicBezTo>
                      <a:cubicBezTo>
                        <a:pt x="345978" y="589392"/>
                        <a:pt x="343240" y="597501"/>
                        <a:pt x="335024" y="600204"/>
                      </a:cubicBezTo>
                      <a:cubicBezTo>
                        <a:pt x="335024" y="600204"/>
                        <a:pt x="335024" y="600204"/>
                        <a:pt x="274778" y="619126"/>
                      </a:cubicBezTo>
                      <a:cubicBezTo>
                        <a:pt x="272040" y="619126"/>
                        <a:pt x="272040" y="619126"/>
                        <a:pt x="269301" y="619126"/>
                      </a:cubicBezTo>
                      <a:cubicBezTo>
                        <a:pt x="263825" y="619126"/>
                        <a:pt x="258348" y="616423"/>
                        <a:pt x="255609" y="608314"/>
                      </a:cubicBezTo>
                      <a:cubicBezTo>
                        <a:pt x="255609" y="608314"/>
                        <a:pt x="255609" y="608314"/>
                        <a:pt x="239178" y="559659"/>
                      </a:cubicBezTo>
                      <a:cubicBezTo>
                        <a:pt x="236440" y="551549"/>
                        <a:pt x="241917" y="543440"/>
                        <a:pt x="250132" y="540737"/>
                      </a:cubicBezTo>
                      <a:cubicBezTo>
                        <a:pt x="250132" y="540737"/>
                        <a:pt x="250132" y="540737"/>
                        <a:pt x="307640" y="521816"/>
                      </a:cubicBezTo>
                      <a:cubicBezTo>
                        <a:pt x="310378" y="519113"/>
                        <a:pt x="310378" y="519113"/>
                        <a:pt x="313117" y="519113"/>
                      </a:cubicBezTo>
                      <a:close/>
                      <a:moveTo>
                        <a:pt x="1084695" y="508000"/>
                      </a:moveTo>
                      <a:cubicBezTo>
                        <a:pt x="1092930" y="508000"/>
                        <a:pt x="1101165" y="513472"/>
                        <a:pt x="1103910" y="521679"/>
                      </a:cubicBezTo>
                      <a:cubicBezTo>
                        <a:pt x="1103910" y="521679"/>
                        <a:pt x="1103910" y="521679"/>
                        <a:pt x="1125871" y="590077"/>
                      </a:cubicBezTo>
                      <a:cubicBezTo>
                        <a:pt x="1128616" y="601021"/>
                        <a:pt x="1123126" y="611965"/>
                        <a:pt x="1112146" y="614700"/>
                      </a:cubicBezTo>
                      <a:cubicBezTo>
                        <a:pt x="1112146" y="614700"/>
                        <a:pt x="1112146" y="614700"/>
                        <a:pt x="1046264" y="636588"/>
                      </a:cubicBezTo>
                      <a:cubicBezTo>
                        <a:pt x="1046264" y="636588"/>
                        <a:pt x="1043519" y="636588"/>
                        <a:pt x="1040774" y="636588"/>
                      </a:cubicBezTo>
                      <a:cubicBezTo>
                        <a:pt x="1032539" y="636588"/>
                        <a:pt x="1027049" y="631116"/>
                        <a:pt x="1024304" y="622908"/>
                      </a:cubicBezTo>
                      <a:cubicBezTo>
                        <a:pt x="1024304" y="622908"/>
                        <a:pt x="1024304" y="622908"/>
                        <a:pt x="1002343" y="554510"/>
                      </a:cubicBezTo>
                      <a:cubicBezTo>
                        <a:pt x="996853" y="546303"/>
                        <a:pt x="1002343" y="535359"/>
                        <a:pt x="1013323" y="532623"/>
                      </a:cubicBezTo>
                      <a:cubicBezTo>
                        <a:pt x="1013323" y="532623"/>
                        <a:pt x="1013323" y="532623"/>
                        <a:pt x="1079205" y="510736"/>
                      </a:cubicBezTo>
                      <a:cubicBezTo>
                        <a:pt x="1081950" y="510736"/>
                        <a:pt x="1081950" y="508000"/>
                        <a:pt x="1084695" y="508000"/>
                      </a:cubicBezTo>
                      <a:close/>
                      <a:moveTo>
                        <a:pt x="1937481" y="496888"/>
                      </a:moveTo>
                      <a:cubicBezTo>
                        <a:pt x="1945660" y="496888"/>
                        <a:pt x="1953839" y="502360"/>
                        <a:pt x="1956566" y="510567"/>
                      </a:cubicBezTo>
                      <a:cubicBezTo>
                        <a:pt x="1956566" y="510567"/>
                        <a:pt x="1956566" y="510567"/>
                        <a:pt x="1978377" y="578965"/>
                      </a:cubicBezTo>
                      <a:cubicBezTo>
                        <a:pt x="1981103" y="589909"/>
                        <a:pt x="1975650" y="600853"/>
                        <a:pt x="1967471" y="603588"/>
                      </a:cubicBezTo>
                      <a:cubicBezTo>
                        <a:pt x="1967471" y="603588"/>
                        <a:pt x="1967471" y="603588"/>
                        <a:pt x="1904765" y="622740"/>
                      </a:cubicBezTo>
                      <a:cubicBezTo>
                        <a:pt x="1902038" y="622740"/>
                        <a:pt x="1902038" y="625476"/>
                        <a:pt x="1899312" y="625476"/>
                      </a:cubicBezTo>
                      <a:cubicBezTo>
                        <a:pt x="1891133" y="625476"/>
                        <a:pt x="1882954" y="620004"/>
                        <a:pt x="1882954" y="611796"/>
                      </a:cubicBezTo>
                      <a:cubicBezTo>
                        <a:pt x="1882954" y="611796"/>
                        <a:pt x="1882954" y="611796"/>
                        <a:pt x="1858416" y="543398"/>
                      </a:cubicBezTo>
                      <a:cubicBezTo>
                        <a:pt x="1855690" y="532455"/>
                        <a:pt x="1861143" y="521511"/>
                        <a:pt x="1872048" y="518775"/>
                      </a:cubicBezTo>
                      <a:cubicBezTo>
                        <a:pt x="1872048" y="518775"/>
                        <a:pt x="1872048" y="518775"/>
                        <a:pt x="1932028" y="499624"/>
                      </a:cubicBezTo>
                      <a:cubicBezTo>
                        <a:pt x="1934755" y="499624"/>
                        <a:pt x="1937481" y="496888"/>
                        <a:pt x="1937481" y="496888"/>
                      </a:cubicBezTo>
                      <a:close/>
                      <a:moveTo>
                        <a:pt x="1527045" y="496888"/>
                      </a:moveTo>
                      <a:cubicBezTo>
                        <a:pt x="1529780" y="496888"/>
                        <a:pt x="1532516" y="496888"/>
                        <a:pt x="1535252" y="496888"/>
                      </a:cubicBezTo>
                      <a:cubicBezTo>
                        <a:pt x="1543460" y="496888"/>
                        <a:pt x="1548932" y="502340"/>
                        <a:pt x="1551668" y="510520"/>
                      </a:cubicBezTo>
                      <a:cubicBezTo>
                        <a:pt x="1551668" y="510520"/>
                        <a:pt x="1551668" y="510520"/>
                        <a:pt x="1573555" y="575952"/>
                      </a:cubicBezTo>
                      <a:cubicBezTo>
                        <a:pt x="1576291" y="586858"/>
                        <a:pt x="1570819" y="597763"/>
                        <a:pt x="1562611" y="600490"/>
                      </a:cubicBezTo>
                      <a:cubicBezTo>
                        <a:pt x="1562611" y="600490"/>
                        <a:pt x="1562611" y="600490"/>
                        <a:pt x="1496949" y="622301"/>
                      </a:cubicBezTo>
                      <a:cubicBezTo>
                        <a:pt x="1494214" y="622301"/>
                        <a:pt x="1491478" y="622301"/>
                        <a:pt x="1491478" y="622301"/>
                      </a:cubicBezTo>
                      <a:cubicBezTo>
                        <a:pt x="1483270" y="622301"/>
                        <a:pt x="1475062" y="616848"/>
                        <a:pt x="1472326" y="608669"/>
                      </a:cubicBezTo>
                      <a:cubicBezTo>
                        <a:pt x="1472326" y="608669"/>
                        <a:pt x="1472326" y="608669"/>
                        <a:pt x="1450439" y="543236"/>
                      </a:cubicBezTo>
                      <a:cubicBezTo>
                        <a:pt x="1447703" y="532331"/>
                        <a:pt x="1453175" y="521425"/>
                        <a:pt x="1461383" y="518699"/>
                      </a:cubicBezTo>
                      <a:cubicBezTo>
                        <a:pt x="1461383" y="518699"/>
                        <a:pt x="1461383" y="518699"/>
                        <a:pt x="1527045" y="496888"/>
                      </a:cubicBezTo>
                      <a:close/>
                      <a:moveTo>
                        <a:pt x="723662" y="492125"/>
                      </a:moveTo>
                      <a:cubicBezTo>
                        <a:pt x="723662" y="492125"/>
                        <a:pt x="726379" y="492125"/>
                        <a:pt x="729095" y="492125"/>
                      </a:cubicBezTo>
                      <a:cubicBezTo>
                        <a:pt x="734528" y="492125"/>
                        <a:pt x="742677" y="497577"/>
                        <a:pt x="745393" y="505757"/>
                      </a:cubicBezTo>
                      <a:cubicBezTo>
                        <a:pt x="745393" y="505757"/>
                        <a:pt x="745393" y="505757"/>
                        <a:pt x="767125" y="573916"/>
                      </a:cubicBezTo>
                      <a:cubicBezTo>
                        <a:pt x="769841" y="582095"/>
                        <a:pt x="764408" y="593000"/>
                        <a:pt x="756259" y="595727"/>
                      </a:cubicBezTo>
                      <a:cubicBezTo>
                        <a:pt x="756259" y="595727"/>
                        <a:pt x="756259" y="595727"/>
                        <a:pt x="696498" y="617538"/>
                      </a:cubicBezTo>
                      <a:cubicBezTo>
                        <a:pt x="693782" y="617538"/>
                        <a:pt x="691065" y="617538"/>
                        <a:pt x="691065" y="617538"/>
                      </a:cubicBezTo>
                      <a:cubicBezTo>
                        <a:pt x="682916" y="617538"/>
                        <a:pt x="674767" y="612085"/>
                        <a:pt x="672051" y="603906"/>
                      </a:cubicBezTo>
                      <a:cubicBezTo>
                        <a:pt x="672051" y="603906"/>
                        <a:pt x="672051" y="603906"/>
                        <a:pt x="650319" y="535747"/>
                      </a:cubicBezTo>
                      <a:cubicBezTo>
                        <a:pt x="647603" y="524841"/>
                        <a:pt x="653036" y="516662"/>
                        <a:pt x="661185" y="513936"/>
                      </a:cubicBezTo>
                      <a:cubicBezTo>
                        <a:pt x="661185" y="513936"/>
                        <a:pt x="661185" y="513936"/>
                        <a:pt x="723662" y="492125"/>
                      </a:cubicBezTo>
                      <a:close/>
                      <a:moveTo>
                        <a:pt x="421940" y="484188"/>
                      </a:moveTo>
                      <a:cubicBezTo>
                        <a:pt x="421940" y="484188"/>
                        <a:pt x="424678" y="484188"/>
                        <a:pt x="427417" y="484188"/>
                      </a:cubicBezTo>
                      <a:cubicBezTo>
                        <a:pt x="432893" y="484188"/>
                        <a:pt x="438370" y="486878"/>
                        <a:pt x="441109" y="494948"/>
                      </a:cubicBezTo>
                      <a:cubicBezTo>
                        <a:pt x="441109" y="494948"/>
                        <a:pt x="441109" y="494948"/>
                        <a:pt x="457540" y="543367"/>
                      </a:cubicBezTo>
                      <a:cubicBezTo>
                        <a:pt x="460278" y="551436"/>
                        <a:pt x="454801" y="559506"/>
                        <a:pt x="446586" y="562196"/>
                      </a:cubicBezTo>
                      <a:cubicBezTo>
                        <a:pt x="446586" y="562196"/>
                        <a:pt x="446586" y="562196"/>
                        <a:pt x="389078" y="581026"/>
                      </a:cubicBezTo>
                      <a:cubicBezTo>
                        <a:pt x="386340" y="581026"/>
                        <a:pt x="386340" y="581026"/>
                        <a:pt x="383601" y="581026"/>
                      </a:cubicBezTo>
                      <a:cubicBezTo>
                        <a:pt x="378125" y="581026"/>
                        <a:pt x="372648" y="578336"/>
                        <a:pt x="369909" y="572956"/>
                      </a:cubicBezTo>
                      <a:cubicBezTo>
                        <a:pt x="369909" y="572956"/>
                        <a:pt x="369909" y="572956"/>
                        <a:pt x="353478" y="521847"/>
                      </a:cubicBezTo>
                      <a:cubicBezTo>
                        <a:pt x="350740" y="513777"/>
                        <a:pt x="353478" y="505707"/>
                        <a:pt x="361694" y="503017"/>
                      </a:cubicBezTo>
                      <a:cubicBezTo>
                        <a:pt x="361694" y="503017"/>
                        <a:pt x="361694" y="503017"/>
                        <a:pt x="421940" y="484188"/>
                      </a:cubicBezTo>
                      <a:close/>
                      <a:moveTo>
                        <a:pt x="1209048" y="468313"/>
                      </a:moveTo>
                      <a:cubicBezTo>
                        <a:pt x="1217184" y="468313"/>
                        <a:pt x="1225320" y="473717"/>
                        <a:pt x="1228032" y="481823"/>
                      </a:cubicBezTo>
                      <a:cubicBezTo>
                        <a:pt x="1228032" y="481823"/>
                        <a:pt x="1228032" y="481823"/>
                        <a:pt x="1249728" y="549377"/>
                      </a:cubicBezTo>
                      <a:cubicBezTo>
                        <a:pt x="1252440" y="560185"/>
                        <a:pt x="1247016" y="570994"/>
                        <a:pt x="1236168" y="573696"/>
                      </a:cubicBezTo>
                      <a:cubicBezTo>
                        <a:pt x="1236168" y="573696"/>
                        <a:pt x="1236168" y="573696"/>
                        <a:pt x="1171081" y="595313"/>
                      </a:cubicBezTo>
                      <a:cubicBezTo>
                        <a:pt x="1171081" y="595313"/>
                        <a:pt x="1168369" y="595313"/>
                        <a:pt x="1165657" y="595313"/>
                      </a:cubicBezTo>
                      <a:cubicBezTo>
                        <a:pt x="1157521" y="595313"/>
                        <a:pt x="1152097" y="589908"/>
                        <a:pt x="1149385" y="581802"/>
                      </a:cubicBezTo>
                      <a:cubicBezTo>
                        <a:pt x="1149385" y="581802"/>
                        <a:pt x="1149385" y="581802"/>
                        <a:pt x="1127689" y="514249"/>
                      </a:cubicBezTo>
                      <a:cubicBezTo>
                        <a:pt x="1122265" y="506143"/>
                        <a:pt x="1127689" y="495334"/>
                        <a:pt x="1138537" y="492632"/>
                      </a:cubicBezTo>
                      <a:cubicBezTo>
                        <a:pt x="1138537" y="492632"/>
                        <a:pt x="1138537" y="492632"/>
                        <a:pt x="1203624" y="471015"/>
                      </a:cubicBezTo>
                      <a:cubicBezTo>
                        <a:pt x="1206336" y="471015"/>
                        <a:pt x="1206336" y="468313"/>
                        <a:pt x="1209048" y="468313"/>
                      </a:cubicBezTo>
                      <a:close/>
                      <a:moveTo>
                        <a:pt x="2054266" y="458788"/>
                      </a:moveTo>
                      <a:cubicBezTo>
                        <a:pt x="2054266" y="458788"/>
                        <a:pt x="2056993" y="458788"/>
                        <a:pt x="2059719" y="458788"/>
                      </a:cubicBezTo>
                      <a:cubicBezTo>
                        <a:pt x="2067898" y="458788"/>
                        <a:pt x="2073351" y="464240"/>
                        <a:pt x="2076077" y="472420"/>
                      </a:cubicBezTo>
                      <a:cubicBezTo>
                        <a:pt x="2076077" y="472420"/>
                        <a:pt x="2076077" y="472420"/>
                        <a:pt x="2097888" y="540579"/>
                      </a:cubicBezTo>
                      <a:cubicBezTo>
                        <a:pt x="2103341" y="548758"/>
                        <a:pt x="2097888" y="559663"/>
                        <a:pt x="2086983" y="562390"/>
                      </a:cubicBezTo>
                      <a:cubicBezTo>
                        <a:pt x="2086983" y="562390"/>
                        <a:pt x="2086983" y="562390"/>
                        <a:pt x="2024276" y="584201"/>
                      </a:cubicBezTo>
                      <a:cubicBezTo>
                        <a:pt x="2024276" y="584201"/>
                        <a:pt x="2021550" y="584201"/>
                        <a:pt x="2018824" y="584201"/>
                      </a:cubicBezTo>
                      <a:cubicBezTo>
                        <a:pt x="2010644" y="584201"/>
                        <a:pt x="2005192" y="578748"/>
                        <a:pt x="2002465" y="570569"/>
                      </a:cubicBezTo>
                      <a:cubicBezTo>
                        <a:pt x="2002465" y="570569"/>
                        <a:pt x="2002465" y="570569"/>
                        <a:pt x="1980654" y="502410"/>
                      </a:cubicBezTo>
                      <a:cubicBezTo>
                        <a:pt x="1977928" y="494231"/>
                        <a:pt x="1980654" y="483325"/>
                        <a:pt x="1991560" y="480599"/>
                      </a:cubicBezTo>
                      <a:cubicBezTo>
                        <a:pt x="1991560" y="480599"/>
                        <a:pt x="1991560" y="480599"/>
                        <a:pt x="2054266" y="458788"/>
                      </a:cubicBezTo>
                      <a:close/>
                      <a:moveTo>
                        <a:pt x="1651762" y="457200"/>
                      </a:moveTo>
                      <a:cubicBezTo>
                        <a:pt x="1654474" y="457200"/>
                        <a:pt x="1657186" y="457200"/>
                        <a:pt x="1659898" y="457200"/>
                      </a:cubicBezTo>
                      <a:cubicBezTo>
                        <a:pt x="1668034" y="457200"/>
                        <a:pt x="1673458" y="462583"/>
                        <a:pt x="1676170" y="470659"/>
                      </a:cubicBezTo>
                      <a:cubicBezTo>
                        <a:pt x="1676170" y="470659"/>
                        <a:pt x="1676170" y="470659"/>
                        <a:pt x="1697866" y="535263"/>
                      </a:cubicBezTo>
                      <a:cubicBezTo>
                        <a:pt x="1703290" y="546031"/>
                        <a:pt x="1695154" y="556798"/>
                        <a:pt x="1687018" y="559490"/>
                      </a:cubicBezTo>
                      <a:cubicBezTo>
                        <a:pt x="1687018" y="559490"/>
                        <a:pt x="1687018" y="559490"/>
                        <a:pt x="1621931" y="581025"/>
                      </a:cubicBezTo>
                      <a:cubicBezTo>
                        <a:pt x="1619219" y="581025"/>
                        <a:pt x="1616507" y="581025"/>
                        <a:pt x="1616507" y="581025"/>
                      </a:cubicBezTo>
                      <a:cubicBezTo>
                        <a:pt x="1608371" y="581025"/>
                        <a:pt x="1600235" y="575641"/>
                        <a:pt x="1597523" y="567566"/>
                      </a:cubicBezTo>
                      <a:cubicBezTo>
                        <a:pt x="1597523" y="567566"/>
                        <a:pt x="1597523" y="567566"/>
                        <a:pt x="1575827" y="502961"/>
                      </a:cubicBezTo>
                      <a:cubicBezTo>
                        <a:pt x="1573115" y="492194"/>
                        <a:pt x="1578539" y="481426"/>
                        <a:pt x="1586675" y="478735"/>
                      </a:cubicBezTo>
                      <a:cubicBezTo>
                        <a:pt x="1586675" y="478735"/>
                        <a:pt x="1586675" y="478735"/>
                        <a:pt x="1651762" y="457200"/>
                      </a:cubicBezTo>
                      <a:close/>
                      <a:moveTo>
                        <a:pt x="850595" y="450850"/>
                      </a:moveTo>
                      <a:cubicBezTo>
                        <a:pt x="858671" y="450850"/>
                        <a:pt x="864055" y="456302"/>
                        <a:pt x="866747" y="464482"/>
                      </a:cubicBezTo>
                      <a:cubicBezTo>
                        <a:pt x="866747" y="464482"/>
                        <a:pt x="866747" y="464482"/>
                        <a:pt x="888281" y="532641"/>
                      </a:cubicBezTo>
                      <a:cubicBezTo>
                        <a:pt x="893665" y="543546"/>
                        <a:pt x="888281" y="551725"/>
                        <a:pt x="877514" y="557178"/>
                      </a:cubicBezTo>
                      <a:cubicBezTo>
                        <a:pt x="877514" y="557178"/>
                        <a:pt x="877514" y="557178"/>
                        <a:pt x="818293" y="576263"/>
                      </a:cubicBezTo>
                      <a:cubicBezTo>
                        <a:pt x="815601" y="576263"/>
                        <a:pt x="812910" y="576263"/>
                        <a:pt x="812910" y="576263"/>
                      </a:cubicBezTo>
                      <a:cubicBezTo>
                        <a:pt x="804834" y="576263"/>
                        <a:pt x="796758" y="570810"/>
                        <a:pt x="796758" y="565357"/>
                      </a:cubicBezTo>
                      <a:cubicBezTo>
                        <a:pt x="796758" y="565357"/>
                        <a:pt x="796758" y="565357"/>
                        <a:pt x="772532" y="494472"/>
                      </a:cubicBezTo>
                      <a:cubicBezTo>
                        <a:pt x="769840" y="486293"/>
                        <a:pt x="775224" y="475387"/>
                        <a:pt x="783299" y="472661"/>
                      </a:cubicBezTo>
                      <a:cubicBezTo>
                        <a:pt x="783299" y="472661"/>
                        <a:pt x="783299" y="472661"/>
                        <a:pt x="845212" y="453576"/>
                      </a:cubicBezTo>
                      <a:cubicBezTo>
                        <a:pt x="847904" y="450850"/>
                        <a:pt x="847904" y="450850"/>
                        <a:pt x="850595" y="450850"/>
                      </a:cubicBezTo>
                      <a:close/>
                      <a:moveTo>
                        <a:pt x="535803" y="446088"/>
                      </a:moveTo>
                      <a:cubicBezTo>
                        <a:pt x="535803" y="446088"/>
                        <a:pt x="538542" y="446088"/>
                        <a:pt x="538542" y="446088"/>
                      </a:cubicBezTo>
                      <a:cubicBezTo>
                        <a:pt x="546757" y="446088"/>
                        <a:pt x="552234" y="451494"/>
                        <a:pt x="552234" y="456900"/>
                      </a:cubicBezTo>
                      <a:cubicBezTo>
                        <a:pt x="552234" y="456900"/>
                        <a:pt x="552234" y="456900"/>
                        <a:pt x="571403" y="508258"/>
                      </a:cubicBezTo>
                      <a:cubicBezTo>
                        <a:pt x="571403" y="516367"/>
                        <a:pt x="568665" y="524476"/>
                        <a:pt x="560449" y="527179"/>
                      </a:cubicBezTo>
                      <a:cubicBezTo>
                        <a:pt x="560449" y="527179"/>
                        <a:pt x="560449" y="527179"/>
                        <a:pt x="500203" y="546101"/>
                      </a:cubicBezTo>
                      <a:cubicBezTo>
                        <a:pt x="500203" y="546101"/>
                        <a:pt x="497465" y="546101"/>
                        <a:pt x="497465" y="546101"/>
                      </a:cubicBezTo>
                      <a:cubicBezTo>
                        <a:pt x="489249" y="546101"/>
                        <a:pt x="483773" y="540695"/>
                        <a:pt x="481034" y="535289"/>
                      </a:cubicBezTo>
                      <a:cubicBezTo>
                        <a:pt x="481034" y="535289"/>
                        <a:pt x="481034" y="535289"/>
                        <a:pt x="464603" y="483931"/>
                      </a:cubicBezTo>
                      <a:cubicBezTo>
                        <a:pt x="461865" y="478524"/>
                        <a:pt x="467342" y="470415"/>
                        <a:pt x="475557" y="467712"/>
                      </a:cubicBezTo>
                      <a:cubicBezTo>
                        <a:pt x="475557" y="467712"/>
                        <a:pt x="475557" y="467712"/>
                        <a:pt x="535803" y="446088"/>
                      </a:cubicBezTo>
                      <a:close/>
                      <a:moveTo>
                        <a:pt x="1334461" y="427038"/>
                      </a:moveTo>
                      <a:cubicBezTo>
                        <a:pt x="1342597" y="427038"/>
                        <a:pt x="1350733" y="432442"/>
                        <a:pt x="1353445" y="440548"/>
                      </a:cubicBezTo>
                      <a:cubicBezTo>
                        <a:pt x="1353445" y="440548"/>
                        <a:pt x="1353445" y="440548"/>
                        <a:pt x="1375141" y="508102"/>
                      </a:cubicBezTo>
                      <a:cubicBezTo>
                        <a:pt x="1377853" y="518910"/>
                        <a:pt x="1372429" y="529719"/>
                        <a:pt x="1361581" y="532421"/>
                      </a:cubicBezTo>
                      <a:cubicBezTo>
                        <a:pt x="1361581" y="532421"/>
                        <a:pt x="1361581" y="532421"/>
                        <a:pt x="1296494" y="554038"/>
                      </a:cubicBezTo>
                      <a:cubicBezTo>
                        <a:pt x="1296494" y="554038"/>
                        <a:pt x="1293782" y="554038"/>
                        <a:pt x="1291070" y="554038"/>
                      </a:cubicBezTo>
                      <a:cubicBezTo>
                        <a:pt x="1282934" y="554038"/>
                        <a:pt x="1277510" y="548633"/>
                        <a:pt x="1274798" y="540527"/>
                      </a:cubicBezTo>
                      <a:cubicBezTo>
                        <a:pt x="1274798" y="540527"/>
                        <a:pt x="1274798" y="540527"/>
                        <a:pt x="1253102" y="472974"/>
                      </a:cubicBezTo>
                      <a:cubicBezTo>
                        <a:pt x="1247678" y="464868"/>
                        <a:pt x="1253102" y="454059"/>
                        <a:pt x="1263950" y="451357"/>
                      </a:cubicBezTo>
                      <a:cubicBezTo>
                        <a:pt x="1263950" y="451357"/>
                        <a:pt x="1263950" y="451357"/>
                        <a:pt x="1329037" y="429740"/>
                      </a:cubicBezTo>
                      <a:cubicBezTo>
                        <a:pt x="1331749" y="429740"/>
                        <a:pt x="1334461" y="427038"/>
                        <a:pt x="1334461" y="427038"/>
                      </a:cubicBezTo>
                      <a:close/>
                      <a:moveTo>
                        <a:pt x="967450" y="412750"/>
                      </a:moveTo>
                      <a:cubicBezTo>
                        <a:pt x="970142" y="412750"/>
                        <a:pt x="970142" y="412750"/>
                        <a:pt x="972833" y="412750"/>
                      </a:cubicBezTo>
                      <a:cubicBezTo>
                        <a:pt x="980909" y="412750"/>
                        <a:pt x="986293" y="415466"/>
                        <a:pt x="988985" y="423615"/>
                      </a:cubicBezTo>
                      <a:cubicBezTo>
                        <a:pt x="988985" y="423615"/>
                        <a:pt x="988985" y="423615"/>
                        <a:pt x="1013211" y="494242"/>
                      </a:cubicBezTo>
                      <a:cubicBezTo>
                        <a:pt x="1015903" y="502391"/>
                        <a:pt x="1010519" y="513257"/>
                        <a:pt x="999752" y="515973"/>
                      </a:cubicBezTo>
                      <a:cubicBezTo>
                        <a:pt x="999752" y="515973"/>
                        <a:pt x="999752" y="515973"/>
                        <a:pt x="940531" y="534988"/>
                      </a:cubicBezTo>
                      <a:cubicBezTo>
                        <a:pt x="937839" y="534988"/>
                        <a:pt x="937839" y="534988"/>
                        <a:pt x="935148" y="534988"/>
                      </a:cubicBezTo>
                      <a:cubicBezTo>
                        <a:pt x="927072" y="534988"/>
                        <a:pt x="921688" y="532271"/>
                        <a:pt x="918996" y="524122"/>
                      </a:cubicBezTo>
                      <a:cubicBezTo>
                        <a:pt x="918996" y="524122"/>
                        <a:pt x="918996" y="524122"/>
                        <a:pt x="894770" y="453496"/>
                      </a:cubicBezTo>
                      <a:cubicBezTo>
                        <a:pt x="892078" y="445347"/>
                        <a:pt x="897462" y="434481"/>
                        <a:pt x="908229" y="431765"/>
                      </a:cubicBezTo>
                      <a:cubicBezTo>
                        <a:pt x="908229" y="431765"/>
                        <a:pt x="908229" y="431765"/>
                        <a:pt x="967450" y="412750"/>
                      </a:cubicBezTo>
                      <a:close/>
                      <a:moveTo>
                        <a:pt x="647365" y="411163"/>
                      </a:moveTo>
                      <a:cubicBezTo>
                        <a:pt x="650103" y="411163"/>
                        <a:pt x="650103" y="411163"/>
                        <a:pt x="652842" y="411163"/>
                      </a:cubicBezTo>
                      <a:cubicBezTo>
                        <a:pt x="658319" y="411163"/>
                        <a:pt x="663795" y="413853"/>
                        <a:pt x="666534" y="419233"/>
                      </a:cubicBezTo>
                      <a:cubicBezTo>
                        <a:pt x="666534" y="419233"/>
                        <a:pt x="666534" y="419233"/>
                        <a:pt x="682965" y="470342"/>
                      </a:cubicBezTo>
                      <a:cubicBezTo>
                        <a:pt x="685703" y="478411"/>
                        <a:pt x="682965" y="486481"/>
                        <a:pt x="674749" y="489171"/>
                      </a:cubicBezTo>
                      <a:cubicBezTo>
                        <a:pt x="674749" y="489171"/>
                        <a:pt x="674749" y="489171"/>
                        <a:pt x="614503" y="508001"/>
                      </a:cubicBezTo>
                      <a:cubicBezTo>
                        <a:pt x="611765" y="508001"/>
                        <a:pt x="611765" y="508001"/>
                        <a:pt x="609026" y="508001"/>
                      </a:cubicBezTo>
                      <a:cubicBezTo>
                        <a:pt x="603549" y="508001"/>
                        <a:pt x="598073" y="505311"/>
                        <a:pt x="595334" y="499931"/>
                      </a:cubicBezTo>
                      <a:cubicBezTo>
                        <a:pt x="595334" y="499931"/>
                        <a:pt x="595334" y="499931"/>
                        <a:pt x="578903" y="448822"/>
                      </a:cubicBezTo>
                      <a:cubicBezTo>
                        <a:pt x="576165" y="440752"/>
                        <a:pt x="581642" y="432682"/>
                        <a:pt x="587119" y="429992"/>
                      </a:cubicBezTo>
                      <a:cubicBezTo>
                        <a:pt x="587119" y="429992"/>
                        <a:pt x="587119" y="429992"/>
                        <a:pt x="647365" y="411163"/>
                      </a:cubicBezTo>
                      <a:close/>
                      <a:moveTo>
                        <a:pt x="1459873" y="385763"/>
                      </a:moveTo>
                      <a:cubicBezTo>
                        <a:pt x="1468009" y="385763"/>
                        <a:pt x="1476145" y="391235"/>
                        <a:pt x="1478857" y="399442"/>
                      </a:cubicBezTo>
                      <a:cubicBezTo>
                        <a:pt x="1478857" y="399442"/>
                        <a:pt x="1478857" y="399442"/>
                        <a:pt x="1500553" y="467840"/>
                      </a:cubicBezTo>
                      <a:cubicBezTo>
                        <a:pt x="1503265" y="478784"/>
                        <a:pt x="1497841" y="489728"/>
                        <a:pt x="1486993" y="492463"/>
                      </a:cubicBezTo>
                      <a:cubicBezTo>
                        <a:pt x="1486993" y="492463"/>
                        <a:pt x="1486993" y="492463"/>
                        <a:pt x="1424618" y="514351"/>
                      </a:cubicBezTo>
                      <a:cubicBezTo>
                        <a:pt x="1421906" y="514351"/>
                        <a:pt x="1419194" y="514351"/>
                        <a:pt x="1416482" y="514351"/>
                      </a:cubicBezTo>
                      <a:cubicBezTo>
                        <a:pt x="1408346" y="514351"/>
                        <a:pt x="1402922" y="508879"/>
                        <a:pt x="1400210" y="500671"/>
                      </a:cubicBezTo>
                      <a:cubicBezTo>
                        <a:pt x="1400210" y="500671"/>
                        <a:pt x="1400210" y="500671"/>
                        <a:pt x="1378514" y="432273"/>
                      </a:cubicBezTo>
                      <a:cubicBezTo>
                        <a:pt x="1373090" y="424066"/>
                        <a:pt x="1378514" y="413122"/>
                        <a:pt x="1389362" y="410386"/>
                      </a:cubicBezTo>
                      <a:cubicBezTo>
                        <a:pt x="1389362" y="410386"/>
                        <a:pt x="1389362" y="410386"/>
                        <a:pt x="1454449" y="388499"/>
                      </a:cubicBezTo>
                      <a:cubicBezTo>
                        <a:pt x="1457161" y="388499"/>
                        <a:pt x="1459873" y="385763"/>
                        <a:pt x="1459873" y="385763"/>
                      </a:cubicBezTo>
                      <a:close/>
                      <a:moveTo>
                        <a:pt x="1891202" y="377825"/>
                      </a:moveTo>
                      <a:cubicBezTo>
                        <a:pt x="1893929" y="377825"/>
                        <a:pt x="1896655" y="377825"/>
                        <a:pt x="1899381" y="377825"/>
                      </a:cubicBezTo>
                      <a:cubicBezTo>
                        <a:pt x="1907560" y="377825"/>
                        <a:pt x="1913013" y="383238"/>
                        <a:pt x="1915739" y="391358"/>
                      </a:cubicBezTo>
                      <a:cubicBezTo>
                        <a:pt x="1915739" y="391358"/>
                        <a:pt x="1915739" y="391358"/>
                        <a:pt x="1937550" y="456315"/>
                      </a:cubicBezTo>
                      <a:cubicBezTo>
                        <a:pt x="1943003" y="467141"/>
                        <a:pt x="1937550" y="477967"/>
                        <a:pt x="1926645" y="480674"/>
                      </a:cubicBezTo>
                      <a:cubicBezTo>
                        <a:pt x="1926645" y="480674"/>
                        <a:pt x="1926645" y="480674"/>
                        <a:pt x="1741252" y="542925"/>
                      </a:cubicBezTo>
                      <a:cubicBezTo>
                        <a:pt x="1738526" y="542925"/>
                        <a:pt x="1735800" y="542925"/>
                        <a:pt x="1735800" y="542925"/>
                      </a:cubicBezTo>
                      <a:cubicBezTo>
                        <a:pt x="1727621" y="542925"/>
                        <a:pt x="1719442" y="537512"/>
                        <a:pt x="1716715" y="529392"/>
                      </a:cubicBezTo>
                      <a:cubicBezTo>
                        <a:pt x="1716715" y="529392"/>
                        <a:pt x="1716715" y="529392"/>
                        <a:pt x="1694904" y="464435"/>
                      </a:cubicBezTo>
                      <a:cubicBezTo>
                        <a:pt x="1692178" y="453608"/>
                        <a:pt x="1697631" y="442782"/>
                        <a:pt x="1708536" y="440076"/>
                      </a:cubicBezTo>
                      <a:cubicBezTo>
                        <a:pt x="1708536" y="440076"/>
                        <a:pt x="1708536" y="440076"/>
                        <a:pt x="1891202" y="377825"/>
                      </a:cubicBezTo>
                      <a:close/>
                      <a:moveTo>
                        <a:pt x="1089246" y="373063"/>
                      </a:moveTo>
                      <a:cubicBezTo>
                        <a:pt x="1091962" y="373063"/>
                        <a:pt x="1094679" y="373063"/>
                        <a:pt x="1094679" y="373063"/>
                      </a:cubicBezTo>
                      <a:cubicBezTo>
                        <a:pt x="1102828" y="373063"/>
                        <a:pt x="1110977" y="378446"/>
                        <a:pt x="1110977" y="383830"/>
                      </a:cubicBezTo>
                      <a:cubicBezTo>
                        <a:pt x="1110977" y="383830"/>
                        <a:pt x="1110977" y="383830"/>
                        <a:pt x="1135425" y="453818"/>
                      </a:cubicBezTo>
                      <a:cubicBezTo>
                        <a:pt x="1138141" y="461894"/>
                        <a:pt x="1132708" y="472661"/>
                        <a:pt x="1124559" y="475353"/>
                      </a:cubicBezTo>
                      <a:cubicBezTo>
                        <a:pt x="1124559" y="475353"/>
                        <a:pt x="1124559" y="475353"/>
                        <a:pt x="1062082" y="494196"/>
                      </a:cubicBezTo>
                      <a:cubicBezTo>
                        <a:pt x="1062082" y="496888"/>
                        <a:pt x="1059365" y="496888"/>
                        <a:pt x="1056649" y="496888"/>
                      </a:cubicBezTo>
                      <a:cubicBezTo>
                        <a:pt x="1048500" y="496888"/>
                        <a:pt x="1043067" y="491504"/>
                        <a:pt x="1040351" y="483429"/>
                      </a:cubicBezTo>
                      <a:cubicBezTo>
                        <a:pt x="1040351" y="483429"/>
                        <a:pt x="1040351" y="483429"/>
                        <a:pt x="1018619" y="416132"/>
                      </a:cubicBezTo>
                      <a:cubicBezTo>
                        <a:pt x="1015903" y="405365"/>
                        <a:pt x="1018619" y="397289"/>
                        <a:pt x="1029485" y="391906"/>
                      </a:cubicBezTo>
                      <a:cubicBezTo>
                        <a:pt x="1029485" y="391906"/>
                        <a:pt x="1029485" y="391906"/>
                        <a:pt x="1089246" y="373063"/>
                      </a:cubicBezTo>
                      <a:close/>
                      <a:moveTo>
                        <a:pt x="761665" y="373063"/>
                      </a:moveTo>
                      <a:cubicBezTo>
                        <a:pt x="761665" y="373063"/>
                        <a:pt x="764403" y="373063"/>
                        <a:pt x="767142" y="373063"/>
                      </a:cubicBezTo>
                      <a:cubicBezTo>
                        <a:pt x="772619" y="373063"/>
                        <a:pt x="778095" y="378469"/>
                        <a:pt x="780834" y="383875"/>
                      </a:cubicBezTo>
                      <a:cubicBezTo>
                        <a:pt x="780834" y="383875"/>
                        <a:pt x="780834" y="383875"/>
                        <a:pt x="797265" y="432530"/>
                      </a:cubicBezTo>
                      <a:cubicBezTo>
                        <a:pt x="800003" y="440639"/>
                        <a:pt x="794526" y="448748"/>
                        <a:pt x="786311" y="451451"/>
                      </a:cubicBezTo>
                      <a:cubicBezTo>
                        <a:pt x="786311" y="451451"/>
                        <a:pt x="786311" y="451451"/>
                        <a:pt x="728803" y="470373"/>
                      </a:cubicBezTo>
                      <a:cubicBezTo>
                        <a:pt x="726065" y="473076"/>
                        <a:pt x="723326" y="473076"/>
                        <a:pt x="723326" y="473076"/>
                      </a:cubicBezTo>
                      <a:cubicBezTo>
                        <a:pt x="717849" y="473076"/>
                        <a:pt x="709634" y="467670"/>
                        <a:pt x="709634" y="462264"/>
                      </a:cubicBezTo>
                      <a:cubicBezTo>
                        <a:pt x="709634" y="462264"/>
                        <a:pt x="709634" y="462264"/>
                        <a:pt x="693203" y="410906"/>
                      </a:cubicBezTo>
                      <a:cubicBezTo>
                        <a:pt x="690465" y="402796"/>
                        <a:pt x="693203" y="394687"/>
                        <a:pt x="701419" y="391984"/>
                      </a:cubicBezTo>
                      <a:cubicBezTo>
                        <a:pt x="701419" y="391984"/>
                        <a:pt x="701419" y="391984"/>
                        <a:pt x="761665" y="373063"/>
                      </a:cubicBezTo>
                      <a:close/>
                      <a:moveTo>
                        <a:pt x="1583698" y="346075"/>
                      </a:moveTo>
                      <a:cubicBezTo>
                        <a:pt x="1591834" y="346075"/>
                        <a:pt x="1599970" y="351479"/>
                        <a:pt x="1602682" y="359585"/>
                      </a:cubicBezTo>
                      <a:cubicBezTo>
                        <a:pt x="1602682" y="359585"/>
                        <a:pt x="1602682" y="359585"/>
                        <a:pt x="1624378" y="427139"/>
                      </a:cubicBezTo>
                      <a:cubicBezTo>
                        <a:pt x="1627090" y="437947"/>
                        <a:pt x="1621666" y="448756"/>
                        <a:pt x="1613530" y="451458"/>
                      </a:cubicBezTo>
                      <a:cubicBezTo>
                        <a:pt x="1613530" y="451458"/>
                        <a:pt x="1613530" y="451458"/>
                        <a:pt x="1548443" y="473075"/>
                      </a:cubicBezTo>
                      <a:cubicBezTo>
                        <a:pt x="1545731" y="473075"/>
                        <a:pt x="1543019" y="473075"/>
                        <a:pt x="1540307" y="473075"/>
                      </a:cubicBezTo>
                      <a:cubicBezTo>
                        <a:pt x="1532171" y="473075"/>
                        <a:pt x="1526747" y="467670"/>
                        <a:pt x="1524035" y="459564"/>
                      </a:cubicBezTo>
                      <a:cubicBezTo>
                        <a:pt x="1524035" y="459564"/>
                        <a:pt x="1524035" y="459564"/>
                        <a:pt x="1502339" y="392011"/>
                      </a:cubicBezTo>
                      <a:cubicBezTo>
                        <a:pt x="1496915" y="383905"/>
                        <a:pt x="1502339" y="373096"/>
                        <a:pt x="1513187" y="370394"/>
                      </a:cubicBezTo>
                      <a:cubicBezTo>
                        <a:pt x="1513187" y="370394"/>
                        <a:pt x="1513187" y="370394"/>
                        <a:pt x="1578274" y="348777"/>
                      </a:cubicBezTo>
                      <a:cubicBezTo>
                        <a:pt x="1580986" y="348777"/>
                        <a:pt x="1583698" y="346075"/>
                        <a:pt x="1583698" y="346075"/>
                      </a:cubicBezTo>
                      <a:close/>
                      <a:moveTo>
                        <a:pt x="2018444" y="336550"/>
                      </a:moveTo>
                      <a:cubicBezTo>
                        <a:pt x="2026623" y="336550"/>
                        <a:pt x="2034802" y="342022"/>
                        <a:pt x="2037529" y="350229"/>
                      </a:cubicBezTo>
                      <a:cubicBezTo>
                        <a:pt x="2037529" y="350229"/>
                        <a:pt x="2037529" y="350229"/>
                        <a:pt x="2059340" y="418627"/>
                      </a:cubicBezTo>
                      <a:cubicBezTo>
                        <a:pt x="2062066" y="429571"/>
                        <a:pt x="2056613" y="440515"/>
                        <a:pt x="2048434" y="443250"/>
                      </a:cubicBezTo>
                      <a:cubicBezTo>
                        <a:pt x="2048434" y="443250"/>
                        <a:pt x="2048434" y="443250"/>
                        <a:pt x="1985728" y="462402"/>
                      </a:cubicBezTo>
                      <a:cubicBezTo>
                        <a:pt x="1983001" y="462402"/>
                        <a:pt x="1980275" y="465138"/>
                        <a:pt x="1980275" y="465138"/>
                      </a:cubicBezTo>
                      <a:cubicBezTo>
                        <a:pt x="1972096" y="465138"/>
                        <a:pt x="1963917" y="459666"/>
                        <a:pt x="1961190" y="451458"/>
                      </a:cubicBezTo>
                      <a:cubicBezTo>
                        <a:pt x="1961190" y="451458"/>
                        <a:pt x="1961190" y="451458"/>
                        <a:pt x="1939379" y="383060"/>
                      </a:cubicBezTo>
                      <a:cubicBezTo>
                        <a:pt x="1936653" y="372117"/>
                        <a:pt x="1942106" y="361173"/>
                        <a:pt x="1950285" y="358437"/>
                      </a:cubicBezTo>
                      <a:cubicBezTo>
                        <a:pt x="1950285" y="358437"/>
                        <a:pt x="1950285" y="358437"/>
                        <a:pt x="2012991" y="339286"/>
                      </a:cubicBezTo>
                      <a:cubicBezTo>
                        <a:pt x="2015718" y="339286"/>
                        <a:pt x="2018444" y="336550"/>
                        <a:pt x="2018444" y="336550"/>
                      </a:cubicBezTo>
                      <a:close/>
                      <a:moveTo>
                        <a:pt x="878267" y="334963"/>
                      </a:moveTo>
                      <a:cubicBezTo>
                        <a:pt x="883743" y="334963"/>
                        <a:pt x="891959" y="340369"/>
                        <a:pt x="891959" y="345775"/>
                      </a:cubicBezTo>
                      <a:cubicBezTo>
                        <a:pt x="891959" y="345775"/>
                        <a:pt x="891959" y="345775"/>
                        <a:pt x="908390" y="397133"/>
                      </a:cubicBezTo>
                      <a:cubicBezTo>
                        <a:pt x="911128" y="405242"/>
                        <a:pt x="908390" y="413351"/>
                        <a:pt x="900174" y="416054"/>
                      </a:cubicBezTo>
                      <a:cubicBezTo>
                        <a:pt x="900174" y="416054"/>
                        <a:pt x="900174" y="416054"/>
                        <a:pt x="839928" y="434976"/>
                      </a:cubicBezTo>
                      <a:cubicBezTo>
                        <a:pt x="839928" y="434976"/>
                        <a:pt x="837190" y="434976"/>
                        <a:pt x="837190" y="434976"/>
                      </a:cubicBezTo>
                      <a:cubicBezTo>
                        <a:pt x="828975" y="434976"/>
                        <a:pt x="823498" y="432273"/>
                        <a:pt x="820759" y="424164"/>
                      </a:cubicBezTo>
                      <a:cubicBezTo>
                        <a:pt x="820759" y="424164"/>
                        <a:pt x="820759" y="424164"/>
                        <a:pt x="804328" y="375509"/>
                      </a:cubicBezTo>
                      <a:cubicBezTo>
                        <a:pt x="801590" y="367399"/>
                        <a:pt x="807067" y="359290"/>
                        <a:pt x="815282" y="356587"/>
                      </a:cubicBezTo>
                      <a:cubicBezTo>
                        <a:pt x="815282" y="356587"/>
                        <a:pt x="815282" y="356587"/>
                        <a:pt x="875528" y="337666"/>
                      </a:cubicBezTo>
                      <a:cubicBezTo>
                        <a:pt x="875528" y="337666"/>
                        <a:pt x="878267" y="334963"/>
                        <a:pt x="878267" y="334963"/>
                      </a:cubicBezTo>
                      <a:close/>
                      <a:moveTo>
                        <a:pt x="1211483" y="331788"/>
                      </a:moveTo>
                      <a:cubicBezTo>
                        <a:pt x="1214199" y="331788"/>
                        <a:pt x="1216916" y="331788"/>
                        <a:pt x="1216916" y="331788"/>
                      </a:cubicBezTo>
                      <a:cubicBezTo>
                        <a:pt x="1225065" y="331788"/>
                        <a:pt x="1233214" y="337240"/>
                        <a:pt x="1235930" y="345420"/>
                      </a:cubicBezTo>
                      <a:cubicBezTo>
                        <a:pt x="1235930" y="345420"/>
                        <a:pt x="1235930" y="345420"/>
                        <a:pt x="1257662" y="413579"/>
                      </a:cubicBezTo>
                      <a:cubicBezTo>
                        <a:pt x="1260378" y="424484"/>
                        <a:pt x="1254945" y="432663"/>
                        <a:pt x="1246796" y="435390"/>
                      </a:cubicBezTo>
                      <a:cubicBezTo>
                        <a:pt x="1246796" y="435390"/>
                        <a:pt x="1246796" y="435390"/>
                        <a:pt x="1184319" y="457201"/>
                      </a:cubicBezTo>
                      <a:cubicBezTo>
                        <a:pt x="1184319" y="457201"/>
                        <a:pt x="1181602" y="457201"/>
                        <a:pt x="1178886" y="457201"/>
                      </a:cubicBezTo>
                      <a:cubicBezTo>
                        <a:pt x="1173453" y="457201"/>
                        <a:pt x="1165304" y="451748"/>
                        <a:pt x="1162588" y="443569"/>
                      </a:cubicBezTo>
                      <a:cubicBezTo>
                        <a:pt x="1162588" y="443569"/>
                        <a:pt x="1162588" y="443569"/>
                        <a:pt x="1140856" y="375410"/>
                      </a:cubicBezTo>
                      <a:cubicBezTo>
                        <a:pt x="1138140" y="367231"/>
                        <a:pt x="1143573" y="356325"/>
                        <a:pt x="1151722" y="353599"/>
                      </a:cubicBezTo>
                      <a:cubicBezTo>
                        <a:pt x="1151722" y="353599"/>
                        <a:pt x="1151722" y="353599"/>
                        <a:pt x="1211483" y="331788"/>
                      </a:cubicBezTo>
                      <a:close/>
                      <a:moveTo>
                        <a:pt x="1709269" y="304800"/>
                      </a:moveTo>
                      <a:cubicBezTo>
                        <a:pt x="1717375" y="304800"/>
                        <a:pt x="1725482" y="310204"/>
                        <a:pt x="1728184" y="318310"/>
                      </a:cubicBezTo>
                      <a:cubicBezTo>
                        <a:pt x="1728184" y="318310"/>
                        <a:pt x="1728184" y="318310"/>
                        <a:pt x="1749801" y="385864"/>
                      </a:cubicBezTo>
                      <a:cubicBezTo>
                        <a:pt x="1752503" y="396672"/>
                        <a:pt x="1747099" y="407481"/>
                        <a:pt x="1738992" y="410183"/>
                      </a:cubicBezTo>
                      <a:cubicBezTo>
                        <a:pt x="1738992" y="410183"/>
                        <a:pt x="1738992" y="410183"/>
                        <a:pt x="1674141" y="431800"/>
                      </a:cubicBezTo>
                      <a:cubicBezTo>
                        <a:pt x="1671439" y="431800"/>
                        <a:pt x="1668737" y="431800"/>
                        <a:pt x="1666035" y="431800"/>
                      </a:cubicBezTo>
                      <a:cubicBezTo>
                        <a:pt x="1657929" y="431800"/>
                        <a:pt x="1652524" y="426395"/>
                        <a:pt x="1649822" y="418289"/>
                      </a:cubicBezTo>
                      <a:cubicBezTo>
                        <a:pt x="1649822" y="418289"/>
                        <a:pt x="1649822" y="418289"/>
                        <a:pt x="1628205" y="350736"/>
                      </a:cubicBezTo>
                      <a:cubicBezTo>
                        <a:pt x="1625503" y="342630"/>
                        <a:pt x="1630907" y="331821"/>
                        <a:pt x="1639014" y="329119"/>
                      </a:cubicBezTo>
                      <a:cubicBezTo>
                        <a:pt x="1639014" y="329119"/>
                        <a:pt x="1639014" y="329119"/>
                        <a:pt x="1703865" y="307502"/>
                      </a:cubicBezTo>
                      <a:cubicBezTo>
                        <a:pt x="1706567" y="307502"/>
                        <a:pt x="1709269" y="304800"/>
                        <a:pt x="1709269" y="304800"/>
                      </a:cubicBezTo>
                      <a:close/>
                      <a:moveTo>
                        <a:pt x="987090" y="298450"/>
                      </a:moveTo>
                      <a:cubicBezTo>
                        <a:pt x="989828" y="298450"/>
                        <a:pt x="989828" y="298450"/>
                        <a:pt x="992567" y="298450"/>
                      </a:cubicBezTo>
                      <a:cubicBezTo>
                        <a:pt x="998043" y="298450"/>
                        <a:pt x="1003520" y="301196"/>
                        <a:pt x="1006259" y="309434"/>
                      </a:cubicBezTo>
                      <a:cubicBezTo>
                        <a:pt x="1006259" y="309434"/>
                        <a:pt x="1006259" y="309434"/>
                        <a:pt x="1022690" y="358861"/>
                      </a:cubicBezTo>
                      <a:cubicBezTo>
                        <a:pt x="1025428" y="367098"/>
                        <a:pt x="1019951" y="375336"/>
                        <a:pt x="1014474" y="378082"/>
                      </a:cubicBezTo>
                      <a:cubicBezTo>
                        <a:pt x="1014474" y="378082"/>
                        <a:pt x="1014474" y="378082"/>
                        <a:pt x="954228" y="397304"/>
                      </a:cubicBezTo>
                      <a:cubicBezTo>
                        <a:pt x="951490" y="397304"/>
                        <a:pt x="951490" y="400050"/>
                        <a:pt x="948751" y="400050"/>
                      </a:cubicBezTo>
                      <a:cubicBezTo>
                        <a:pt x="943275" y="400050"/>
                        <a:pt x="937798" y="394558"/>
                        <a:pt x="935059" y="389066"/>
                      </a:cubicBezTo>
                      <a:cubicBezTo>
                        <a:pt x="935059" y="389066"/>
                        <a:pt x="935059" y="389066"/>
                        <a:pt x="918628" y="336893"/>
                      </a:cubicBezTo>
                      <a:cubicBezTo>
                        <a:pt x="915890" y="328655"/>
                        <a:pt x="921367" y="320417"/>
                        <a:pt x="926844" y="317671"/>
                      </a:cubicBezTo>
                      <a:cubicBezTo>
                        <a:pt x="926844" y="317671"/>
                        <a:pt x="926844" y="317671"/>
                        <a:pt x="987090" y="298450"/>
                      </a:cubicBezTo>
                      <a:close/>
                      <a:moveTo>
                        <a:pt x="1341870" y="290513"/>
                      </a:moveTo>
                      <a:cubicBezTo>
                        <a:pt x="1347303" y="290513"/>
                        <a:pt x="1355452" y="295965"/>
                        <a:pt x="1358168" y="304145"/>
                      </a:cubicBezTo>
                      <a:cubicBezTo>
                        <a:pt x="1358168" y="304145"/>
                        <a:pt x="1358168" y="304145"/>
                        <a:pt x="1379900" y="372304"/>
                      </a:cubicBezTo>
                      <a:cubicBezTo>
                        <a:pt x="1382616" y="383209"/>
                        <a:pt x="1377183" y="394115"/>
                        <a:pt x="1369034" y="396841"/>
                      </a:cubicBezTo>
                      <a:cubicBezTo>
                        <a:pt x="1369034" y="396841"/>
                        <a:pt x="1369034" y="396841"/>
                        <a:pt x="1309273" y="415926"/>
                      </a:cubicBezTo>
                      <a:cubicBezTo>
                        <a:pt x="1306557" y="415926"/>
                        <a:pt x="1303840" y="415926"/>
                        <a:pt x="1303840" y="415926"/>
                      </a:cubicBezTo>
                      <a:cubicBezTo>
                        <a:pt x="1295691" y="415926"/>
                        <a:pt x="1287542" y="413199"/>
                        <a:pt x="1284826" y="405020"/>
                      </a:cubicBezTo>
                      <a:cubicBezTo>
                        <a:pt x="1284826" y="405020"/>
                        <a:pt x="1284826" y="405020"/>
                        <a:pt x="1263094" y="334135"/>
                      </a:cubicBezTo>
                      <a:cubicBezTo>
                        <a:pt x="1260378" y="325956"/>
                        <a:pt x="1265811" y="315050"/>
                        <a:pt x="1273960" y="312324"/>
                      </a:cubicBezTo>
                      <a:cubicBezTo>
                        <a:pt x="1273960" y="312324"/>
                        <a:pt x="1273960" y="312324"/>
                        <a:pt x="1336437" y="293239"/>
                      </a:cubicBezTo>
                      <a:cubicBezTo>
                        <a:pt x="1336437" y="290513"/>
                        <a:pt x="1339154" y="290513"/>
                        <a:pt x="1341870" y="290513"/>
                      </a:cubicBezTo>
                      <a:close/>
                      <a:moveTo>
                        <a:pt x="1103056" y="260350"/>
                      </a:moveTo>
                      <a:cubicBezTo>
                        <a:pt x="1111153" y="260350"/>
                        <a:pt x="1116550" y="265842"/>
                        <a:pt x="1119249" y="271334"/>
                      </a:cubicBezTo>
                      <a:cubicBezTo>
                        <a:pt x="1119249" y="271334"/>
                        <a:pt x="1119249" y="271334"/>
                        <a:pt x="1135441" y="323507"/>
                      </a:cubicBezTo>
                      <a:cubicBezTo>
                        <a:pt x="1138140" y="331744"/>
                        <a:pt x="1132743" y="339982"/>
                        <a:pt x="1124646" y="342728"/>
                      </a:cubicBezTo>
                      <a:cubicBezTo>
                        <a:pt x="1124646" y="342728"/>
                        <a:pt x="1124646" y="342728"/>
                        <a:pt x="1067973" y="361950"/>
                      </a:cubicBezTo>
                      <a:cubicBezTo>
                        <a:pt x="1065274" y="361950"/>
                        <a:pt x="1062575" y="361950"/>
                        <a:pt x="1062575" y="361950"/>
                      </a:cubicBezTo>
                      <a:cubicBezTo>
                        <a:pt x="1057177" y="361950"/>
                        <a:pt x="1049081" y="359204"/>
                        <a:pt x="1049081" y="350966"/>
                      </a:cubicBezTo>
                      <a:cubicBezTo>
                        <a:pt x="1049081" y="350966"/>
                        <a:pt x="1049081" y="350966"/>
                        <a:pt x="1032889" y="301539"/>
                      </a:cubicBezTo>
                      <a:cubicBezTo>
                        <a:pt x="1030190" y="293301"/>
                        <a:pt x="1032889" y="285063"/>
                        <a:pt x="1040985" y="282317"/>
                      </a:cubicBezTo>
                      <a:cubicBezTo>
                        <a:pt x="1040985" y="282317"/>
                        <a:pt x="1040985" y="282317"/>
                        <a:pt x="1100357" y="263096"/>
                      </a:cubicBezTo>
                      <a:cubicBezTo>
                        <a:pt x="1100357" y="260350"/>
                        <a:pt x="1103056" y="260350"/>
                        <a:pt x="1103056" y="260350"/>
                      </a:cubicBezTo>
                      <a:close/>
                      <a:moveTo>
                        <a:pt x="1852953" y="258763"/>
                      </a:moveTo>
                      <a:cubicBezTo>
                        <a:pt x="1855663" y="258763"/>
                        <a:pt x="1855663" y="258763"/>
                        <a:pt x="1858373" y="258763"/>
                      </a:cubicBezTo>
                      <a:cubicBezTo>
                        <a:pt x="1866502" y="258763"/>
                        <a:pt x="1874631" y="261484"/>
                        <a:pt x="1877341" y="269648"/>
                      </a:cubicBezTo>
                      <a:cubicBezTo>
                        <a:pt x="1877341" y="269648"/>
                        <a:pt x="1877341" y="269648"/>
                        <a:pt x="1899018" y="337684"/>
                      </a:cubicBezTo>
                      <a:cubicBezTo>
                        <a:pt x="1901728" y="348570"/>
                        <a:pt x="1896309" y="359456"/>
                        <a:pt x="1885470" y="362177"/>
                      </a:cubicBezTo>
                      <a:cubicBezTo>
                        <a:pt x="1885470" y="362177"/>
                        <a:pt x="1885470" y="362177"/>
                        <a:pt x="1793340" y="392113"/>
                      </a:cubicBezTo>
                      <a:cubicBezTo>
                        <a:pt x="1793340" y="392113"/>
                        <a:pt x="1790630" y="392113"/>
                        <a:pt x="1787920" y="392113"/>
                      </a:cubicBezTo>
                      <a:cubicBezTo>
                        <a:pt x="1779791" y="392113"/>
                        <a:pt x="1771662" y="386670"/>
                        <a:pt x="1768952" y="378506"/>
                      </a:cubicBezTo>
                      <a:cubicBezTo>
                        <a:pt x="1768952" y="378506"/>
                        <a:pt x="1768952" y="378506"/>
                        <a:pt x="1747275" y="313191"/>
                      </a:cubicBezTo>
                      <a:cubicBezTo>
                        <a:pt x="1744565" y="302306"/>
                        <a:pt x="1749984" y="291420"/>
                        <a:pt x="1760823" y="288698"/>
                      </a:cubicBezTo>
                      <a:cubicBezTo>
                        <a:pt x="1760823" y="288698"/>
                        <a:pt x="1760823" y="288698"/>
                        <a:pt x="1852953" y="258763"/>
                      </a:cubicBezTo>
                      <a:close/>
                      <a:moveTo>
                        <a:pt x="1458674" y="252413"/>
                      </a:moveTo>
                      <a:cubicBezTo>
                        <a:pt x="1458674" y="252413"/>
                        <a:pt x="1461391" y="252413"/>
                        <a:pt x="1464107" y="252413"/>
                      </a:cubicBezTo>
                      <a:cubicBezTo>
                        <a:pt x="1472256" y="252413"/>
                        <a:pt x="1477689" y="255139"/>
                        <a:pt x="1480405" y="263318"/>
                      </a:cubicBezTo>
                      <a:cubicBezTo>
                        <a:pt x="1480405" y="263318"/>
                        <a:pt x="1480405" y="263318"/>
                        <a:pt x="1502137" y="334204"/>
                      </a:cubicBezTo>
                      <a:cubicBezTo>
                        <a:pt x="1504853" y="342383"/>
                        <a:pt x="1502137" y="353288"/>
                        <a:pt x="1491271" y="356015"/>
                      </a:cubicBezTo>
                      <a:cubicBezTo>
                        <a:pt x="1491271" y="356015"/>
                        <a:pt x="1491271" y="356015"/>
                        <a:pt x="1431510" y="375099"/>
                      </a:cubicBezTo>
                      <a:cubicBezTo>
                        <a:pt x="1428794" y="375099"/>
                        <a:pt x="1426077" y="377826"/>
                        <a:pt x="1426077" y="377826"/>
                      </a:cubicBezTo>
                      <a:cubicBezTo>
                        <a:pt x="1417928" y="377826"/>
                        <a:pt x="1409779" y="372373"/>
                        <a:pt x="1407063" y="364194"/>
                      </a:cubicBezTo>
                      <a:cubicBezTo>
                        <a:pt x="1407063" y="364194"/>
                        <a:pt x="1407063" y="364194"/>
                        <a:pt x="1385331" y="296035"/>
                      </a:cubicBezTo>
                      <a:cubicBezTo>
                        <a:pt x="1382615" y="285129"/>
                        <a:pt x="1388048" y="274224"/>
                        <a:pt x="1396197" y="271497"/>
                      </a:cubicBezTo>
                      <a:cubicBezTo>
                        <a:pt x="1396197" y="271497"/>
                        <a:pt x="1396197" y="271497"/>
                        <a:pt x="1458674" y="252413"/>
                      </a:cubicBezTo>
                      <a:close/>
                      <a:moveTo>
                        <a:pt x="1212515" y="225425"/>
                      </a:moveTo>
                      <a:cubicBezTo>
                        <a:pt x="1215253" y="225425"/>
                        <a:pt x="1217992" y="225425"/>
                        <a:pt x="1217992" y="225425"/>
                      </a:cubicBezTo>
                      <a:cubicBezTo>
                        <a:pt x="1223469" y="225425"/>
                        <a:pt x="1231684" y="228159"/>
                        <a:pt x="1231684" y="236361"/>
                      </a:cubicBezTo>
                      <a:cubicBezTo>
                        <a:pt x="1231684" y="236361"/>
                        <a:pt x="1231684" y="236361"/>
                        <a:pt x="1248115" y="285573"/>
                      </a:cubicBezTo>
                      <a:cubicBezTo>
                        <a:pt x="1250853" y="293775"/>
                        <a:pt x="1248115" y="301978"/>
                        <a:pt x="1239899" y="304712"/>
                      </a:cubicBezTo>
                      <a:cubicBezTo>
                        <a:pt x="1239899" y="304712"/>
                        <a:pt x="1239899" y="304712"/>
                        <a:pt x="1179653" y="323850"/>
                      </a:cubicBezTo>
                      <a:cubicBezTo>
                        <a:pt x="1179653" y="323850"/>
                        <a:pt x="1176915" y="323850"/>
                        <a:pt x="1174176" y="323850"/>
                      </a:cubicBezTo>
                      <a:cubicBezTo>
                        <a:pt x="1168699" y="323850"/>
                        <a:pt x="1163223" y="321116"/>
                        <a:pt x="1160484" y="315648"/>
                      </a:cubicBezTo>
                      <a:cubicBezTo>
                        <a:pt x="1160484" y="315648"/>
                        <a:pt x="1160484" y="315648"/>
                        <a:pt x="1144053" y="263701"/>
                      </a:cubicBezTo>
                      <a:cubicBezTo>
                        <a:pt x="1141315" y="255499"/>
                        <a:pt x="1146792" y="247297"/>
                        <a:pt x="1155007" y="244563"/>
                      </a:cubicBezTo>
                      <a:cubicBezTo>
                        <a:pt x="1155007" y="244563"/>
                        <a:pt x="1155007" y="244563"/>
                        <a:pt x="1212515" y="225425"/>
                      </a:cubicBezTo>
                      <a:close/>
                      <a:moveTo>
                        <a:pt x="1976030" y="217488"/>
                      </a:moveTo>
                      <a:cubicBezTo>
                        <a:pt x="1976030" y="217488"/>
                        <a:pt x="1978756" y="217488"/>
                        <a:pt x="1981482" y="217488"/>
                      </a:cubicBezTo>
                      <a:cubicBezTo>
                        <a:pt x="1989662" y="217488"/>
                        <a:pt x="1995114" y="222940"/>
                        <a:pt x="1997841" y="231120"/>
                      </a:cubicBezTo>
                      <a:cubicBezTo>
                        <a:pt x="1997841" y="231120"/>
                        <a:pt x="1997841" y="231120"/>
                        <a:pt x="2019652" y="299279"/>
                      </a:cubicBezTo>
                      <a:cubicBezTo>
                        <a:pt x="2022378" y="307458"/>
                        <a:pt x="2019652" y="318363"/>
                        <a:pt x="2008746" y="321090"/>
                      </a:cubicBezTo>
                      <a:cubicBezTo>
                        <a:pt x="2008746" y="321090"/>
                        <a:pt x="2008746" y="321090"/>
                        <a:pt x="1946040" y="342901"/>
                      </a:cubicBezTo>
                      <a:cubicBezTo>
                        <a:pt x="1946040" y="342901"/>
                        <a:pt x="1943313" y="342901"/>
                        <a:pt x="1940587" y="342901"/>
                      </a:cubicBezTo>
                      <a:cubicBezTo>
                        <a:pt x="1932408" y="342901"/>
                        <a:pt x="1926955" y="337448"/>
                        <a:pt x="1924229" y="329269"/>
                      </a:cubicBezTo>
                      <a:cubicBezTo>
                        <a:pt x="1924229" y="329269"/>
                        <a:pt x="1924229" y="329269"/>
                        <a:pt x="1902418" y="261110"/>
                      </a:cubicBezTo>
                      <a:cubicBezTo>
                        <a:pt x="1896965" y="252931"/>
                        <a:pt x="1902418" y="242025"/>
                        <a:pt x="1913323" y="239299"/>
                      </a:cubicBezTo>
                      <a:cubicBezTo>
                        <a:pt x="1913323" y="239299"/>
                        <a:pt x="1913323" y="239299"/>
                        <a:pt x="1976030" y="217488"/>
                      </a:cubicBezTo>
                      <a:close/>
                      <a:moveTo>
                        <a:pt x="1581191" y="212725"/>
                      </a:moveTo>
                      <a:cubicBezTo>
                        <a:pt x="1583918" y="212725"/>
                        <a:pt x="1583918" y="212725"/>
                        <a:pt x="1586644" y="212725"/>
                      </a:cubicBezTo>
                      <a:cubicBezTo>
                        <a:pt x="1594823" y="212725"/>
                        <a:pt x="1600276" y="218108"/>
                        <a:pt x="1603002" y="223492"/>
                      </a:cubicBezTo>
                      <a:cubicBezTo>
                        <a:pt x="1603002" y="223492"/>
                        <a:pt x="1603002" y="223492"/>
                        <a:pt x="1624813" y="293480"/>
                      </a:cubicBezTo>
                      <a:cubicBezTo>
                        <a:pt x="1630266" y="301556"/>
                        <a:pt x="1624813" y="312323"/>
                        <a:pt x="1613908" y="315015"/>
                      </a:cubicBezTo>
                      <a:cubicBezTo>
                        <a:pt x="1613908" y="315015"/>
                        <a:pt x="1613908" y="315015"/>
                        <a:pt x="1553928" y="333858"/>
                      </a:cubicBezTo>
                      <a:cubicBezTo>
                        <a:pt x="1551201" y="336550"/>
                        <a:pt x="1551201" y="336550"/>
                        <a:pt x="1548475" y="336550"/>
                      </a:cubicBezTo>
                      <a:cubicBezTo>
                        <a:pt x="1540296" y="336550"/>
                        <a:pt x="1534843" y="331166"/>
                        <a:pt x="1532117" y="323091"/>
                      </a:cubicBezTo>
                      <a:cubicBezTo>
                        <a:pt x="1532117" y="323091"/>
                        <a:pt x="1532117" y="323091"/>
                        <a:pt x="1507579" y="255794"/>
                      </a:cubicBezTo>
                      <a:cubicBezTo>
                        <a:pt x="1504853" y="245027"/>
                        <a:pt x="1510306" y="236951"/>
                        <a:pt x="1521211" y="234260"/>
                      </a:cubicBezTo>
                      <a:cubicBezTo>
                        <a:pt x="1521211" y="234260"/>
                        <a:pt x="1521211" y="234260"/>
                        <a:pt x="1581191" y="212725"/>
                      </a:cubicBezTo>
                      <a:close/>
                      <a:moveTo>
                        <a:pt x="1325783" y="187325"/>
                      </a:moveTo>
                      <a:cubicBezTo>
                        <a:pt x="1328481" y="187325"/>
                        <a:pt x="1328481" y="187325"/>
                        <a:pt x="1331180" y="187325"/>
                      </a:cubicBezTo>
                      <a:cubicBezTo>
                        <a:pt x="1336577" y="187325"/>
                        <a:pt x="1341975" y="192817"/>
                        <a:pt x="1344674" y="198309"/>
                      </a:cubicBezTo>
                      <a:cubicBezTo>
                        <a:pt x="1344674" y="198309"/>
                        <a:pt x="1344674" y="198309"/>
                        <a:pt x="1360866" y="250482"/>
                      </a:cubicBezTo>
                      <a:cubicBezTo>
                        <a:pt x="1363565" y="255973"/>
                        <a:pt x="1358167" y="266957"/>
                        <a:pt x="1352770" y="266957"/>
                      </a:cubicBezTo>
                      <a:cubicBezTo>
                        <a:pt x="1352770" y="266957"/>
                        <a:pt x="1352770" y="266957"/>
                        <a:pt x="1293397" y="288925"/>
                      </a:cubicBezTo>
                      <a:cubicBezTo>
                        <a:pt x="1290699" y="288925"/>
                        <a:pt x="1290699" y="288925"/>
                        <a:pt x="1288000" y="288925"/>
                      </a:cubicBezTo>
                      <a:cubicBezTo>
                        <a:pt x="1282603" y="288925"/>
                        <a:pt x="1277205" y="283433"/>
                        <a:pt x="1274506" y="277941"/>
                      </a:cubicBezTo>
                      <a:cubicBezTo>
                        <a:pt x="1274506" y="277941"/>
                        <a:pt x="1274506" y="277941"/>
                        <a:pt x="1258314" y="225768"/>
                      </a:cubicBezTo>
                      <a:cubicBezTo>
                        <a:pt x="1255615" y="220276"/>
                        <a:pt x="1258314" y="209292"/>
                        <a:pt x="1266410" y="209292"/>
                      </a:cubicBezTo>
                      <a:cubicBezTo>
                        <a:pt x="1266410" y="209292"/>
                        <a:pt x="1266410" y="209292"/>
                        <a:pt x="1325783" y="187325"/>
                      </a:cubicBezTo>
                      <a:close/>
                      <a:moveTo>
                        <a:pt x="1440083" y="152400"/>
                      </a:moveTo>
                      <a:cubicBezTo>
                        <a:pt x="1440083" y="152400"/>
                        <a:pt x="1442781" y="152400"/>
                        <a:pt x="1442781" y="152400"/>
                      </a:cubicBezTo>
                      <a:cubicBezTo>
                        <a:pt x="1450877" y="152400"/>
                        <a:pt x="1456275" y="155134"/>
                        <a:pt x="1458974" y="160602"/>
                      </a:cubicBezTo>
                      <a:cubicBezTo>
                        <a:pt x="1458974" y="160602"/>
                        <a:pt x="1458974" y="160602"/>
                        <a:pt x="1475166" y="212548"/>
                      </a:cubicBezTo>
                      <a:cubicBezTo>
                        <a:pt x="1477865" y="220750"/>
                        <a:pt x="1472467" y="228953"/>
                        <a:pt x="1464371" y="231687"/>
                      </a:cubicBezTo>
                      <a:cubicBezTo>
                        <a:pt x="1464371" y="231687"/>
                        <a:pt x="1464371" y="231687"/>
                        <a:pt x="1404999" y="250825"/>
                      </a:cubicBezTo>
                      <a:cubicBezTo>
                        <a:pt x="1404999" y="250825"/>
                        <a:pt x="1402300" y="250825"/>
                        <a:pt x="1402300" y="250825"/>
                      </a:cubicBezTo>
                      <a:cubicBezTo>
                        <a:pt x="1394204" y="250825"/>
                        <a:pt x="1388806" y="248091"/>
                        <a:pt x="1388806" y="239889"/>
                      </a:cubicBezTo>
                      <a:cubicBezTo>
                        <a:pt x="1388806" y="239889"/>
                        <a:pt x="1388806" y="239889"/>
                        <a:pt x="1369915" y="190676"/>
                      </a:cubicBezTo>
                      <a:cubicBezTo>
                        <a:pt x="1369915" y="182474"/>
                        <a:pt x="1372614" y="174272"/>
                        <a:pt x="1380710" y="171538"/>
                      </a:cubicBezTo>
                      <a:cubicBezTo>
                        <a:pt x="1380710" y="171538"/>
                        <a:pt x="1380710" y="171538"/>
                        <a:pt x="1440083" y="152400"/>
                      </a:cubicBezTo>
                      <a:close/>
                      <a:moveTo>
                        <a:pt x="1811970" y="136525"/>
                      </a:moveTo>
                      <a:cubicBezTo>
                        <a:pt x="1814689" y="136525"/>
                        <a:pt x="1817408" y="136525"/>
                        <a:pt x="1820127" y="136525"/>
                      </a:cubicBezTo>
                      <a:cubicBezTo>
                        <a:pt x="1828283" y="136525"/>
                        <a:pt x="1833721" y="141960"/>
                        <a:pt x="1836440" y="150113"/>
                      </a:cubicBezTo>
                      <a:cubicBezTo>
                        <a:pt x="1836440" y="150113"/>
                        <a:pt x="1836440" y="150113"/>
                        <a:pt x="1858190" y="215335"/>
                      </a:cubicBezTo>
                      <a:cubicBezTo>
                        <a:pt x="1863628" y="226205"/>
                        <a:pt x="1855472" y="237076"/>
                        <a:pt x="1847315" y="239793"/>
                      </a:cubicBezTo>
                      <a:cubicBezTo>
                        <a:pt x="1847315" y="239793"/>
                        <a:pt x="1847315" y="239793"/>
                        <a:pt x="1676029" y="296863"/>
                      </a:cubicBezTo>
                      <a:cubicBezTo>
                        <a:pt x="1673310" y="296863"/>
                        <a:pt x="1670591" y="296863"/>
                        <a:pt x="1670591" y="296863"/>
                      </a:cubicBezTo>
                      <a:cubicBezTo>
                        <a:pt x="1662435" y="296863"/>
                        <a:pt x="1654278" y="291428"/>
                        <a:pt x="1651559" y="283275"/>
                      </a:cubicBezTo>
                      <a:cubicBezTo>
                        <a:pt x="1651559" y="283275"/>
                        <a:pt x="1651559" y="283275"/>
                        <a:pt x="1629809" y="218053"/>
                      </a:cubicBezTo>
                      <a:cubicBezTo>
                        <a:pt x="1627090" y="207182"/>
                        <a:pt x="1632528" y="196312"/>
                        <a:pt x="1640684" y="193594"/>
                      </a:cubicBezTo>
                      <a:cubicBezTo>
                        <a:pt x="1640684" y="193594"/>
                        <a:pt x="1640684" y="193594"/>
                        <a:pt x="1811970" y="136525"/>
                      </a:cubicBezTo>
                      <a:close/>
                      <a:moveTo>
                        <a:pt x="1551207" y="114300"/>
                      </a:moveTo>
                      <a:cubicBezTo>
                        <a:pt x="1553906" y="114300"/>
                        <a:pt x="1553906" y="114300"/>
                        <a:pt x="1556605" y="114300"/>
                      </a:cubicBezTo>
                      <a:cubicBezTo>
                        <a:pt x="1562003" y="114300"/>
                        <a:pt x="1567400" y="117003"/>
                        <a:pt x="1570099" y="125112"/>
                      </a:cubicBezTo>
                      <a:cubicBezTo>
                        <a:pt x="1570099" y="125112"/>
                        <a:pt x="1570099" y="125112"/>
                        <a:pt x="1586291" y="173767"/>
                      </a:cubicBezTo>
                      <a:cubicBezTo>
                        <a:pt x="1588990" y="181876"/>
                        <a:pt x="1586291" y="189985"/>
                        <a:pt x="1578195" y="192688"/>
                      </a:cubicBezTo>
                      <a:cubicBezTo>
                        <a:pt x="1578195" y="192688"/>
                        <a:pt x="1578195" y="192688"/>
                        <a:pt x="1518823" y="211610"/>
                      </a:cubicBezTo>
                      <a:cubicBezTo>
                        <a:pt x="1518823" y="214313"/>
                        <a:pt x="1516124" y="214313"/>
                        <a:pt x="1513425" y="214313"/>
                      </a:cubicBezTo>
                      <a:cubicBezTo>
                        <a:pt x="1508027" y="214313"/>
                        <a:pt x="1502630" y="208907"/>
                        <a:pt x="1499931" y="203501"/>
                      </a:cubicBezTo>
                      <a:cubicBezTo>
                        <a:pt x="1499931" y="203501"/>
                        <a:pt x="1499931" y="203501"/>
                        <a:pt x="1483739" y="152143"/>
                      </a:cubicBezTo>
                      <a:cubicBezTo>
                        <a:pt x="1481040" y="144033"/>
                        <a:pt x="1486437" y="135924"/>
                        <a:pt x="1494534" y="133221"/>
                      </a:cubicBezTo>
                      <a:cubicBezTo>
                        <a:pt x="1494534" y="133221"/>
                        <a:pt x="1494534" y="133221"/>
                        <a:pt x="1551207" y="114300"/>
                      </a:cubicBezTo>
                      <a:close/>
                      <a:moveTo>
                        <a:pt x="1940656" y="95250"/>
                      </a:moveTo>
                      <a:cubicBezTo>
                        <a:pt x="1948835" y="95250"/>
                        <a:pt x="1957014" y="100702"/>
                        <a:pt x="1959741" y="108882"/>
                      </a:cubicBezTo>
                      <a:cubicBezTo>
                        <a:pt x="1959741" y="108882"/>
                        <a:pt x="1959741" y="108882"/>
                        <a:pt x="1981552" y="177041"/>
                      </a:cubicBezTo>
                      <a:cubicBezTo>
                        <a:pt x="1984278" y="187946"/>
                        <a:pt x="1978825" y="198852"/>
                        <a:pt x="1970646" y="201578"/>
                      </a:cubicBezTo>
                      <a:cubicBezTo>
                        <a:pt x="1970646" y="201578"/>
                        <a:pt x="1970646" y="201578"/>
                        <a:pt x="1907940" y="220663"/>
                      </a:cubicBezTo>
                      <a:cubicBezTo>
                        <a:pt x="1905213" y="220663"/>
                        <a:pt x="1902487" y="220663"/>
                        <a:pt x="1902487" y="220663"/>
                      </a:cubicBezTo>
                      <a:cubicBezTo>
                        <a:pt x="1894308" y="220663"/>
                        <a:pt x="1886129" y="217936"/>
                        <a:pt x="1883402" y="209757"/>
                      </a:cubicBezTo>
                      <a:cubicBezTo>
                        <a:pt x="1883402" y="209757"/>
                        <a:pt x="1883402" y="209757"/>
                        <a:pt x="1861591" y="141598"/>
                      </a:cubicBezTo>
                      <a:cubicBezTo>
                        <a:pt x="1858865" y="130693"/>
                        <a:pt x="1864318" y="119787"/>
                        <a:pt x="1872497" y="117061"/>
                      </a:cubicBezTo>
                      <a:cubicBezTo>
                        <a:pt x="1872497" y="117061"/>
                        <a:pt x="1872497" y="117061"/>
                        <a:pt x="1935203" y="97976"/>
                      </a:cubicBezTo>
                      <a:cubicBezTo>
                        <a:pt x="1937930" y="97976"/>
                        <a:pt x="1940656" y="95250"/>
                        <a:pt x="1940656" y="95250"/>
                      </a:cubicBezTo>
                      <a:close/>
                      <a:moveTo>
                        <a:pt x="1670905" y="76200"/>
                      </a:moveTo>
                      <a:cubicBezTo>
                        <a:pt x="1676303" y="76200"/>
                        <a:pt x="1681700" y="81606"/>
                        <a:pt x="1684399" y="87012"/>
                      </a:cubicBezTo>
                      <a:cubicBezTo>
                        <a:pt x="1684399" y="87012"/>
                        <a:pt x="1684399" y="87012"/>
                        <a:pt x="1700591" y="138370"/>
                      </a:cubicBezTo>
                      <a:cubicBezTo>
                        <a:pt x="1703290" y="146479"/>
                        <a:pt x="1697893" y="154588"/>
                        <a:pt x="1689796" y="157291"/>
                      </a:cubicBezTo>
                      <a:cubicBezTo>
                        <a:pt x="1689796" y="157291"/>
                        <a:pt x="1689796" y="157291"/>
                        <a:pt x="1633123" y="176213"/>
                      </a:cubicBezTo>
                      <a:cubicBezTo>
                        <a:pt x="1630424" y="176213"/>
                        <a:pt x="1630424" y="176213"/>
                        <a:pt x="1627725" y="176213"/>
                      </a:cubicBezTo>
                      <a:cubicBezTo>
                        <a:pt x="1622327" y="176213"/>
                        <a:pt x="1616930" y="173510"/>
                        <a:pt x="1614231" y="165401"/>
                      </a:cubicBezTo>
                      <a:cubicBezTo>
                        <a:pt x="1614231" y="165401"/>
                        <a:pt x="1614231" y="165401"/>
                        <a:pt x="1598039" y="116746"/>
                      </a:cubicBezTo>
                      <a:cubicBezTo>
                        <a:pt x="1595340" y="108636"/>
                        <a:pt x="1598039" y="100527"/>
                        <a:pt x="1606135" y="97824"/>
                      </a:cubicBezTo>
                      <a:cubicBezTo>
                        <a:pt x="1606135" y="97824"/>
                        <a:pt x="1606135" y="97824"/>
                        <a:pt x="1665507" y="78903"/>
                      </a:cubicBezTo>
                      <a:cubicBezTo>
                        <a:pt x="1668206" y="78903"/>
                        <a:pt x="1668206" y="76200"/>
                        <a:pt x="1670905" y="76200"/>
                      </a:cubicBezTo>
                      <a:close/>
                      <a:moveTo>
                        <a:pt x="1785692" y="38100"/>
                      </a:moveTo>
                      <a:cubicBezTo>
                        <a:pt x="1788424" y="38100"/>
                        <a:pt x="1788424" y="38100"/>
                        <a:pt x="1791156" y="38100"/>
                      </a:cubicBezTo>
                      <a:cubicBezTo>
                        <a:pt x="1796620" y="38100"/>
                        <a:pt x="1802084" y="40815"/>
                        <a:pt x="1804816" y="48962"/>
                      </a:cubicBezTo>
                      <a:cubicBezTo>
                        <a:pt x="1804816" y="48962"/>
                        <a:pt x="1804816" y="48962"/>
                        <a:pt x="1821208" y="97840"/>
                      </a:cubicBezTo>
                      <a:cubicBezTo>
                        <a:pt x="1823940" y="105987"/>
                        <a:pt x="1821208" y="114133"/>
                        <a:pt x="1813012" y="116848"/>
                      </a:cubicBezTo>
                      <a:cubicBezTo>
                        <a:pt x="1813012" y="116848"/>
                        <a:pt x="1813012" y="116848"/>
                        <a:pt x="1744713" y="138572"/>
                      </a:cubicBezTo>
                      <a:cubicBezTo>
                        <a:pt x="1741981" y="141288"/>
                        <a:pt x="1741981" y="141288"/>
                        <a:pt x="1739249" y="141288"/>
                      </a:cubicBezTo>
                      <a:cubicBezTo>
                        <a:pt x="1733785" y="141288"/>
                        <a:pt x="1728321" y="135857"/>
                        <a:pt x="1725589" y="130426"/>
                      </a:cubicBezTo>
                      <a:cubicBezTo>
                        <a:pt x="1725589" y="130426"/>
                        <a:pt x="1725589" y="130426"/>
                        <a:pt x="1709197" y="78832"/>
                      </a:cubicBezTo>
                      <a:cubicBezTo>
                        <a:pt x="1706465" y="70685"/>
                        <a:pt x="1709197" y="62539"/>
                        <a:pt x="1717393" y="59824"/>
                      </a:cubicBezTo>
                      <a:cubicBezTo>
                        <a:pt x="1717393" y="59824"/>
                        <a:pt x="1717393" y="59824"/>
                        <a:pt x="1785692" y="38100"/>
                      </a:cubicBezTo>
                      <a:close/>
                      <a:moveTo>
                        <a:pt x="1907789" y="0"/>
                      </a:moveTo>
                      <a:cubicBezTo>
                        <a:pt x="1907789" y="0"/>
                        <a:pt x="1910531" y="0"/>
                        <a:pt x="1910531" y="0"/>
                      </a:cubicBezTo>
                      <a:cubicBezTo>
                        <a:pt x="1918758" y="0"/>
                        <a:pt x="1924242" y="2703"/>
                        <a:pt x="1926984" y="8109"/>
                      </a:cubicBezTo>
                      <a:cubicBezTo>
                        <a:pt x="1926984" y="8109"/>
                        <a:pt x="1926984" y="8109"/>
                        <a:pt x="1943436" y="59467"/>
                      </a:cubicBezTo>
                      <a:cubicBezTo>
                        <a:pt x="1946178" y="67576"/>
                        <a:pt x="1940694" y="75685"/>
                        <a:pt x="1932468" y="78388"/>
                      </a:cubicBezTo>
                      <a:cubicBezTo>
                        <a:pt x="1932468" y="78388"/>
                        <a:pt x="1932468" y="78388"/>
                        <a:pt x="1863917" y="100013"/>
                      </a:cubicBezTo>
                      <a:cubicBezTo>
                        <a:pt x="1863917" y="100013"/>
                        <a:pt x="1861175" y="100013"/>
                        <a:pt x="1858433" y="100013"/>
                      </a:cubicBezTo>
                      <a:cubicBezTo>
                        <a:pt x="1852948" y="100013"/>
                        <a:pt x="1847464" y="97310"/>
                        <a:pt x="1844722" y="91904"/>
                      </a:cubicBezTo>
                      <a:cubicBezTo>
                        <a:pt x="1844722" y="91904"/>
                        <a:pt x="1844722" y="91904"/>
                        <a:pt x="1828270" y="40546"/>
                      </a:cubicBezTo>
                      <a:cubicBezTo>
                        <a:pt x="1825528" y="32436"/>
                        <a:pt x="1831012" y="24327"/>
                        <a:pt x="1839238" y="21624"/>
                      </a:cubicBezTo>
                      <a:cubicBezTo>
                        <a:pt x="1839238" y="21624"/>
                        <a:pt x="1839238" y="21624"/>
                        <a:pt x="1907789" y="0"/>
                      </a:cubicBezTo>
                      <a:close/>
                    </a:path>
                  </a:pathLst>
                </a:custGeom>
                <a:solidFill>
                  <a:srgbClr val="A1A1A1"/>
                </a:solidFill>
                <a:ln>
                  <a:noFill/>
                </a:ln>
              </p:spPr>
              <p:txBody>
                <a:bodyPr vert="horz" wrap="square" lIns="91440" tIns="45720" rIns="91440" bIns="45720" numCol="1" anchor="t" anchorCtr="0" compatLnSpc="1">
                  <a:noAutofit/>
                </a:bodyPr>
                <a:lstStyle/>
                <a:p>
                  <a:endParaRPr lang="en-US"/>
                </a:p>
              </p:txBody>
            </p:sp>
            <p:sp>
              <p:nvSpPr>
                <p:cNvPr id="27" name="Freeform 159"/>
                <p:cNvSpPr/>
                <p:nvPr/>
              </p:nvSpPr>
              <p:spPr bwMode="auto">
                <a:xfrm>
                  <a:off x="6935789" y="3951288"/>
                  <a:ext cx="3779838" cy="1847850"/>
                </a:xfrm>
                <a:custGeom>
                  <a:avLst/>
                  <a:gdLst>
                    <a:gd name="T0" fmla="*/ 21 w 1391"/>
                    <a:gd name="T1" fmla="*/ 446 h 680"/>
                    <a:gd name="T2" fmla="*/ 689 w 1391"/>
                    <a:gd name="T3" fmla="*/ 228 h 680"/>
                    <a:gd name="T4" fmla="*/ 1358 w 1391"/>
                    <a:gd name="T5" fmla="*/ 10 h 680"/>
                    <a:gd name="T6" fmla="*/ 1366 w 1391"/>
                    <a:gd name="T7" fmla="*/ 67 h 680"/>
                    <a:gd name="T8" fmla="*/ 1269 w 1391"/>
                    <a:gd name="T9" fmla="*/ 245 h 680"/>
                    <a:gd name="T10" fmla="*/ 1187 w 1391"/>
                    <a:gd name="T11" fmla="*/ 418 h 680"/>
                    <a:gd name="T12" fmla="*/ 785 w 1391"/>
                    <a:gd name="T13" fmla="*/ 549 h 680"/>
                    <a:gd name="T14" fmla="*/ 384 w 1391"/>
                    <a:gd name="T15" fmla="*/ 680 h 680"/>
                    <a:gd name="T16" fmla="*/ 239 w 1391"/>
                    <a:gd name="T17" fmla="*/ 596 h 680"/>
                    <a:gd name="T18" fmla="*/ 83 w 1391"/>
                    <a:gd name="T19" fmla="*/ 516 h 680"/>
                    <a:gd name="T20" fmla="*/ 11 w 1391"/>
                    <a:gd name="T21" fmla="*/ 472 h 680"/>
                    <a:gd name="T22" fmla="*/ 21 w 1391"/>
                    <a:gd name="T23" fmla="*/ 44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1" h="680">
                      <a:moveTo>
                        <a:pt x="21" y="446"/>
                      </a:moveTo>
                      <a:cubicBezTo>
                        <a:pt x="244" y="374"/>
                        <a:pt x="467" y="301"/>
                        <a:pt x="689" y="228"/>
                      </a:cubicBezTo>
                      <a:cubicBezTo>
                        <a:pt x="912" y="156"/>
                        <a:pt x="1135" y="83"/>
                        <a:pt x="1358" y="10"/>
                      </a:cubicBezTo>
                      <a:cubicBezTo>
                        <a:pt x="1390" y="0"/>
                        <a:pt x="1391" y="25"/>
                        <a:pt x="1366" y="67"/>
                      </a:cubicBezTo>
                      <a:cubicBezTo>
                        <a:pt x="1332" y="127"/>
                        <a:pt x="1299" y="186"/>
                        <a:pt x="1269" y="245"/>
                      </a:cubicBezTo>
                      <a:cubicBezTo>
                        <a:pt x="1240" y="303"/>
                        <a:pt x="1212" y="361"/>
                        <a:pt x="1187" y="418"/>
                      </a:cubicBezTo>
                      <a:cubicBezTo>
                        <a:pt x="1053" y="462"/>
                        <a:pt x="919" y="505"/>
                        <a:pt x="785" y="549"/>
                      </a:cubicBezTo>
                      <a:cubicBezTo>
                        <a:pt x="652" y="592"/>
                        <a:pt x="518" y="636"/>
                        <a:pt x="384" y="680"/>
                      </a:cubicBezTo>
                      <a:cubicBezTo>
                        <a:pt x="337" y="651"/>
                        <a:pt x="289" y="623"/>
                        <a:pt x="239" y="596"/>
                      </a:cubicBezTo>
                      <a:cubicBezTo>
                        <a:pt x="189" y="568"/>
                        <a:pt x="136" y="541"/>
                        <a:pt x="83" y="516"/>
                      </a:cubicBezTo>
                      <a:cubicBezTo>
                        <a:pt x="46" y="498"/>
                        <a:pt x="21" y="484"/>
                        <a:pt x="11" y="472"/>
                      </a:cubicBezTo>
                      <a:cubicBezTo>
                        <a:pt x="0" y="461"/>
                        <a:pt x="3" y="452"/>
                        <a:pt x="21" y="446"/>
                      </a:cubicBezTo>
                      <a:close/>
                    </a:path>
                  </a:pathLst>
                </a:custGeom>
                <a:solidFill>
                  <a:srgbClr val="4D4D4D"/>
                </a:solidFill>
                <a:ln>
                  <a:noFill/>
                </a:ln>
              </p:spPr>
              <p:txBody>
                <a:bodyPr vert="horz" wrap="square" lIns="91440" tIns="45720" rIns="91440" bIns="45720" numCol="1" anchor="t" anchorCtr="0" compatLnSpc="1"/>
                <a:lstStyle/>
                <a:p>
                  <a:endParaRPr lang="en-US"/>
                </a:p>
              </p:txBody>
            </p:sp>
            <p:sp>
              <p:nvSpPr>
                <p:cNvPr id="28" name="Freeform 160"/>
                <p:cNvSpPr/>
                <p:nvPr/>
              </p:nvSpPr>
              <p:spPr bwMode="auto">
                <a:xfrm>
                  <a:off x="7281864" y="4275138"/>
                  <a:ext cx="3182938" cy="1422400"/>
                </a:xfrm>
                <a:custGeom>
                  <a:avLst/>
                  <a:gdLst>
                    <a:gd name="T0" fmla="*/ 1172 w 1172"/>
                    <a:gd name="T1" fmla="*/ 0 h 524"/>
                    <a:gd name="T2" fmla="*/ 1105 w 1172"/>
                    <a:gd name="T3" fmla="*/ 133 h 524"/>
                    <a:gd name="T4" fmla="*/ 1046 w 1172"/>
                    <a:gd name="T5" fmla="*/ 264 h 524"/>
                    <a:gd name="T6" fmla="*/ 648 w 1172"/>
                    <a:gd name="T7" fmla="*/ 394 h 524"/>
                    <a:gd name="T8" fmla="*/ 249 w 1172"/>
                    <a:gd name="T9" fmla="*/ 524 h 524"/>
                    <a:gd name="T10" fmla="*/ 128 w 1172"/>
                    <a:gd name="T11" fmla="*/ 452 h 524"/>
                    <a:gd name="T12" fmla="*/ 0 w 1172"/>
                    <a:gd name="T13" fmla="*/ 382 h 524"/>
                    <a:gd name="T14" fmla="*/ 586 w 1172"/>
                    <a:gd name="T15" fmla="*/ 191 h 524"/>
                    <a:gd name="T16" fmla="*/ 1172 w 1172"/>
                    <a:gd name="T1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2" h="524">
                      <a:moveTo>
                        <a:pt x="1172" y="0"/>
                      </a:moveTo>
                      <a:cubicBezTo>
                        <a:pt x="1148" y="45"/>
                        <a:pt x="1126" y="89"/>
                        <a:pt x="1105" y="133"/>
                      </a:cubicBezTo>
                      <a:cubicBezTo>
                        <a:pt x="1084" y="177"/>
                        <a:pt x="1065" y="221"/>
                        <a:pt x="1046" y="264"/>
                      </a:cubicBezTo>
                      <a:cubicBezTo>
                        <a:pt x="913" y="307"/>
                        <a:pt x="781" y="351"/>
                        <a:pt x="648" y="394"/>
                      </a:cubicBezTo>
                      <a:cubicBezTo>
                        <a:pt x="515" y="437"/>
                        <a:pt x="382" y="481"/>
                        <a:pt x="249" y="524"/>
                      </a:cubicBezTo>
                      <a:cubicBezTo>
                        <a:pt x="210" y="500"/>
                        <a:pt x="169" y="475"/>
                        <a:pt x="128" y="452"/>
                      </a:cubicBezTo>
                      <a:cubicBezTo>
                        <a:pt x="87" y="428"/>
                        <a:pt x="44" y="405"/>
                        <a:pt x="0" y="382"/>
                      </a:cubicBezTo>
                      <a:cubicBezTo>
                        <a:pt x="195" y="318"/>
                        <a:pt x="390" y="254"/>
                        <a:pt x="586" y="191"/>
                      </a:cubicBezTo>
                      <a:cubicBezTo>
                        <a:pt x="781" y="127"/>
                        <a:pt x="976" y="63"/>
                        <a:pt x="1172" y="0"/>
                      </a:cubicBez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9" name="Freeform 161"/>
                <p:cNvSpPr/>
                <p:nvPr/>
              </p:nvSpPr>
              <p:spPr bwMode="auto">
                <a:xfrm>
                  <a:off x="6961189" y="3986213"/>
                  <a:ext cx="3716338" cy="1244600"/>
                </a:xfrm>
                <a:custGeom>
                  <a:avLst/>
                  <a:gdLst>
                    <a:gd name="T0" fmla="*/ 3 w 1368"/>
                    <a:gd name="T1" fmla="*/ 444 h 458"/>
                    <a:gd name="T2" fmla="*/ 684 w 1368"/>
                    <a:gd name="T3" fmla="*/ 222 h 458"/>
                    <a:gd name="T4" fmla="*/ 1364 w 1368"/>
                    <a:gd name="T5" fmla="*/ 1 h 458"/>
                    <a:gd name="T6" fmla="*/ 1366 w 1368"/>
                    <a:gd name="T7" fmla="*/ 9 h 458"/>
                    <a:gd name="T8" fmla="*/ 1358 w 1368"/>
                    <a:gd name="T9" fmla="*/ 20 h 458"/>
                    <a:gd name="T10" fmla="*/ 688 w 1368"/>
                    <a:gd name="T11" fmla="*/ 238 h 458"/>
                    <a:gd name="T12" fmla="*/ 19 w 1368"/>
                    <a:gd name="T13" fmla="*/ 457 h 458"/>
                    <a:gd name="T14" fmla="*/ 6 w 1368"/>
                    <a:gd name="T15" fmla="*/ 452 h 458"/>
                    <a:gd name="T16" fmla="*/ 3 w 1368"/>
                    <a:gd name="T17" fmla="*/ 444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8" h="458">
                      <a:moveTo>
                        <a:pt x="3" y="444"/>
                      </a:moveTo>
                      <a:cubicBezTo>
                        <a:pt x="230" y="370"/>
                        <a:pt x="457" y="296"/>
                        <a:pt x="684" y="222"/>
                      </a:cubicBezTo>
                      <a:cubicBezTo>
                        <a:pt x="910" y="148"/>
                        <a:pt x="1137" y="75"/>
                        <a:pt x="1364" y="1"/>
                      </a:cubicBezTo>
                      <a:cubicBezTo>
                        <a:pt x="1367" y="0"/>
                        <a:pt x="1368" y="3"/>
                        <a:pt x="1366" y="9"/>
                      </a:cubicBezTo>
                      <a:cubicBezTo>
                        <a:pt x="1364" y="14"/>
                        <a:pt x="1361" y="19"/>
                        <a:pt x="1358" y="20"/>
                      </a:cubicBezTo>
                      <a:cubicBezTo>
                        <a:pt x="1135" y="93"/>
                        <a:pt x="911" y="166"/>
                        <a:pt x="688" y="238"/>
                      </a:cubicBezTo>
                      <a:cubicBezTo>
                        <a:pt x="465" y="311"/>
                        <a:pt x="242" y="384"/>
                        <a:pt x="19" y="457"/>
                      </a:cubicBezTo>
                      <a:cubicBezTo>
                        <a:pt x="16" y="458"/>
                        <a:pt x="10" y="456"/>
                        <a:pt x="6" y="452"/>
                      </a:cubicBezTo>
                      <a:cubicBezTo>
                        <a:pt x="1" y="449"/>
                        <a:pt x="0" y="445"/>
                        <a:pt x="3" y="444"/>
                      </a:cubicBezTo>
                      <a:close/>
                    </a:path>
                  </a:pathLst>
                </a:custGeom>
                <a:solidFill>
                  <a:srgbClr val="A1A1A1"/>
                </a:solidFill>
                <a:ln>
                  <a:noFill/>
                </a:ln>
              </p:spPr>
              <p:txBody>
                <a:bodyPr vert="horz" wrap="square" lIns="91440" tIns="45720" rIns="91440" bIns="45720" numCol="1" anchor="t" anchorCtr="0" compatLnSpc="1"/>
                <a:lstStyle/>
                <a:p>
                  <a:endParaRPr lang="en-US"/>
                </a:p>
              </p:txBody>
            </p:sp>
            <p:sp>
              <p:nvSpPr>
                <p:cNvPr id="30" name="Freeform 29"/>
                <p:cNvSpPr/>
                <p:nvPr/>
              </p:nvSpPr>
              <p:spPr bwMode="auto">
                <a:xfrm>
                  <a:off x="7858416" y="5146676"/>
                  <a:ext cx="366278" cy="142531"/>
                </a:xfrm>
                <a:custGeom>
                  <a:avLst/>
                  <a:gdLst>
                    <a:gd name="connsiteX0" fmla="*/ 178164 w 366278"/>
                    <a:gd name="connsiteY0" fmla="*/ 39688 h 142531"/>
                    <a:gd name="connsiteX1" fmla="*/ 241166 w 366278"/>
                    <a:gd name="connsiteY1" fmla="*/ 39688 h 142531"/>
                    <a:gd name="connsiteX2" fmla="*/ 243906 w 366278"/>
                    <a:gd name="connsiteY2" fmla="*/ 47960 h 142531"/>
                    <a:gd name="connsiteX3" fmla="*/ 216513 w 366278"/>
                    <a:gd name="connsiteY3" fmla="*/ 56232 h 142531"/>
                    <a:gd name="connsiteX4" fmla="*/ 200078 w 366278"/>
                    <a:gd name="connsiteY4" fmla="*/ 56232 h 142531"/>
                    <a:gd name="connsiteX5" fmla="*/ 216513 w 366278"/>
                    <a:gd name="connsiteY5" fmla="*/ 78290 h 142531"/>
                    <a:gd name="connsiteX6" fmla="*/ 202817 w 366278"/>
                    <a:gd name="connsiteY6" fmla="*/ 89319 h 142531"/>
                    <a:gd name="connsiteX7" fmla="*/ 178164 w 366278"/>
                    <a:gd name="connsiteY7" fmla="*/ 89319 h 142531"/>
                    <a:gd name="connsiteX8" fmla="*/ 161729 w 366278"/>
                    <a:gd name="connsiteY8" fmla="*/ 70018 h 142531"/>
                    <a:gd name="connsiteX9" fmla="*/ 153511 w 366278"/>
                    <a:gd name="connsiteY9" fmla="*/ 78290 h 142531"/>
                    <a:gd name="connsiteX10" fmla="*/ 126119 w 366278"/>
                    <a:gd name="connsiteY10" fmla="*/ 86562 h 142531"/>
                    <a:gd name="connsiteX11" fmla="*/ 117902 w 366278"/>
                    <a:gd name="connsiteY11" fmla="*/ 81047 h 142531"/>
                    <a:gd name="connsiteX12" fmla="*/ 153511 w 366278"/>
                    <a:gd name="connsiteY12" fmla="*/ 47960 h 142531"/>
                    <a:gd name="connsiteX13" fmla="*/ 178164 w 366278"/>
                    <a:gd name="connsiteY13" fmla="*/ 39688 h 142531"/>
                    <a:gd name="connsiteX14" fmla="*/ 207900 w 366278"/>
                    <a:gd name="connsiteY14" fmla="*/ 0 h 142531"/>
                    <a:gd name="connsiteX15" fmla="*/ 202457 w 366278"/>
                    <a:gd name="connsiteY15" fmla="*/ 13607 h 142531"/>
                    <a:gd name="connsiteX16" fmla="*/ 36450 w 366278"/>
                    <a:gd name="connsiteY16" fmla="*/ 97972 h 142531"/>
                    <a:gd name="connsiteX17" fmla="*/ 164357 w 366278"/>
                    <a:gd name="connsiteY17" fmla="*/ 119743 h 142531"/>
                    <a:gd name="connsiteX18" fmla="*/ 327642 w 366278"/>
                    <a:gd name="connsiteY18" fmla="*/ 38100 h 142531"/>
                    <a:gd name="connsiteX19" fmla="*/ 319478 w 366278"/>
                    <a:gd name="connsiteY19" fmla="*/ 13607 h 142531"/>
                    <a:gd name="connsiteX20" fmla="*/ 349414 w 366278"/>
                    <a:gd name="connsiteY20" fmla="*/ 0 h 142531"/>
                    <a:gd name="connsiteX21" fmla="*/ 363021 w 366278"/>
                    <a:gd name="connsiteY21" fmla="*/ 29936 h 142531"/>
                    <a:gd name="connsiteX22" fmla="*/ 161635 w 366278"/>
                    <a:gd name="connsiteY22" fmla="*/ 133350 h 142531"/>
                    <a:gd name="connsiteX23" fmla="*/ 1071 w 366278"/>
                    <a:gd name="connsiteY23" fmla="*/ 103415 h 142531"/>
                    <a:gd name="connsiteX24" fmla="*/ 207900 w 366278"/>
                    <a:gd name="connsiteY24" fmla="*/ 0 h 14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6278" h="142531">
                      <a:moveTo>
                        <a:pt x="178164" y="39688"/>
                      </a:moveTo>
                      <a:cubicBezTo>
                        <a:pt x="200078" y="39688"/>
                        <a:pt x="219253" y="39688"/>
                        <a:pt x="241166" y="39688"/>
                      </a:cubicBezTo>
                      <a:cubicBezTo>
                        <a:pt x="249384" y="39688"/>
                        <a:pt x="252123" y="45203"/>
                        <a:pt x="243906" y="47960"/>
                      </a:cubicBezTo>
                      <a:cubicBezTo>
                        <a:pt x="238427" y="53475"/>
                        <a:pt x="224731" y="56232"/>
                        <a:pt x="216513" y="56232"/>
                      </a:cubicBezTo>
                      <a:cubicBezTo>
                        <a:pt x="211035" y="56232"/>
                        <a:pt x="205557" y="56232"/>
                        <a:pt x="200078" y="56232"/>
                      </a:cubicBezTo>
                      <a:cubicBezTo>
                        <a:pt x="205557" y="64504"/>
                        <a:pt x="211035" y="70018"/>
                        <a:pt x="216513" y="78290"/>
                      </a:cubicBezTo>
                      <a:cubicBezTo>
                        <a:pt x="219253" y="81047"/>
                        <a:pt x="213774" y="86562"/>
                        <a:pt x="202817" y="89319"/>
                      </a:cubicBezTo>
                      <a:cubicBezTo>
                        <a:pt x="191861" y="92076"/>
                        <a:pt x="180904" y="92076"/>
                        <a:pt x="178164" y="89319"/>
                      </a:cubicBezTo>
                      <a:cubicBezTo>
                        <a:pt x="172686" y="83804"/>
                        <a:pt x="167208" y="75533"/>
                        <a:pt x="161729" y="70018"/>
                      </a:cubicBezTo>
                      <a:cubicBezTo>
                        <a:pt x="158990" y="72775"/>
                        <a:pt x="156251" y="75533"/>
                        <a:pt x="153511" y="78290"/>
                      </a:cubicBezTo>
                      <a:cubicBezTo>
                        <a:pt x="148033" y="83804"/>
                        <a:pt x="134337" y="86562"/>
                        <a:pt x="126119" y="86562"/>
                      </a:cubicBezTo>
                      <a:cubicBezTo>
                        <a:pt x="115162" y="89319"/>
                        <a:pt x="112423" y="83804"/>
                        <a:pt x="117902" y="81047"/>
                      </a:cubicBezTo>
                      <a:cubicBezTo>
                        <a:pt x="128859" y="70018"/>
                        <a:pt x="142555" y="58989"/>
                        <a:pt x="153511" y="47960"/>
                      </a:cubicBezTo>
                      <a:cubicBezTo>
                        <a:pt x="158990" y="45203"/>
                        <a:pt x="169947" y="39688"/>
                        <a:pt x="178164" y="39688"/>
                      </a:cubicBezTo>
                      <a:close/>
                      <a:moveTo>
                        <a:pt x="207900" y="0"/>
                      </a:moveTo>
                      <a:cubicBezTo>
                        <a:pt x="205178" y="5443"/>
                        <a:pt x="205178" y="8165"/>
                        <a:pt x="202457" y="13607"/>
                      </a:cubicBezTo>
                      <a:cubicBezTo>
                        <a:pt x="120814" y="29936"/>
                        <a:pt x="44614" y="68036"/>
                        <a:pt x="36450" y="97972"/>
                      </a:cubicBezTo>
                      <a:cubicBezTo>
                        <a:pt x="25564" y="125186"/>
                        <a:pt x="85435" y="136072"/>
                        <a:pt x="164357" y="119743"/>
                      </a:cubicBezTo>
                      <a:cubicBezTo>
                        <a:pt x="246000" y="103415"/>
                        <a:pt x="319478" y="57150"/>
                        <a:pt x="327642" y="38100"/>
                      </a:cubicBezTo>
                      <a:cubicBezTo>
                        <a:pt x="335807" y="16329"/>
                        <a:pt x="327642" y="19050"/>
                        <a:pt x="319478" y="13607"/>
                      </a:cubicBezTo>
                      <a:cubicBezTo>
                        <a:pt x="330364" y="8165"/>
                        <a:pt x="338528" y="5443"/>
                        <a:pt x="349414" y="0"/>
                      </a:cubicBezTo>
                      <a:cubicBezTo>
                        <a:pt x="363021" y="8165"/>
                        <a:pt x="371185" y="5443"/>
                        <a:pt x="363021" y="29936"/>
                      </a:cubicBezTo>
                      <a:cubicBezTo>
                        <a:pt x="352135" y="54429"/>
                        <a:pt x="259607" y="111579"/>
                        <a:pt x="161635" y="133350"/>
                      </a:cubicBezTo>
                      <a:cubicBezTo>
                        <a:pt x="63664" y="152400"/>
                        <a:pt x="-9815" y="141515"/>
                        <a:pt x="1071" y="103415"/>
                      </a:cubicBezTo>
                      <a:cubicBezTo>
                        <a:pt x="11957" y="68036"/>
                        <a:pt x="104485" y="21772"/>
                        <a:pt x="207900" y="0"/>
                      </a:cubicBez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sp>
              <p:nvSpPr>
                <p:cNvPr id="31" name="Freeform 30"/>
                <p:cNvSpPr/>
                <p:nvPr/>
              </p:nvSpPr>
              <p:spPr bwMode="auto">
                <a:xfrm>
                  <a:off x="8390228" y="4999038"/>
                  <a:ext cx="355310" cy="120582"/>
                </a:xfrm>
                <a:custGeom>
                  <a:avLst/>
                  <a:gdLst>
                    <a:gd name="connsiteX0" fmla="*/ 182599 w 355310"/>
                    <a:gd name="connsiteY0" fmla="*/ 15308 h 120582"/>
                    <a:gd name="connsiteX1" fmla="*/ 189370 w 355310"/>
                    <a:gd name="connsiteY1" fmla="*/ 17009 h 120582"/>
                    <a:gd name="connsiteX2" fmla="*/ 200202 w 355310"/>
                    <a:gd name="connsiteY2" fmla="*/ 38780 h 120582"/>
                    <a:gd name="connsiteX3" fmla="*/ 211035 w 355310"/>
                    <a:gd name="connsiteY3" fmla="*/ 30616 h 120582"/>
                    <a:gd name="connsiteX4" fmla="*/ 238116 w 355310"/>
                    <a:gd name="connsiteY4" fmla="*/ 22452 h 120582"/>
                    <a:gd name="connsiteX5" fmla="*/ 243532 w 355310"/>
                    <a:gd name="connsiteY5" fmla="*/ 30616 h 120582"/>
                    <a:gd name="connsiteX6" fmla="*/ 202910 w 355310"/>
                    <a:gd name="connsiteY6" fmla="*/ 63273 h 120582"/>
                    <a:gd name="connsiteX7" fmla="*/ 178537 w 355310"/>
                    <a:gd name="connsiteY7" fmla="*/ 71437 h 120582"/>
                    <a:gd name="connsiteX8" fmla="*/ 121667 w 355310"/>
                    <a:gd name="connsiteY8" fmla="*/ 68716 h 120582"/>
                    <a:gd name="connsiteX9" fmla="*/ 118959 w 355310"/>
                    <a:gd name="connsiteY9" fmla="*/ 60552 h 120582"/>
                    <a:gd name="connsiteX10" fmla="*/ 146040 w 355310"/>
                    <a:gd name="connsiteY10" fmla="*/ 52387 h 120582"/>
                    <a:gd name="connsiteX11" fmla="*/ 159581 w 355310"/>
                    <a:gd name="connsiteY11" fmla="*/ 52387 h 120582"/>
                    <a:gd name="connsiteX12" fmla="*/ 151456 w 355310"/>
                    <a:gd name="connsiteY12" fmla="*/ 30616 h 120582"/>
                    <a:gd name="connsiteX13" fmla="*/ 167705 w 355310"/>
                    <a:gd name="connsiteY13" fmla="*/ 19730 h 120582"/>
                    <a:gd name="connsiteX14" fmla="*/ 182599 w 355310"/>
                    <a:gd name="connsiteY14" fmla="*/ 15308 h 120582"/>
                    <a:gd name="connsiteX15" fmla="*/ 122242 w 355310"/>
                    <a:gd name="connsiteY15" fmla="*/ 0 h 120582"/>
                    <a:gd name="connsiteX16" fmla="*/ 133082 w 355310"/>
                    <a:gd name="connsiteY16" fmla="*/ 8235 h 120582"/>
                    <a:gd name="connsiteX17" fmla="*/ 43649 w 355310"/>
                    <a:gd name="connsiteY17" fmla="*/ 96077 h 120582"/>
                    <a:gd name="connsiteX18" fmla="*/ 225226 w 355310"/>
                    <a:gd name="connsiteY18" fmla="*/ 79607 h 120582"/>
                    <a:gd name="connsiteX19" fmla="*/ 322789 w 355310"/>
                    <a:gd name="connsiteY19" fmla="*/ 10980 h 120582"/>
                    <a:gd name="connsiteX20" fmla="*/ 355310 w 355310"/>
                    <a:gd name="connsiteY20" fmla="*/ 2745 h 120582"/>
                    <a:gd name="connsiteX21" fmla="*/ 233356 w 355310"/>
                    <a:gd name="connsiteY21" fmla="*/ 87842 h 120582"/>
                    <a:gd name="connsiteX22" fmla="*/ 11128 w 355310"/>
                    <a:gd name="connsiteY22" fmla="*/ 109803 h 120582"/>
                    <a:gd name="connsiteX23" fmla="*/ 122242 w 355310"/>
                    <a:gd name="connsiteY23" fmla="*/ 0 h 12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310" h="120582">
                      <a:moveTo>
                        <a:pt x="182599" y="15308"/>
                      </a:moveTo>
                      <a:cubicBezTo>
                        <a:pt x="186662" y="14968"/>
                        <a:pt x="189370" y="15648"/>
                        <a:pt x="189370" y="17009"/>
                      </a:cubicBezTo>
                      <a:cubicBezTo>
                        <a:pt x="192078" y="25173"/>
                        <a:pt x="197494" y="33337"/>
                        <a:pt x="200202" y="38780"/>
                      </a:cubicBezTo>
                      <a:cubicBezTo>
                        <a:pt x="202910" y="36059"/>
                        <a:pt x="205618" y="33337"/>
                        <a:pt x="211035" y="30616"/>
                      </a:cubicBezTo>
                      <a:cubicBezTo>
                        <a:pt x="216451" y="25173"/>
                        <a:pt x="227283" y="22452"/>
                        <a:pt x="238116" y="22452"/>
                      </a:cubicBezTo>
                      <a:cubicBezTo>
                        <a:pt x="246240" y="22452"/>
                        <a:pt x="248948" y="25173"/>
                        <a:pt x="243532" y="30616"/>
                      </a:cubicBezTo>
                      <a:cubicBezTo>
                        <a:pt x="229991" y="41502"/>
                        <a:pt x="216451" y="52387"/>
                        <a:pt x="202910" y="63273"/>
                      </a:cubicBezTo>
                      <a:cubicBezTo>
                        <a:pt x="194786" y="68716"/>
                        <a:pt x="186662" y="71437"/>
                        <a:pt x="178537" y="71437"/>
                      </a:cubicBezTo>
                      <a:cubicBezTo>
                        <a:pt x="159581" y="71437"/>
                        <a:pt x="140624" y="68716"/>
                        <a:pt x="121667" y="68716"/>
                      </a:cubicBezTo>
                      <a:cubicBezTo>
                        <a:pt x="113543" y="68716"/>
                        <a:pt x="110835" y="65994"/>
                        <a:pt x="118959" y="60552"/>
                      </a:cubicBezTo>
                      <a:cubicBezTo>
                        <a:pt x="124375" y="55109"/>
                        <a:pt x="137916" y="52387"/>
                        <a:pt x="146040" y="52387"/>
                      </a:cubicBezTo>
                      <a:cubicBezTo>
                        <a:pt x="151456" y="52387"/>
                        <a:pt x="156873" y="52387"/>
                        <a:pt x="159581" y="52387"/>
                      </a:cubicBezTo>
                      <a:cubicBezTo>
                        <a:pt x="156873" y="44223"/>
                        <a:pt x="154165" y="38780"/>
                        <a:pt x="151456" y="30616"/>
                      </a:cubicBezTo>
                      <a:cubicBezTo>
                        <a:pt x="148748" y="27894"/>
                        <a:pt x="156873" y="22452"/>
                        <a:pt x="167705" y="19730"/>
                      </a:cubicBezTo>
                      <a:cubicBezTo>
                        <a:pt x="173121" y="17009"/>
                        <a:pt x="178537" y="15648"/>
                        <a:pt x="182599" y="15308"/>
                      </a:cubicBezTo>
                      <a:close/>
                      <a:moveTo>
                        <a:pt x="122242" y="0"/>
                      </a:moveTo>
                      <a:cubicBezTo>
                        <a:pt x="127662" y="2745"/>
                        <a:pt x="130372" y="5490"/>
                        <a:pt x="133082" y="8235"/>
                      </a:cubicBezTo>
                      <a:cubicBezTo>
                        <a:pt x="57200" y="38431"/>
                        <a:pt x="16548" y="76862"/>
                        <a:pt x="43649" y="96077"/>
                      </a:cubicBezTo>
                      <a:cubicBezTo>
                        <a:pt x="68040" y="115293"/>
                        <a:pt x="160183" y="104313"/>
                        <a:pt x="225226" y="79607"/>
                      </a:cubicBezTo>
                      <a:cubicBezTo>
                        <a:pt x="287558" y="54901"/>
                        <a:pt x="314659" y="32941"/>
                        <a:pt x="322789" y="10980"/>
                      </a:cubicBezTo>
                      <a:cubicBezTo>
                        <a:pt x="333629" y="8235"/>
                        <a:pt x="344470" y="5490"/>
                        <a:pt x="355310" y="2745"/>
                      </a:cubicBezTo>
                      <a:cubicBezTo>
                        <a:pt x="344470" y="30196"/>
                        <a:pt x="311949" y="57647"/>
                        <a:pt x="233356" y="87842"/>
                      </a:cubicBezTo>
                      <a:cubicBezTo>
                        <a:pt x="157473" y="118038"/>
                        <a:pt x="43649" y="131763"/>
                        <a:pt x="11128" y="109803"/>
                      </a:cubicBezTo>
                      <a:cubicBezTo>
                        <a:pt x="-24103" y="85097"/>
                        <a:pt x="27389" y="38431"/>
                        <a:pt x="122242" y="0"/>
                      </a:cubicBezTo>
                      <a:close/>
                    </a:path>
                  </a:pathLst>
                </a:custGeom>
                <a:solidFill>
                  <a:schemeClr val="accent3"/>
                </a:solidFill>
                <a:ln>
                  <a:noFill/>
                </a:ln>
              </p:spPr>
              <p:txBody>
                <a:bodyPr vert="horz" wrap="square" lIns="91440" tIns="45720" rIns="91440" bIns="45720" numCol="1" anchor="t" anchorCtr="0" compatLnSpc="1">
                  <a:noAutofit/>
                </a:bodyPr>
                <a:lstStyle/>
                <a:p>
                  <a:endParaRPr lang="en-US"/>
                </a:p>
              </p:txBody>
            </p:sp>
            <p:sp>
              <p:nvSpPr>
                <p:cNvPr id="32" name="Freeform 31"/>
                <p:cNvSpPr/>
                <p:nvPr/>
              </p:nvSpPr>
              <p:spPr bwMode="auto">
                <a:xfrm>
                  <a:off x="7985475" y="5284788"/>
                  <a:ext cx="339257" cy="135543"/>
                </a:xfrm>
                <a:custGeom>
                  <a:avLst/>
                  <a:gdLst>
                    <a:gd name="connsiteX0" fmla="*/ 162759 w 339257"/>
                    <a:gd name="connsiteY0" fmla="*/ 38100 h 135543"/>
                    <a:gd name="connsiteX1" fmla="*/ 222206 w 339257"/>
                    <a:gd name="connsiteY1" fmla="*/ 40858 h 135543"/>
                    <a:gd name="connsiteX2" fmla="*/ 227610 w 339257"/>
                    <a:gd name="connsiteY2" fmla="*/ 49129 h 135543"/>
                    <a:gd name="connsiteX3" fmla="*/ 200589 w 339257"/>
                    <a:gd name="connsiteY3" fmla="*/ 57401 h 135543"/>
                    <a:gd name="connsiteX4" fmla="*/ 187078 w 339257"/>
                    <a:gd name="connsiteY4" fmla="*/ 57401 h 135543"/>
                    <a:gd name="connsiteX5" fmla="*/ 203291 w 339257"/>
                    <a:gd name="connsiteY5" fmla="*/ 76702 h 135543"/>
                    <a:gd name="connsiteX6" fmla="*/ 189780 w 339257"/>
                    <a:gd name="connsiteY6" fmla="*/ 87731 h 135543"/>
                    <a:gd name="connsiteX7" fmla="*/ 168163 w 339257"/>
                    <a:gd name="connsiteY7" fmla="*/ 87731 h 135543"/>
                    <a:gd name="connsiteX8" fmla="*/ 151950 w 339257"/>
                    <a:gd name="connsiteY8" fmla="*/ 68430 h 135543"/>
                    <a:gd name="connsiteX9" fmla="*/ 143844 w 339257"/>
                    <a:gd name="connsiteY9" fmla="*/ 76702 h 135543"/>
                    <a:gd name="connsiteX10" fmla="*/ 116823 w 339257"/>
                    <a:gd name="connsiteY10" fmla="*/ 84974 h 135543"/>
                    <a:gd name="connsiteX11" fmla="*/ 108716 w 339257"/>
                    <a:gd name="connsiteY11" fmla="*/ 76702 h 135543"/>
                    <a:gd name="connsiteX12" fmla="*/ 141142 w 339257"/>
                    <a:gd name="connsiteY12" fmla="*/ 46372 h 135543"/>
                    <a:gd name="connsiteX13" fmla="*/ 162759 w 339257"/>
                    <a:gd name="connsiteY13" fmla="*/ 38100 h 135543"/>
                    <a:gd name="connsiteX14" fmla="*/ 189819 w 339257"/>
                    <a:gd name="connsiteY14" fmla="*/ 0 h 135543"/>
                    <a:gd name="connsiteX15" fmla="*/ 187112 w 339257"/>
                    <a:gd name="connsiteY15" fmla="*/ 10903 h 135543"/>
                    <a:gd name="connsiteX16" fmla="*/ 32792 w 339257"/>
                    <a:gd name="connsiteY16" fmla="*/ 89949 h 135543"/>
                    <a:gd name="connsiteX17" fmla="*/ 157331 w 339257"/>
                    <a:gd name="connsiteY17" fmla="*/ 117206 h 135543"/>
                    <a:gd name="connsiteX18" fmla="*/ 303529 w 339257"/>
                    <a:gd name="connsiteY18" fmla="*/ 38160 h 135543"/>
                    <a:gd name="connsiteX19" fmla="*/ 295407 w 339257"/>
                    <a:gd name="connsiteY19" fmla="*/ 13628 h 135543"/>
                    <a:gd name="connsiteX20" fmla="*/ 322480 w 339257"/>
                    <a:gd name="connsiteY20" fmla="*/ 2725 h 135543"/>
                    <a:gd name="connsiteX21" fmla="*/ 336017 w 339257"/>
                    <a:gd name="connsiteY21" fmla="*/ 32708 h 135543"/>
                    <a:gd name="connsiteX22" fmla="*/ 154624 w 339257"/>
                    <a:gd name="connsiteY22" fmla="*/ 128109 h 135543"/>
                    <a:gd name="connsiteX23" fmla="*/ 303 w 339257"/>
                    <a:gd name="connsiteY23" fmla="*/ 98126 h 135543"/>
                    <a:gd name="connsiteX24" fmla="*/ 189819 w 339257"/>
                    <a:gd name="connsiteY24" fmla="*/ 0 h 135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39257" h="135543">
                      <a:moveTo>
                        <a:pt x="162759" y="38100"/>
                      </a:moveTo>
                      <a:cubicBezTo>
                        <a:pt x="184376" y="40858"/>
                        <a:pt x="203291" y="40858"/>
                        <a:pt x="222206" y="40858"/>
                      </a:cubicBezTo>
                      <a:cubicBezTo>
                        <a:pt x="230312" y="40858"/>
                        <a:pt x="233014" y="43615"/>
                        <a:pt x="227610" y="49129"/>
                      </a:cubicBezTo>
                      <a:cubicBezTo>
                        <a:pt x="222206" y="51887"/>
                        <a:pt x="208695" y="57401"/>
                        <a:pt x="200589" y="57401"/>
                      </a:cubicBezTo>
                      <a:cubicBezTo>
                        <a:pt x="197887" y="57401"/>
                        <a:pt x="192482" y="57401"/>
                        <a:pt x="187078" y="57401"/>
                      </a:cubicBezTo>
                      <a:cubicBezTo>
                        <a:pt x="192482" y="62916"/>
                        <a:pt x="197887" y="68430"/>
                        <a:pt x="203291" y="76702"/>
                      </a:cubicBezTo>
                      <a:cubicBezTo>
                        <a:pt x="205993" y="79459"/>
                        <a:pt x="197887" y="84974"/>
                        <a:pt x="189780" y="87731"/>
                      </a:cubicBezTo>
                      <a:cubicBezTo>
                        <a:pt x="178972" y="90488"/>
                        <a:pt x="170865" y="90488"/>
                        <a:pt x="168163" y="87731"/>
                      </a:cubicBezTo>
                      <a:cubicBezTo>
                        <a:pt x="162759" y="82216"/>
                        <a:pt x="157355" y="73945"/>
                        <a:pt x="151950" y="68430"/>
                      </a:cubicBezTo>
                      <a:cubicBezTo>
                        <a:pt x="149248" y="71187"/>
                        <a:pt x="146546" y="73945"/>
                        <a:pt x="143844" y="76702"/>
                      </a:cubicBezTo>
                      <a:cubicBezTo>
                        <a:pt x="138440" y="79459"/>
                        <a:pt x="127631" y="84974"/>
                        <a:pt x="116823" y="84974"/>
                      </a:cubicBezTo>
                      <a:cubicBezTo>
                        <a:pt x="108716" y="84974"/>
                        <a:pt x="106014" y="82216"/>
                        <a:pt x="108716" y="76702"/>
                      </a:cubicBezTo>
                      <a:cubicBezTo>
                        <a:pt x="119525" y="68430"/>
                        <a:pt x="130333" y="57401"/>
                        <a:pt x="141142" y="46372"/>
                      </a:cubicBezTo>
                      <a:cubicBezTo>
                        <a:pt x="146546" y="40858"/>
                        <a:pt x="157355" y="38100"/>
                        <a:pt x="162759" y="38100"/>
                      </a:cubicBezTo>
                      <a:close/>
                      <a:moveTo>
                        <a:pt x="189819" y="0"/>
                      </a:moveTo>
                      <a:cubicBezTo>
                        <a:pt x="189819" y="2725"/>
                        <a:pt x="187112" y="8177"/>
                        <a:pt x="187112" y="10903"/>
                      </a:cubicBezTo>
                      <a:cubicBezTo>
                        <a:pt x="108599" y="27257"/>
                        <a:pt x="40914" y="62692"/>
                        <a:pt x="32792" y="89949"/>
                      </a:cubicBezTo>
                      <a:cubicBezTo>
                        <a:pt x="27377" y="119932"/>
                        <a:pt x="84232" y="130835"/>
                        <a:pt x="157331" y="117206"/>
                      </a:cubicBezTo>
                      <a:cubicBezTo>
                        <a:pt x="230430" y="100852"/>
                        <a:pt x="298114" y="57240"/>
                        <a:pt x="303529" y="38160"/>
                      </a:cubicBezTo>
                      <a:cubicBezTo>
                        <a:pt x="311651" y="19080"/>
                        <a:pt x="303529" y="19080"/>
                        <a:pt x="295407" y="13628"/>
                      </a:cubicBezTo>
                      <a:cubicBezTo>
                        <a:pt x="303529" y="10903"/>
                        <a:pt x="314358" y="5451"/>
                        <a:pt x="322480" y="2725"/>
                      </a:cubicBezTo>
                      <a:cubicBezTo>
                        <a:pt x="336017" y="8177"/>
                        <a:pt x="344139" y="8177"/>
                        <a:pt x="336017" y="32708"/>
                      </a:cubicBezTo>
                      <a:cubicBezTo>
                        <a:pt x="327895" y="57240"/>
                        <a:pt x="243967" y="111755"/>
                        <a:pt x="154624" y="128109"/>
                      </a:cubicBezTo>
                      <a:cubicBezTo>
                        <a:pt x="62573" y="144463"/>
                        <a:pt x="-5111" y="133560"/>
                        <a:pt x="303" y="98126"/>
                      </a:cubicBezTo>
                      <a:cubicBezTo>
                        <a:pt x="8426" y="62692"/>
                        <a:pt x="95061" y="19080"/>
                        <a:pt x="189819" y="0"/>
                      </a:cubicBezTo>
                      <a:close/>
                    </a:path>
                  </a:pathLst>
                </a:custGeom>
                <a:solidFill>
                  <a:schemeClr val="accent5"/>
                </a:solidFill>
                <a:ln>
                  <a:noFill/>
                </a:ln>
              </p:spPr>
              <p:txBody>
                <a:bodyPr vert="horz" wrap="square" lIns="91440" tIns="45720" rIns="91440" bIns="45720" numCol="1" anchor="t" anchorCtr="0" compatLnSpc="1">
                  <a:noAutofit/>
                </a:bodyPr>
                <a:lstStyle/>
                <a:p>
                  <a:endParaRPr lang="en-US"/>
                </a:p>
              </p:txBody>
            </p:sp>
            <p:sp>
              <p:nvSpPr>
                <p:cNvPr id="33" name="Freeform 32"/>
                <p:cNvSpPr/>
                <p:nvPr/>
              </p:nvSpPr>
              <p:spPr bwMode="auto">
                <a:xfrm>
                  <a:off x="8476858" y="5149850"/>
                  <a:ext cx="329006" cy="116077"/>
                </a:xfrm>
                <a:custGeom>
                  <a:avLst/>
                  <a:gdLst>
                    <a:gd name="connsiteX0" fmla="*/ 167419 w 329006"/>
                    <a:gd name="connsiteY0" fmla="*/ 14061 h 116077"/>
                    <a:gd name="connsiteX1" fmla="*/ 173836 w 329006"/>
                    <a:gd name="connsiteY1" fmla="*/ 18143 h 116077"/>
                    <a:gd name="connsiteX2" fmla="*/ 184645 w 329006"/>
                    <a:gd name="connsiteY2" fmla="*/ 39915 h 116077"/>
                    <a:gd name="connsiteX3" fmla="*/ 195453 w 329006"/>
                    <a:gd name="connsiteY3" fmla="*/ 31750 h 116077"/>
                    <a:gd name="connsiteX4" fmla="*/ 219772 w 329006"/>
                    <a:gd name="connsiteY4" fmla="*/ 20865 h 116077"/>
                    <a:gd name="connsiteX5" fmla="*/ 225177 w 329006"/>
                    <a:gd name="connsiteY5" fmla="*/ 29029 h 116077"/>
                    <a:gd name="connsiteX6" fmla="*/ 187347 w 329006"/>
                    <a:gd name="connsiteY6" fmla="*/ 61686 h 116077"/>
                    <a:gd name="connsiteX7" fmla="*/ 165730 w 329006"/>
                    <a:gd name="connsiteY7" fmla="*/ 69850 h 116077"/>
                    <a:gd name="connsiteX8" fmla="*/ 111687 w 329006"/>
                    <a:gd name="connsiteY8" fmla="*/ 67129 h 116077"/>
                    <a:gd name="connsiteX9" fmla="*/ 108985 w 329006"/>
                    <a:gd name="connsiteY9" fmla="*/ 56243 h 116077"/>
                    <a:gd name="connsiteX10" fmla="*/ 136007 w 329006"/>
                    <a:gd name="connsiteY10" fmla="*/ 50800 h 116077"/>
                    <a:gd name="connsiteX11" fmla="*/ 149517 w 329006"/>
                    <a:gd name="connsiteY11" fmla="*/ 50800 h 116077"/>
                    <a:gd name="connsiteX12" fmla="*/ 138709 w 329006"/>
                    <a:gd name="connsiteY12" fmla="*/ 29029 h 116077"/>
                    <a:gd name="connsiteX13" fmla="*/ 154921 w 329006"/>
                    <a:gd name="connsiteY13" fmla="*/ 18143 h 116077"/>
                    <a:gd name="connsiteX14" fmla="*/ 167419 w 329006"/>
                    <a:gd name="connsiteY14" fmla="*/ 14061 h 116077"/>
                    <a:gd name="connsiteX15" fmla="*/ 111432 w 329006"/>
                    <a:gd name="connsiteY15" fmla="*/ 0 h 116077"/>
                    <a:gd name="connsiteX16" fmla="*/ 122311 w 329006"/>
                    <a:gd name="connsiteY16" fmla="*/ 8106 h 116077"/>
                    <a:gd name="connsiteX17" fmla="*/ 38001 w 329006"/>
                    <a:gd name="connsiteY17" fmla="*/ 91873 h 116077"/>
                    <a:gd name="connsiteX18" fmla="*/ 209340 w 329006"/>
                    <a:gd name="connsiteY18" fmla="*/ 78362 h 116077"/>
                    <a:gd name="connsiteX19" fmla="*/ 299090 w 329006"/>
                    <a:gd name="connsiteY19" fmla="*/ 13511 h 116077"/>
                    <a:gd name="connsiteX20" fmla="*/ 329006 w 329006"/>
                    <a:gd name="connsiteY20" fmla="*/ 8106 h 116077"/>
                    <a:gd name="connsiteX21" fmla="*/ 217499 w 329006"/>
                    <a:gd name="connsiteY21" fmla="*/ 86468 h 116077"/>
                    <a:gd name="connsiteX22" fmla="*/ 10804 w 329006"/>
                    <a:gd name="connsiteY22" fmla="*/ 102681 h 116077"/>
                    <a:gd name="connsiteX23" fmla="*/ 111432 w 329006"/>
                    <a:gd name="connsiteY23" fmla="*/ 0 h 11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29006" h="116077">
                      <a:moveTo>
                        <a:pt x="167419" y="14061"/>
                      </a:moveTo>
                      <a:cubicBezTo>
                        <a:pt x="171134" y="14061"/>
                        <a:pt x="173836" y="15422"/>
                        <a:pt x="173836" y="18143"/>
                      </a:cubicBezTo>
                      <a:cubicBezTo>
                        <a:pt x="179241" y="23586"/>
                        <a:pt x="181943" y="31750"/>
                        <a:pt x="184645" y="39915"/>
                      </a:cubicBezTo>
                      <a:cubicBezTo>
                        <a:pt x="187347" y="37193"/>
                        <a:pt x="190049" y="34472"/>
                        <a:pt x="195453" y="31750"/>
                      </a:cubicBezTo>
                      <a:cubicBezTo>
                        <a:pt x="200858" y="26307"/>
                        <a:pt x="211666" y="20865"/>
                        <a:pt x="219772" y="20865"/>
                      </a:cubicBezTo>
                      <a:cubicBezTo>
                        <a:pt x="227879" y="20865"/>
                        <a:pt x="230581" y="26307"/>
                        <a:pt x="225177" y="29029"/>
                      </a:cubicBezTo>
                      <a:cubicBezTo>
                        <a:pt x="211666" y="39915"/>
                        <a:pt x="200858" y="50800"/>
                        <a:pt x="187347" y="61686"/>
                      </a:cubicBezTo>
                      <a:cubicBezTo>
                        <a:pt x="181943" y="67129"/>
                        <a:pt x="173836" y="69850"/>
                        <a:pt x="165730" y="69850"/>
                      </a:cubicBezTo>
                      <a:cubicBezTo>
                        <a:pt x="149517" y="67129"/>
                        <a:pt x="130602" y="67129"/>
                        <a:pt x="111687" y="67129"/>
                      </a:cubicBezTo>
                      <a:cubicBezTo>
                        <a:pt x="106283" y="64407"/>
                        <a:pt x="103581" y="61686"/>
                        <a:pt x="108985" y="56243"/>
                      </a:cubicBezTo>
                      <a:cubicBezTo>
                        <a:pt x="117092" y="53522"/>
                        <a:pt x="127900" y="48079"/>
                        <a:pt x="136007" y="50800"/>
                      </a:cubicBezTo>
                      <a:cubicBezTo>
                        <a:pt x="141411" y="50800"/>
                        <a:pt x="144113" y="50800"/>
                        <a:pt x="149517" y="50800"/>
                      </a:cubicBezTo>
                      <a:cubicBezTo>
                        <a:pt x="146815" y="42636"/>
                        <a:pt x="141411" y="37193"/>
                        <a:pt x="138709" y="29029"/>
                      </a:cubicBezTo>
                      <a:cubicBezTo>
                        <a:pt x="138709" y="26307"/>
                        <a:pt x="144113" y="20865"/>
                        <a:pt x="154921" y="18143"/>
                      </a:cubicBezTo>
                      <a:cubicBezTo>
                        <a:pt x="158975" y="15422"/>
                        <a:pt x="163703" y="14061"/>
                        <a:pt x="167419" y="14061"/>
                      </a:cubicBezTo>
                      <a:close/>
                      <a:moveTo>
                        <a:pt x="111432" y="0"/>
                      </a:moveTo>
                      <a:cubicBezTo>
                        <a:pt x="114152" y="2702"/>
                        <a:pt x="119591" y="5404"/>
                        <a:pt x="122311" y="8106"/>
                      </a:cubicBezTo>
                      <a:cubicBezTo>
                        <a:pt x="51599" y="35128"/>
                        <a:pt x="13524" y="72958"/>
                        <a:pt x="38001" y="91873"/>
                      </a:cubicBezTo>
                      <a:cubicBezTo>
                        <a:pt x="65198" y="110787"/>
                        <a:pt x="149507" y="99979"/>
                        <a:pt x="209340" y="78362"/>
                      </a:cubicBezTo>
                      <a:cubicBezTo>
                        <a:pt x="266454" y="54043"/>
                        <a:pt x="290931" y="35128"/>
                        <a:pt x="299090" y="13511"/>
                      </a:cubicBezTo>
                      <a:cubicBezTo>
                        <a:pt x="309968" y="10808"/>
                        <a:pt x="318127" y="10808"/>
                        <a:pt x="329006" y="8106"/>
                      </a:cubicBezTo>
                      <a:cubicBezTo>
                        <a:pt x="320847" y="32426"/>
                        <a:pt x="290931" y="59447"/>
                        <a:pt x="217499" y="86468"/>
                      </a:cubicBezTo>
                      <a:cubicBezTo>
                        <a:pt x="146788" y="116192"/>
                        <a:pt x="43440" y="127000"/>
                        <a:pt x="10804" y="102681"/>
                      </a:cubicBezTo>
                      <a:cubicBezTo>
                        <a:pt x="-21832" y="81064"/>
                        <a:pt x="21683" y="32426"/>
                        <a:pt x="111432" y="0"/>
                      </a:cubicBezTo>
                      <a:close/>
                    </a:path>
                  </a:pathLst>
                </a:custGeom>
                <a:solidFill>
                  <a:schemeClr val="accent4"/>
                </a:solidFill>
                <a:ln>
                  <a:noFill/>
                </a:ln>
              </p:spPr>
              <p:txBody>
                <a:bodyPr vert="horz" wrap="square" lIns="91440" tIns="45720" rIns="91440" bIns="45720" numCol="1" anchor="t" anchorCtr="0" compatLnSpc="1">
                  <a:noAutofit/>
                </a:bodyPr>
                <a:lstStyle/>
                <a:p>
                  <a:endParaRPr lang="en-US"/>
                </a:p>
              </p:txBody>
            </p:sp>
            <p:sp>
              <p:nvSpPr>
                <p:cNvPr id="34" name="Freeform 176"/>
                <p:cNvSpPr/>
                <p:nvPr/>
              </p:nvSpPr>
              <p:spPr bwMode="auto">
                <a:xfrm>
                  <a:off x="8085139" y="5437188"/>
                  <a:ext cx="334963" cy="117475"/>
                </a:xfrm>
                <a:custGeom>
                  <a:avLst/>
                  <a:gdLst>
                    <a:gd name="T0" fmla="*/ 112 w 123"/>
                    <a:gd name="T1" fmla="*/ 5 h 43"/>
                    <a:gd name="T2" fmla="*/ 85 w 123"/>
                    <a:gd name="T3" fmla="*/ 27 h 43"/>
                    <a:gd name="T4" fmla="*/ 24 w 123"/>
                    <a:gd name="T5" fmla="*/ 31 h 43"/>
                    <a:gd name="T6" fmla="*/ 46 w 123"/>
                    <a:gd name="T7" fmla="*/ 3 h 43"/>
                    <a:gd name="T8" fmla="*/ 41 w 123"/>
                    <a:gd name="T9" fmla="*/ 0 h 43"/>
                    <a:gd name="T10" fmla="*/ 14 w 123"/>
                    <a:gd name="T11" fmla="*/ 35 h 43"/>
                    <a:gd name="T12" fmla="*/ 90 w 123"/>
                    <a:gd name="T13" fmla="*/ 29 h 43"/>
                    <a:gd name="T14" fmla="*/ 123 w 123"/>
                    <a:gd name="T15" fmla="*/ 2 h 43"/>
                    <a:gd name="T16" fmla="*/ 112 w 123"/>
                    <a:gd name="T17"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43">
                      <a:moveTo>
                        <a:pt x="112" y="5"/>
                      </a:moveTo>
                      <a:cubicBezTo>
                        <a:pt x="111" y="12"/>
                        <a:pt x="105" y="19"/>
                        <a:pt x="85" y="27"/>
                      </a:cubicBezTo>
                      <a:cubicBezTo>
                        <a:pt x="66" y="34"/>
                        <a:pt x="35" y="38"/>
                        <a:pt x="24" y="31"/>
                      </a:cubicBezTo>
                      <a:cubicBezTo>
                        <a:pt x="12" y="25"/>
                        <a:pt x="22" y="12"/>
                        <a:pt x="46" y="3"/>
                      </a:cubicBezTo>
                      <a:cubicBezTo>
                        <a:pt x="44" y="2"/>
                        <a:pt x="43" y="1"/>
                        <a:pt x="41" y="0"/>
                      </a:cubicBezTo>
                      <a:cubicBezTo>
                        <a:pt x="12" y="12"/>
                        <a:pt x="0" y="27"/>
                        <a:pt x="14" y="35"/>
                      </a:cubicBezTo>
                      <a:cubicBezTo>
                        <a:pt x="28" y="43"/>
                        <a:pt x="66" y="39"/>
                        <a:pt x="90" y="29"/>
                      </a:cubicBezTo>
                      <a:cubicBezTo>
                        <a:pt x="114" y="20"/>
                        <a:pt x="122" y="11"/>
                        <a:pt x="123" y="2"/>
                      </a:cubicBezTo>
                      <a:cubicBezTo>
                        <a:pt x="119" y="3"/>
                        <a:pt x="116" y="4"/>
                        <a:pt x="112" y="5"/>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35" name="Freeform 34"/>
                <p:cNvSpPr/>
                <p:nvPr/>
              </p:nvSpPr>
              <p:spPr bwMode="auto">
                <a:xfrm>
                  <a:off x="8553450" y="5253037"/>
                  <a:ext cx="314326" cy="157162"/>
                </a:xfrm>
                <a:custGeom>
                  <a:avLst/>
                  <a:gdLst>
                    <a:gd name="connsiteX0" fmla="*/ 186203 w 314326"/>
                    <a:gd name="connsiteY0" fmla="*/ 100012 h 157162"/>
                    <a:gd name="connsiteX1" fmla="*/ 188913 w 314326"/>
                    <a:gd name="connsiteY1" fmla="*/ 105455 h 157162"/>
                    <a:gd name="connsiteX2" fmla="*/ 37169 w 314326"/>
                    <a:gd name="connsiteY2" fmla="*/ 157162 h 157162"/>
                    <a:gd name="connsiteX3" fmla="*/ 31750 w 314326"/>
                    <a:gd name="connsiteY3" fmla="*/ 148998 h 157162"/>
                    <a:gd name="connsiteX4" fmla="*/ 186203 w 314326"/>
                    <a:gd name="connsiteY4" fmla="*/ 100012 h 157162"/>
                    <a:gd name="connsiteX5" fmla="*/ 311611 w 314326"/>
                    <a:gd name="connsiteY5" fmla="*/ 42862 h 157162"/>
                    <a:gd name="connsiteX6" fmla="*/ 314326 w 314326"/>
                    <a:gd name="connsiteY6" fmla="*/ 51064 h 157162"/>
                    <a:gd name="connsiteX7" fmla="*/ 170427 w 314326"/>
                    <a:gd name="connsiteY7" fmla="*/ 97543 h 157162"/>
                    <a:gd name="connsiteX8" fmla="*/ 29243 w 314326"/>
                    <a:gd name="connsiteY8" fmla="*/ 141287 h 157162"/>
                    <a:gd name="connsiteX9" fmla="*/ 23813 w 314326"/>
                    <a:gd name="connsiteY9" fmla="*/ 135819 h 157162"/>
                    <a:gd name="connsiteX10" fmla="*/ 167712 w 314326"/>
                    <a:gd name="connsiteY10" fmla="*/ 89341 h 157162"/>
                    <a:gd name="connsiteX11" fmla="*/ 311611 w 314326"/>
                    <a:gd name="connsiteY11" fmla="*/ 42862 h 157162"/>
                    <a:gd name="connsiteX12" fmla="*/ 306388 w 314326"/>
                    <a:gd name="connsiteY12" fmla="*/ 28575 h 157162"/>
                    <a:gd name="connsiteX13" fmla="*/ 306388 w 314326"/>
                    <a:gd name="connsiteY13" fmla="*/ 34043 h 157162"/>
                    <a:gd name="connsiteX14" fmla="*/ 165204 w 314326"/>
                    <a:gd name="connsiteY14" fmla="*/ 80522 h 157162"/>
                    <a:gd name="connsiteX15" fmla="*/ 21305 w 314326"/>
                    <a:gd name="connsiteY15" fmla="*/ 127000 h 157162"/>
                    <a:gd name="connsiteX16" fmla="*/ 15875 w 314326"/>
                    <a:gd name="connsiteY16" fmla="*/ 121532 h 157162"/>
                    <a:gd name="connsiteX17" fmla="*/ 159774 w 314326"/>
                    <a:gd name="connsiteY17" fmla="*/ 75054 h 157162"/>
                    <a:gd name="connsiteX18" fmla="*/ 306388 w 314326"/>
                    <a:gd name="connsiteY18" fmla="*/ 28575 h 157162"/>
                    <a:gd name="connsiteX19" fmla="*/ 301626 w 314326"/>
                    <a:gd name="connsiteY19" fmla="*/ 12700 h 157162"/>
                    <a:gd name="connsiteX20" fmla="*/ 301626 w 314326"/>
                    <a:gd name="connsiteY20" fmla="*/ 20809 h 157162"/>
                    <a:gd name="connsiteX21" fmla="*/ 157501 w 314326"/>
                    <a:gd name="connsiteY21" fmla="*/ 66761 h 157162"/>
                    <a:gd name="connsiteX22" fmla="*/ 13377 w 314326"/>
                    <a:gd name="connsiteY22" fmla="*/ 112713 h 157162"/>
                    <a:gd name="connsiteX23" fmla="*/ 7938 w 314326"/>
                    <a:gd name="connsiteY23" fmla="*/ 107307 h 157162"/>
                    <a:gd name="connsiteX24" fmla="*/ 154782 w 314326"/>
                    <a:gd name="connsiteY24" fmla="*/ 61355 h 157162"/>
                    <a:gd name="connsiteX25" fmla="*/ 301626 w 314326"/>
                    <a:gd name="connsiteY25" fmla="*/ 12700 h 157162"/>
                    <a:gd name="connsiteX26" fmla="*/ 295275 w 314326"/>
                    <a:gd name="connsiteY26" fmla="*/ 0 h 157162"/>
                    <a:gd name="connsiteX27" fmla="*/ 295275 w 314326"/>
                    <a:gd name="connsiteY27" fmla="*/ 5406 h 157162"/>
                    <a:gd name="connsiteX28" fmla="*/ 151701 w 314326"/>
                    <a:gd name="connsiteY28" fmla="*/ 54061 h 157162"/>
                    <a:gd name="connsiteX29" fmla="*/ 5418 w 314326"/>
                    <a:gd name="connsiteY29" fmla="*/ 100013 h 157162"/>
                    <a:gd name="connsiteX30" fmla="*/ 0 w 314326"/>
                    <a:gd name="connsiteY30" fmla="*/ 94607 h 157162"/>
                    <a:gd name="connsiteX31" fmla="*/ 146283 w 314326"/>
                    <a:gd name="connsiteY31" fmla="*/ 45952 h 157162"/>
                    <a:gd name="connsiteX32" fmla="*/ 295275 w 314326"/>
                    <a:gd name="connsiteY32" fmla="*/ 0 h 15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4326" h="157162">
                      <a:moveTo>
                        <a:pt x="186203" y="100012"/>
                      </a:moveTo>
                      <a:cubicBezTo>
                        <a:pt x="186203" y="102734"/>
                        <a:pt x="186203" y="105455"/>
                        <a:pt x="188913" y="105455"/>
                      </a:cubicBezTo>
                      <a:cubicBezTo>
                        <a:pt x="137429" y="124505"/>
                        <a:pt x="85944" y="140834"/>
                        <a:pt x="37169" y="157162"/>
                      </a:cubicBezTo>
                      <a:cubicBezTo>
                        <a:pt x="34460" y="154441"/>
                        <a:pt x="34460" y="151719"/>
                        <a:pt x="31750" y="148998"/>
                      </a:cubicBezTo>
                      <a:cubicBezTo>
                        <a:pt x="83234" y="132669"/>
                        <a:pt x="134719" y="116341"/>
                        <a:pt x="186203" y="100012"/>
                      </a:cubicBezTo>
                      <a:close/>
                      <a:moveTo>
                        <a:pt x="311611" y="42862"/>
                      </a:moveTo>
                      <a:cubicBezTo>
                        <a:pt x="311611" y="45596"/>
                        <a:pt x="311611" y="48330"/>
                        <a:pt x="314326" y="51064"/>
                      </a:cubicBezTo>
                      <a:cubicBezTo>
                        <a:pt x="265455" y="64734"/>
                        <a:pt x="219298" y="81139"/>
                        <a:pt x="170427" y="97543"/>
                      </a:cubicBezTo>
                      <a:cubicBezTo>
                        <a:pt x="124271" y="111213"/>
                        <a:pt x="75399" y="127617"/>
                        <a:pt x="29243" y="141287"/>
                      </a:cubicBezTo>
                      <a:cubicBezTo>
                        <a:pt x="26528" y="141287"/>
                        <a:pt x="26528" y="138553"/>
                        <a:pt x="23813" y="135819"/>
                      </a:cubicBezTo>
                      <a:cubicBezTo>
                        <a:pt x="72684" y="119415"/>
                        <a:pt x="118841" y="105745"/>
                        <a:pt x="167712" y="89341"/>
                      </a:cubicBezTo>
                      <a:cubicBezTo>
                        <a:pt x="213868" y="72937"/>
                        <a:pt x="262740" y="59266"/>
                        <a:pt x="311611" y="42862"/>
                      </a:cubicBezTo>
                      <a:close/>
                      <a:moveTo>
                        <a:pt x="306388" y="28575"/>
                      </a:moveTo>
                      <a:cubicBezTo>
                        <a:pt x="306388" y="31309"/>
                        <a:pt x="306388" y="31309"/>
                        <a:pt x="306388" y="34043"/>
                      </a:cubicBezTo>
                      <a:cubicBezTo>
                        <a:pt x="260232" y="50447"/>
                        <a:pt x="211360" y="66852"/>
                        <a:pt x="165204" y="80522"/>
                      </a:cubicBezTo>
                      <a:cubicBezTo>
                        <a:pt x="116333" y="96926"/>
                        <a:pt x="67461" y="113330"/>
                        <a:pt x="21305" y="127000"/>
                      </a:cubicBezTo>
                      <a:cubicBezTo>
                        <a:pt x="18590" y="127000"/>
                        <a:pt x="18590" y="124266"/>
                        <a:pt x="15875" y="121532"/>
                      </a:cubicBezTo>
                      <a:cubicBezTo>
                        <a:pt x="64746" y="105128"/>
                        <a:pt x="113618" y="91458"/>
                        <a:pt x="159774" y="75054"/>
                      </a:cubicBezTo>
                      <a:cubicBezTo>
                        <a:pt x="208645" y="58650"/>
                        <a:pt x="257517" y="42245"/>
                        <a:pt x="306388" y="28575"/>
                      </a:cubicBezTo>
                      <a:close/>
                      <a:moveTo>
                        <a:pt x="301626" y="12700"/>
                      </a:moveTo>
                      <a:cubicBezTo>
                        <a:pt x="301626" y="15403"/>
                        <a:pt x="301626" y="18106"/>
                        <a:pt x="301626" y="20809"/>
                      </a:cubicBezTo>
                      <a:cubicBezTo>
                        <a:pt x="255397" y="34325"/>
                        <a:pt x="206449" y="50543"/>
                        <a:pt x="157501" y="66761"/>
                      </a:cubicBezTo>
                      <a:cubicBezTo>
                        <a:pt x="108553" y="82980"/>
                        <a:pt x="59605" y="96495"/>
                        <a:pt x="13377" y="112713"/>
                      </a:cubicBezTo>
                      <a:cubicBezTo>
                        <a:pt x="10657" y="110010"/>
                        <a:pt x="10657" y="110010"/>
                        <a:pt x="7938" y="107307"/>
                      </a:cubicBezTo>
                      <a:cubicBezTo>
                        <a:pt x="56886" y="91089"/>
                        <a:pt x="105834" y="74870"/>
                        <a:pt x="154782" y="61355"/>
                      </a:cubicBezTo>
                      <a:cubicBezTo>
                        <a:pt x="203730" y="45137"/>
                        <a:pt x="252678" y="28919"/>
                        <a:pt x="301626" y="12700"/>
                      </a:cubicBezTo>
                      <a:close/>
                      <a:moveTo>
                        <a:pt x="295275" y="0"/>
                      </a:moveTo>
                      <a:cubicBezTo>
                        <a:pt x="295275" y="2703"/>
                        <a:pt x="295275" y="5406"/>
                        <a:pt x="295275" y="5406"/>
                      </a:cubicBezTo>
                      <a:cubicBezTo>
                        <a:pt x="246514" y="21625"/>
                        <a:pt x="200462" y="37843"/>
                        <a:pt x="151701" y="54061"/>
                      </a:cubicBezTo>
                      <a:cubicBezTo>
                        <a:pt x="102940" y="67577"/>
                        <a:pt x="54179" y="83795"/>
                        <a:pt x="5418" y="100013"/>
                      </a:cubicBezTo>
                      <a:cubicBezTo>
                        <a:pt x="2709" y="97310"/>
                        <a:pt x="2709" y="94607"/>
                        <a:pt x="0" y="94607"/>
                      </a:cubicBezTo>
                      <a:cubicBezTo>
                        <a:pt x="48761" y="78389"/>
                        <a:pt x="97522" y="62170"/>
                        <a:pt x="146283" y="45952"/>
                      </a:cubicBezTo>
                      <a:cubicBezTo>
                        <a:pt x="195044" y="29734"/>
                        <a:pt x="243805" y="16219"/>
                        <a:pt x="295275" y="0"/>
                      </a:cubicBez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nvGrpSpPr>
                <p:cNvPr id="36" name="Group 35"/>
                <p:cNvGrpSpPr/>
                <p:nvPr/>
              </p:nvGrpSpPr>
              <p:grpSpPr>
                <a:xfrm>
                  <a:off x="9340851" y="4651375"/>
                  <a:ext cx="566738" cy="309563"/>
                  <a:chOff x="9340851" y="4651375"/>
                  <a:chExt cx="566738" cy="309563"/>
                </a:xfrm>
              </p:grpSpPr>
              <p:sp>
                <p:nvSpPr>
                  <p:cNvPr id="48" name="Freeform 184"/>
                  <p:cNvSpPr/>
                  <p:nvPr/>
                </p:nvSpPr>
                <p:spPr bwMode="auto">
                  <a:xfrm>
                    <a:off x="9340851" y="4651375"/>
                    <a:ext cx="566738" cy="309563"/>
                  </a:xfrm>
                  <a:custGeom>
                    <a:avLst/>
                    <a:gdLst>
                      <a:gd name="T0" fmla="*/ 106 w 209"/>
                      <a:gd name="T1" fmla="*/ 12 h 114"/>
                      <a:gd name="T2" fmla="*/ 181 w 209"/>
                      <a:gd name="T3" fmla="*/ 2 h 114"/>
                      <a:gd name="T4" fmla="*/ 206 w 209"/>
                      <a:gd name="T5" fmla="*/ 28 h 114"/>
                      <a:gd name="T6" fmla="*/ 171 w 209"/>
                      <a:gd name="T7" fmla="*/ 71 h 114"/>
                      <a:gd name="T8" fmla="*/ 102 w 209"/>
                      <a:gd name="T9" fmla="*/ 104 h 114"/>
                      <a:gd name="T10" fmla="*/ 34 w 209"/>
                      <a:gd name="T11" fmla="*/ 111 h 114"/>
                      <a:gd name="T12" fmla="*/ 1 w 209"/>
                      <a:gd name="T13" fmla="*/ 89 h 114"/>
                      <a:gd name="T14" fmla="*/ 29 w 209"/>
                      <a:gd name="T15" fmla="*/ 49 h 114"/>
                      <a:gd name="T16" fmla="*/ 106 w 209"/>
                      <a:gd name="T17" fmla="*/ 1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9" h="114">
                        <a:moveTo>
                          <a:pt x="106" y="12"/>
                        </a:moveTo>
                        <a:cubicBezTo>
                          <a:pt x="136" y="3"/>
                          <a:pt x="163" y="0"/>
                          <a:pt x="181" y="2"/>
                        </a:cubicBezTo>
                        <a:cubicBezTo>
                          <a:pt x="199" y="5"/>
                          <a:pt x="209" y="14"/>
                          <a:pt x="206" y="28"/>
                        </a:cubicBezTo>
                        <a:cubicBezTo>
                          <a:pt x="203" y="41"/>
                          <a:pt x="190" y="57"/>
                          <a:pt x="171" y="71"/>
                        </a:cubicBezTo>
                        <a:cubicBezTo>
                          <a:pt x="152" y="85"/>
                          <a:pt x="128" y="97"/>
                          <a:pt x="102" y="104"/>
                        </a:cubicBezTo>
                        <a:cubicBezTo>
                          <a:pt x="76" y="112"/>
                          <a:pt x="52" y="114"/>
                          <a:pt x="34" y="111"/>
                        </a:cubicBezTo>
                        <a:cubicBezTo>
                          <a:pt x="15" y="108"/>
                          <a:pt x="3" y="101"/>
                          <a:pt x="1" y="89"/>
                        </a:cubicBezTo>
                        <a:cubicBezTo>
                          <a:pt x="0" y="77"/>
                          <a:pt x="10" y="63"/>
                          <a:pt x="29" y="49"/>
                        </a:cubicBezTo>
                        <a:cubicBezTo>
                          <a:pt x="48" y="35"/>
                          <a:pt x="75" y="22"/>
                          <a:pt x="106" y="12"/>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49" name="Freeform 185"/>
                  <p:cNvSpPr/>
                  <p:nvPr/>
                </p:nvSpPr>
                <p:spPr bwMode="auto">
                  <a:xfrm>
                    <a:off x="9380539" y="4810125"/>
                    <a:ext cx="242888" cy="146050"/>
                  </a:xfrm>
                  <a:custGeom>
                    <a:avLst/>
                    <a:gdLst>
                      <a:gd name="T0" fmla="*/ 34 w 89"/>
                      <a:gd name="T1" fmla="*/ 54 h 54"/>
                      <a:gd name="T2" fmla="*/ 0 w 89"/>
                      <a:gd name="T3" fmla="*/ 47 h 54"/>
                      <a:gd name="T4" fmla="*/ 89 w 89"/>
                      <a:gd name="T5" fmla="*/ 0 h 54"/>
                      <a:gd name="T6" fmla="*/ 34 w 89"/>
                      <a:gd name="T7" fmla="*/ 54 h 54"/>
                    </a:gdLst>
                    <a:ahLst/>
                    <a:cxnLst>
                      <a:cxn ang="0">
                        <a:pos x="T0" y="T1"/>
                      </a:cxn>
                      <a:cxn ang="0">
                        <a:pos x="T2" y="T3"/>
                      </a:cxn>
                      <a:cxn ang="0">
                        <a:pos x="T4" y="T5"/>
                      </a:cxn>
                      <a:cxn ang="0">
                        <a:pos x="T6" y="T7"/>
                      </a:cxn>
                    </a:cxnLst>
                    <a:rect l="0" t="0" r="r" b="b"/>
                    <a:pathLst>
                      <a:path w="89" h="54">
                        <a:moveTo>
                          <a:pt x="34" y="54"/>
                        </a:moveTo>
                        <a:cubicBezTo>
                          <a:pt x="20" y="54"/>
                          <a:pt x="8" y="52"/>
                          <a:pt x="0" y="47"/>
                        </a:cubicBezTo>
                        <a:cubicBezTo>
                          <a:pt x="29" y="32"/>
                          <a:pt x="58" y="16"/>
                          <a:pt x="89" y="0"/>
                        </a:cubicBezTo>
                        <a:cubicBezTo>
                          <a:pt x="70" y="19"/>
                          <a:pt x="52" y="36"/>
                          <a:pt x="34" y="54"/>
                        </a:cubicBez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50" name="Freeform 186"/>
                  <p:cNvSpPr/>
                  <p:nvPr/>
                </p:nvSpPr>
                <p:spPr bwMode="auto">
                  <a:xfrm>
                    <a:off x="9340851" y="4768850"/>
                    <a:ext cx="282575" cy="168275"/>
                  </a:xfrm>
                  <a:custGeom>
                    <a:avLst/>
                    <a:gdLst>
                      <a:gd name="T0" fmla="*/ 15 w 104"/>
                      <a:gd name="T1" fmla="*/ 62 h 62"/>
                      <a:gd name="T2" fmla="*/ 1 w 104"/>
                      <a:gd name="T3" fmla="*/ 46 h 62"/>
                      <a:gd name="T4" fmla="*/ 39 w 104"/>
                      <a:gd name="T5" fmla="*/ 0 h 62"/>
                      <a:gd name="T6" fmla="*/ 104 w 104"/>
                      <a:gd name="T7" fmla="*/ 15 h 62"/>
                      <a:gd name="T8" fmla="*/ 15 w 104"/>
                      <a:gd name="T9" fmla="*/ 62 h 62"/>
                    </a:gdLst>
                    <a:ahLst/>
                    <a:cxnLst>
                      <a:cxn ang="0">
                        <a:pos x="T0" y="T1"/>
                      </a:cxn>
                      <a:cxn ang="0">
                        <a:pos x="T2" y="T3"/>
                      </a:cxn>
                      <a:cxn ang="0">
                        <a:pos x="T4" y="T5"/>
                      </a:cxn>
                      <a:cxn ang="0">
                        <a:pos x="T6" y="T7"/>
                      </a:cxn>
                      <a:cxn ang="0">
                        <a:pos x="T8" y="T9"/>
                      </a:cxn>
                    </a:cxnLst>
                    <a:rect l="0" t="0" r="r" b="b"/>
                    <a:pathLst>
                      <a:path w="104" h="62">
                        <a:moveTo>
                          <a:pt x="15" y="62"/>
                        </a:moveTo>
                        <a:cubicBezTo>
                          <a:pt x="7" y="58"/>
                          <a:pt x="3" y="56"/>
                          <a:pt x="1" y="46"/>
                        </a:cubicBezTo>
                        <a:cubicBezTo>
                          <a:pt x="0" y="36"/>
                          <a:pt x="14" y="16"/>
                          <a:pt x="39" y="0"/>
                        </a:cubicBezTo>
                        <a:cubicBezTo>
                          <a:pt x="61" y="5"/>
                          <a:pt x="83" y="10"/>
                          <a:pt x="104" y="15"/>
                        </a:cubicBezTo>
                        <a:cubicBezTo>
                          <a:pt x="73" y="31"/>
                          <a:pt x="44" y="47"/>
                          <a:pt x="15" y="62"/>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51" name="Freeform 187"/>
                  <p:cNvSpPr/>
                  <p:nvPr/>
                </p:nvSpPr>
                <p:spPr bwMode="auto">
                  <a:xfrm>
                    <a:off x="9447214" y="4684713"/>
                    <a:ext cx="180975" cy="125413"/>
                  </a:xfrm>
                  <a:custGeom>
                    <a:avLst/>
                    <a:gdLst>
                      <a:gd name="T0" fmla="*/ 0 w 67"/>
                      <a:gd name="T1" fmla="*/ 31 h 46"/>
                      <a:gd name="T2" fmla="*/ 67 w 67"/>
                      <a:gd name="T3" fmla="*/ 0 h 46"/>
                      <a:gd name="T4" fmla="*/ 65 w 67"/>
                      <a:gd name="T5" fmla="*/ 46 h 46"/>
                      <a:gd name="T6" fmla="*/ 0 w 67"/>
                      <a:gd name="T7" fmla="*/ 31 h 46"/>
                    </a:gdLst>
                    <a:ahLst/>
                    <a:cxnLst>
                      <a:cxn ang="0">
                        <a:pos x="T0" y="T1"/>
                      </a:cxn>
                      <a:cxn ang="0">
                        <a:pos x="T2" y="T3"/>
                      </a:cxn>
                      <a:cxn ang="0">
                        <a:pos x="T4" y="T5"/>
                      </a:cxn>
                      <a:cxn ang="0">
                        <a:pos x="T6" y="T7"/>
                      </a:cxn>
                    </a:cxnLst>
                    <a:rect l="0" t="0" r="r" b="b"/>
                    <a:pathLst>
                      <a:path w="67" h="46">
                        <a:moveTo>
                          <a:pt x="0" y="31"/>
                        </a:moveTo>
                        <a:cubicBezTo>
                          <a:pt x="18" y="19"/>
                          <a:pt x="41" y="8"/>
                          <a:pt x="67" y="0"/>
                        </a:cubicBezTo>
                        <a:cubicBezTo>
                          <a:pt x="66" y="16"/>
                          <a:pt x="65" y="31"/>
                          <a:pt x="65" y="46"/>
                        </a:cubicBezTo>
                        <a:cubicBezTo>
                          <a:pt x="44" y="41"/>
                          <a:pt x="22" y="36"/>
                          <a:pt x="0" y="31"/>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52" name="Freeform 188"/>
                  <p:cNvSpPr/>
                  <p:nvPr/>
                </p:nvSpPr>
                <p:spPr bwMode="auto">
                  <a:xfrm>
                    <a:off x="9623426" y="4651375"/>
                    <a:ext cx="211138" cy="158750"/>
                  </a:xfrm>
                  <a:custGeom>
                    <a:avLst/>
                    <a:gdLst>
                      <a:gd name="T0" fmla="*/ 2 w 78"/>
                      <a:gd name="T1" fmla="*/ 12 h 58"/>
                      <a:gd name="T2" fmla="*/ 0 w 78"/>
                      <a:gd name="T3" fmla="*/ 58 h 58"/>
                      <a:gd name="T4" fmla="*/ 78 w 78"/>
                      <a:gd name="T5" fmla="*/ 2 h 58"/>
                      <a:gd name="T6" fmla="*/ 2 w 78"/>
                      <a:gd name="T7" fmla="*/ 12 h 58"/>
                    </a:gdLst>
                    <a:ahLst/>
                    <a:cxnLst>
                      <a:cxn ang="0">
                        <a:pos x="T0" y="T1"/>
                      </a:cxn>
                      <a:cxn ang="0">
                        <a:pos x="T2" y="T3"/>
                      </a:cxn>
                      <a:cxn ang="0">
                        <a:pos x="T4" y="T5"/>
                      </a:cxn>
                      <a:cxn ang="0">
                        <a:pos x="T6" y="T7"/>
                      </a:cxn>
                    </a:cxnLst>
                    <a:rect l="0" t="0" r="r" b="b"/>
                    <a:pathLst>
                      <a:path w="78" h="58">
                        <a:moveTo>
                          <a:pt x="2" y="12"/>
                        </a:moveTo>
                        <a:cubicBezTo>
                          <a:pt x="1" y="28"/>
                          <a:pt x="0" y="43"/>
                          <a:pt x="0" y="58"/>
                        </a:cubicBezTo>
                        <a:cubicBezTo>
                          <a:pt x="25" y="40"/>
                          <a:pt x="51" y="21"/>
                          <a:pt x="78" y="2"/>
                        </a:cubicBezTo>
                        <a:cubicBezTo>
                          <a:pt x="59" y="0"/>
                          <a:pt x="32" y="3"/>
                          <a:pt x="2" y="12"/>
                        </a:cubicBezTo>
                        <a:close/>
                      </a:path>
                    </a:pathLst>
                  </a:custGeom>
                  <a:solidFill>
                    <a:schemeClr val="accent1"/>
                  </a:solidFill>
                  <a:ln>
                    <a:noFill/>
                  </a:ln>
                </p:spPr>
                <p:txBody>
                  <a:bodyPr vert="horz" wrap="square" lIns="91440" tIns="45720" rIns="91440" bIns="45720" numCol="1" anchor="t" anchorCtr="0" compatLnSpc="1"/>
                  <a:lstStyle/>
                  <a:p>
                    <a:endParaRPr lang="en-US"/>
                  </a:p>
                </p:txBody>
              </p:sp>
            </p:grpSp>
            <p:sp>
              <p:nvSpPr>
                <p:cNvPr id="37" name="Rectangle 194"/>
                <p:cNvSpPr>
                  <a:spLocks noChangeArrowheads="1"/>
                </p:cNvSpPr>
                <p:nvPr/>
              </p:nvSpPr>
              <p:spPr bwMode="auto">
                <a:xfrm>
                  <a:off x="8574089" y="7151688"/>
                  <a:ext cx="334963" cy="466725"/>
                </a:xfrm>
                <a:prstGeom prst="rect">
                  <a:avLst/>
                </a:prstGeom>
                <a:solidFill>
                  <a:srgbClr val="FED4A4"/>
                </a:solidFill>
                <a:ln>
                  <a:noFill/>
                </a:ln>
              </p:spPr>
              <p:txBody>
                <a:bodyPr vert="horz" wrap="square" lIns="91440" tIns="45720" rIns="91440" bIns="45720" numCol="1" anchor="t" anchorCtr="0" compatLnSpc="1"/>
                <a:lstStyle/>
                <a:p>
                  <a:endParaRPr lang="en-US"/>
                </a:p>
              </p:txBody>
            </p:sp>
            <p:sp>
              <p:nvSpPr>
                <p:cNvPr id="38" name="Freeform 195"/>
                <p:cNvSpPr/>
                <p:nvPr/>
              </p:nvSpPr>
              <p:spPr bwMode="auto">
                <a:xfrm>
                  <a:off x="8356601" y="6259513"/>
                  <a:ext cx="828675" cy="1030288"/>
                </a:xfrm>
                <a:custGeom>
                  <a:avLst/>
                  <a:gdLst>
                    <a:gd name="T0" fmla="*/ 212 w 305"/>
                    <a:gd name="T1" fmla="*/ 208 h 379"/>
                    <a:gd name="T2" fmla="*/ 211 w 305"/>
                    <a:gd name="T3" fmla="*/ 262 h 379"/>
                    <a:gd name="T4" fmla="*/ 251 w 305"/>
                    <a:gd name="T5" fmla="*/ 201 h 379"/>
                    <a:gd name="T6" fmla="*/ 305 w 305"/>
                    <a:gd name="T7" fmla="*/ 198 h 379"/>
                    <a:gd name="T8" fmla="*/ 224 w 305"/>
                    <a:gd name="T9" fmla="*/ 345 h 379"/>
                    <a:gd name="T10" fmla="*/ 146 w 305"/>
                    <a:gd name="T11" fmla="*/ 377 h 379"/>
                    <a:gd name="T12" fmla="*/ 35 w 305"/>
                    <a:gd name="T13" fmla="*/ 242 h 379"/>
                    <a:gd name="T14" fmla="*/ 7 w 305"/>
                    <a:gd name="T15" fmla="*/ 101 h 379"/>
                    <a:gd name="T16" fmla="*/ 49 w 305"/>
                    <a:gd name="T17" fmla="*/ 93 h 379"/>
                    <a:gd name="T18" fmla="*/ 68 w 305"/>
                    <a:gd name="T19" fmla="*/ 193 h 379"/>
                    <a:gd name="T20" fmla="*/ 73 w 305"/>
                    <a:gd name="T21" fmla="*/ 188 h 379"/>
                    <a:gd name="T22" fmla="*/ 60 w 305"/>
                    <a:gd name="T23" fmla="*/ 54 h 379"/>
                    <a:gd name="T24" fmla="*/ 103 w 305"/>
                    <a:gd name="T25" fmla="*/ 49 h 379"/>
                    <a:gd name="T26" fmla="*/ 116 w 305"/>
                    <a:gd name="T27" fmla="*/ 173 h 379"/>
                    <a:gd name="T28" fmla="*/ 121 w 305"/>
                    <a:gd name="T29" fmla="*/ 172 h 379"/>
                    <a:gd name="T30" fmla="*/ 118 w 305"/>
                    <a:gd name="T31" fmla="*/ 30 h 379"/>
                    <a:gd name="T32" fmla="*/ 161 w 305"/>
                    <a:gd name="T33" fmla="*/ 29 h 379"/>
                    <a:gd name="T34" fmla="*/ 164 w 305"/>
                    <a:gd name="T35" fmla="*/ 181 h 379"/>
                    <a:gd name="T36" fmla="*/ 170 w 305"/>
                    <a:gd name="T37" fmla="*/ 185 h 379"/>
                    <a:gd name="T38" fmla="*/ 182 w 305"/>
                    <a:gd name="T39" fmla="*/ 37 h 379"/>
                    <a:gd name="T40" fmla="*/ 225 w 305"/>
                    <a:gd name="T41" fmla="*/ 41 h 379"/>
                    <a:gd name="T42" fmla="*/ 212 w 305"/>
                    <a:gd name="T43" fmla="*/ 20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5" h="379">
                      <a:moveTo>
                        <a:pt x="212" y="208"/>
                      </a:moveTo>
                      <a:cubicBezTo>
                        <a:pt x="211" y="223"/>
                        <a:pt x="211" y="241"/>
                        <a:pt x="211" y="262"/>
                      </a:cubicBezTo>
                      <a:cubicBezTo>
                        <a:pt x="251" y="201"/>
                        <a:pt x="251" y="201"/>
                        <a:pt x="251" y="201"/>
                      </a:cubicBezTo>
                      <a:cubicBezTo>
                        <a:pt x="269" y="175"/>
                        <a:pt x="297" y="185"/>
                        <a:pt x="305" y="198"/>
                      </a:cubicBezTo>
                      <a:cubicBezTo>
                        <a:pt x="224" y="345"/>
                        <a:pt x="224" y="345"/>
                        <a:pt x="224" y="345"/>
                      </a:cubicBezTo>
                      <a:cubicBezTo>
                        <a:pt x="212" y="366"/>
                        <a:pt x="178" y="376"/>
                        <a:pt x="146" y="377"/>
                      </a:cubicBezTo>
                      <a:cubicBezTo>
                        <a:pt x="78" y="379"/>
                        <a:pt x="36" y="335"/>
                        <a:pt x="35" y="242"/>
                      </a:cubicBezTo>
                      <a:cubicBezTo>
                        <a:pt x="7" y="101"/>
                        <a:pt x="7" y="101"/>
                        <a:pt x="7" y="101"/>
                      </a:cubicBezTo>
                      <a:cubicBezTo>
                        <a:pt x="0" y="71"/>
                        <a:pt x="43" y="62"/>
                        <a:pt x="49" y="93"/>
                      </a:cubicBezTo>
                      <a:cubicBezTo>
                        <a:pt x="68" y="193"/>
                        <a:pt x="68" y="193"/>
                        <a:pt x="68" y="193"/>
                      </a:cubicBezTo>
                      <a:cubicBezTo>
                        <a:pt x="70" y="191"/>
                        <a:pt x="71" y="189"/>
                        <a:pt x="73" y="188"/>
                      </a:cubicBezTo>
                      <a:cubicBezTo>
                        <a:pt x="60" y="54"/>
                        <a:pt x="60" y="54"/>
                        <a:pt x="60" y="54"/>
                      </a:cubicBezTo>
                      <a:cubicBezTo>
                        <a:pt x="57" y="23"/>
                        <a:pt x="100" y="23"/>
                        <a:pt x="103" y="49"/>
                      </a:cubicBezTo>
                      <a:cubicBezTo>
                        <a:pt x="116" y="173"/>
                        <a:pt x="116" y="173"/>
                        <a:pt x="116" y="173"/>
                      </a:cubicBezTo>
                      <a:cubicBezTo>
                        <a:pt x="117" y="172"/>
                        <a:pt x="120" y="172"/>
                        <a:pt x="121" y="172"/>
                      </a:cubicBezTo>
                      <a:cubicBezTo>
                        <a:pt x="118" y="30"/>
                        <a:pt x="118" y="30"/>
                        <a:pt x="118" y="30"/>
                      </a:cubicBezTo>
                      <a:cubicBezTo>
                        <a:pt x="118" y="1"/>
                        <a:pt x="161" y="0"/>
                        <a:pt x="161" y="29"/>
                      </a:cubicBezTo>
                      <a:cubicBezTo>
                        <a:pt x="164" y="181"/>
                        <a:pt x="164" y="181"/>
                        <a:pt x="164" y="181"/>
                      </a:cubicBezTo>
                      <a:cubicBezTo>
                        <a:pt x="166" y="182"/>
                        <a:pt x="168" y="184"/>
                        <a:pt x="170" y="185"/>
                      </a:cubicBezTo>
                      <a:cubicBezTo>
                        <a:pt x="182" y="37"/>
                        <a:pt x="182" y="37"/>
                        <a:pt x="182" y="37"/>
                      </a:cubicBezTo>
                      <a:cubicBezTo>
                        <a:pt x="184" y="9"/>
                        <a:pt x="227" y="12"/>
                        <a:pt x="225" y="41"/>
                      </a:cubicBezTo>
                      <a:lnTo>
                        <a:pt x="212" y="208"/>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39" name="Rectangle 196"/>
                <p:cNvSpPr>
                  <a:spLocks noChangeArrowheads="1"/>
                </p:cNvSpPr>
                <p:nvPr/>
              </p:nvSpPr>
              <p:spPr bwMode="auto">
                <a:xfrm>
                  <a:off x="8535989" y="7308850"/>
                  <a:ext cx="411163" cy="171450"/>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40" name="Rectangle 197"/>
                <p:cNvSpPr>
                  <a:spLocks noChangeArrowheads="1"/>
                </p:cNvSpPr>
                <p:nvPr/>
              </p:nvSpPr>
              <p:spPr bwMode="auto">
                <a:xfrm>
                  <a:off x="8496301" y="7480300"/>
                  <a:ext cx="490538" cy="1536700"/>
                </a:xfrm>
                <a:prstGeom prst="rect">
                  <a:avLst/>
                </a:prstGeom>
                <a:solidFill>
                  <a:schemeClr val="accent3"/>
                </a:solidFill>
                <a:ln>
                  <a:noFill/>
                </a:ln>
              </p:spPr>
              <p:txBody>
                <a:bodyPr vert="horz" wrap="square" lIns="91440" tIns="45720" rIns="91440" bIns="45720" numCol="1" anchor="t" anchorCtr="0" compatLnSpc="1"/>
                <a:lstStyle/>
                <a:p>
                  <a:endParaRPr lang="en-US"/>
                </a:p>
              </p:txBody>
            </p:sp>
            <p:grpSp>
              <p:nvGrpSpPr>
                <p:cNvPr id="41" name="Group 40"/>
                <p:cNvGrpSpPr/>
                <p:nvPr/>
              </p:nvGrpSpPr>
              <p:grpSpPr>
                <a:xfrm>
                  <a:off x="8653464" y="4826000"/>
                  <a:ext cx="2689225" cy="1482726"/>
                  <a:chOff x="8653464" y="4826000"/>
                  <a:chExt cx="2689225" cy="1482726"/>
                </a:xfrm>
              </p:grpSpPr>
              <p:sp>
                <p:nvSpPr>
                  <p:cNvPr id="42" name="Freeform 198"/>
                  <p:cNvSpPr/>
                  <p:nvPr/>
                </p:nvSpPr>
                <p:spPr bwMode="auto">
                  <a:xfrm>
                    <a:off x="9750426" y="5214938"/>
                    <a:ext cx="777875" cy="539750"/>
                  </a:xfrm>
                  <a:custGeom>
                    <a:avLst/>
                    <a:gdLst>
                      <a:gd name="T0" fmla="*/ 106 w 490"/>
                      <a:gd name="T1" fmla="*/ 0 h 340"/>
                      <a:gd name="T2" fmla="*/ 490 w 490"/>
                      <a:gd name="T3" fmla="*/ 220 h 340"/>
                      <a:gd name="T4" fmla="*/ 433 w 490"/>
                      <a:gd name="T5" fmla="*/ 320 h 340"/>
                      <a:gd name="T6" fmla="*/ 224 w 490"/>
                      <a:gd name="T7" fmla="*/ 340 h 340"/>
                      <a:gd name="T8" fmla="*/ 0 w 490"/>
                      <a:gd name="T9" fmla="*/ 212 h 340"/>
                      <a:gd name="T10" fmla="*/ 106 w 490"/>
                      <a:gd name="T11" fmla="*/ 0 h 340"/>
                    </a:gdLst>
                    <a:ahLst/>
                    <a:cxnLst>
                      <a:cxn ang="0">
                        <a:pos x="T0" y="T1"/>
                      </a:cxn>
                      <a:cxn ang="0">
                        <a:pos x="T2" y="T3"/>
                      </a:cxn>
                      <a:cxn ang="0">
                        <a:pos x="T4" y="T5"/>
                      </a:cxn>
                      <a:cxn ang="0">
                        <a:pos x="T6" y="T7"/>
                      </a:cxn>
                      <a:cxn ang="0">
                        <a:pos x="T8" y="T9"/>
                      </a:cxn>
                      <a:cxn ang="0">
                        <a:pos x="T10" y="T11"/>
                      </a:cxn>
                    </a:cxnLst>
                    <a:rect l="0" t="0" r="r" b="b"/>
                    <a:pathLst>
                      <a:path w="490" h="340">
                        <a:moveTo>
                          <a:pt x="106" y="0"/>
                        </a:moveTo>
                        <a:lnTo>
                          <a:pt x="490" y="220"/>
                        </a:lnTo>
                        <a:lnTo>
                          <a:pt x="433" y="320"/>
                        </a:lnTo>
                        <a:lnTo>
                          <a:pt x="224" y="340"/>
                        </a:lnTo>
                        <a:lnTo>
                          <a:pt x="0" y="212"/>
                        </a:lnTo>
                        <a:lnTo>
                          <a:pt x="106" y="0"/>
                        </a:ln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43" name="Freeform 199"/>
                  <p:cNvSpPr/>
                  <p:nvPr/>
                </p:nvSpPr>
                <p:spPr bwMode="auto">
                  <a:xfrm>
                    <a:off x="9888539" y="5291138"/>
                    <a:ext cx="614363" cy="479425"/>
                  </a:xfrm>
                  <a:custGeom>
                    <a:avLst/>
                    <a:gdLst>
                      <a:gd name="T0" fmla="*/ 132 w 387"/>
                      <a:gd name="T1" fmla="*/ 0 h 302"/>
                      <a:gd name="T2" fmla="*/ 368 w 387"/>
                      <a:gd name="T3" fmla="*/ 138 h 302"/>
                      <a:gd name="T4" fmla="*/ 387 w 387"/>
                      <a:gd name="T5" fmla="*/ 189 h 302"/>
                      <a:gd name="T6" fmla="*/ 334 w 387"/>
                      <a:gd name="T7" fmla="*/ 282 h 302"/>
                      <a:gd name="T8" fmla="*/ 120 w 387"/>
                      <a:gd name="T9" fmla="*/ 302 h 302"/>
                      <a:gd name="T10" fmla="*/ 0 w 387"/>
                      <a:gd name="T11" fmla="*/ 232 h 302"/>
                      <a:gd name="T12" fmla="*/ 132 w 387"/>
                      <a:gd name="T13" fmla="*/ 0 h 302"/>
                    </a:gdLst>
                    <a:ahLst/>
                    <a:cxnLst>
                      <a:cxn ang="0">
                        <a:pos x="T0" y="T1"/>
                      </a:cxn>
                      <a:cxn ang="0">
                        <a:pos x="T2" y="T3"/>
                      </a:cxn>
                      <a:cxn ang="0">
                        <a:pos x="T4" y="T5"/>
                      </a:cxn>
                      <a:cxn ang="0">
                        <a:pos x="T6" y="T7"/>
                      </a:cxn>
                      <a:cxn ang="0">
                        <a:pos x="T8" y="T9"/>
                      </a:cxn>
                      <a:cxn ang="0">
                        <a:pos x="T10" y="T11"/>
                      </a:cxn>
                      <a:cxn ang="0">
                        <a:pos x="T12" y="T13"/>
                      </a:cxn>
                    </a:cxnLst>
                    <a:rect l="0" t="0" r="r" b="b"/>
                    <a:pathLst>
                      <a:path w="387" h="302">
                        <a:moveTo>
                          <a:pt x="132" y="0"/>
                        </a:moveTo>
                        <a:lnTo>
                          <a:pt x="368" y="138"/>
                        </a:lnTo>
                        <a:lnTo>
                          <a:pt x="387" y="189"/>
                        </a:lnTo>
                        <a:lnTo>
                          <a:pt x="334" y="282"/>
                        </a:lnTo>
                        <a:lnTo>
                          <a:pt x="120" y="302"/>
                        </a:lnTo>
                        <a:lnTo>
                          <a:pt x="0" y="232"/>
                        </a:lnTo>
                        <a:lnTo>
                          <a:pt x="132"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44" name="Freeform 200"/>
                  <p:cNvSpPr/>
                  <p:nvPr/>
                </p:nvSpPr>
                <p:spPr bwMode="auto">
                  <a:xfrm>
                    <a:off x="10033001" y="5345113"/>
                    <a:ext cx="1309688" cy="963613"/>
                  </a:xfrm>
                  <a:custGeom>
                    <a:avLst/>
                    <a:gdLst>
                      <a:gd name="T0" fmla="*/ 156 w 825"/>
                      <a:gd name="T1" fmla="*/ 0 h 607"/>
                      <a:gd name="T2" fmla="*/ 825 w 825"/>
                      <a:gd name="T3" fmla="*/ 380 h 607"/>
                      <a:gd name="T4" fmla="*/ 597 w 825"/>
                      <a:gd name="T5" fmla="*/ 607 h 607"/>
                      <a:gd name="T6" fmla="*/ 0 w 825"/>
                      <a:gd name="T7" fmla="*/ 270 h 607"/>
                      <a:gd name="T8" fmla="*/ 156 w 825"/>
                      <a:gd name="T9" fmla="*/ 0 h 607"/>
                    </a:gdLst>
                    <a:ahLst/>
                    <a:cxnLst>
                      <a:cxn ang="0">
                        <a:pos x="T0" y="T1"/>
                      </a:cxn>
                      <a:cxn ang="0">
                        <a:pos x="T2" y="T3"/>
                      </a:cxn>
                      <a:cxn ang="0">
                        <a:pos x="T4" y="T5"/>
                      </a:cxn>
                      <a:cxn ang="0">
                        <a:pos x="T6" y="T7"/>
                      </a:cxn>
                      <a:cxn ang="0">
                        <a:pos x="T8" y="T9"/>
                      </a:cxn>
                    </a:cxnLst>
                    <a:rect l="0" t="0" r="r" b="b"/>
                    <a:pathLst>
                      <a:path w="825" h="607">
                        <a:moveTo>
                          <a:pt x="156" y="0"/>
                        </a:moveTo>
                        <a:lnTo>
                          <a:pt x="825" y="380"/>
                        </a:lnTo>
                        <a:lnTo>
                          <a:pt x="597" y="607"/>
                        </a:lnTo>
                        <a:lnTo>
                          <a:pt x="0" y="270"/>
                        </a:lnTo>
                        <a:lnTo>
                          <a:pt x="156" y="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45" name="Freeform 201"/>
                  <p:cNvSpPr/>
                  <p:nvPr/>
                </p:nvSpPr>
                <p:spPr bwMode="auto">
                  <a:xfrm>
                    <a:off x="9109076" y="5318125"/>
                    <a:ext cx="573088" cy="263525"/>
                  </a:xfrm>
                  <a:custGeom>
                    <a:avLst/>
                    <a:gdLst>
                      <a:gd name="T0" fmla="*/ 0 w 211"/>
                      <a:gd name="T1" fmla="*/ 47 h 97"/>
                      <a:gd name="T2" fmla="*/ 119 w 211"/>
                      <a:gd name="T3" fmla="*/ 87 h 97"/>
                      <a:gd name="T4" fmla="*/ 204 w 211"/>
                      <a:gd name="T5" fmla="*/ 82 h 97"/>
                      <a:gd name="T6" fmla="*/ 153 w 211"/>
                      <a:gd name="T7" fmla="*/ 38 h 97"/>
                      <a:gd name="T8" fmla="*/ 67 w 211"/>
                      <a:gd name="T9" fmla="*/ 14 h 97"/>
                      <a:gd name="T10" fmla="*/ 0 w 211"/>
                      <a:gd name="T11" fmla="*/ 47 h 97"/>
                    </a:gdLst>
                    <a:ahLst/>
                    <a:cxnLst>
                      <a:cxn ang="0">
                        <a:pos x="T0" y="T1"/>
                      </a:cxn>
                      <a:cxn ang="0">
                        <a:pos x="T2" y="T3"/>
                      </a:cxn>
                      <a:cxn ang="0">
                        <a:pos x="T4" y="T5"/>
                      </a:cxn>
                      <a:cxn ang="0">
                        <a:pos x="T6" y="T7"/>
                      </a:cxn>
                      <a:cxn ang="0">
                        <a:pos x="T8" y="T9"/>
                      </a:cxn>
                      <a:cxn ang="0">
                        <a:pos x="T10" y="T11"/>
                      </a:cxn>
                    </a:cxnLst>
                    <a:rect l="0" t="0" r="r" b="b"/>
                    <a:pathLst>
                      <a:path w="211" h="97">
                        <a:moveTo>
                          <a:pt x="0" y="47"/>
                        </a:moveTo>
                        <a:cubicBezTo>
                          <a:pt x="119" y="87"/>
                          <a:pt x="119" y="87"/>
                          <a:pt x="119" y="87"/>
                        </a:cubicBezTo>
                        <a:cubicBezTo>
                          <a:pt x="135" y="93"/>
                          <a:pt x="198" y="97"/>
                          <a:pt x="204" y="82"/>
                        </a:cubicBezTo>
                        <a:cubicBezTo>
                          <a:pt x="211" y="68"/>
                          <a:pt x="168" y="43"/>
                          <a:pt x="153" y="38"/>
                        </a:cubicBezTo>
                        <a:cubicBezTo>
                          <a:pt x="67" y="14"/>
                          <a:pt x="67" y="14"/>
                          <a:pt x="67" y="14"/>
                        </a:cubicBezTo>
                        <a:cubicBezTo>
                          <a:pt x="18" y="0"/>
                          <a:pt x="5" y="30"/>
                          <a:pt x="0" y="47"/>
                        </a:cubicBezTo>
                        <a:close/>
                      </a:path>
                    </a:pathLst>
                  </a:custGeom>
                  <a:solidFill>
                    <a:srgbClr val="D4A26A"/>
                  </a:solidFill>
                  <a:ln>
                    <a:noFill/>
                  </a:ln>
                </p:spPr>
                <p:txBody>
                  <a:bodyPr vert="horz" wrap="square" lIns="91440" tIns="45720" rIns="91440" bIns="45720" numCol="1" anchor="t" anchorCtr="0" compatLnSpc="1"/>
                  <a:lstStyle/>
                  <a:p>
                    <a:endParaRPr lang="en-US"/>
                  </a:p>
                </p:txBody>
              </p:sp>
              <p:sp>
                <p:nvSpPr>
                  <p:cNvPr id="46" name="Freeform 202"/>
                  <p:cNvSpPr/>
                  <p:nvPr/>
                </p:nvSpPr>
                <p:spPr bwMode="auto">
                  <a:xfrm>
                    <a:off x="8653464" y="4826000"/>
                    <a:ext cx="1376363" cy="752475"/>
                  </a:xfrm>
                  <a:custGeom>
                    <a:avLst/>
                    <a:gdLst>
                      <a:gd name="T0" fmla="*/ 65 w 507"/>
                      <a:gd name="T1" fmla="*/ 50 h 277"/>
                      <a:gd name="T2" fmla="*/ 192 w 507"/>
                      <a:gd name="T3" fmla="*/ 123 h 277"/>
                      <a:gd name="T4" fmla="*/ 233 w 507"/>
                      <a:gd name="T5" fmla="*/ 87 h 277"/>
                      <a:gd name="T6" fmla="*/ 267 w 507"/>
                      <a:gd name="T7" fmla="*/ 45 h 277"/>
                      <a:gd name="T8" fmla="*/ 310 w 507"/>
                      <a:gd name="T9" fmla="*/ 13 h 277"/>
                      <a:gd name="T10" fmla="*/ 416 w 507"/>
                      <a:gd name="T11" fmla="*/ 76 h 277"/>
                      <a:gd name="T12" fmla="*/ 484 w 507"/>
                      <a:gd name="T13" fmla="*/ 153 h 277"/>
                      <a:gd name="T14" fmla="*/ 401 w 507"/>
                      <a:gd name="T15" fmla="*/ 272 h 277"/>
                      <a:gd name="T16" fmla="*/ 336 w 507"/>
                      <a:gd name="T17" fmla="*/ 268 h 277"/>
                      <a:gd name="T18" fmla="*/ 38 w 507"/>
                      <a:gd name="T19" fmla="*/ 97 h 277"/>
                      <a:gd name="T20" fmla="*/ 65 w 507"/>
                      <a:gd name="T21" fmla="*/ 5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7" h="277">
                        <a:moveTo>
                          <a:pt x="65" y="50"/>
                        </a:moveTo>
                        <a:cubicBezTo>
                          <a:pt x="192" y="123"/>
                          <a:pt x="192" y="123"/>
                          <a:pt x="192" y="123"/>
                        </a:cubicBezTo>
                        <a:cubicBezTo>
                          <a:pt x="181" y="101"/>
                          <a:pt x="209" y="76"/>
                          <a:pt x="233" y="87"/>
                        </a:cubicBezTo>
                        <a:cubicBezTo>
                          <a:pt x="219" y="65"/>
                          <a:pt x="243" y="40"/>
                          <a:pt x="267" y="45"/>
                        </a:cubicBezTo>
                        <a:cubicBezTo>
                          <a:pt x="258" y="23"/>
                          <a:pt x="286" y="0"/>
                          <a:pt x="310" y="13"/>
                        </a:cubicBezTo>
                        <a:cubicBezTo>
                          <a:pt x="416" y="76"/>
                          <a:pt x="416" y="76"/>
                          <a:pt x="416" y="76"/>
                        </a:cubicBezTo>
                        <a:cubicBezTo>
                          <a:pt x="446" y="93"/>
                          <a:pt x="476" y="132"/>
                          <a:pt x="484" y="153"/>
                        </a:cubicBezTo>
                        <a:cubicBezTo>
                          <a:pt x="507" y="218"/>
                          <a:pt x="438" y="270"/>
                          <a:pt x="401" y="272"/>
                        </a:cubicBezTo>
                        <a:cubicBezTo>
                          <a:pt x="373" y="273"/>
                          <a:pt x="352" y="277"/>
                          <a:pt x="336" y="268"/>
                        </a:cubicBezTo>
                        <a:cubicBezTo>
                          <a:pt x="38" y="97"/>
                          <a:pt x="38" y="97"/>
                          <a:pt x="38" y="97"/>
                        </a:cubicBezTo>
                        <a:cubicBezTo>
                          <a:pt x="0" y="76"/>
                          <a:pt x="34" y="31"/>
                          <a:pt x="65" y="50"/>
                        </a:cubicBezTo>
                        <a:close/>
                      </a:path>
                    </a:pathLst>
                  </a:custGeom>
                  <a:solidFill>
                    <a:srgbClr val="FED4A4"/>
                  </a:solidFill>
                  <a:ln>
                    <a:noFill/>
                  </a:ln>
                </p:spPr>
                <p:txBody>
                  <a:bodyPr vert="horz" wrap="square" lIns="91440" tIns="45720" rIns="91440" bIns="45720" numCol="1" anchor="t" anchorCtr="0" compatLnSpc="1"/>
                  <a:lstStyle/>
                  <a:p>
                    <a:endParaRPr lang="en-US"/>
                  </a:p>
                </p:txBody>
              </p:sp>
              <p:sp>
                <p:nvSpPr>
                  <p:cNvPr id="47" name="Freeform 203"/>
                  <p:cNvSpPr>
                    <a:spLocks noEditPoints="1"/>
                  </p:cNvSpPr>
                  <p:nvPr/>
                </p:nvSpPr>
                <p:spPr bwMode="auto">
                  <a:xfrm>
                    <a:off x="9169401" y="4937125"/>
                    <a:ext cx="315913" cy="298450"/>
                  </a:xfrm>
                  <a:custGeom>
                    <a:avLst/>
                    <a:gdLst>
                      <a:gd name="T0" fmla="*/ 116 w 116"/>
                      <a:gd name="T1" fmla="*/ 24 h 110"/>
                      <a:gd name="T2" fmla="*/ 76 w 116"/>
                      <a:gd name="T3" fmla="*/ 0 h 110"/>
                      <a:gd name="T4" fmla="*/ 77 w 116"/>
                      <a:gd name="T5" fmla="*/ 4 h 110"/>
                      <a:gd name="T6" fmla="*/ 71 w 116"/>
                      <a:gd name="T7" fmla="*/ 4 h 110"/>
                      <a:gd name="T8" fmla="*/ 116 w 116"/>
                      <a:gd name="T9" fmla="*/ 24 h 110"/>
                      <a:gd name="T10" fmla="*/ 2 w 116"/>
                      <a:gd name="T11" fmla="*/ 81 h 110"/>
                      <a:gd name="T12" fmla="*/ 0 w 116"/>
                      <a:gd name="T13" fmla="*/ 75 h 110"/>
                      <a:gd name="T14" fmla="*/ 56 w 116"/>
                      <a:gd name="T15" fmla="*/ 110 h 110"/>
                      <a:gd name="T16" fmla="*/ 2 w 116"/>
                      <a:gd name="T17" fmla="*/ 82 h 110"/>
                      <a:gd name="T18" fmla="*/ 2 w 116"/>
                      <a:gd name="T19" fmla="*/ 81 h 110"/>
                      <a:gd name="T20" fmla="*/ 33 w 116"/>
                      <a:gd name="T21" fmla="*/ 43 h 110"/>
                      <a:gd name="T22" fmla="*/ 43 w 116"/>
                      <a:gd name="T23" fmla="*/ 46 h 110"/>
                      <a:gd name="T24" fmla="*/ 41 w 116"/>
                      <a:gd name="T25" fmla="*/ 41 h 110"/>
                      <a:gd name="T26" fmla="*/ 87 w 116"/>
                      <a:gd name="T27" fmla="*/ 69 h 110"/>
                      <a:gd name="T28" fmla="*/ 33 w 116"/>
                      <a:gd name="T29" fmla="*/ 4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6" h="110">
                        <a:moveTo>
                          <a:pt x="116" y="24"/>
                        </a:moveTo>
                        <a:cubicBezTo>
                          <a:pt x="116" y="24"/>
                          <a:pt x="95" y="12"/>
                          <a:pt x="76" y="0"/>
                        </a:cubicBezTo>
                        <a:cubicBezTo>
                          <a:pt x="76" y="2"/>
                          <a:pt x="77" y="3"/>
                          <a:pt x="77" y="4"/>
                        </a:cubicBezTo>
                        <a:cubicBezTo>
                          <a:pt x="75" y="4"/>
                          <a:pt x="73" y="4"/>
                          <a:pt x="71" y="4"/>
                        </a:cubicBezTo>
                        <a:cubicBezTo>
                          <a:pt x="91" y="13"/>
                          <a:pt x="116" y="24"/>
                          <a:pt x="116" y="24"/>
                        </a:cubicBezTo>
                        <a:close/>
                        <a:moveTo>
                          <a:pt x="2" y="81"/>
                        </a:moveTo>
                        <a:cubicBezTo>
                          <a:pt x="1" y="79"/>
                          <a:pt x="0" y="77"/>
                          <a:pt x="0" y="75"/>
                        </a:cubicBezTo>
                        <a:cubicBezTo>
                          <a:pt x="21" y="88"/>
                          <a:pt x="56" y="110"/>
                          <a:pt x="56" y="110"/>
                        </a:cubicBezTo>
                        <a:cubicBezTo>
                          <a:pt x="56" y="110"/>
                          <a:pt x="18" y="91"/>
                          <a:pt x="2" y="82"/>
                        </a:cubicBezTo>
                        <a:cubicBezTo>
                          <a:pt x="2" y="82"/>
                          <a:pt x="2" y="82"/>
                          <a:pt x="2" y="81"/>
                        </a:cubicBezTo>
                        <a:close/>
                        <a:moveTo>
                          <a:pt x="33" y="43"/>
                        </a:moveTo>
                        <a:cubicBezTo>
                          <a:pt x="36" y="43"/>
                          <a:pt x="40" y="44"/>
                          <a:pt x="43" y="46"/>
                        </a:cubicBezTo>
                        <a:cubicBezTo>
                          <a:pt x="42" y="44"/>
                          <a:pt x="41" y="43"/>
                          <a:pt x="41" y="41"/>
                        </a:cubicBezTo>
                        <a:cubicBezTo>
                          <a:pt x="62" y="54"/>
                          <a:pt x="87" y="69"/>
                          <a:pt x="87" y="69"/>
                        </a:cubicBezTo>
                        <a:cubicBezTo>
                          <a:pt x="87" y="69"/>
                          <a:pt x="53" y="53"/>
                          <a:pt x="33" y="43"/>
                        </a:cubicBezTo>
                        <a:close/>
                      </a:path>
                    </a:pathLst>
                  </a:custGeom>
                  <a:solidFill>
                    <a:srgbClr val="D4A26A"/>
                  </a:solidFill>
                  <a:ln>
                    <a:noFill/>
                  </a:ln>
                </p:spPr>
                <p:txBody>
                  <a:bodyPr vert="horz" wrap="square" lIns="91440" tIns="45720" rIns="91440" bIns="45720" numCol="1" anchor="t" anchorCtr="0" compatLnSpc="1"/>
                  <a:lstStyle/>
                  <a:p>
                    <a:endParaRPr lang="en-US"/>
                  </a:p>
                </p:txBody>
              </p:sp>
            </p:grpSp>
          </p:grpSp>
        </p:grpSp>
      </p:grpSp>
      <p:grpSp>
        <p:nvGrpSpPr>
          <p:cNvPr id="4" name="Group 3"/>
          <p:cNvGrpSpPr/>
          <p:nvPr/>
        </p:nvGrpSpPr>
        <p:grpSpPr>
          <a:xfrm>
            <a:off x="2032401" y="1863772"/>
            <a:ext cx="1706078" cy="1325627"/>
            <a:chOff x="2032401" y="1863772"/>
            <a:chExt cx="1706078" cy="1325627"/>
          </a:xfrm>
        </p:grpSpPr>
        <p:grpSp>
          <p:nvGrpSpPr>
            <p:cNvPr id="244" name="Group 243"/>
            <p:cNvGrpSpPr/>
            <p:nvPr/>
          </p:nvGrpSpPr>
          <p:grpSpPr>
            <a:xfrm>
              <a:off x="2459659" y="1863772"/>
              <a:ext cx="851560" cy="851560"/>
              <a:chOff x="4700505" y="1940560"/>
              <a:chExt cx="851560" cy="851560"/>
            </a:xfrm>
          </p:grpSpPr>
          <p:sp>
            <p:nvSpPr>
              <p:cNvPr id="240" name="Freeform 239"/>
              <p:cNvSpPr/>
              <p:nvPr/>
            </p:nvSpPr>
            <p:spPr>
              <a:xfrm>
                <a:off x="4700505" y="1940560"/>
                <a:ext cx="851560" cy="85156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w="19050">
                <a:no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kern="1200" dirty="0">
                  <a:solidFill>
                    <a:schemeClr val="bg1"/>
                  </a:solidFill>
                  <a:latin typeface="FontAwesome" pitchFamily="2" charset="0"/>
                </a:endParaRPr>
              </a:p>
            </p:txBody>
          </p:sp>
          <p:sp>
            <p:nvSpPr>
              <p:cNvPr id="235" name="TextBox 234"/>
              <p:cNvSpPr txBox="1"/>
              <p:nvPr/>
            </p:nvSpPr>
            <p:spPr>
              <a:xfrm>
                <a:off x="4802951" y="2181637"/>
                <a:ext cx="646669" cy="369332"/>
              </a:xfrm>
              <a:prstGeom prst="rect">
                <a:avLst/>
              </a:prstGeom>
              <a:noFill/>
            </p:spPr>
            <p:txBody>
              <a:bodyPr wrap="none" rtlCol="0" anchor="ctr">
                <a:spAutoFit/>
              </a:bodyPr>
              <a:lstStyle/>
              <a:p>
                <a:pPr algn="ctr"/>
                <a:r>
                  <a:rPr lang="en-US" dirty="0">
                    <a:solidFill>
                      <a:schemeClr val="bg1"/>
                    </a:solidFill>
                    <a:latin typeface="Arial" panose="020B0604020202020204"/>
                    <a:ea typeface="Roboto Light" panose="02000000000000000000" pitchFamily="2" charset="0"/>
                    <a:cs typeface="Arial" panose="020B0604020202020204"/>
                  </a:rPr>
                  <a:t>60%</a:t>
                </a:r>
                <a:endParaRPr lang="id-ID" dirty="0">
                  <a:solidFill>
                    <a:schemeClr val="bg1"/>
                  </a:solidFill>
                  <a:latin typeface="Arial" panose="020B0604020202020204"/>
                  <a:ea typeface="Roboto Light" panose="02000000000000000000" pitchFamily="2" charset="0"/>
                  <a:cs typeface="Arial" panose="020B0604020202020204"/>
                </a:endParaRPr>
              </a:p>
            </p:txBody>
          </p:sp>
        </p:grpSp>
        <p:sp>
          <p:nvSpPr>
            <p:cNvPr id="248" name="TextBox 247"/>
            <p:cNvSpPr txBox="1"/>
            <p:nvPr/>
          </p:nvSpPr>
          <p:spPr>
            <a:xfrm>
              <a:off x="2032401" y="2850845"/>
              <a:ext cx="1706078" cy="338554"/>
            </a:xfrm>
            <a:prstGeom prst="rect">
              <a:avLst/>
            </a:prstGeom>
            <a:noFill/>
          </p:spPr>
          <p:txBody>
            <a:bodyPr wrap="square" rtlCol="0">
              <a:spAutoFit/>
            </a:bodyPr>
            <a:lstStyle/>
            <a:p>
              <a:pPr algn="ctr"/>
              <a:r>
                <a:rPr lang="zh-CN" altLang="en-US" sz="1600" dirty="0" smtClean="0">
                  <a:solidFill>
                    <a:schemeClr val="bg1"/>
                  </a:solidFill>
                  <a:latin typeface="Raleway"/>
                  <a:cs typeface="Raleway"/>
                </a:rPr>
                <a:t>文字内容</a:t>
              </a:r>
              <a:endParaRPr lang="en-US" sz="1600" i="0" dirty="0">
                <a:solidFill>
                  <a:schemeClr val="bg1"/>
                </a:solidFill>
                <a:latin typeface="Raleway"/>
                <a:cs typeface="Raleway"/>
              </a:endParaRPr>
            </a:p>
          </p:txBody>
        </p:sp>
      </p:grpSp>
      <p:grpSp>
        <p:nvGrpSpPr>
          <p:cNvPr id="234" name="Group 233"/>
          <p:cNvGrpSpPr/>
          <p:nvPr/>
        </p:nvGrpSpPr>
        <p:grpSpPr>
          <a:xfrm>
            <a:off x="8453521" y="1863772"/>
            <a:ext cx="1706078" cy="1325627"/>
            <a:chOff x="8453521" y="1863772"/>
            <a:chExt cx="1706078" cy="1325627"/>
          </a:xfrm>
        </p:grpSpPr>
        <p:grpSp>
          <p:nvGrpSpPr>
            <p:cNvPr id="245" name="Group 244"/>
            <p:cNvGrpSpPr/>
            <p:nvPr/>
          </p:nvGrpSpPr>
          <p:grpSpPr>
            <a:xfrm>
              <a:off x="8880779" y="1863772"/>
              <a:ext cx="851560" cy="851560"/>
              <a:chOff x="6421220" y="1940560"/>
              <a:chExt cx="851560" cy="851560"/>
            </a:xfrm>
          </p:grpSpPr>
          <p:sp>
            <p:nvSpPr>
              <p:cNvPr id="241" name="Freeform 240"/>
              <p:cNvSpPr/>
              <p:nvPr/>
            </p:nvSpPr>
            <p:spPr>
              <a:xfrm>
                <a:off x="6421220" y="1940560"/>
                <a:ext cx="851560" cy="85156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w="19050">
                <a:no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kern="1200" dirty="0">
                  <a:solidFill>
                    <a:schemeClr val="bg1"/>
                  </a:solidFill>
                  <a:latin typeface="FontAwesome" pitchFamily="2" charset="0"/>
                </a:endParaRPr>
              </a:p>
            </p:txBody>
          </p:sp>
          <p:sp>
            <p:nvSpPr>
              <p:cNvPr id="236" name="TextBox 235"/>
              <p:cNvSpPr txBox="1"/>
              <p:nvPr/>
            </p:nvSpPr>
            <p:spPr>
              <a:xfrm>
                <a:off x="6523666" y="2181637"/>
                <a:ext cx="646669" cy="369332"/>
              </a:xfrm>
              <a:prstGeom prst="rect">
                <a:avLst/>
              </a:prstGeom>
              <a:noFill/>
            </p:spPr>
            <p:txBody>
              <a:bodyPr wrap="none" rtlCol="0" anchor="ctr">
                <a:spAutoFit/>
              </a:bodyPr>
              <a:lstStyle/>
              <a:p>
                <a:pPr algn="ctr"/>
                <a:r>
                  <a:rPr lang="en-US" dirty="0">
                    <a:solidFill>
                      <a:schemeClr val="bg1"/>
                    </a:solidFill>
                    <a:latin typeface="Arial" panose="020B0604020202020204"/>
                    <a:ea typeface="Roboto Light" panose="02000000000000000000" pitchFamily="2" charset="0"/>
                    <a:cs typeface="Arial" panose="020B0604020202020204"/>
                  </a:rPr>
                  <a:t>80%</a:t>
                </a:r>
                <a:endParaRPr lang="id-ID" dirty="0">
                  <a:solidFill>
                    <a:schemeClr val="bg1"/>
                  </a:solidFill>
                  <a:latin typeface="Arial" panose="020B0604020202020204"/>
                  <a:ea typeface="Roboto Light" panose="02000000000000000000" pitchFamily="2" charset="0"/>
                  <a:cs typeface="Arial" panose="020B0604020202020204"/>
                </a:endParaRPr>
              </a:p>
            </p:txBody>
          </p:sp>
        </p:grpSp>
        <p:sp>
          <p:nvSpPr>
            <p:cNvPr id="249" name="TextBox 248"/>
            <p:cNvSpPr txBox="1"/>
            <p:nvPr/>
          </p:nvSpPr>
          <p:spPr>
            <a:xfrm>
              <a:off x="8453521" y="2850845"/>
              <a:ext cx="1706078" cy="338554"/>
            </a:xfrm>
            <a:prstGeom prst="rect">
              <a:avLst/>
            </a:prstGeom>
            <a:noFill/>
          </p:spPr>
          <p:txBody>
            <a:bodyPr wrap="square" rtlCol="0">
              <a:spAutoFit/>
            </a:bodyPr>
            <a:lstStyle/>
            <a:p>
              <a:pPr algn="ctr"/>
              <a:r>
                <a:rPr lang="zh-CN" altLang="en-US" sz="1600" dirty="0">
                  <a:solidFill>
                    <a:schemeClr val="bg1"/>
                  </a:solidFill>
                  <a:latin typeface="Raleway"/>
                  <a:cs typeface="Raleway"/>
                </a:rPr>
                <a:t>文字内容</a:t>
              </a:r>
              <a:endParaRPr lang="en-US" altLang="zh-CN" sz="1600" dirty="0">
                <a:solidFill>
                  <a:schemeClr val="bg1"/>
                </a:solidFill>
                <a:latin typeface="Raleway"/>
                <a:cs typeface="Raleway"/>
              </a:endParaRPr>
            </a:p>
          </p:txBody>
        </p:sp>
      </p:grpSp>
      <p:grpSp>
        <p:nvGrpSpPr>
          <p:cNvPr id="251" name="Group 250"/>
          <p:cNvGrpSpPr/>
          <p:nvPr/>
        </p:nvGrpSpPr>
        <p:grpSpPr>
          <a:xfrm>
            <a:off x="4937890" y="2378083"/>
            <a:ext cx="2316216" cy="1596183"/>
            <a:chOff x="7751100" y="1940560"/>
            <a:chExt cx="1911483" cy="1317268"/>
          </a:xfrm>
        </p:grpSpPr>
        <p:grpSp>
          <p:nvGrpSpPr>
            <p:cNvPr id="246" name="Group 245"/>
            <p:cNvGrpSpPr/>
            <p:nvPr/>
          </p:nvGrpSpPr>
          <p:grpSpPr>
            <a:xfrm>
              <a:off x="8281060" y="1940560"/>
              <a:ext cx="851560" cy="851560"/>
              <a:chOff x="8365595" y="1940560"/>
              <a:chExt cx="851560" cy="851560"/>
            </a:xfrm>
          </p:grpSpPr>
          <p:sp>
            <p:nvSpPr>
              <p:cNvPr id="242" name="Freeform 241"/>
              <p:cNvSpPr/>
              <p:nvPr/>
            </p:nvSpPr>
            <p:spPr>
              <a:xfrm>
                <a:off x="8365595" y="1940560"/>
                <a:ext cx="851560" cy="85156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w="19050">
                <a:no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2400" kern="1200" dirty="0">
                  <a:solidFill>
                    <a:schemeClr val="bg1"/>
                  </a:solidFill>
                  <a:latin typeface="FontAwesome" pitchFamily="2" charset="0"/>
                </a:endParaRPr>
              </a:p>
            </p:txBody>
          </p:sp>
          <p:sp>
            <p:nvSpPr>
              <p:cNvPr id="237" name="TextBox 236"/>
              <p:cNvSpPr txBox="1"/>
              <p:nvPr/>
            </p:nvSpPr>
            <p:spPr>
              <a:xfrm>
                <a:off x="8390364" y="2175843"/>
                <a:ext cx="802022" cy="380994"/>
              </a:xfrm>
              <a:prstGeom prst="rect">
                <a:avLst/>
              </a:prstGeom>
              <a:noFill/>
            </p:spPr>
            <p:txBody>
              <a:bodyPr wrap="none" rtlCol="0" anchor="ctr">
                <a:spAutoFit/>
              </a:bodyPr>
              <a:lstStyle/>
              <a:p>
                <a:pPr algn="ctr"/>
                <a:r>
                  <a:rPr lang="en-US" sz="2400" dirty="0">
                    <a:solidFill>
                      <a:schemeClr val="bg1"/>
                    </a:solidFill>
                    <a:latin typeface="Arial" panose="020B0604020202020204"/>
                    <a:ea typeface="Roboto Light" panose="02000000000000000000" pitchFamily="2" charset="0"/>
                    <a:cs typeface="Arial" panose="020B0604020202020204"/>
                  </a:rPr>
                  <a:t>100%</a:t>
                </a:r>
                <a:endParaRPr lang="id-ID" sz="2400" dirty="0">
                  <a:solidFill>
                    <a:schemeClr val="bg1"/>
                  </a:solidFill>
                  <a:latin typeface="Arial" panose="020B0604020202020204"/>
                  <a:ea typeface="Roboto Light" panose="02000000000000000000" pitchFamily="2" charset="0"/>
                  <a:cs typeface="Arial" panose="020B0604020202020204"/>
                </a:endParaRPr>
              </a:p>
            </p:txBody>
          </p:sp>
        </p:grpSp>
        <p:sp>
          <p:nvSpPr>
            <p:cNvPr id="250" name="TextBox 249"/>
            <p:cNvSpPr txBox="1"/>
            <p:nvPr/>
          </p:nvSpPr>
          <p:spPr>
            <a:xfrm>
              <a:off x="7751100" y="2927633"/>
              <a:ext cx="1911483" cy="330195"/>
            </a:xfrm>
            <a:prstGeom prst="rect">
              <a:avLst/>
            </a:prstGeom>
            <a:noFill/>
          </p:spPr>
          <p:txBody>
            <a:bodyPr wrap="square" rtlCol="0">
              <a:spAutoFit/>
            </a:bodyPr>
            <a:lstStyle/>
            <a:p>
              <a:pPr algn="ctr"/>
              <a:r>
                <a:rPr lang="zh-CN" altLang="en-US" sz="2000" dirty="0">
                  <a:solidFill>
                    <a:schemeClr val="bg1"/>
                  </a:solidFill>
                  <a:latin typeface="Raleway"/>
                  <a:cs typeface="Raleway"/>
                </a:rPr>
                <a:t>文字内容</a:t>
              </a:r>
              <a:endParaRPr lang="en-US" altLang="zh-CN" sz="2000" dirty="0">
                <a:solidFill>
                  <a:schemeClr val="bg1"/>
                </a:solidFill>
                <a:latin typeface="Raleway"/>
                <a:cs typeface="Raleway"/>
              </a:endParaRPr>
            </a:p>
          </p:txBody>
        </p:sp>
      </p:grpSp>
      <p:sp>
        <p:nvSpPr>
          <p:cNvPr id="252"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253"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65"/>
                                        </p:tgtEl>
                                        <p:attrNameLst>
                                          <p:attrName>style.visibility</p:attrName>
                                        </p:attrNameLst>
                                      </p:cBhvr>
                                      <p:to>
                                        <p:strVal val="visible"/>
                                      </p:to>
                                    </p:set>
                                    <p:anim calcmode="lin" valueType="num">
                                      <p:cBhvr additive="base">
                                        <p:cTn id="7" dur="500" fill="hold"/>
                                        <p:tgtEl>
                                          <p:spTgt spid="265"/>
                                        </p:tgtEl>
                                        <p:attrNameLst>
                                          <p:attrName>ppt_x</p:attrName>
                                        </p:attrNameLst>
                                      </p:cBhvr>
                                      <p:tavLst>
                                        <p:tav tm="0">
                                          <p:val>
                                            <p:strVal val="#ppt_x"/>
                                          </p:val>
                                        </p:tav>
                                        <p:tav tm="100000">
                                          <p:val>
                                            <p:strVal val="#ppt_x"/>
                                          </p:val>
                                        </p:tav>
                                      </p:tavLst>
                                    </p:anim>
                                    <p:anim calcmode="lin" valueType="num">
                                      <p:cBhvr additive="base">
                                        <p:cTn id="8" dur="500" fill="hold"/>
                                        <p:tgtEl>
                                          <p:spTgt spid="26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51"/>
                                        </p:tgtEl>
                                        <p:attrNameLst>
                                          <p:attrName>style.visibility</p:attrName>
                                        </p:attrNameLst>
                                      </p:cBhvr>
                                      <p:to>
                                        <p:strVal val="visible"/>
                                      </p:to>
                                    </p:set>
                                    <p:anim calcmode="lin" valueType="num">
                                      <p:cBhvr>
                                        <p:cTn id="12" dur="500" fill="hold"/>
                                        <p:tgtEl>
                                          <p:spTgt spid="251"/>
                                        </p:tgtEl>
                                        <p:attrNameLst>
                                          <p:attrName>ppt_w</p:attrName>
                                        </p:attrNameLst>
                                      </p:cBhvr>
                                      <p:tavLst>
                                        <p:tav tm="0">
                                          <p:val>
                                            <p:fltVal val="0"/>
                                          </p:val>
                                        </p:tav>
                                        <p:tav tm="100000">
                                          <p:val>
                                            <p:strVal val="#ppt_w"/>
                                          </p:val>
                                        </p:tav>
                                      </p:tavLst>
                                    </p:anim>
                                    <p:anim calcmode="lin" valueType="num">
                                      <p:cBhvr>
                                        <p:cTn id="13" dur="500" fill="hold"/>
                                        <p:tgtEl>
                                          <p:spTgt spid="251"/>
                                        </p:tgtEl>
                                        <p:attrNameLst>
                                          <p:attrName>ppt_h</p:attrName>
                                        </p:attrNameLst>
                                      </p:cBhvr>
                                      <p:tavLst>
                                        <p:tav tm="0">
                                          <p:val>
                                            <p:fltVal val="0"/>
                                          </p:val>
                                        </p:tav>
                                        <p:tav tm="100000">
                                          <p:val>
                                            <p:strVal val="#ppt_h"/>
                                          </p:val>
                                        </p:tav>
                                      </p:tavLst>
                                    </p:anim>
                                    <p:animEffect transition="in" filter="fade">
                                      <p:cBhvr>
                                        <p:cTn id="14" dur="500"/>
                                        <p:tgtEl>
                                          <p:spTgt spid="251"/>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par>
                                <p:cTn id="21" presetID="53" presetClass="entr" presetSubtype="16" fill="hold" nodeType="withEffect">
                                  <p:stCondLst>
                                    <p:cond delay="0"/>
                                  </p:stCondLst>
                                  <p:childTnLst>
                                    <p:set>
                                      <p:cBhvr>
                                        <p:cTn id="22" dur="1" fill="hold">
                                          <p:stCondLst>
                                            <p:cond delay="0"/>
                                          </p:stCondLst>
                                        </p:cTn>
                                        <p:tgtEl>
                                          <p:spTgt spid="234"/>
                                        </p:tgtEl>
                                        <p:attrNameLst>
                                          <p:attrName>style.visibility</p:attrName>
                                        </p:attrNameLst>
                                      </p:cBhvr>
                                      <p:to>
                                        <p:strVal val="visible"/>
                                      </p:to>
                                    </p:set>
                                    <p:anim calcmode="lin" valueType="num">
                                      <p:cBhvr>
                                        <p:cTn id="23" dur="500" fill="hold"/>
                                        <p:tgtEl>
                                          <p:spTgt spid="234"/>
                                        </p:tgtEl>
                                        <p:attrNameLst>
                                          <p:attrName>ppt_w</p:attrName>
                                        </p:attrNameLst>
                                      </p:cBhvr>
                                      <p:tavLst>
                                        <p:tav tm="0">
                                          <p:val>
                                            <p:fltVal val="0"/>
                                          </p:val>
                                        </p:tav>
                                        <p:tav tm="100000">
                                          <p:val>
                                            <p:strVal val="#ppt_w"/>
                                          </p:val>
                                        </p:tav>
                                      </p:tavLst>
                                    </p:anim>
                                    <p:anim calcmode="lin" valueType="num">
                                      <p:cBhvr>
                                        <p:cTn id="24" dur="500" fill="hold"/>
                                        <p:tgtEl>
                                          <p:spTgt spid="234"/>
                                        </p:tgtEl>
                                        <p:attrNameLst>
                                          <p:attrName>ppt_h</p:attrName>
                                        </p:attrNameLst>
                                      </p:cBhvr>
                                      <p:tavLst>
                                        <p:tav tm="0">
                                          <p:val>
                                            <p:fltVal val="0"/>
                                          </p:val>
                                        </p:tav>
                                        <p:tav tm="100000">
                                          <p:val>
                                            <p:strVal val="#ppt_h"/>
                                          </p:val>
                                        </p:tav>
                                      </p:tavLst>
                                    </p:anim>
                                    <p:animEffect transition="in" filter="fade">
                                      <p:cBhvr>
                                        <p:cTn id="25" dur="5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C:\Users\xin\Desktop\微信图片_20201013160828.jpg微信图片_20201013160828"/>
          <p:cNvPicPr>
            <a:picLocks noGrp="1" noChangeAspect="1"/>
          </p:cNvPicPr>
          <p:nvPr>
            <p:ph type="pic" sz="quarter" idx="16"/>
          </p:nvPr>
        </p:nvPicPr>
        <p:blipFill>
          <a:blip r:embed="rId1"/>
          <a:srcRect/>
          <a:stretch>
            <a:fillRect/>
          </a:stretch>
        </p:blipFill>
        <p:spPr>
          <a:xfrm>
            <a:off x="-635" y="0"/>
            <a:ext cx="12192635" cy="3742055"/>
          </a:xfrm>
        </p:spPr>
      </p:pic>
      <p:sp>
        <p:nvSpPr>
          <p:cNvPr id="62" name="Rectangle 61"/>
          <p:cNvSpPr/>
          <p:nvPr/>
        </p:nvSpPr>
        <p:spPr>
          <a:xfrm>
            <a:off x="660295" y="5509344"/>
            <a:ext cx="10871410" cy="1169551"/>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a:t>
            </a:r>
            <a:r>
              <a:rPr lang="zh-CN" altLang="en-US" sz="1400" dirty="0" smtClean="0">
                <a:solidFill>
                  <a:srgbClr val="FFFFFF"/>
                </a:solidFill>
              </a:rPr>
              <a:t>内</a:t>
            </a:r>
            <a:endParaRPr lang="en-US" altLang="zh-CN" sz="1400" dirty="0" smtClean="0">
              <a:solidFill>
                <a:srgbClr val="FFFFFF"/>
              </a:solidFill>
            </a:endParaRPr>
          </a:p>
          <a:p>
            <a:pPr algn="ctr"/>
            <a:r>
              <a:rPr lang="zh-CN" altLang="en-US" sz="1400" dirty="0" smtClean="0">
                <a:solidFill>
                  <a:srgbClr val="FFFFFF"/>
                </a:solidFill>
              </a:rPr>
              <a:t>容</a:t>
            </a:r>
            <a:r>
              <a:rPr lang="zh-CN" altLang="en-US" sz="1400" dirty="0">
                <a:solidFill>
                  <a:srgbClr val="FFFFFF"/>
                </a:solidFill>
              </a:rPr>
              <a:t>文字内容文字内容文字内容文字内</a:t>
            </a:r>
            <a:endParaRPr lang="en-US" altLang="zh-CN" sz="1400" dirty="0">
              <a:solidFill>
                <a:srgbClr val="FFFFFF"/>
              </a:solidFill>
            </a:endParaRPr>
          </a:p>
          <a:p>
            <a:pPr algn="ctr"/>
            <a:endParaRPr lang="en-US" altLang="zh-CN" sz="1400" dirty="0">
              <a:solidFill>
                <a:srgbClr val="FFFFFF"/>
              </a:solidFill>
            </a:endParaRPr>
          </a:p>
          <a:p>
            <a:pPr algn="ctr"/>
            <a:endParaRPr lang="en-US" altLang="zh-CN" sz="1400" dirty="0">
              <a:solidFill>
                <a:srgbClr val="FFFFFF"/>
              </a:solidFill>
            </a:endParaRPr>
          </a:p>
        </p:txBody>
      </p:sp>
      <p:sp>
        <p:nvSpPr>
          <p:cNvPr id="42" name="Rectangle 41"/>
          <p:cNvSpPr/>
          <p:nvPr/>
        </p:nvSpPr>
        <p:spPr>
          <a:xfrm>
            <a:off x="725778" y="4641184"/>
            <a:ext cx="2622602"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3" name="TextBox 42"/>
          <p:cNvSpPr txBox="1"/>
          <p:nvPr/>
        </p:nvSpPr>
        <p:spPr>
          <a:xfrm>
            <a:off x="1329202" y="4219918"/>
            <a:ext cx="1415772" cy="461665"/>
          </a:xfrm>
          <a:prstGeom prst="rect">
            <a:avLst/>
          </a:prstGeom>
          <a:noFill/>
        </p:spPr>
        <p:txBody>
          <a:bodyPr wrap="none" rtlCol="0" anchor="ctr">
            <a:spAutoFit/>
          </a:bodyPr>
          <a:lstStyle/>
          <a:p>
            <a:pPr algn="ctr"/>
            <a:r>
              <a:rPr lang="zh-CN" altLang="en-US" sz="2400" dirty="0" smtClean="0">
                <a:solidFill>
                  <a:schemeClr val="accent1"/>
                </a:solidFill>
                <a:latin typeface="Montserrat" panose="00000500000000000000" pitchFamily="50" charset="0"/>
                <a:ea typeface="Roboto Light" panose="02000000000000000000" pitchFamily="2" charset="0"/>
                <a:cs typeface="Raleway"/>
              </a:rPr>
              <a:t>文字内容</a:t>
            </a:r>
            <a:endParaRPr lang="id-ID" sz="2400" dirty="0">
              <a:solidFill>
                <a:schemeClr val="accent1"/>
              </a:solidFill>
              <a:latin typeface="Montserrat" panose="00000500000000000000" pitchFamily="50" charset="0"/>
              <a:ea typeface="Roboto Light" panose="02000000000000000000" pitchFamily="2" charset="0"/>
              <a:cs typeface="Raleway"/>
            </a:endParaRPr>
          </a:p>
        </p:txBody>
      </p:sp>
      <p:sp>
        <p:nvSpPr>
          <p:cNvPr id="46" name="Rectangle 45"/>
          <p:cNvSpPr/>
          <p:nvPr/>
        </p:nvSpPr>
        <p:spPr>
          <a:xfrm>
            <a:off x="3443932" y="4641184"/>
            <a:ext cx="2622602"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47" name="TextBox 46"/>
          <p:cNvSpPr txBox="1"/>
          <p:nvPr/>
        </p:nvSpPr>
        <p:spPr>
          <a:xfrm>
            <a:off x="4047356" y="4219918"/>
            <a:ext cx="1415772" cy="461665"/>
          </a:xfrm>
          <a:prstGeom prst="rect">
            <a:avLst/>
          </a:prstGeom>
          <a:noFill/>
        </p:spPr>
        <p:txBody>
          <a:bodyPr wrap="none" rtlCol="0" anchor="ctr">
            <a:spAutoFit/>
          </a:bodyPr>
          <a:lstStyle/>
          <a:p>
            <a:pPr algn="ctr"/>
            <a:r>
              <a:rPr lang="zh-CN" altLang="en-US" sz="2400" dirty="0" smtClean="0">
                <a:solidFill>
                  <a:schemeClr val="accent2"/>
                </a:solidFill>
                <a:latin typeface="Montserrat" panose="00000500000000000000" pitchFamily="50" charset="0"/>
                <a:ea typeface="Roboto Light" panose="02000000000000000000" pitchFamily="2" charset="0"/>
                <a:cs typeface="Raleway"/>
              </a:rPr>
              <a:t>文字内容</a:t>
            </a:r>
            <a:endParaRPr lang="id-ID" sz="2400" dirty="0">
              <a:solidFill>
                <a:schemeClr val="accent2"/>
              </a:solidFill>
              <a:latin typeface="Montserrat" panose="00000500000000000000" pitchFamily="50" charset="0"/>
              <a:ea typeface="Roboto Light" panose="02000000000000000000" pitchFamily="2" charset="0"/>
              <a:cs typeface="Raleway"/>
            </a:endParaRPr>
          </a:p>
        </p:txBody>
      </p:sp>
      <p:sp>
        <p:nvSpPr>
          <p:cNvPr id="49" name="Rectangle 48"/>
          <p:cNvSpPr/>
          <p:nvPr/>
        </p:nvSpPr>
        <p:spPr>
          <a:xfrm>
            <a:off x="6162086" y="4641184"/>
            <a:ext cx="2622602"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0" name="TextBox 49"/>
          <p:cNvSpPr txBox="1"/>
          <p:nvPr/>
        </p:nvSpPr>
        <p:spPr>
          <a:xfrm>
            <a:off x="6765510" y="4219918"/>
            <a:ext cx="1415772" cy="461665"/>
          </a:xfrm>
          <a:prstGeom prst="rect">
            <a:avLst/>
          </a:prstGeom>
          <a:noFill/>
        </p:spPr>
        <p:txBody>
          <a:bodyPr wrap="none" rtlCol="0" anchor="ctr">
            <a:spAutoFit/>
          </a:bodyPr>
          <a:lstStyle/>
          <a:p>
            <a:pPr algn="ctr"/>
            <a:r>
              <a:rPr lang="zh-CN" altLang="en-US" sz="2400" dirty="0" smtClean="0">
                <a:solidFill>
                  <a:schemeClr val="accent3"/>
                </a:solidFill>
                <a:latin typeface="Montserrat" panose="00000500000000000000" pitchFamily="50" charset="0"/>
                <a:ea typeface="Roboto Light" panose="02000000000000000000" pitchFamily="2" charset="0"/>
                <a:cs typeface="Raleway"/>
              </a:rPr>
              <a:t>文字内容</a:t>
            </a:r>
            <a:endParaRPr lang="id-ID" sz="2400" dirty="0">
              <a:solidFill>
                <a:schemeClr val="accent3"/>
              </a:solidFill>
              <a:latin typeface="Montserrat" panose="00000500000000000000" pitchFamily="50" charset="0"/>
              <a:ea typeface="Roboto Light" panose="02000000000000000000" pitchFamily="2" charset="0"/>
              <a:cs typeface="Raleway"/>
            </a:endParaRPr>
          </a:p>
        </p:txBody>
      </p:sp>
      <p:sp>
        <p:nvSpPr>
          <p:cNvPr id="52" name="Rectangle 51"/>
          <p:cNvSpPr/>
          <p:nvPr/>
        </p:nvSpPr>
        <p:spPr>
          <a:xfrm>
            <a:off x="8880239" y="4641184"/>
            <a:ext cx="2622602" cy="523220"/>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文字内容文字文字内容文字内容文字内容文字内容文字内</a:t>
            </a:r>
            <a:endParaRPr lang="en-US" altLang="zh-CN" sz="1400" dirty="0">
              <a:solidFill>
                <a:srgbClr val="FFFFFF"/>
              </a:solidFill>
            </a:endParaRPr>
          </a:p>
        </p:txBody>
      </p:sp>
      <p:sp>
        <p:nvSpPr>
          <p:cNvPr id="53" name="TextBox 52"/>
          <p:cNvSpPr txBox="1"/>
          <p:nvPr/>
        </p:nvSpPr>
        <p:spPr>
          <a:xfrm>
            <a:off x="9483663" y="4219918"/>
            <a:ext cx="1415772" cy="461665"/>
          </a:xfrm>
          <a:prstGeom prst="rect">
            <a:avLst/>
          </a:prstGeom>
          <a:noFill/>
        </p:spPr>
        <p:txBody>
          <a:bodyPr wrap="none" rtlCol="0" anchor="ctr">
            <a:spAutoFit/>
          </a:bodyPr>
          <a:lstStyle/>
          <a:p>
            <a:pPr algn="ctr"/>
            <a:r>
              <a:rPr lang="zh-CN" altLang="en-US" sz="2400" dirty="0" smtClean="0">
                <a:solidFill>
                  <a:schemeClr val="accent4"/>
                </a:solidFill>
                <a:latin typeface="Montserrat" panose="00000500000000000000" pitchFamily="50" charset="0"/>
                <a:ea typeface="Roboto Light" panose="02000000000000000000" pitchFamily="2" charset="0"/>
                <a:cs typeface="Raleway"/>
              </a:rPr>
              <a:t>文字内容</a:t>
            </a:r>
            <a:endParaRPr lang="id-ID" sz="2400" dirty="0">
              <a:solidFill>
                <a:schemeClr val="accent4"/>
              </a:solidFill>
              <a:latin typeface="Montserrat" panose="00000500000000000000" pitchFamily="50" charset="0"/>
              <a:ea typeface="Roboto Light" panose="02000000000000000000" pitchFamily="2" charset="0"/>
              <a:cs typeface="Raleway"/>
            </a:endParaRPr>
          </a:p>
        </p:txBody>
      </p:sp>
      <p:sp>
        <p:nvSpPr>
          <p:cNvPr id="8" name="矩形 7"/>
          <p:cNvSpPr/>
          <p:nvPr/>
        </p:nvSpPr>
        <p:spPr>
          <a:xfrm>
            <a:off x="-63500" y="-41910"/>
            <a:ext cx="12402820" cy="3780790"/>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 name="Group 1"/>
          <p:cNvGrpSpPr/>
          <p:nvPr/>
        </p:nvGrpSpPr>
        <p:grpSpPr>
          <a:xfrm>
            <a:off x="1615731" y="3317528"/>
            <a:ext cx="842696" cy="842694"/>
            <a:chOff x="1615731" y="3317528"/>
            <a:chExt cx="842696" cy="842694"/>
          </a:xfrm>
        </p:grpSpPr>
        <p:sp>
          <p:nvSpPr>
            <p:cNvPr id="29" name="Freeform 28"/>
            <p:cNvSpPr/>
            <p:nvPr/>
          </p:nvSpPr>
          <p:spPr>
            <a:xfrm>
              <a:off x="1615731" y="3317528"/>
              <a:ext cx="842696" cy="84269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w="38100" cmpd="sng">
              <a:solidFill>
                <a:srgbClr val="FFFFFF"/>
              </a:solidFill>
              <a:prstDash val="soli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2400" kern="1200" dirty="0">
                <a:solidFill>
                  <a:schemeClr val="bg1"/>
                </a:solidFill>
                <a:latin typeface="FontAwesome" pitchFamily="2" charset="0"/>
              </a:endParaRPr>
            </a:p>
          </p:txBody>
        </p:sp>
        <p:grpSp>
          <p:nvGrpSpPr>
            <p:cNvPr id="9" name="Group 8"/>
            <p:cNvGrpSpPr/>
            <p:nvPr/>
          </p:nvGrpSpPr>
          <p:grpSpPr>
            <a:xfrm>
              <a:off x="1822397" y="3551437"/>
              <a:ext cx="429364" cy="374876"/>
              <a:chOff x="7894638" y="4051300"/>
              <a:chExt cx="2501900" cy="2184400"/>
            </a:xfrm>
            <a:solidFill>
              <a:schemeClr val="bg1"/>
            </a:solidFill>
          </p:grpSpPr>
          <p:sp>
            <p:nvSpPr>
              <p:cNvPr id="10" name="Freeform 9"/>
              <p:cNvSpPr/>
              <p:nvPr/>
            </p:nvSpPr>
            <p:spPr bwMode="auto">
              <a:xfrm>
                <a:off x="8115301" y="4511675"/>
                <a:ext cx="153988" cy="212725"/>
              </a:xfrm>
              <a:custGeom>
                <a:avLst/>
                <a:gdLst>
                  <a:gd name="T0" fmla="*/ 47 w 62"/>
                  <a:gd name="T1" fmla="*/ 5 h 86"/>
                  <a:gd name="T2" fmla="*/ 17 w 62"/>
                  <a:gd name="T3" fmla="*/ 15 h 86"/>
                  <a:gd name="T4" fmla="*/ 3 w 62"/>
                  <a:gd name="T5" fmla="*/ 59 h 86"/>
                  <a:gd name="T6" fmla="*/ 20 w 62"/>
                  <a:gd name="T7" fmla="*/ 85 h 86"/>
                  <a:gd name="T8" fmla="*/ 24 w 62"/>
                  <a:gd name="T9" fmla="*/ 86 h 86"/>
                  <a:gd name="T10" fmla="*/ 46 w 62"/>
                  <a:gd name="T11" fmla="*/ 68 h 86"/>
                  <a:gd name="T12" fmla="*/ 57 w 62"/>
                  <a:gd name="T13" fmla="*/ 34 h 86"/>
                  <a:gd name="T14" fmla="*/ 47 w 62"/>
                  <a:gd name="T15" fmla="*/ 5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86">
                    <a:moveTo>
                      <a:pt x="47" y="5"/>
                    </a:moveTo>
                    <a:cubicBezTo>
                      <a:pt x="36" y="0"/>
                      <a:pt x="22" y="4"/>
                      <a:pt x="17" y="15"/>
                    </a:cubicBezTo>
                    <a:cubicBezTo>
                      <a:pt x="11" y="29"/>
                      <a:pt x="6" y="44"/>
                      <a:pt x="3" y="59"/>
                    </a:cubicBezTo>
                    <a:cubicBezTo>
                      <a:pt x="0" y="71"/>
                      <a:pt x="8" y="83"/>
                      <a:pt x="20" y="85"/>
                    </a:cubicBezTo>
                    <a:cubicBezTo>
                      <a:pt x="22" y="85"/>
                      <a:pt x="23" y="86"/>
                      <a:pt x="24" y="86"/>
                    </a:cubicBezTo>
                    <a:cubicBezTo>
                      <a:pt x="35" y="86"/>
                      <a:pt x="44" y="78"/>
                      <a:pt x="46" y="68"/>
                    </a:cubicBezTo>
                    <a:cubicBezTo>
                      <a:pt x="48" y="56"/>
                      <a:pt x="52" y="45"/>
                      <a:pt x="57" y="34"/>
                    </a:cubicBezTo>
                    <a:cubicBezTo>
                      <a:pt x="62" y="23"/>
                      <a:pt x="58" y="10"/>
                      <a:pt x="47" y="5"/>
                    </a:cubicBezTo>
                    <a:close/>
                  </a:path>
                </a:pathLst>
              </a:custGeom>
              <a:grpFill/>
              <a:ln>
                <a:noFill/>
              </a:ln>
            </p:spPr>
            <p:txBody>
              <a:bodyPr vert="horz" wrap="square" lIns="91440" tIns="45720" rIns="91440" bIns="45720" numCol="1" anchor="t" anchorCtr="0" compatLnSpc="1"/>
              <a:lstStyle/>
              <a:p>
                <a:endParaRPr lang="en-US"/>
              </a:p>
            </p:txBody>
          </p:sp>
          <p:sp>
            <p:nvSpPr>
              <p:cNvPr id="11" name="Freeform 10"/>
              <p:cNvSpPr/>
              <p:nvPr/>
            </p:nvSpPr>
            <p:spPr bwMode="auto">
              <a:xfrm>
                <a:off x="8264526" y="4254500"/>
                <a:ext cx="460375" cy="222250"/>
              </a:xfrm>
              <a:custGeom>
                <a:avLst/>
                <a:gdLst>
                  <a:gd name="T0" fmla="*/ 166 w 186"/>
                  <a:gd name="T1" fmla="*/ 10 h 90"/>
                  <a:gd name="T2" fmla="*/ 11 w 186"/>
                  <a:gd name="T3" fmla="*/ 51 h 90"/>
                  <a:gd name="T4" fmla="*/ 8 w 186"/>
                  <a:gd name="T5" fmla="*/ 82 h 90"/>
                  <a:gd name="T6" fmla="*/ 25 w 186"/>
                  <a:gd name="T7" fmla="*/ 90 h 90"/>
                  <a:gd name="T8" fmla="*/ 39 w 186"/>
                  <a:gd name="T9" fmla="*/ 86 h 90"/>
                  <a:gd name="T10" fmla="*/ 159 w 186"/>
                  <a:gd name="T11" fmla="*/ 53 h 90"/>
                  <a:gd name="T12" fmla="*/ 184 w 186"/>
                  <a:gd name="T13" fmla="*/ 35 h 90"/>
                  <a:gd name="T14" fmla="*/ 166 w 186"/>
                  <a:gd name="T15" fmla="*/ 10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90">
                    <a:moveTo>
                      <a:pt x="166" y="10"/>
                    </a:moveTo>
                    <a:cubicBezTo>
                      <a:pt x="113" y="0"/>
                      <a:pt x="55" y="16"/>
                      <a:pt x="11" y="51"/>
                    </a:cubicBezTo>
                    <a:cubicBezTo>
                      <a:pt x="2" y="59"/>
                      <a:pt x="0" y="73"/>
                      <a:pt x="8" y="82"/>
                    </a:cubicBezTo>
                    <a:cubicBezTo>
                      <a:pt x="12" y="88"/>
                      <a:pt x="18" y="90"/>
                      <a:pt x="25" y="90"/>
                    </a:cubicBezTo>
                    <a:cubicBezTo>
                      <a:pt x="30" y="90"/>
                      <a:pt x="35" y="89"/>
                      <a:pt x="39" y="86"/>
                    </a:cubicBezTo>
                    <a:cubicBezTo>
                      <a:pt x="73" y="58"/>
                      <a:pt x="118" y="46"/>
                      <a:pt x="159" y="53"/>
                    </a:cubicBezTo>
                    <a:cubicBezTo>
                      <a:pt x="170" y="55"/>
                      <a:pt x="182" y="47"/>
                      <a:pt x="184" y="35"/>
                    </a:cubicBezTo>
                    <a:cubicBezTo>
                      <a:pt x="186" y="23"/>
                      <a:pt x="178" y="12"/>
                      <a:pt x="166" y="10"/>
                    </a:cubicBezTo>
                    <a:close/>
                  </a:path>
                </a:pathLst>
              </a:custGeom>
              <a:grpFill/>
              <a:ln>
                <a:noFill/>
              </a:ln>
            </p:spPr>
            <p:txBody>
              <a:bodyPr vert="horz" wrap="square" lIns="91440" tIns="45720" rIns="91440" bIns="45720" numCol="1" anchor="t" anchorCtr="0" compatLnSpc="1"/>
              <a:lstStyle/>
              <a:p>
                <a:endParaRPr lang="en-US"/>
              </a:p>
            </p:txBody>
          </p:sp>
          <p:sp>
            <p:nvSpPr>
              <p:cNvPr id="12" name="Freeform 11"/>
              <p:cNvSpPr>
                <a:spLocks noEditPoints="1"/>
              </p:cNvSpPr>
              <p:nvPr/>
            </p:nvSpPr>
            <p:spPr bwMode="auto">
              <a:xfrm>
                <a:off x="7894638" y="4051300"/>
                <a:ext cx="2501900" cy="2184400"/>
              </a:xfrm>
              <a:custGeom>
                <a:avLst/>
                <a:gdLst>
                  <a:gd name="T0" fmla="*/ 729 w 1009"/>
                  <a:gd name="T1" fmla="*/ 0 h 883"/>
                  <a:gd name="T2" fmla="*/ 505 w 1009"/>
                  <a:gd name="T3" fmla="*/ 150 h 883"/>
                  <a:gd name="T4" fmla="*/ 281 w 1009"/>
                  <a:gd name="T5" fmla="*/ 0 h 883"/>
                  <a:gd name="T6" fmla="*/ 0 w 1009"/>
                  <a:gd name="T7" fmla="*/ 281 h 883"/>
                  <a:gd name="T8" fmla="*/ 249 w 1009"/>
                  <a:gd name="T9" fmla="*/ 698 h 883"/>
                  <a:gd name="T10" fmla="*/ 504 w 1009"/>
                  <a:gd name="T11" fmla="*/ 883 h 883"/>
                  <a:gd name="T12" fmla="*/ 516 w 1009"/>
                  <a:gd name="T13" fmla="*/ 880 h 883"/>
                  <a:gd name="T14" fmla="*/ 930 w 1009"/>
                  <a:gd name="T15" fmla="*/ 508 h 883"/>
                  <a:gd name="T16" fmla="*/ 921 w 1009"/>
                  <a:gd name="T17" fmla="*/ 76 h 883"/>
                  <a:gd name="T18" fmla="*/ 505 w 1009"/>
                  <a:gd name="T19" fmla="*/ 836 h 883"/>
                  <a:gd name="T20" fmla="*/ 174 w 1009"/>
                  <a:gd name="T21" fmla="*/ 504 h 883"/>
                  <a:gd name="T22" fmla="*/ 217 w 1009"/>
                  <a:gd name="T23" fmla="*/ 405 h 883"/>
                  <a:gd name="T24" fmla="*/ 294 w 1009"/>
                  <a:gd name="T25" fmla="*/ 616 h 883"/>
                  <a:gd name="T26" fmla="*/ 369 w 1009"/>
                  <a:gd name="T27" fmla="*/ 357 h 883"/>
                  <a:gd name="T28" fmla="*/ 458 w 1009"/>
                  <a:gd name="T29" fmla="*/ 726 h 883"/>
                  <a:gd name="T30" fmla="*/ 480 w 1009"/>
                  <a:gd name="T31" fmla="*/ 710 h 883"/>
                  <a:gd name="T32" fmla="*/ 600 w 1009"/>
                  <a:gd name="T33" fmla="*/ 551 h 883"/>
                  <a:gd name="T34" fmla="*/ 641 w 1009"/>
                  <a:gd name="T35" fmla="*/ 550 h 883"/>
                  <a:gd name="T36" fmla="*/ 723 w 1009"/>
                  <a:gd name="T37" fmla="*/ 464 h 883"/>
                  <a:gd name="T38" fmla="*/ 723 w 1009"/>
                  <a:gd name="T39" fmla="*/ 420 h 883"/>
                  <a:gd name="T40" fmla="*/ 637 w 1009"/>
                  <a:gd name="T41" fmla="*/ 434 h 883"/>
                  <a:gd name="T42" fmla="*/ 571 w 1009"/>
                  <a:gd name="T43" fmla="*/ 372 h 883"/>
                  <a:gd name="T44" fmla="*/ 530 w 1009"/>
                  <a:gd name="T45" fmla="*/ 375 h 883"/>
                  <a:gd name="T46" fmla="*/ 392 w 1009"/>
                  <a:gd name="T47" fmla="*/ 245 h 883"/>
                  <a:gd name="T48" fmla="*/ 371 w 1009"/>
                  <a:gd name="T49" fmla="*/ 227 h 883"/>
                  <a:gd name="T50" fmla="*/ 291 w 1009"/>
                  <a:gd name="T51" fmla="*/ 504 h 883"/>
                  <a:gd name="T52" fmla="*/ 217 w 1009"/>
                  <a:gd name="T53" fmla="*/ 300 h 883"/>
                  <a:gd name="T54" fmla="*/ 195 w 1009"/>
                  <a:gd name="T55" fmla="*/ 316 h 883"/>
                  <a:gd name="T56" fmla="*/ 101 w 1009"/>
                  <a:gd name="T57" fmla="*/ 460 h 883"/>
                  <a:gd name="T58" fmla="*/ 281 w 1009"/>
                  <a:gd name="T59" fmla="*/ 44 h 883"/>
                  <a:gd name="T60" fmla="*/ 495 w 1009"/>
                  <a:gd name="T61" fmla="*/ 241 h 883"/>
                  <a:gd name="T62" fmla="*/ 520 w 1009"/>
                  <a:gd name="T63" fmla="*/ 237 h 883"/>
                  <a:gd name="T64" fmla="*/ 729 w 1009"/>
                  <a:gd name="T65" fmla="*/ 44 h 883"/>
                  <a:gd name="T66" fmla="*/ 732 w 1009"/>
                  <a:gd name="T67" fmla="*/ 66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9" h="883">
                    <a:moveTo>
                      <a:pt x="921" y="76"/>
                    </a:moveTo>
                    <a:cubicBezTo>
                      <a:pt x="868" y="28"/>
                      <a:pt x="798" y="0"/>
                      <a:pt x="729" y="0"/>
                    </a:cubicBezTo>
                    <a:cubicBezTo>
                      <a:pt x="672" y="0"/>
                      <a:pt x="620" y="18"/>
                      <a:pt x="578" y="52"/>
                    </a:cubicBezTo>
                    <a:cubicBezTo>
                      <a:pt x="547" y="77"/>
                      <a:pt x="522" y="110"/>
                      <a:pt x="505" y="150"/>
                    </a:cubicBezTo>
                    <a:cubicBezTo>
                      <a:pt x="487" y="110"/>
                      <a:pt x="462" y="77"/>
                      <a:pt x="432" y="52"/>
                    </a:cubicBezTo>
                    <a:cubicBezTo>
                      <a:pt x="389" y="18"/>
                      <a:pt x="337" y="0"/>
                      <a:pt x="281" y="0"/>
                    </a:cubicBezTo>
                    <a:cubicBezTo>
                      <a:pt x="211" y="0"/>
                      <a:pt x="141" y="28"/>
                      <a:pt x="89" y="76"/>
                    </a:cubicBezTo>
                    <a:cubicBezTo>
                      <a:pt x="32" y="129"/>
                      <a:pt x="0" y="202"/>
                      <a:pt x="0" y="281"/>
                    </a:cubicBezTo>
                    <a:cubicBezTo>
                      <a:pt x="0" y="353"/>
                      <a:pt x="27" y="429"/>
                      <a:pt x="79" y="508"/>
                    </a:cubicBezTo>
                    <a:cubicBezTo>
                      <a:pt x="120" y="570"/>
                      <a:pt x="177" y="634"/>
                      <a:pt x="249" y="698"/>
                    </a:cubicBezTo>
                    <a:cubicBezTo>
                      <a:pt x="369" y="806"/>
                      <a:pt x="488" y="877"/>
                      <a:pt x="493" y="880"/>
                    </a:cubicBezTo>
                    <a:cubicBezTo>
                      <a:pt x="496" y="882"/>
                      <a:pt x="500" y="883"/>
                      <a:pt x="504" y="883"/>
                    </a:cubicBezTo>
                    <a:cubicBezTo>
                      <a:pt x="504" y="883"/>
                      <a:pt x="505" y="883"/>
                      <a:pt x="505" y="883"/>
                    </a:cubicBezTo>
                    <a:cubicBezTo>
                      <a:pt x="509" y="883"/>
                      <a:pt x="513" y="882"/>
                      <a:pt x="516" y="880"/>
                    </a:cubicBezTo>
                    <a:cubicBezTo>
                      <a:pt x="521" y="877"/>
                      <a:pt x="640" y="806"/>
                      <a:pt x="761" y="698"/>
                    </a:cubicBezTo>
                    <a:cubicBezTo>
                      <a:pt x="832" y="634"/>
                      <a:pt x="889" y="570"/>
                      <a:pt x="930" y="508"/>
                    </a:cubicBezTo>
                    <a:cubicBezTo>
                      <a:pt x="983" y="429"/>
                      <a:pt x="1009" y="353"/>
                      <a:pt x="1009" y="281"/>
                    </a:cubicBezTo>
                    <a:cubicBezTo>
                      <a:pt x="1009" y="202"/>
                      <a:pt x="978" y="129"/>
                      <a:pt x="921" y="76"/>
                    </a:cubicBezTo>
                    <a:close/>
                    <a:moveTo>
                      <a:pt x="732" y="665"/>
                    </a:moveTo>
                    <a:cubicBezTo>
                      <a:pt x="635" y="752"/>
                      <a:pt x="537" y="815"/>
                      <a:pt x="505" y="836"/>
                    </a:cubicBezTo>
                    <a:cubicBezTo>
                      <a:pt x="455" y="804"/>
                      <a:pt x="249" y="670"/>
                      <a:pt x="130" y="504"/>
                    </a:cubicBezTo>
                    <a:cubicBezTo>
                      <a:pt x="174" y="504"/>
                      <a:pt x="174" y="504"/>
                      <a:pt x="174" y="504"/>
                    </a:cubicBezTo>
                    <a:cubicBezTo>
                      <a:pt x="184" y="504"/>
                      <a:pt x="193" y="497"/>
                      <a:pt x="195" y="488"/>
                    </a:cubicBezTo>
                    <a:cubicBezTo>
                      <a:pt x="217" y="405"/>
                      <a:pt x="217" y="405"/>
                      <a:pt x="217" y="405"/>
                    </a:cubicBezTo>
                    <a:cubicBezTo>
                      <a:pt x="273" y="600"/>
                      <a:pt x="273" y="600"/>
                      <a:pt x="273" y="600"/>
                    </a:cubicBezTo>
                    <a:cubicBezTo>
                      <a:pt x="275" y="610"/>
                      <a:pt x="284" y="616"/>
                      <a:pt x="294" y="616"/>
                    </a:cubicBezTo>
                    <a:cubicBezTo>
                      <a:pt x="304" y="616"/>
                      <a:pt x="313" y="608"/>
                      <a:pt x="315" y="599"/>
                    </a:cubicBezTo>
                    <a:cubicBezTo>
                      <a:pt x="369" y="357"/>
                      <a:pt x="369" y="357"/>
                      <a:pt x="369" y="357"/>
                    </a:cubicBezTo>
                    <a:cubicBezTo>
                      <a:pt x="437" y="708"/>
                      <a:pt x="437" y="708"/>
                      <a:pt x="437" y="708"/>
                    </a:cubicBezTo>
                    <a:cubicBezTo>
                      <a:pt x="439" y="718"/>
                      <a:pt x="448" y="726"/>
                      <a:pt x="458" y="726"/>
                    </a:cubicBezTo>
                    <a:cubicBezTo>
                      <a:pt x="458" y="726"/>
                      <a:pt x="459" y="726"/>
                      <a:pt x="459" y="726"/>
                    </a:cubicBezTo>
                    <a:cubicBezTo>
                      <a:pt x="469" y="726"/>
                      <a:pt x="477" y="720"/>
                      <a:pt x="480" y="710"/>
                    </a:cubicBezTo>
                    <a:cubicBezTo>
                      <a:pt x="555" y="446"/>
                      <a:pt x="555" y="446"/>
                      <a:pt x="555" y="446"/>
                    </a:cubicBezTo>
                    <a:cubicBezTo>
                      <a:pt x="600" y="551"/>
                      <a:pt x="600" y="551"/>
                      <a:pt x="600" y="551"/>
                    </a:cubicBezTo>
                    <a:cubicBezTo>
                      <a:pt x="604" y="559"/>
                      <a:pt x="612" y="565"/>
                      <a:pt x="621" y="564"/>
                    </a:cubicBezTo>
                    <a:cubicBezTo>
                      <a:pt x="630" y="564"/>
                      <a:pt x="638" y="558"/>
                      <a:pt x="641" y="550"/>
                    </a:cubicBezTo>
                    <a:cubicBezTo>
                      <a:pt x="673" y="464"/>
                      <a:pt x="673" y="464"/>
                      <a:pt x="673" y="464"/>
                    </a:cubicBezTo>
                    <a:cubicBezTo>
                      <a:pt x="723" y="464"/>
                      <a:pt x="723" y="464"/>
                      <a:pt x="723" y="464"/>
                    </a:cubicBezTo>
                    <a:cubicBezTo>
                      <a:pt x="735" y="464"/>
                      <a:pt x="745" y="454"/>
                      <a:pt x="745" y="442"/>
                    </a:cubicBezTo>
                    <a:cubicBezTo>
                      <a:pt x="745" y="430"/>
                      <a:pt x="735" y="420"/>
                      <a:pt x="723" y="420"/>
                    </a:cubicBezTo>
                    <a:cubicBezTo>
                      <a:pt x="657" y="420"/>
                      <a:pt x="657" y="420"/>
                      <a:pt x="657" y="420"/>
                    </a:cubicBezTo>
                    <a:cubicBezTo>
                      <a:pt x="648" y="420"/>
                      <a:pt x="640" y="425"/>
                      <a:pt x="637" y="434"/>
                    </a:cubicBezTo>
                    <a:cubicBezTo>
                      <a:pt x="619" y="483"/>
                      <a:pt x="619" y="483"/>
                      <a:pt x="619" y="483"/>
                    </a:cubicBezTo>
                    <a:cubicBezTo>
                      <a:pt x="571" y="372"/>
                      <a:pt x="571" y="372"/>
                      <a:pt x="571" y="372"/>
                    </a:cubicBezTo>
                    <a:cubicBezTo>
                      <a:pt x="567" y="364"/>
                      <a:pt x="559" y="358"/>
                      <a:pt x="549" y="359"/>
                    </a:cubicBezTo>
                    <a:cubicBezTo>
                      <a:pt x="540" y="359"/>
                      <a:pt x="532" y="366"/>
                      <a:pt x="530" y="375"/>
                    </a:cubicBezTo>
                    <a:cubicBezTo>
                      <a:pt x="463" y="609"/>
                      <a:pt x="463" y="609"/>
                      <a:pt x="463" y="609"/>
                    </a:cubicBezTo>
                    <a:cubicBezTo>
                      <a:pt x="392" y="245"/>
                      <a:pt x="392" y="245"/>
                      <a:pt x="392" y="245"/>
                    </a:cubicBezTo>
                    <a:cubicBezTo>
                      <a:pt x="390" y="235"/>
                      <a:pt x="382" y="228"/>
                      <a:pt x="371" y="228"/>
                    </a:cubicBezTo>
                    <a:cubicBezTo>
                      <a:pt x="371" y="228"/>
                      <a:pt x="371" y="227"/>
                      <a:pt x="371" y="227"/>
                    </a:cubicBezTo>
                    <a:cubicBezTo>
                      <a:pt x="361" y="227"/>
                      <a:pt x="352" y="235"/>
                      <a:pt x="349" y="245"/>
                    </a:cubicBezTo>
                    <a:cubicBezTo>
                      <a:pt x="291" y="504"/>
                      <a:pt x="291" y="504"/>
                      <a:pt x="291" y="504"/>
                    </a:cubicBezTo>
                    <a:cubicBezTo>
                      <a:pt x="238" y="316"/>
                      <a:pt x="238" y="316"/>
                      <a:pt x="238" y="316"/>
                    </a:cubicBezTo>
                    <a:cubicBezTo>
                      <a:pt x="235" y="307"/>
                      <a:pt x="226" y="300"/>
                      <a:pt x="217" y="300"/>
                    </a:cubicBezTo>
                    <a:cubicBezTo>
                      <a:pt x="216" y="300"/>
                      <a:pt x="216" y="300"/>
                      <a:pt x="216" y="300"/>
                    </a:cubicBezTo>
                    <a:cubicBezTo>
                      <a:pt x="207" y="300"/>
                      <a:pt x="198" y="307"/>
                      <a:pt x="195" y="316"/>
                    </a:cubicBezTo>
                    <a:cubicBezTo>
                      <a:pt x="157" y="460"/>
                      <a:pt x="157" y="460"/>
                      <a:pt x="157" y="460"/>
                    </a:cubicBezTo>
                    <a:cubicBezTo>
                      <a:pt x="101" y="460"/>
                      <a:pt x="101" y="460"/>
                      <a:pt x="101" y="460"/>
                    </a:cubicBezTo>
                    <a:cubicBezTo>
                      <a:pt x="66" y="402"/>
                      <a:pt x="44" y="342"/>
                      <a:pt x="44" y="281"/>
                    </a:cubicBezTo>
                    <a:cubicBezTo>
                      <a:pt x="44" y="135"/>
                      <a:pt x="167" y="44"/>
                      <a:pt x="281" y="44"/>
                    </a:cubicBezTo>
                    <a:cubicBezTo>
                      <a:pt x="382" y="44"/>
                      <a:pt x="457" y="111"/>
                      <a:pt x="483" y="224"/>
                    </a:cubicBezTo>
                    <a:cubicBezTo>
                      <a:pt x="484" y="232"/>
                      <a:pt x="488" y="238"/>
                      <a:pt x="495" y="241"/>
                    </a:cubicBezTo>
                    <a:cubicBezTo>
                      <a:pt x="503" y="245"/>
                      <a:pt x="512" y="244"/>
                      <a:pt x="519" y="238"/>
                    </a:cubicBezTo>
                    <a:cubicBezTo>
                      <a:pt x="520" y="237"/>
                      <a:pt x="520" y="237"/>
                      <a:pt x="520" y="237"/>
                    </a:cubicBezTo>
                    <a:cubicBezTo>
                      <a:pt x="523" y="234"/>
                      <a:pt x="525" y="230"/>
                      <a:pt x="527" y="226"/>
                    </a:cubicBezTo>
                    <a:cubicBezTo>
                      <a:pt x="551" y="112"/>
                      <a:pt x="627" y="44"/>
                      <a:pt x="729" y="44"/>
                    </a:cubicBezTo>
                    <a:cubicBezTo>
                      <a:pt x="842" y="44"/>
                      <a:pt x="965" y="135"/>
                      <a:pt x="965" y="281"/>
                    </a:cubicBezTo>
                    <a:cubicBezTo>
                      <a:pt x="965" y="425"/>
                      <a:pt x="838" y="569"/>
                      <a:pt x="732" y="665"/>
                    </a:cubicBezTo>
                    <a:close/>
                  </a:path>
                </a:pathLst>
              </a:custGeom>
              <a:grpFill/>
              <a:ln>
                <a:noFill/>
              </a:ln>
            </p:spPr>
            <p:txBody>
              <a:bodyPr vert="horz" wrap="square" lIns="91440" tIns="45720" rIns="91440" bIns="45720" numCol="1" anchor="t" anchorCtr="0" compatLnSpc="1"/>
              <a:lstStyle/>
              <a:p>
                <a:endParaRPr lang="en-US"/>
              </a:p>
            </p:txBody>
          </p:sp>
          <p:sp>
            <p:nvSpPr>
              <p:cNvPr id="13" name="Freeform 12"/>
              <p:cNvSpPr/>
              <p:nvPr/>
            </p:nvSpPr>
            <p:spPr bwMode="auto">
              <a:xfrm>
                <a:off x="9798051" y="5091113"/>
                <a:ext cx="141288" cy="107950"/>
              </a:xfrm>
              <a:custGeom>
                <a:avLst/>
                <a:gdLst>
                  <a:gd name="T0" fmla="*/ 29 w 57"/>
                  <a:gd name="T1" fmla="*/ 0 h 44"/>
                  <a:gd name="T2" fmla="*/ 29 w 57"/>
                  <a:gd name="T3" fmla="*/ 44 h 44"/>
                  <a:gd name="T4" fmla="*/ 29 w 57"/>
                  <a:gd name="T5" fmla="*/ 0 h 44"/>
                </a:gdLst>
                <a:ahLst/>
                <a:cxnLst>
                  <a:cxn ang="0">
                    <a:pos x="T0" y="T1"/>
                  </a:cxn>
                  <a:cxn ang="0">
                    <a:pos x="T2" y="T3"/>
                  </a:cxn>
                  <a:cxn ang="0">
                    <a:pos x="T4" y="T5"/>
                  </a:cxn>
                </a:cxnLst>
                <a:rect l="0" t="0" r="r" b="b"/>
                <a:pathLst>
                  <a:path w="57" h="44">
                    <a:moveTo>
                      <a:pt x="29" y="0"/>
                    </a:moveTo>
                    <a:cubicBezTo>
                      <a:pt x="0" y="0"/>
                      <a:pt x="0" y="44"/>
                      <a:pt x="29" y="44"/>
                    </a:cubicBezTo>
                    <a:cubicBezTo>
                      <a:pt x="57" y="44"/>
                      <a:pt x="57" y="0"/>
                      <a:pt x="29" y="0"/>
                    </a:cubicBezTo>
                    <a:close/>
                  </a:path>
                </a:pathLst>
              </a:custGeom>
              <a:grpFill/>
              <a:ln>
                <a:noFill/>
              </a:ln>
            </p:spPr>
            <p:txBody>
              <a:bodyPr vert="horz" wrap="square" lIns="91440" tIns="45720" rIns="91440" bIns="45720" numCol="1" anchor="t" anchorCtr="0" compatLnSpc="1"/>
              <a:lstStyle/>
              <a:p>
                <a:endParaRPr lang="en-US"/>
              </a:p>
            </p:txBody>
          </p:sp>
        </p:grpSp>
      </p:grpSp>
      <p:grpSp>
        <p:nvGrpSpPr>
          <p:cNvPr id="3" name="Group 2"/>
          <p:cNvGrpSpPr/>
          <p:nvPr/>
        </p:nvGrpSpPr>
        <p:grpSpPr>
          <a:xfrm>
            <a:off x="4333885" y="3317528"/>
            <a:ext cx="842696" cy="842694"/>
            <a:chOff x="4333885" y="3317528"/>
            <a:chExt cx="842696" cy="842694"/>
          </a:xfrm>
        </p:grpSpPr>
        <p:sp>
          <p:nvSpPr>
            <p:cNvPr id="30" name="Freeform 29"/>
            <p:cNvSpPr/>
            <p:nvPr/>
          </p:nvSpPr>
          <p:spPr>
            <a:xfrm>
              <a:off x="4333885" y="3317528"/>
              <a:ext cx="842696" cy="84269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w="38100" cmpd="sng">
              <a:solidFill>
                <a:srgbClr val="FFFFFF"/>
              </a:solidFill>
              <a:prstDash val="soli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2400" kern="1200" dirty="0">
                <a:solidFill>
                  <a:schemeClr val="bg1"/>
                </a:solidFill>
                <a:latin typeface="FontAwesome" pitchFamily="2" charset="0"/>
              </a:endParaRPr>
            </a:p>
          </p:txBody>
        </p:sp>
        <p:sp>
          <p:nvSpPr>
            <p:cNvPr id="22" name="Freeform 82"/>
            <p:cNvSpPr>
              <a:spLocks noEditPoints="1"/>
            </p:cNvSpPr>
            <p:nvPr/>
          </p:nvSpPr>
          <p:spPr bwMode="auto">
            <a:xfrm>
              <a:off x="4566429" y="3522524"/>
              <a:ext cx="377608" cy="432702"/>
            </a:xfrm>
            <a:custGeom>
              <a:avLst/>
              <a:gdLst>
                <a:gd name="T0" fmla="*/ 674 w 961"/>
                <a:gd name="T1" fmla="*/ 5 h 1104"/>
                <a:gd name="T2" fmla="*/ 366 w 961"/>
                <a:gd name="T3" fmla="*/ 158 h 1104"/>
                <a:gd name="T4" fmla="*/ 89 w 961"/>
                <a:gd name="T5" fmla="*/ 274 h 1104"/>
                <a:gd name="T6" fmla="*/ 264 w 961"/>
                <a:gd name="T7" fmla="*/ 1024 h 1104"/>
                <a:gd name="T8" fmla="*/ 832 w 961"/>
                <a:gd name="T9" fmla="*/ 726 h 1104"/>
                <a:gd name="T10" fmla="*/ 836 w 961"/>
                <a:gd name="T11" fmla="*/ 33 h 1104"/>
                <a:gd name="T12" fmla="*/ 737 w 961"/>
                <a:gd name="T13" fmla="*/ 80 h 1104"/>
                <a:gd name="T14" fmla="*/ 382 w 961"/>
                <a:gd name="T15" fmla="*/ 1003 h 1104"/>
                <a:gd name="T16" fmla="*/ 332 w 961"/>
                <a:gd name="T17" fmla="*/ 1002 h 1104"/>
                <a:gd name="T18" fmla="*/ 277 w 961"/>
                <a:gd name="T19" fmla="*/ 973 h 1104"/>
                <a:gd name="T20" fmla="*/ 121 w 961"/>
                <a:gd name="T21" fmla="*/ 319 h 1104"/>
                <a:gd name="T22" fmla="*/ 265 w 961"/>
                <a:gd name="T23" fmla="*/ 628 h 1104"/>
                <a:gd name="T24" fmla="*/ 294 w 961"/>
                <a:gd name="T25" fmla="*/ 695 h 1104"/>
                <a:gd name="T26" fmla="*/ 295 w 961"/>
                <a:gd name="T27" fmla="*/ 706 h 1104"/>
                <a:gd name="T28" fmla="*/ 331 w 961"/>
                <a:gd name="T29" fmla="*/ 850 h 1104"/>
                <a:gd name="T30" fmla="*/ 337 w 961"/>
                <a:gd name="T31" fmla="*/ 730 h 1104"/>
                <a:gd name="T32" fmla="*/ 397 w 961"/>
                <a:gd name="T33" fmla="*/ 718 h 1104"/>
                <a:gd name="T34" fmla="*/ 486 w 961"/>
                <a:gd name="T35" fmla="*/ 720 h 1104"/>
                <a:gd name="T36" fmla="*/ 515 w 961"/>
                <a:gd name="T37" fmla="*/ 760 h 1104"/>
                <a:gd name="T38" fmla="*/ 523 w 961"/>
                <a:gd name="T39" fmla="*/ 785 h 1104"/>
                <a:gd name="T40" fmla="*/ 436 w 961"/>
                <a:gd name="T41" fmla="*/ 635 h 1104"/>
                <a:gd name="T42" fmla="*/ 291 w 961"/>
                <a:gd name="T43" fmla="*/ 586 h 1104"/>
                <a:gd name="T44" fmla="*/ 262 w 961"/>
                <a:gd name="T45" fmla="*/ 566 h 1104"/>
                <a:gd name="T46" fmla="*/ 250 w 961"/>
                <a:gd name="T47" fmla="*/ 534 h 1104"/>
                <a:gd name="T48" fmla="*/ 252 w 961"/>
                <a:gd name="T49" fmla="*/ 450 h 1104"/>
                <a:gd name="T50" fmla="*/ 623 w 961"/>
                <a:gd name="T51" fmla="*/ 471 h 1104"/>
                <a:gd name="T52" fmla="*/ 651 w 961"/>
                <a:gd name="T53" fmla="*/ 499 h 1104"/>
                <a:gd name="T54" fmla="*/ 671 w 961"/>
                <a:gd name="T55" fmla="*/ 534 h 1104"/>
                <a:gd name="T56" fmla="*/ 683 w 961"/>
                <a:gd name="T57" fmla="*/ 582 h 1104"/>
                <a:gd name="T58" fmla="*/ 680 w 961"/>
                <a:gd name="T59" fmla="*/ 663 h 1104"/>
                <a:gd name="T60" fmla="*/ 508 w 961"/>
                <a:gd name="T61" fmla="*/ 944 h 1104"/>
                <a:gd name="T62" fmla="*/ 890 w 961"/>
                <a:gd name="T63" fmla="*/ 130 h 1104"/>
                <a:gd name="T64" fmla="*/ 729 w 961"/>
                <a:gd name="T65" fmla="*/ 298 h 1104"/>
                <a:gd name="T66" fmla="*/ 544 w 961"/>
                <a:gd name="T67" fmla="*/ 1029 h 1104"/>
                <a:gd name="T68" fmla="*/ 487 w 961"/>
                <a:gd name="T69" fmla="*/ 1046 h 1104"/>
                <a:gd name="T70" fmla="*/ 428 w 961"/>
                <a:gd name="T71" fmla="*/ 1047 h 1104"/>
                <a:gd name="T72" fmla="*/ 606 w 961"/>
                <a:gd name="T73" fmla="*/ 407 h 1104"/>
                <a:gd name="T74" fmla="*/ 344 w 961"/>
                <a:gd name="T75" fmla="*/ 382 h 1104"/>
                <a:gd name="T76" fmla="*/ 256 w 961"/>
                <a:gd name="T77" fmla="*/ 360 h 1104"/>
                <a:gd name="T78" fmla="*/ 196 w 961"/>
                <a:gd name="T79" fmla="*/ 325 h 1104"/>
                <a:gd name="T80" fmla="*/ 139 w 961"/>
                <a:gd name="T81" fmla="*/ 262 h 1104"/>
                <a:gd name="T82" fmla="*/ 127 w 961"/>
                <a:gd name="T83" fmla="*/ 243 h 1104"/>
                <a:gd name="T84" fmla="*/ 123 w 961"/>
                <a:gd name="T85" fmla="*/ 220 h 1104"/>
                <a:gd name="T86" fmla="*/ 154 w 961"/>
                <a:gd name="T87" fmla="*/ 176 h 1104"/>
                <a:gd name="T88" fmla="*/ 237 w 961"/>
                <a:gd name="T89" fmla="*/ 127 h 1104"/>
                <a:gd name="T90" fmla="*/ 280 w 961"/>
                <a:gd name="T91" fmla="*/ 119 h 1104"/>
                <a:gd name="T92" fmla="*/ 300 w 961"/>
                <a:gd name="T93" fmla="*/ 125 h 1104"/>
                <a:gd name="T94" fmla="*/ 313 w 961"/>
                <a:gd name="T95" fmla="*/ 143 h 1104"/>
                <a:gd name="T96" fmla="*/ 467 w 961"/>
                <a:gd name="T97" fmla="*/ 196 h 1104"/>
                <a:gd name="T98" fmla="*/ 681 w 961"/>
                <a:gd name="T99" fmla="*/ 52 h 1104"/>
                <a:gd name="T100" fmla="*/ 733 w 961"/>
                <a:gd name="T101" fmla="*/ 85 h 1104"/>
                <a:gd name="T102" fmla="*/ 849 w 961"/>
                <a:gd name="T103" fmla="*/ 79 h 1104"/>
                <a:gd name="T104" fmla="*/ 868 w 961"/>
                <a:gd name="T105" fmla="*/ 86 h 1104"/>
                <a:gd name="T106" fmla="*/ 887 w 961"/>
                <a:gd name="T107" fmla="*/ 106 h 1104"/>
                <a:gd name="T108" fmla="*/ 892 w 961"/>
                <a:gd name="T109" fmla="*/ 126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1104">
                  <a:moveTo>
                    <a:pt x="836" y="33"/>
                  </a:moveTo>
                  <a:cubicBezTo>
                    <a:pt x="835" y="33"/>
                    <a:pt x="834" y="34"/>
                    <a:pt x="833" y="34"/>
                  </a:cubicBezTo>
                  <a:cubicBezTo>
                    <a:pt x="813" y="40"/>
                    <a:pt x="793" y="49"/>
                    <a:pt x="774" y="58"/>
                  </a:cubicBezTo>
                  <a:cubicBezTo>
                    <a:pt x="767" y="46"/>
                    <a:pt x="756" y="36"/>
                    <a:pt x="746" y="27"/>
                  </a:cubicBezTo>
                  <a:cubicBezTo>
                    <a:pt x="726" y="9"/>
                    <a:pt x="701" y="0"/>
                    <a:pt x="674" y="5"/>
                  </a:cubicBezTo>
                  <a:cubicBezTo>
                    <a:pt x="667" y="6"/>
                    <a:pt x="660" y="9"/>
                    <a:pt x="654" y="13"/>
                  </a:cubicBezTo>
                  <a:cubicBezTo>
                    <a:pt x="650" y="15"/>
                    <a:pt x="639" y="23"/>
                    <a:pt x="650" y="16"/>
                  </a:cubicBezTo>
                  <a:cubicBezTo>
                    <a:pt x="610" y="42"/>
                    <a:pt x="571" y="69"/>
                    <a:pt x="531" y="96"/>
                  </a:cubicBezTo>
                  <a:cubicBezTo>
                    <a:pt x="503" y="115"/>
                    <a:pt x="475" y="134"/>
                    <a:pt x="447" y="153"/>
                  </a:cubicBezTo>
                  <a:cubicBezTo>
                    <a:pt x="420" y="153"/>
                    <a:pt x="393" y="155"/>
                    <a:pt x="366" y="158"/>
                  </a:cubicBezTo>
                  <a:cubicBezTo>
                    <a:pt x="361" y="127"/>
                    <a:pt x="348" y="96"/>
                    <a:pt x="319" y="80"/>
                  </a:cubicBezTo>
                  <a:cubicBezTo>
                    <a:pt x="286" y="64"/>
                    <a:pt x="248" y="71"/>
                    <a:pt x="216" y="84"/>
                  </a:cubicBezTo>
                  <a:cubicBezTo>
                    <a:pt x="197" y="92"/>
                    <a:pt x="179" y="102"/>
                    <a:pt x="161" y="113"/>
                  </a:cubicBezTo>
                  <a:cubicBezTo>
                    <a:pt x="140" y="126"/>
                    <a:pt x="119" y="140"/>
                    <a:pt x="103" y="158"/>
                  </a:cubicBezTo>
                  <a:cubicBezTo>
                    <a:pt x="73" y="191"/>
                    <a:pt x="67" y="235"/>
                    <a:pt x="89" y="274"/>
                  </a:cubicBezTo>
                  <a:cubicBezTo>
                    <a:pt x="90" y="276"/>
                    <a:pt x="91" y="278"/>
                    <a:pt x="92" y="280"/>
                  </a:cubicBezTo>
                  <a:cubicBezTo>
                    <a:pt x="28" y="347"/>
                    <a:pt x="0" y="438"/>
                    <a:pt x="4" y="531"/>
                  </a:cubicBezTo>
                  <a:cubicBezTo>
                    <a:pt x="8" y="625"/>
                    <a:pt x="39" y="717"/>
                    <a:pt x="82" y="800"/>
                  </a:cubicBezTo>
                  <a:cubicBezTo>
                    <a:pt x="125" y="882"/>
                    <a:pt x="183" y="959"/>
                    <a:pt x="255" y="1017"/>
                  </a:cubicBezTo>
                  <a:cubicBezTo>
                    <a:pt x="258" y="1019"/>
                    <a:pt x="261" y="1021"/>
                    <a:pt x="264" y="1024"/>
                  </a:cubicBezTo>
                  <a:cubicBezTo>
                    <a:pt x="265" y="1025"/>
                    <a:pt x="267" y="1026"/>
                    <a:pt x="268" y="1027"/>
                  </a:cubicBezTo>
                  <a:cubicBezTo>
                    <a:pt x="268" y="1027"/>
                    <a:pt x="268" y="1027"/>
                    <a:pt x="269" y="1027"/>
                  </a:cubicBezTo>
                  <a:cubicBezTo>
                    <a:pt x="330" y="1072"/>
                    <a:pt x="404" y="1104"/>
                    <a:pt x="482" y="1095"/>
                  </a:cubicBezTo>
                  <a:cubicBezTo>
                    <a:pt x="567" y="1085"/>
                    <a:pt x="640" y="1035"/>
                    <a:pt x="696" y="972"/>
                  </a:cubicBezTo>
                  <a:cubicBezTo>
                    <a:pt x="758" y="902"/>
                    <a:pt x="803" y="816"/>
                    <a:pt x="832" y="726"/>
                  </a:cubicBezTo>
                  <a:cubicBezTo>
                    <a:pt x="878" y="581"/>
                    <a:pt x="883" y="404"/>
                    <a:pt x="780" y="283"/>
                  </a:cubicBezTo>
                  <a:cubicBezTo>
                    <a:pt x="802" y="260"/>
                    <a:pt x="826" y="241"/>
                    <a:pt x="852" y="222"/>
                  </a:cubicBezTo>
                  <a:cubicBezTo>
                    <a:pt x="867" y="212"/>
                    <a:pt x="882" y="202"/>
                    <a:pt x="896" y="191"/>
                  </a:cubicBezTo>
                  <a:cubicBezTo>
                    <a:pt x="910" y="180"/>
                    <a:pt x="924" y="169"/>
                    <a:pt x="932" y="153"/>
                  </a:cubicBezTo>
                  <a:cubicBezTo>
                    <a:pt x="961" y="97"/>
                    <a:pt x="897" y="20"/>
                    <a:pt x="836" y="33"/>
                  </a:cubicBezTo>
                  <a:close/>
                  <a:moveTo>
                    <a:pt x="741" y="77"/>
                  </a:moveTo>
                  <a:cubicBezTo>
                    <a:pt x="740" y="79"/>
                    <a:pt x="738" y="80"/>
                    <a:pt x="737" y="81"/>
                  </a:cubicBezTo>
                  <a:cubicBezTo>
                    <a:pt x="737" y="80"/>
                    <a:pt x="737" y="80"/>
                    <a:pt x="738" y="80"/>
                  </a:cubicBezTo>
                  <a:cubicBezTo>
                    <a:pt x="738" y="79"/>
                    <a:pt x="740" y="79"/>
                    <a:pt x="741" y="77"/>
                  </a:cubicBezTo>
                  <a:close/>
                  <a:moveTo>
                    <a:pt x="737" y="80"/>
                  </a:moveTo>
                  <a:cubicBezTo>
                    <a:pt x="736" y="82"/>
                    <a:pt x="735" y="82"/>
                    <a:pt x="737" y="80"/>
                  </a:cubicBezTo>
                  <a:close/>
                  <a:moveTo>
                    <a:pt x="735" y="83"/>
                  </a:moveTo>
                  <a:cubicBezTo>
                    <a:pt x="736" y="80"/>
                    <a:pt x="736" y="81"/>
                    <a:pt x="735" y="83"/>
                  </a:cubicBezTo>
                  <a:close/>
                  <a:moveTo>
                    <a:pt x="389" y="1002"/>
                  </a:moveTo>
                  <a:cubicBezTo>
                    <a:pt x="387" y="1002"/>
                    <a:pt x="384" y="1003"/>
                    <a:pt x="382" y="1003"/>
                  </a:cubicBezTo>
                  <a:cubicBezTo>
                    <a:pt x="384" y="1003"/>
                    <a:pt x="377" y="1004"/>
                    <a:pt x="376" y="1004"/>
                  </a:cubicBezTo>
                  <a:cubicBezTo>
                    <a:pt x="366" y="1005"/>
                    <a:pt x="355" y="1005"/>
                    <a:pt x="344" y="1004"/>
                  </a:cubicBezTo>
                  <a:cubicBezTo>
                    <a:pt x="343" y="1004"/>
                    <a:pt x="342" y="1004"/>
                    <a:pt x="341" y="1004"/>
                  </a:cubicBezTo>
                  <a:cubicBezTo>
                    <a:pt x="341" y="1003"/>
                    <a:pt x="341" y="1003"/>
                    <a:pt x="340" y="1003"/>
                  </a:cubicBezTo>
                  <a:cubicBezTo>
                    <a:pt x="338" y="1003"/>
                    <a:pt x="335" y="1002"/>
                    <a:pt x="332" y="1002"/>
                  </a:cubicBezTo>
                  <a:cubicBezTo>
                    <a:pt x="327" y="1001"/>
                    <a:pt x="322" y="999"/>
                    <a:pt x="317" y="998"/>
                  </a:cubicBezTo>
                  <a:cubicBezTo>
                    <a:pt x="315" y="997"/>
                    <a:pt x="313" y="996"/>
                    <a:pt x="311" y="996"/>
                  </a:cubicBezTo>
                  <a:cubicBezTo>
                    <a:pt x="313" y="996"/>
                    <a:pt x="307" y="994"/>
                    <a:pt x="306" y="993"/>
                  </a:cubicBezTo>
                  <a:cubicBezTo>
                    <a:pt x="301" y="991"/>
                    <a:pt x="297" y="988"/>
                    <a:pt x="292" y="986"/>
                  </a:cubicBezTo>
                  <a:cubicBezTo>
                    <a:pt x="287" y="982"/>
                    <a:pt x="282" y="978"/>
                    <a:pt x="277" y="973"/>
                  </a:cubicBezTo>
                  <a:cubicBezTo>
                    <a:pt x="243" y="945"/>
                    <a:pt x="212" y="911"/>
                    <a:pt x="187" y="877"/>
                  </a:cubicBezTo>
                  <a:cubicBezTo>
                    <a:pt x="130" y="802"/>
                    <a:pt x="89" y="717"/>
                    <a:pt x="67" y="627"/>
                  </a:cubicBezTo>
                  <a:cubicBezTo>
                    <a:pt x="59" y="598"/>
                    <a:pt x="55" y="572"/>
                    <a:pt x="53" y="544"/>
                  </a:cubicBezTo>
                  <a:cubicBezTo>
                    <a:pt x="50" y="513"/>
                    <a:pt x="51" y="481"/>
                    <a:pt x="57" y="450"/>
                  </a:cubicBezTo>
                  <a:cubicBezTo>
                    <a:pt x="66" y="400"/>
                    <a:pt x="88" y="356"/>
                    <a:pt x="121" y="319"/>
                  </a:cubicBezTo>
                  <a:cubicBezTo>
                    <a:pt x="147" y="350"/>
                    <a:pt x="180" y="375"/>
                    <a:pt x="216" y="393"/>
                  </a:cubicBezTo>
                  <a:cubicBezTo>
                    <a:pt x="216" y="394"/>
                    <a:pt x="216" y="395"/>
                    <a:pt x="215" y="396"/>
                  </a:cubicBezTo>
                  <a:cubicBezTo>
                    <a:pt x="208" y="422"/>
                    <a:pt x="204" y="449"/>
                    <a:pt x="201" y="476"/>
                  </a:cubicBezTo>
                  <a:cubicBezTo>
                    <a:pt x="197" y="518"/>
                    <a:pt x="200" y="565"/>
                    <a:pt x="228" y="599"/>
                  </a:cubicBezTo>
                  <a:cubicBezTo>
                    <a:pt x="238" y="611"/>
                    <a:pt x="251" y="621"/>
                    <a:pt x="265" y="628"/>
                  </a:cubicBezTo>
                  <a:cubicBezTo>
                    <a:pt x="270" y="636"/>
                    <a:pt x="274" y="645"/>
                    <a:pt x="278" y="653"/>
                  </a:cubicBezTo>
                  <a:cubicBezTo>
                    <a:pt x="281" y="658"/>
                    <a:pt x="282" y="662"/>
                    <a:pt x="285" y="667"/>
                  </a:cubicBezTo>
                  <a:cubicBezTo>
                    <a:pt x="285" y="667"/>
                    <a:pt x="287" y="672"/>
                    <a:pt x="287" y="672"/>
                  </a:cubicBezTo>
                  <a:cubicBezTo>
                    <a:pt x="288" y="675"/>
                    <a:pt x="289" y="678"/>
                    <a:pt x="290" y="680"/>
                  </a:cubicBezTo>
                  <a:cubicBezTo>
                    <a:pt x="292" y="685"/>
                    <a:pt x="293" y="690"/>
                    <a:pt x="294" y="695"/>
                  </a:cubicBezTo>
                  <a:cubicBezTo>
                    <a:pt x="295" y="697"/>
                    <a:pt x="295" y="698"/>
                    <a:pt x="295" y="699"/>
                  </a:cubicBezTo>
                  <a:cubicBezTo>
                    <a:pt x="295" y="699"/>
                    <a:pt x="295" y="703"/>
                    <a:pt x="296" y="704"/>
                  </a:cubicBezTo>
                  <a:cubicBezTo>
                    <a:pt x="296" y="705"/>
                    <a:pt x="296" y="705"/>
                    <a:pt x="296" y="706"/>
                  </a:cubicBezTo>
                  <a:cubicBezTo>
                    <a:pt x="295" y="706"/>
                    <a:pt x="295" y="706"/>
                    <a:pt x="295" y="706"/>
                  </a:cubicBezTo>
                  <a:cubicBezTo>
                    <a:pt x="295" y="703"/>
                    <a:pt x="294" y="708"/>
                    <a:pt x="295" y="706"/>
                  </a:cubicBezTo>
                  <a:cubicBezTo>
                    <a:pt x="294" y="709"/>
                    <a:pt x="291" y="712"/>
                    <a:pt x="290" y="715"/>
                  </a:cubicBezTo>
                  <a:cubicBezTo>
                    <a:pt x="283" y="727"/>
                    <a:pt x="279" y="741"/>
                    <a:pt x="276" y="754"/>
                  </a:cubicBezTo>
                  <a:cubicBezTo>
                    <a:pt x="268" y="790"/>
                    <a:pt x="272" y="828"/>
                    <a:pt x="285" y="863"/>
                  </a:cubicBezTo>
                  <a:cubicBezTo>
                    <a:pt x="290" y="875"/>
                    <a:pt x="301" y="883"/>
                    <a:pt x="314" y="879"/>
                  </a:cubicBezTo>
                  <a:cubicBezTo>
                    <a:pt x="326" y="876"/>
                    <a:pt x="336" y="862"/>
                    <a:pt x="331" y="850"/>
                  </a:cubicBezTo>
                  <a:cubicBezTo>
                    <a:pt x="319" y="819"/>
                    <a:pt x="316" y="787"/>
                    <a:pt x="324" y="757"/>
                  </a:cubicBezTo>
                  <a:cubicBezTo>
                    <a:pt x="325" y="754"/>
                    <a:pt x="326" y="750"/>
                    <a:pt x="327" y="747"/>
                  </a:cubicBezTo>
                  <a:cubicBezTo>
                    <a:pt x="328" y="746"/>
                    <a:pt x="328" y="745"/>
                    <a:pt x="328" y="745"/>
                  </a:cubicBezTo>
                  <a:cubicBezTo>
                    <a:pt x="329" y="744"/>
                    <a:pt x="329" y="744"/>
                    <a:pt x="329" y="743"/>
                  </a:cubicBezTo>
                  <a:cubicBezTo>
                    <a:pt x="331" y="738"/>
                    <a:pt x="334" y="734"/>
                    <a:pt x="337" y="730"/>
                  </a:cubicBezTo>
                  <a:cubicBezTo>
                    <a:pt x="343" y="721"/>
                    <a:pt x="344" y="709"/>
                    <a:pt x="343" y="699"/>
                  </a:cubicBezTo>
                  <a:cubicBezTo>
                    <a:pt x="342" y="683"/>
                    <a:pt x="337" y="667"/>
                    <a:pt x="331" y="652"/>
                  </a:cubicBezTo>
                  <a:cubicBezTo>
                    <a:pt x="333" y="653"/>
                    <a:pt x="336" y="653"/>
                    <a:pt x="339" y="654"/>
                  </a:cubicBezTo>
                  <a:cubicBezTo>
                    <a:pt x="360" y="660"/>
                    <a:pt x="380" y="666"/>
                    <a:pt x="400" y="673"/>
                  </a:cubicBezTo>
                  <a:cubicBezTo>
                    <a:pt x="401" y="688"/>
                    <a:pt x="399" y="703"/>
                    <a:pt x="397" y="718"/>
                  </a:cubicBezTo>
                  <a:cubicBezTo>
                    <a:pt x="396" y="731"/>
                    <a:pt x="410" y="742"/>
                    <a:pt x="421" y="742"/>
                  </a:cubicBezTo>
                  <a:cubicBezTo>
                    <a:pt x="436" y="742"/>
                    <a:pt x="443" y="731"/>
                    <a:pt x="445" y="718"/>
                  </a:cubicBezTo>
                  <a:cubicBezTo>
                    <a:pt x="446" y="709"/>
                    <a:pt x="447" y="701"/>
                    <a:pt x="448" y="693"/>
                  </a:cubicBezTo>
                  <a:cubicBezTo>
                    <a:pt x="455" y="697"/>
                    <a:pt x="462" y="701"/>
                    <a:pt x="469" y="706"/>
                  </a:cubicBezTo>
                  <a:cubicBezTo>
                    <a:pt x="475" y="710"/>
                    <a:pt x="480" y="715"/>
                    <a:pt x="486" y="720"/>
                  </a:cubicBezTo>
                  <a:cubicBezTo>
                    <a:pt x="489" y="722"/>
                    <a:pt x="491" y="725"/>
                    <a:pt x="494" y="728"/>
                  </a:cubicBezTo>
                  <a:cubicBezTo>
                    <a:pt x="495" y="729"/>
                    <a:pt x="496" y="731"/>
                    <a:pt x="498" y="732"/>
                  </a:cubicBezTo>
                  <a:cubicBezTo>
                    <a:pt x="497" y="732"/>
                    <a:pt x="501" y="736"/>
                    <a:pt x="501" y="736"/>
                  </a:cubicBezTo>
                  <a:cubicBezTo>
                    <a:pt x="505" y="741"/>
                    <a:pt x="508" y="747"/>
                    <a:pt x="512" y="753"/>
                  </a:cubicBezTo>
                  <a:cubicBezTo>
                    <a:pt x="513" y="755"/>
                    <a:pt x="514" y="758"/>
                    <a:pt x="515" y="760"/>
                  </a:cubicBezTo>
                  <a:cubicBezTo>
                    <a:pt x="516" y="761"/>
                    <a:pt x="516" y="761"/>
                    <a:pt x="516" y="761"/>
                  </a:cubicBezTo>
                  <a:cubicBezTo>
                    <a:pt x="516" y="763"/>
                    <a:pt x="517" y="764"/>
                    <a:pt x="517" y="765"/>
                  </a:cubicBezTo>
                  <a:cubicBezTo>
                    <a:pt x="519" y="770"/>
                    <a:pt x="520" y="775"/>
                    <a:pt x="521" y="779"/>
                  </a:cubicBezTo>
                  <a:cubicBezTo>
                    <a:pt x="522" y="781"/>
                    <a:pt x="522" y="783"/>
                    <a:pt x="522" y="785"/>
                  </a:cubicBezTo>
                  <a:cubicBezTo>
                    <a:pt x="523" y="785"/>
                    <a:pt x="523" y="785"/>
                    <a:pt x="523" y="785"/>
                  </a:cubicBezTo>
                  <a:cubicBezTo>
                    <a:pt x="523" y="788"/>
                    <a:pt x="523" y="792"/>
                    <a:pt x="523" y="795"/>
                  </a:cubicBezTo>
                  <a:cubicBezTo>
                    <a:pt x="522" y="808"/>
                    <a:pt x="534" y="818"/>
                    <a:pt x="547" y="818"/>
                  </a:cubicBezTo>
                  <a:cubicBezTo>
                    <a:pt x="561" y="818"/>
                    <a:pt x="570" y="808"/>
                    <a:pt x="571" y="795"/>
                  </a:cubicBezTo>
                  <a:cubicBezTo>
                    <a:pt x="572" y="771"/>
                    <a:pt x="563" y="747"/>
                    <a:pt x="552" y="727"/>
                  </a:cubicBezTo>
                  <a:cubicBezTo>
                    <a:pt x="527" y="682"/>
                    <a:pt x="482" y="654"/>
                    <a:pt x="436" y="635"/>
                  </a:cubicBezTo>
                  <a:cubicBezTo>
                    <a:pt x="434" y="634"/>
                    <a:pt x="432" y="634"/>
                    <a:pt x="430" y="633"/>
                  </a:cubicBezTo>
                  <a:cubicBezTo>
                    <a:pt x="429" y="633"/>
                    <a:pt x="429" y="632"/>
                    <a:pt x="428" y="632"/>
                  </a:cubicBezTo>
                  <a:cubicBezTo>
                    <a:pt x="388" y="617"/>
                    <a:pt x="345" y="608"/>
                    <a:pt x="304" y="593"/>
                  </a:cubicBezTo>
                  <a:cubicBezTo>
                    <a:pt x="302" y="592"/>
                    <a:pt x="298" y="590"/>
                    <a:pt x="294" y="588"/>
                  </a:cubicBezTo>
                  <a:cubicBezTo>
                    <a:pt x="293" y="587"/>
                    <a:pt x="292" y="587"/>
                    <a:pt x="291" y="586"/>
                  </a:cubicBezTo>
                  <a:cubicBezTo>
                    <a:pt x="288" y="585"/>
                    <a:pt x="285" y="584"/>
                    <a:pt x="282" y="582"/>
                  </a:cubicBezTo>
                  <a:cubicBezTo>
                    <a:pt x="279" y="580"/>
                    <a:pt x="276" y="578"/>
                    <a:pt x="273" y="576"/>
                  </a:cubicBezTo>
                  <a:cubicBezTo>
                    <a:pt x="273" y="576"/>
                    <a:pt x="271" y="574"/>
                    <a:pt x="270" y="574"/>
                  </a:cubicBezTo>
                  <a:cubicBezTo>
                    <a:pt x="268" y="572"/>
                    <a:pt x="266" y="570"/>
                    <a:pt x="264" y="568"/>
                  </a:cubicBezTo>
                  <a:cubicBezTo>
                    <a:pt x="264" y="568"/>
                    <a:pt x="262" y="566"/>
                    <a:pt x="262" y="566"/>
                  </a:cubicBezTo>
                  <a:cubicBezTo>
                    <a:pt x="261" y="565"/>
                    <a:pt x="261" y="564"/>
                    <a:pt x="260" y="563"/>
                  </a:cubicBezTo>
                  <a:cubicBezTo>
                    <a:pt x="259" y="561"/>
                    <a:pt x="258" y="559"/>
                    <a:pt x="257" y="557"/>
                  </a:cubicBezTo>
                  <a:cubicBezTo>
                    <a:pt x="257" y="557"/>
                    <a:pt x="255" y="554"/>
                    <a:pt x="255" y="553"/>
                  </a:cubicBezTo>
                  <a:cubicBezTo>
                    <a:pt x="254" y="549"/>
                    <a:pt x="253" y="545"/>
                    <a:pt x="252" y="541"/>
                  </a:cubicBezTo>
                  <a:cubicBezTo>
                    <a:pt x="251" y="539"/>
                    <a:pt x="251" y="537"/>
                    <a:pt x="250" y="534"/>
                  </a:cubicBezTo>
                  <a:cubicBezTo>
                    <a:pt x="250" y="534"/>
                    <a:pt x="249" y="527"/>
                    <a:pt x="249" y="527"/>
                  </a:cubicBezTo>
                  <a:cubicBezTo>
                    <a:pt x="247" y="514"/>
                    <a:pt x="248" y="500"/>
                    <a:pt x="248" y="486"/>
                  </a:cubicBezTo>
                  <a:cubicBezTo>
                    <a:pt x="249" y="479"/>
                    <a:pt x="249" y="473"/>
                    <a:pt x="250" y="466"/>
                  </a:cubicBezTo>
                  <a:cubicBezTo>
                    <a:pt x="250" y="466"/>
                    <a:pt x="251" y="461"/>
                    <a:pt x="251" y="460"/>
                  </a:cubicBezTo>
                  <a:cubicBezTo>
                    <a:pt x="251" y="457"/>
                    <a:pt x="252" y="453"/>
                    <a:pt x="252" y="450"/>
                  </a:cubicBezTo>
                  <a:cubicBezTo>
                    <a:pt x="255" y="437"/>
                    <a:pt x="257" y="424"/>
                    <a:pt x="261" y="411"/>
                  </a:cubicBezTo>
                  <a:cubicBezTo>
                    <a:pt x="291" y="422"/>
                    <a:pt x="323" y="428"/>
                    <a:pt x="355" y="431"/>
                  </a:cubicBezTo>
                  <a:cubicBezTo>
                    <a:pt x="404" y="435"/>
                    <a:pt x="453" y="427"/>
                    <a:pt x="502" y="431"/>
                  </a:cubicBezTo>
                  <a:cubicBezTo>
                    <a:pt x="537" y="433"/>
                    <a:pt x="575" y="443"/>
                    <a:pt x="604" y="460"/>
                  </a:cubicBezTo>
                  <a:cubicBezTo>
                    <a:pt x="611" y="463"/>
                    <a:pt x="617" y="467"/>
                    <a:pt x="623" y="471"/>
                  </a:cubicBezTo>
                  <a:cubicBezTo>
                    <a:pt x="624" y="472"/>
                    <a:pt x="625" y="473"/>
                    <a:pt x="626" y="474"/>
                  </a:cubicBezTo>
                  <a:cubicBezTo>
                    <a:pt x="627" y="475"/>
                    <a:pt x="629" y="476"/>
                    <a:pt x="630" y="477"/>
                  </a:cubicBezTo>
                  <a:cubicBezTo>
                    <a:pt x="633" y="480"/>
                    <a:pt x="637" y="483"/>
                    <a:pt x="640" y="487"/>
                  </a:cubicBezTo>
                  <a:cubicBezTo>
                    <a:pt x="642" y="489"/>
                    <a:pt x="645" y="492"/>
                    <a:pt x="647" y="495"/>
                  </a:cubicBezTo>
                  <a:cubicBezTo>
                    <a:pt x="649" y="496"/>
                    <a:pt x="650" y="498"/>
                    <a:pt x="651" y="499"/>
                  </a:cubicBezTo>
                  <a:cubicBezTo>
                    <a:pt x="651" y="499"/>
                    <a:pt x="651" y="499"/>
                    <a:pt x="651" y="499"/>
                  </a:cubicBezTo>
                  <a:cubicBezTo>
                    <a:pt x="651" y="500"/>
                    <a:pt x="651" y="500"/>
                    <a:pt x="652" y="500"/>
                  </a:cubicBezTo>
                  <a:cubicBezTo>
                    <a:pt x="657" y="507"/>
                    <a:pt x="661" y="514"/>
                    <a:pt x="665" y="521"/>
                  </a:cubicBezTo>
                  <a:cubicBezTo>
                    <a:pt x="667" y="524"/>
                    <a:pt x="668" y="528"/>
                    <a:pt x="670" y="531"/>
                  </a:cubicBezTo>
                  <a:cubicBezTo>
                    <a:pt x="670" y="532"/>
                    <a:pt x="670" y="533"/>
                    <a:pt x="671" y="534"/>
                  </a:cubicBezTo>
                  <a:cubicBezTo>
                    <a:pt x="671" y="535"/>
                    <a:pt x="672" y="537"/>
                    <a:pt x="673" y="538"/>
                  </a:cubicBezTo>
                  <a:cubicBezTo>
                    <a:pt x="676" y="546"/>
                    <a:pt x="678" y="554"/>
                    <a:pt x="680" y="562"/>
                  </a:cubicBezTo>
                  <a:cubicBezTo>
                    <a:pt x="681" y="566"/>
                    <a:pt x="682" y="570"/>
                    <a:pt x="682" y="574"/>
                  </a:cubicBezTo>
                  <a:cubicBezTo>
                    <a:pt x="682" y="575"/>
                    <a:pt x="683" y="577"/>
                    <a:pt x="683" y="578"/>
                  </a:cubicBezTo>
                  <a:cubicBezTo>
                    <a:pt x="683" y="579"/>
                    <a:pt x="683" y="582"/>
                    <a:pt x="683" y="582"/>
                  </a:cubicBezTo>
                  <a:cubicBezTo>
                    <a:pt x="684" y="591"/>
                    <a:pt x="685" y="601"/>
                    <a:pt x="685" y="610"/>
                  </a:cubicBezTo>
                  <a:cubicBezTo>
                    <a:pt x="685" y="619"/>
                    <a:pt x="684" y="628"/>
                    <a:pt x="684" y="636"/>
                  </a:cubicBezTo>
                  <a:cubicBezTo>
                    <a:pt x="683" y="639"/>
                    <a:pt x="683" y="641"/>
                    <a:pt x="683" y="643"/>
                  </a:cubicBezTo>
                  <a:cubicBezTo>
                    <a:pt x="683" y="644"/>
                    <a:pt x="683" y="647"/>
                    <a:pt x="682" y="648"/>
                  </a:cubicBezTo>
                  <a:cubicBezTo>
                    <a:pt x="682" y="653"/>
                    <a:pt x="681" y="658"/>
                    <a:pt x="680" y="663"/>
                  </a:cubicBezTo>
                  <a:cubicBezTo>
                    <a:pt x="676" y="684"/>
                    <a:pt x="670" y="704"/>
                    <a:pt x="664" y="724"/>
                  </a:cubicBezTo>
                  <a:cubicBezTo>
                    <a:pt x="648" y="769"/>
                    <a:pt x="626" y="811"/>
                    <a:pt x="598" y="850"/>
                  </a:cubicBezTo>
                  <a:cubicBezTo>
                    <a:pt x="585" y="868"/>
                    <a:pt x="571" y="885"/>
                    <a:pt x="555" y="902"/>
                  </a:cubicBezTo>
                  <a:cubicBezTo>
                    <a:pt x="548" y="909"/>
                    <a:pt x="540" y="917"/>
                    <a:pt x="532" y="924"/>
                  </a:cubicBezTo>
                  <a:cubicBezTo>
                    <a:pt x="525" y="931"/>
                    <a:pt x="513" y="940"/>
                    <a:pt x="508" y="944"/>
                  </a:cubicBezTo>
                  <a:cubicBezTo>
                    <a:pt x="492" y="957"/>
                    <a:pt x="474" y="968"/>
                    <a:pt x="456" y="978"/>
                  </a:cubicBezTo>
                  <a:cubicBezTo>
                    <a:pt x="438" y="988"/>
                    <a:pt x="426" y="992"/>
                    <a:pt x="406" y="998"/>
                  </a:cubicBezTo>
                  <a:cubicBezTo>
                    <a:pt x="400" y="1000"/>
                    <a:pt x="395" y="1001"/>
                    <a:pt x="389" y="1002"/>
                  </a:cubicBezTo>
                  <a:close/>
                  <a:moveTo>
                    <a:pt x="892" y="126"/>
                  </a:moveTo>
                  <a:cubicBezTo>
                    <a:pt x="891" y="128"/>
                    <a:pt x="891" y="130"/>
                    <a:pt x="890" y="130"/>
                  </a:cubicBezTo>
                  <a:cubicBezTo>
                    <a:pt x="889" y="132"/>
                    <a:pt x="888" y="135"/>
                    <a:pt x="888" y="134"/>
                  </a:cubicBezTo>
                  <a:cubicBezTo>
                    <a:pt x="886" y="137"/>
                    <a:pt x="884" y="139"/>
                    <a:pt x="882" y="141"/>
                  </a:cubicBezTo>
                  <a:cubicBezTo>
                    <a:pt x="861" y="160"/>
                    <a:pt x="837" y="174"/>
                    <a:pt x="814" y="191"/>
                  </a:cubicBezTo>
                  <a:cubicBezTo>
                    <a:pt x="786" y="211"/>
                    <a:pt x="761" y="232"/>
                    <a:pt x="738" y="257"/>
                  </a:cubicBezTo>
                  <a:cubicBezTo>
                    <a:pt x="723" y="262"/>
                    <a:pt x="716" y="285"/>
                    <a:pt x="729" y="298"/>
                  </a:cubicBezTo>
                  <a:cubicBezTo>
                    <a:pt x="863" y="432"/>
                    <a:pt x="822" y="660"/>
                    <a:pt x="744" y="815"/>
                  </a:cubicBezTo>
                  <a:cubicBezTo>
                    <a:pt x="724" y="855"/>
                    <a:pt x="699" y="894"/>
                    <a:pt x="672" y="926"/>
                  </a:cubicBezTo>
                  <a:cubicBezTo>
                    <a:pt x="645" y="959"/>
                    <a:pt x="615" y="987"/>
                    <a:pt x="582" y="1008"/>
                  </a:cubicBezTo>
                  <a:cubicBezTo>
                    <a:pt x="574" y="1013"/>
                    <a:pt x="565" y="1018"/>
                    <a:pt x="557" y="1022"/>
                  </a:cubicBezTo>
                  <a:cubicBezTo>
                    <a:pt x="553" y="1025"/>
                    <a:pt x="548" y="1027"/>
                    <a:pt x="544" y="1029"/>
                  </a:cubicBezTo>
                  <a:cubicBezTo>
                    <a:pt x="542" y="1029"/>
                    <a:pt x="541" y="1030"/>
                    <a:pt x="539" y="1031"/>
                  </a:cubicBezTo>
                  <a:cubicBezTo>
                    <a:pt x="540" y="1031"/>
                    <a:pt x="533" y="1033"/>
                    <a:pt x="533" y="1033"/>
                  </a:cubicBezTo>
                  <a:cubicBezTo>
                    <a:pt x="524" y="1037"/>
                    <a:pt x="515" y="1039"/>
                    <a:pt x="507" y="1042"/>
                  </a:cubicBezTo>
                  <a:cubicBezTo>
                    <a:pt x="502" y="1043"/>
                    <a:pt x="498" y="1044"/>
                    <a:pt x="493" y="1045"/>
                  </a:cubicBezTo>
                  <a:cubicBezTo>
                    <a:pt x="491" y="1045"/>
                    <a:pt x="489" y="1046"/>
                    <a:pt x="487" y="1046"/>
                  </a:cubicBezTo>
                  <a:cubicBezTo>
                    <a:pt x="486" y="1046"/>
                    <a:pt x="481" y="1047"/>
                    <a:pt x="480" y="1047"/>
                  </a:cubicBezTo>
                  <a:cubicBezTo>
                    <a:pt x="472" y="1048"/>
                    <a:pt x="463" y="1048"/>
                    <a:pt x="454" y="1048"/>
                  </a:cubicBezTo>
                  <a:cubicBezTo>
                    <a:pt x="450" y="1048"/>
                    <a:pt x="445" y="1048"/>
                    <a:pt x="441" y="1048"/>
                  </a:cubicBezTo>
                  <a:cubicBezTo>
                    <a:pt x="439" y="1048"/>
                    <a:pt x="437" y="1048"/>
                    <a:pt x="434" y="1048"/>
                  </a:cubicBezTo>
                  <a:cubicBezTo>
                    <a:pt x="434" y="1047"/>
                    <a:pt x="429" y="1047"/>
                    <a:pt x="428" y="1047"/>
                  </a:cubicBezTo>
                  <a:cubicBezTo>
                    <a:pt x="424" y="1046"/>
                    <a:pt x="419" y="1045"/>
                    <a:pt x="415" y="1044"/>
                  </a:cubicBezTo>
                  <a:cubicBezTo>
                    <a:pt x="440" y="1038"/>
                    <a:pt x="464" y="1028"/>
                    <a:pt x="486" y="1016"/>
                  </a:cubicBezTo>
                  <a:cubicBezTo>
                    <a:pt x="567" y="971"/>
                    <a:pt x="633" y="896"/>
                    <a:pt x="676" y="815"/>
                  </a:cubicBezTo>
                  <a:cubicBezTo>
                    <a:pt x="716" y="739"/>
                    <a:pt x="742" y="650"/>
                    <a:pt x="729" y="563"/>
                  </a:cubicBezTo>
                  <a:cubicBezTo>
                    <a:pt x="717" y="494"/>
                    <a:pt x="671" y="435"/>
                    <a:pt x="606" y="407"/>
                  </a:cubicBezTo>
                  <a:cubicBezTo>
                    <a:pt x="566" y="390"/>
                    <a:pt x="524" y="383"/>
                    <a:pt x="481" y="382"/>
                  </a:cubicBezTo>
                  <a:cubicBezTo>
                    <a:pt x="456" y="381"/>
                    <a:pt x="431" y="384"/>
                    <a:pt x="406" y="385"/>
                  </a:cubicBezTo>
                  <a:cubicBezTo>
                    <a:pt x="393" y="385"/>
                    <a:pt x="381" y="385"/>
                    <a:pt x="369" y="384"/>
                  </a:cubicBezTo>
                  <a:cubicBezTo>
                    <a:pt x="363" y="384"/>
                    <a:pt x="358" y="384"/>
                    <a:pt x="352" y="383"/>
                  </a:cubicBezTo>
                  <a:cubicBezTo>
                    <a:pt x="349" y="383"/>
                    <a:pt x="346" y="383"/>
                    <a:pt x="344" y="382"/>
                  </a:cubicBezTo>
                  <a:cubicBezTo>
                    <a:pt x="339" y="382"/>
                    <a:pt x="340" y="382"/>
                    <a:pt x="337" y="381"/>
                  </a:cubicBezTo>
                  <a:cubicBezTo>
                    <a:pt x="316" y="378"/>
                    <a:pt x="296" y="374"/>
                    <a:pt x="277" y="367"/>
                  </a:cubicBezTo>
                  <a:cubicBezTo>
                    <a:pt x="272" y="366"/>
                    <a:pt x="268" y="364"/>
                    <a:pt x="264" y="363"/>
                  </a:cubicBezTo>
                  <a:cubicBezTo>
                    <a:pt x="262" y="362"/>
                    <a:pt x="260" y="361"/>
                    <a:pt x="258" y="360"/>
                  </a:cubicBezTo>
                  <a:cubicBezTo>
                    <a:pt x="257" y="360"/>
                    <a:pt x="257" y="360"/>
                    <a:pt x="256" y="360"/>
                  </a:cubicBezTo>
                  <a:cubicBezTo>
                    <a:pt x="256" y="360"/>
                    <a:pt x="256" y="360"/>
                    <a:pt x="256" y="359"/>
                  </a:cubicBezTo>
                  <a:cubicBezTo>
                    <a:pt x="248" y="356"/>
                    <a:pt x="240" y="352"/>
                    <a:pt x="232" y="348"/>
                  </a:cubicBezTo>
                  <a:cubicBezTo>
                    <a:pt x="225" y="344"/>
                    <a:pt x="219" y="340"/>
                    <a:pt x="212" y="336"/>
                  </a:cubicBezTo>
                  <a:cubicBezTo>
                    <a:pt x="209" y="334"/>
                    <a:pt x="206" y="332"/>
                    <a:pt x="203" y="330"/>
                  </a:cubicBezTo>
                  <a:cubicBezTo>
                    <a:pt x="202" y="329"/>
                    <a:pt x="197" y="325"/>
                    <a:pt x="196" y="325"/>
                  </a:cubicBezTo>
                  <a:cubicBezTo>
                    <a:pt x="186" y="317"/>
                    <a:pt x="177" y="309"/>
                    <a:pt x="169" y="300"/>
                  </a:cubicBezTo>
                  <a:cubicBezTo>
                    <a:pt x="163" y="295"/>
                    <a:pt x="158" y="289"/>
                    <a:pt x="154" y="283"/>
                  </a:cubicBezTo>
                  <a:cubicBezTo>
                    <a:pt x="153" y="282"/>
                    <a:pt x="149" y="277"/>
                    <a:pt x="149" y="276"/>
                  </a:cubicBezTo>
                  <a:cubicBezTo>
                    <a:pt x="148" y="275"/>
                    <a:pt x="147" y="274"/>
                    <a:pt x="146" y="273"/>
                  </a:cubicBezTo>
                  <a:cubicBezTo>
                    <a:pt x="145" y="269"/>
                    <a:pt x="142" y="265"/>
                    <a:pt x="139" y="262"/>
                  </a:cubicBezTo>
                  <a:cubicBezTo>
                    <a:pt x="138" y="262"/>
                    <a:pt x="138" y="261"/>
                    <a:pt x="137" y="261"/>
                  </a:cubicBezTo>
                  <a:cubicBezTo>
                    <a:pt x="137" y="260"/>
                    <a:pt x="136" y="259"/>
                    <a:pt x="135" y="258"/>
                  </a:cubicBezTo>
                  <a:cubicBezTo>
                    <a:pt x="134" y="257"/>
                    <a:pt x="133" y="255"/>
                    <a:pt x="132" y="254"/>
                  </a:cubicBezTo>
                  <a:cubicBezTo>
                    <a:pt x="131" y="251"/>
                    <a:pt x="129" y="249"/>
                    <a:pt x="128" y="246"/>
                  </a:cubicBezTo>
                  <a:cubicBezTo>
                    <a:pt x="128" y="245"/>
                    <a:pt x="127" y="244"/>
                    <a:pt x="127" y="243"/>
                  </a:cubicBezTo>
                  <a:cubicBezTo>
                    <a:pt x="126" y="242"/>
                    <a:pt x="126" y="242"/>
                    <a:pt x="126" y="241"/>
                  </a:cubicBezTo>
                  <a:cubicBezTo>
                    <a:pt x="125" y="238"/>
                    <a:pt x="124" y="236"/>
                    <a:pt x="124" y="233"/>
                  </a:cubicBezTo>
                  <a:cubicBezTo>
                    <a:pt x="123" y="232"/>
                    <a:pt x="123" y="230"/>
                    <a:pt x="123" y="229"/>
                  </a:cubicBezTo>
                  <a:cubicBezTo>
                    <a:pt x="123" y="227"/>
                    <a:pt x="123" y="224"/>
                    <a:pt x="123" y="221"/>
                  </a:cubicBezTo>
                  <a:cubicBezTo>
                    <a:pt x="123" y="221"/>
                    <a:pt x="123" y="221"/>
                    <a:pt x="123" y="220"/>
                  </a:cubicBezTo>
                  <a:cubicBezTo>
                    <a:pt x="123" y="220"/>
                    <a:pt x="123" y="220"/>
                    <a:pt x="123" y="219"/>
                  </a:cubicBezTo>
                  <a:cubicBezTo>
                    <a:pt x="124" y="217"/>
                    <a:pt x="124" y="215"/>
                    <a:pt x="125" y="213"/>
                  </a:cubicBezTo>
                  <a:cubicBezTo>
                    <a:pt x="125" y="213"/>
                    <a:pt x="126" y="209"/>
                    <a:pt x="126" y="209"/>
                  </a:cubicBezTo>
                  <a:cubicBezTo>
                    <a:pt x="127" y="207"/>
                    <a:pt x="128" y="205"/>
                    <a:pt x="129" y="203"/>
                  </a:cubicBezTo>
                  <a:cubicBezTo>
                    <a:pt x="135" y="192"/>
                    <a:pt x="144" y="184"/>
                    <a:pt x="154" y="176"/>
                  </a:cubicBezTo>
                  <a:cubicBezTo>
                    <a:pt x="169" y="163"/>
                    <a:pt x="187" y="153"/>
                    <a:pt x="204" y="143"/>
                  </a:cubicBezTo>
                  <a:cubicBezTo>
                    <a:pt x="212" y="139"/>
                    <a:pt x="220" y="134"/>
                    <a:pt x="229" y="131"/>
                  </a:cubicBezTo>
                  <a:cubicBezTo>
                    <a:pt x="229" y="130"/>
                    <a:pt x="229" y="130"/>
                    <a:pt x="230" y="130"/>
                  </a:cubicBezTo>
                  <a:cubicBezTo>
                    <a:pt x="230" y="130"/>
                    <a:pt x="230" y="130"/>
                    <a:pt x="231" y="130"/>
                  </a:cubicBezTo>
                  <a:cubicBezTo>
                    <a:pt x="233" y="129"/>
                    <a:pt x="235" y="128"/>
                    <a:pt x="237" y="127"/>
                  </a:cubicBezTo>
                  <a:cubicBezTo>
                    <a:pt x="242" y="126"/>
                    <a:pt x="246" y="124"/>
                    <a:pt x="251" y="123"/>
                  </a:cubicBezTo>
                  <a:cubicBezTo>
                    <a:pt x="255" y="122"/>
                    <a:pt x="258" y="121"/>
                    <a:pt x="262" y="120"/>
                  </a:cubicBezTo>
                  <a:cubicBezTo>
                    <a:pt x="263" y="120"/>
                    <a:pt x="264" y="120"/>
                    <a:pt x="265" y="119"/>
                  </a:cubicBezTo>
                  <a:cubicBezTo>
                    <a:pt x="265" y="119"/>
                    <a:pt x="268" y="119"/>
                    <a:pt x="269" y="119"/>
                  </a:cubicBezTo>
                  <a:cubicBezTo>
                    <a:pt x="273" y="119"/>
                    <a:pt x="276" y="119"/>
                    <a:pt x="280" y="119"/>
                  </a:cubicBezTo>
                  <a:cubicBezTo>
                    <a:pt x="281" y="119"/>
                    <a:pt x="283" y="119"/>
                    <a:pt x="285" y="119"/>
                  </a:cubicBezTo>
                  <a:cubicBezTo>
                    <a:pt x="285" y="119"/>
                    <a:pt x="286" y="119"/>
                    <a:pt x="287" y="119"/>
                  </a:cubicBezTo>
                  <a:cubicBezTo>
                    <a:pt x="289" y="120"/>
                    <a:pt x="292" y="121"/>
                    <a:pt x="294" y="122"/>
                  </a:cubicBezTo>
                  <a:cubicBezTo>
                    <a:pt x="291" y="120"/>
                    <a:pt x="298" y="124"/>
                    <a:pt x="300" y="125"/>
                  </a:cubicBezTo>
                  <a:cubicBezTo>
                    <a:pt x="300" y="125"/>
                    <a:pt x="300" y="125"/>
                    <a:pt x="300" y="125"/>
                  </a:cubicBezTo>
                  <a:cubicBezTo>
                    <a:pt x="302" y="126"/>
                    <a:pt x="303" y="127"/>
                    <a:pt x="304" y="128"/>
                  </a:cubicBezTo>
                  <a:cubicBezTo>
                    <a:pt x="305" y="129"/>
                    <a:pt x="306" y="130"/>
                    <a:pt x="306" y="131"/>
                  </a:cubicBezTo>
                  <a:cubicBezTo>
                    <a:pt x="304" y="129"/>
                    <a:pt x="308" y="134"/>
                    <a:pt x="309" y="135"/>
                  </a:cubicBezTo>
                  <a:cubicBezTo>
                    <a:pt x="310" y="136"/>
                    <a:pt x="311" y="138"/>
                    <a:pt x="311" y="140"/>
                  </a:cubicBezTo>
                  <a:cubicBezTo>
                    <a:pt x="312" y="140"/>
                    <a:pt x="313" y="143"/>
                    <a:pt x="313" y="143"/>
                  </a:cubicBezTo>
                  <a:cubicBezTo>
                    <a:pt x="314" y="147"/>
                    <a:pt x="315" y="150"/>
                    <a:pt x="316" y="154"/>
                  </a:cubicBezTo>
                  <a:cubicBezTo>
                    <a:pt x="320" y="166"/>
                    <a:pt x="320" y="172"/>
                    <a:pt x="320" y="185"/>
                  </a:cubicBezTo>
                  <a:cubicBezTo>
                    <a:pt x="321" y="202"/>
                    <a:pt x="335" y="211"/>
                    <a:pt x="351" y="208"/>
                  </a:cubicBezTo>
                  <a:cubicBezTo>
                    <a:pt x="381" y="203"/>
                    <a:pt x="412" y="201"/>
                    <a:pt x="443" y="200"/>
                  </a:cubicBezTo>
                  <a:cubicBezTo>
                    <a:pt x="451" y="200"/>
                    <a:pt x="460" y="201"/>
                    <a:pt x="467" y="196"/>
                  </a:cubicBezTo>
                  <a:cubicBezTo>
                    <a:pt x="469" y="195"/>
                    <a:pt x="471" y="194"/>
                    <a:pt x="473" y="193"/>
                  </a:cubicBezTo>
                  <a:cubicBezTo>
                    <a:pt x="530" y="154"/>
                    <a:pt x="530" y="154"/>
                    <a:pt x="530" y="154"/>
                  </a:cubicBezTo>
                  <a:cubicBezTo>
                    <a:pt x="576" y="123"/>
                    <a:pt x="622" y="92"/>
                    <a:pt x="668" y="61"/>
                  </a:cubicBezTo>
                  <a:cubicBezTo>
                    <a:pt x="671" y="59"/>
                    <a:pt x="674" y="57"/>
                    <a:pt x="678" y="55"/>
                  </a:cubicBezTo>
                  <a:cubicBezTo>
                    <a:pt x="679" y="54"/>
                    <a:pt x="680" y="53"/>
                    <a:pt x="681" y="52"/>
                  </a:cubicBezTo>
                  <a:cubicBezTo>
                    <a:pt x="680" y="53"/>
                    <a:pt x="684" y="52"/>
                    <a:pt x="686" y="51"/>
                  </a:cubicBezTo>
                  <a:cubicBezTo>
                    <a:pt x="687" y="51"/>
                    <a:pt x="689" y="51"/>
                    <a:pt x="689" y="51"/>
                  </a:cubicBezTo>
                  <a:cubicBezTo>
                    <a:pt x="690" y="51"/>
                    <a:pt x="693" y="51"/>
                    <a:pt x="693" y="51"/>
                  </a:cubicBezTo>
                  <a:cubicBezTo>
                    <a:pt x="710" y="55"/>
                    <a:pt x="726" y="70"/>
                    <a:pt x="734" y="85"/>
                  </a:cubicBezTo>
                  <a:cubicBezTo>
                    <a:pt x="734" y="85"/>
                    <a:pt x="734" y="85"/>
                    <a:pt x="733" y="85"/>
                  </a:cubicBezTo>
                  <a:cubicBezTo>
                    <a:pt x="733" y="85"/>
                    <a:pt x="733" y="85"/>
                    <a:pt x="733" y="85"/>
                  </a:cubicBezTo>
                  <a:cubicBezTo>
                    <a:pt x="729" y="92"/>
                    <a:pt x="727" y="102"/>
                    <a:pt x="732" y="110"/>
                  </a:cubicBezTo>
                  <a:cubicBezTo>
                    <a:pt x="739" y="121"/>
                    <a:pt x="754" y="126"/>
                    <a:pt x="765" y="119"/>
                  </a:cubicBezTo>
                  <a:cubicBezTo>
                    <a:pt x="790" y="103"/>
                    <a:pt x="817" y="89"/>
                    <a:pt x="846" y="80"/>
                  </a:cubicBezTo>
                  <a:cubicBezTo>
                    <a:pt x="846" y="80"/>
                    <a:pt x="848" y="79"/>
                    <a:pt x="849" y="79"/>
                  </a:cubicBezTo>
                  <a:cubicBezTo>
                    <a:pt x="850" y="79"/>
                    <a:pt x="851" y="79"/>
                    <a:pt x="852" y="79"/>
                  </a:cubicBezTo>
                  <a:cubicBezTo>
                    <a:pt x="851" y="79"/>
                    <a:pt x="856" y="80"/>
                    <a:pt x="857" y="81"/>
                  </a:cubicBezTo>
                  <a:cubicBezTo>
                    <a:pt x="858" y="81"/>
                    <a:pt x="859" y="81"/>
                    <a:pt x="860" y="82"/>
                  </a:cubicBezTo>
                  <a:cubicBezTo>
                    <a:pt x="860" y="82"/>
                    <a:pt x="861" y="82"/>
                    <a:pt x="861" y="82"/>
                  </a:cubicBezTo>
                  <a:cubicBezTo>
                    <a:pt x="863" y="83"/>
                    <a:pt x="866" y="85"/>
                    <a:pt x="868" y="86"/>
                  </a:cubicBezTo>
                  <a:cubicBezTo>
                    <a:pt x="869" y="87"/>
                    <a:pt x="870" y="88"/>
                    <a:pt x="872" y="88"/>
                  </a:cubicBezTo>
                  <a:cubicBezTo>
                    <a:pt x="872" y="89"/>
                    <a:pt x="872" y="89"/>
                    <a:pt x="872" y="89"/>
                  </a:cubicBezTo>
                  <a:cubicBezTo>
                    <a:pt x="874" y="91"/>
                    <a:pt x="876" y="93"/>
                    <a:pt x="878" y="95"/>
                  </a:cubicBezTo>
                  <a:cubicBezTo>
                    <a:pt x="879" y="95"/>
                    <a:pt x="882" y="99"/>
                    <a:pt x="882" y="99"/>
                  </a:cubicBezTo>
                  <a:cubicBezTo>
                    <a:pt x="884" y="101"/>
                    <a:pt x="885" y="103"/>
                    <a:pt x="887" y="106"/>
                  </a:cubicBezTo>
                  <a:cubicBezTo>
                    <a:pt x="887" y="106"/>
                    <a:pt x="890" y="112"/>
                    <a:pt x="890" y="111"/>
                  </a:cubicBezTo>
                  <a:cubicBezTo>
                    <a:pt x="890" y="113"/>
                    <a:pt x="891" y="115"/>
                    <a:pt x="891" y="117"/>
                  </a:cubicBezTo>
                  <a:cubicBezTo>
                    <a:pt x="892" y="118"/>
                    <a:pt x="892" y="119"/>
                    <a:pt x="892" y="120"/>
                  </a:cubicBezTo>
                  <a:cubicBezTo>
                    <a:pt x="892" y="120"/>
                    <a:pt x="892" y="121"/>
                    <a:pt x="892" y="121"/>
                  </a:cubicBezTo>
                  <a:cubicBezTo>
                    <a:pt x="892" y="122"/>
                    <a:pt x="892" y="125"/>
                    <a:pt x="892" y="126"/>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4" name="Group 3"/>
          <p:cNvGrpSpPr/>
          <p:nvPr/>
        </p:nvGrpSpPr>
        <p:grpSpPr>
          <a:xfrm>
            <a:off x="7052039" y="3317528"/>
            <a:ext cx="842696" cy="842694"/>
            <a:chOff x="7052039" y="3317528"/>
            <a:chExt cx="842696" cy="842694"/>
          </a:xfrm>
        </p:grpSpPr>
        <p:sp>
          <p:nvSpPr>
            <p:cNvPr id="31" name="Freeform 30"/>
            <p:cNvSpPr/>
            <p:nvPr/>
          </p:nvSpPr>
          <p:spPr>
            <a:xfrm>
              <a:off x="7052039" y="3317528"/>
              <a:ext cx="842696" cy="84269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w="38100" cmpd="sng">
              <a:solidFill>
                <a:srgbClr val="FFFFFF"/>
              </a:solidFill>
              <a:prstDash val="soli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2400" kern="1200" dirty="0">
                <a:solidFill>
                  <a:schemeClr val="bg1"/>
                </a:solidFill>
                <a:latin typeface="FontAwesome" pitchFamily="2" charset="0"/>
              </a:endParaRPr>
            </a:p>
          </p:txBody>
        </p:sp>
        <p:grpSp>
          <p:nvGrpSpPr>
            <p:cNvPr id="14" name="Group 13"/>
            <p:cNvGrpSpPr/>
            <p:nvPr/>
          </p:nvGrpSpPr>
          <p:grpSpPr>
            <a:xfrm>
              <a:off x="7282137" y="3545133"/>
              <a:ext cx="382500" cy="387484"/>
              <a:chOff x="7985126" y="3973513"/>
              <a:chExt cx="2314575" cy="2344738"/>
            </a:xfrm>
            <a:solidFill>
              <a:schemeClr val="bg1"/>
            </a:solidFill>
          </p:grpSpPr>
          <p:sp>
            <p:nvSpPr>
              <p:cNvPr id="15" name="Freeform 20"/>
              <p:cNvSpPr>
                <a:spLocks noEditPoints="1"/>
              </p:cNvSpPr>
              <p:nvPr/>
            </p:nvSpPr>
            <p:spPr bwMode="auto">
              <a:xfrm>
                <a:off x="7985126" y="3973513"/>
                <a:ext cx="2314575" cy="2344738"/>
              </a:xfrm>
              <a:custGeom>
                <a:avLst/>
                <a:gdLst>
                  <a:gd name="T0" fmla="*/ 861 w 934"/>
                  <a:gd name="T1" fmla="*/ 550 h 947"/>
                  <a:gd name="T2" fmla="*/ 813 w 934"/>
                  <a:gd name="T3" fmla="*/ 503 h 947"/>
                  <a:gd name="T4" fmla="*/ 602 w 934"/>
                  <a:gd name="T5" fmla="*/ 291 h 947"/>
                  <a:gd name="T6" fmla="*/ 410 w 934"/>
                  <a:gd name="T7" fmla="*/ 100 h 947"/>
                  <a:gd name="T8" fmla="*/ 347 w 934"/>
                  <a:gd name="T9" fmla="*/ 45 h 947"/>
                  <a:gd name="T10" fmla="*/ 114 w 934"/>
                  <a:gd name="T11" fmla="*/ 43 h 947"/>
                  <a:gd name="T12" fmla="*/ 8 w 934"/>
                  <a:gd name="T13" fmla="*/ 210 h 947"/>
                  <a:gd name="T14" fmla="*/ 72 w 934"/>
                  <a:gd name="T15" fmla="*/ 392 h 947"/>
                  <a:gd name="T16" fmla="*/ 424 w 934"/>
                  <a:gd name="T17" fmla="*/ 744 h 947"/>
                  <a:gd name="T18" fmla="*/ 549 w 934"/>
                  <a:gd name="T19" fmla="*/ 868 h 947"/>
                  <a:gd name="T20" fmla="*/ 777 w 934"/>
                  <a:gd name="T21" fmla="*/ 920 h 947"/>
                  <a:gd name="T22" fmla="*/ 926 w 934"/>
                  <a:gd name="T23" fmla="*/ 733 h 947"/>
                  <a:gd name="T24" fmla="*/ 861 w 934"/>
                  <a:gd name="T25" fmla="*/ 550 h 947"/>
                  <a:gd name="T26" fmla="*/ 146 w 934"/>
                  <a:gd name="T27" fmla="*/ 408 h 947"/>
                  <a:gd name="T28" fmla="*/ 101 w 934"/>
                  <a:gd name="T29" fmla="*/ 363 h 947"/>
                  <a:gd name="T30" fmla="*/ 49 w 934"/>
                  <a:gd name="T31" fmla="*/ 264 h 947"/>
                  <a:gd name="T32" fmla="*/ 48 w 934"/>
                  <a:gd name="T33" fmla="*/ 210 h 947"/>
                  <a:gd name="T34" fmla="*/ 63 w 934"/>
                  <a:gd name="T35" fmla="*/ 160 h 947"/>
                  <a:gd name="T36" fmla="*/ 139 w 934"/>
                  <a:gd name="T37" fmla="*/ 76 h 947"/>
                  <a:gd name="T38" fmla="*/ 244 w 934"/>
                  <a:gd name="T39" fmla="*/ 52 h 947"/>
                  <a:gd name="T40" fmla="*/ 298 w 934"/>
                  <a:gd name="T41" fmla="*/ 65 h 947"/>
                  <a:gd name="T42" fmla="*/ 344 w 934"/>
                  <a:gd name="T43" fmla="*/ 92 h 947"/>
                  <a:gd name="T44" fmla="*/ 365 w 934"/>
                  <a:gd name="T45" fmla="*/ 112 h 947"/>
                  <a:gd name="T46" fmla="*/ 426 w 934"/>
                  <a:gd name="T47" fmla="*/ 172 h 947"/>
                  <a:gd name="T48" fmla="*/ 582 w 934"/>
                  <a:gd name="T49" fmla="*/ 328 h 947"/>
                  <a:gd name="T50" fmla="*/ 430 w 934"/>
                  <a:gd name="T51" fmla="*/ 480 h 947"/>
                  <a:gd name="T52" fmla="*/ 324 w 934"/>
                  <a:gd name="T53" fmla="*/ 586 h 947"/>
                  <a:gd name="T54" fmla="*/ 146 w 934"/>
                  <a:gd name="T55" fmla="*/ 408 h 947"/>
                  <a:gd name="T56" fmla="*/ 876 w 934"/>
                  <a:gd name="T57" fmla="*/ 771 h 947"/>
                  <a:gd name="T58" fmla="*/ 810 w 934"/>
                  <a:gd name="T59" fmla="*/ 858 h 947"/>
                  <a:gd name="T60" fmla="*/ 602 w 934"/>
                  <a:gd name="T61" fmla="*/ 860 h 947"/>
                  <a:gd name="T62" fmla="*/ 550 w 934"/>
                  <a:gd name="T63" fmla="*/ 812 h 947"/>
                  <a:gd name="T64" fmla="*/ 355 w 934"/>
                  <a:gd name="T65" fmla="*/ 618 h 947"/>
                  <a:gd name="T66" fmla="*/ 352 w 934"/>
                  <a:gd name="T67" fmla="*/ 615 h 947"/>
                  <a:gd name="T68" fmla="*/ 504 w 934"/>
                  <a:gd name="T69" fmla="*/ 463 h 947"/>
                  <a:gd name="T70" fmla="*/ 610 w 934"/>
                  <a:gd name="T71" fmla="*/ 357 h 947"/>
                  <a:gd name="T72" fmla="*/ 646 w 934"/>
                  <a:gd name="T73" fmla="*/ 393 h 947"/>
                  <a:gd name="T74" fmla="*/ 821 w 934"/>
                  <a:gd name="T75" fmla="*/ 568 h 947"/>
                  <a:gd name="T76" fmla="*/ 833 w 934"/>
                  <a:gd name="T77" fmla="*/ 580 h 947"/>
                  <a:gd name="T78" fmla="*/ 881 w 934"/>
                  <a:gd name="T79" fmla="*/ 663 h 947"/>
                  <a:gd name="T80" fmla="*/ 876 w 934"/>
                  <a:gd name="T81" fmla="*/ 771 h 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4" h="947">
                    <a:moveTo>
                      <a:pt x="861" y="550"/>
                    </a:moveTo>
                    <a:cubicBezTo>
                      <a:pt x="845" y="534"/>
                      <a:pt x="829" y="518"/>
                      <a:pt x="813" y="503"/>
                    </a:cubicBezTo>
                    <a:cubicBezTo>
                      <a:pt x="743" y="432"/>
                      <a:pt x="672" y="361"/>
                      <a:pt x="602" y="291"/>
                    </a:cubicBezTo>
                    <a:cubicBezTo>
                      <a:pt x="410" y="100"/>
                      <a:pt x="410" y="100"/>
                      <a:pt x="410" y="100"/>
                    </a:cubicBezTo>
                    <a:cubicBezTo>
                      <a:pt x="390" y="80"/>
                      <a:pt x="371" y="60"/>
                      <a:pt x="347" y="45"/>
                    </a:cubicBezTo>
                    <a:cubicBezTo>
                      <a:pt x="277" y="0"/>
                      <a:pt x="185" y="1"/>
                      <a:pt x="114" y="43"/>
                    </a:cubicBezTo>
                    <a:cubicBezTo>
                      <a:pt x="54" y="79"/>
                      <a:pt x="17" y="141"/>
                      <a:pt x="8" y="210"/>
                    </a:cubicBezTo>
                    <a:cubicBezTo>
                      <a:pt x="0" y="276"/>
                      <a:pt x="25" y="344"/>
                      <a:pt x="72" y="392"/>
                    </a:cubicBezTo>
                    <a:cubicBezTo>
                      <a:pt x="424" y="744"/>
                      <a:pt x="424" y="744"/>
                      <a:pt x="424" y="744"/>
                    </a:cubicBezTo>
                    <a:cubicBezTo>
                      <a:pt x="466" y="786"/>
                      <a:pt x="507" y="827"/>
                      <a:pt x="549" y="868"/>
                    </a:cubicBezTo>
                    <a:cubicBezTo>
                      <a:pt x="608" y="927"/>
                      <a:pt x="698" y="947"/>
                      <a:pt x="777" y="920"/>
                    </a:cubicBezTo>
                    <a:cubicBezTo>
                      <a:pt x="859" y="892"/>
                      <a:pt x="915" y="818"/>
                      <a:pt x="926" y="733"/>
                    </a:cubicBezTo>
                    <a:cubicBezTo>
                      <a:pt x="934" y="666"/>
                      <a:pt x="908" y="598"/>
                      <a:pt x="861" y="550"/>
                    </a:cubicBezTo>
                    <a:close/>
                    <a:moveTo>
                      <a:pt x="146" y="408"/>
                    </a:moveTo>
                    <a:cubicBezTo>
                      <a:pt x="131" y="393"/>
                      <a:pt x="116" y="378"/>
                      <a:pt x="101" y="363"/>
                    </a:cubicBezTo>
                    <a:cubicBezTo>
                      <a:pt x="73" y="335"/>
                      <a:pt x="56" y="302"/>
                      <a:pt x="49" y="264"/>
                    </a:cubicBezTo>
                    <a:cubicBezTo>
                      <a:pt x="47" y="249"/>
                      <a:pt x="46" y="228"/>
                      <a:pt x="48" y="210"/>
                    </a:cubicBezTo>
                    <a:cubicBezTo>
                      <a:pt x="50" y="196"/>
                      <a:pt x="56" y="174"/>
                      <a:pt x="63" y="160"/>
                    </a:cubicBezTo>
                    <a:cubicBezTo>
                      <a:pt x="79" y="124"/>
                      <a:pt x="105" y="95"/>
                      <a:pt x="139" y="76"/>
                    </a:cubicBezTo>
                    <a:cubicBezTo>
                      <a:pt x="171" y="57"/>
                      <a:pt x="207" y="50"/>
                      <a:pt x="244" y="52"/>
                    </a:cubicBezTo>
                    <a:cubicBezTo>
                      <a:pt x="261" y="53"/>
                      <a:pt x="280" y="58"/>
                      <a:pt x="298" y="65"/>
                    </a:cubicBezTo>
                    <a:cubicBezTo>
                      <a:pt x="312" y="70"/>
                      <a:pt x="331" y="81"/>
                      <a:pt x="344" y="92"/>
                    </a:cubicBezTo>
                    <a:cubicBezTo>
                      <a:pt x="352" y="98"/>
                      <a:pt x="358" y="105"/>
                      <a:pt x="365" y="112"/>
                    </a:cubicBezTo>
                    <a:cubicBezTo>
                      <a:pt x="385" y="132"/>
                      <a:pt x="406" y="152"/>
                      <a:pt x="426" y="172"/>
                    </a:cubicBezTo>
                    <a:cubicBezTo>
                      <a:pt x="478" y="224"/>
                      <a:pt x="530" y="276"/>
                      <a:pt x="582" y="328"/>
                    </a:cubicBezTo>
                    <a:cubicBezTo>
                      <a:pt x="430" y="480"/>
                      <a:pt x="430" y="480"/>
                      <a:pt x="430" y="480"/>
                    </a:cubicBezTo>
                    <a:cubicBezTo>
                      <a:pt x="395" y="515"/>
                      <a:pt x="359" y="551"/>
                      <a:pt x="324" y="586"/>
                    </a:cubicBezTo>
                    <a:cubicBezTo>
                      <a:pt x="264" y="527"/>
                      <a:pt x="205" y="467"/>
                      <a:pt x="146" y="408"/>
                    </a:cubicBezTo>
                    <a:close/>
                    <a:moveTo>
                      <a:pt x="876" y="771"/>
                    </a:moveTo>
                    <a:cubicBezTo>
                      <a:pt x="865" y="805"/>
                      <a:pt x="840" y="837"/>
                      <a:pt x="810" y="858"/>
                    </a:cubicBezTo>
                    <a:cubicBezTo>
                      <a:pt x="747" y="902"/>
                      <a:pt x="665" y="902"/>
                      <a:pt x="602" y="860"/>
                    </a:cubicBezTo>
                    <a:cubicBezTo>
                      <a:pt x="583" y="847"/>
                      <a:pt x="566" y="829"/>
                      <a:pt x="550" y="812"/>
                    </a:cubicBezTo>
                    <a:cubicBezTo>
                      <a:pt x="485" y="747"/>
                      <a:pt x="420" y="683"/>
                      <a:pt x="355" y="618"/>
                    </a:cubicBezTo>
                    <a:cubicBezTo>
                      <a:pt x="352" y="615"/>
                      <a:pt x="352" y="615"/>
                      <a:pt x="352" y="615"/>
                    </a:cubicBezTo>
                    <a:cubicBezTo>
                      <a:pt x="504" y="463"/>
                      <a:pt x="504" y="463"/>
                      <a:pt x="504" y="463"/>
                    </a:cubicBezTo>
                    <a:cubicBezTo>
                      <a:pt x="539" y="428"/>
                      <a:pt x="575" y="392"/>
                      <a:pt x="610" y="357"/>
                    </a:cubicBezTo>
                    <a:cubicBezTo>
                      <a:pt x="622" y="369"/>
                      <a:pt x="634" y="381"/>
                      <a:pt x="646" y="393"/>
                    </a:cubicBezTo>
                    <a:cubicBezTo>
                      <a:pt x="705" y="451"/>
                      <a:pt x="763" y="510"/>
                      <a:pt x="821" y="568"/>
                    </a:cubicBezTo>
                    <a:cubicBezTo>
                      <a:pt x="825" y="572"/>
                      <a:pt x="829" y="576"/>
                      <a:pt x="833" y="580"/>
                    </a:cubicBezTo>
                    <a:cubicBezTo>
                      <a:pt x="857" y="603"/>
                      <a:pt x="873" y="632"/>
                      <a:pt x="881" y="663"/>
                    </a:cubicBezTo>
                    <a:cubicBezTo>
                      <a:pt x="891" y="699"/>
                      <a:pt x="889" y="735"/>
                      <a:pt x="876" y="771"/>
                    </a:cubicBezTo>
                    <a:close/>
                  </a:path>
                </a:pathLst>
              </a:custGeom>
              <a:grpFill/>
              <a:ln>
                <a:noFill/>
              </a:ln>
            </p:spPr>
            <p:txBody>
              <a:bodyPr vert="horz" wrap="square" lIns="91440" tIns="45720" rIns="91440" bIns="45720" numCol="1" anchor="t" anchorCtr="0" compatLnSpc="1"/>
              <a:lstStyle/>
              <a:p>
                <a:endParaRPr lang="en-US"/>
              </a:p>
            </p:txBody>
          </p:sp>
          <p:sp>
            <p:nvSpPr>
              <p:cNvPr id="16" name="Freeform 21"/>
              <p:cNvSpPr/>
              <p:nvPr/>
            </p:nvSpPr>
            <p:spPr bwMode="auto">
              <a:xfrm>
                <a:off x="8280401" y="4233863"/>
                <a:ext cx="839788" cy="490538"/>
              </a:xfrm>
              <a:custGeom>
                <a:avLst/>
                <a:gdLst>
                  <a:gd name="T0" fmla="*/ 321 w 339"/>
                  <a:gd name="T1" fmla="*/ 151 h 198"/>
                  <a:gd name="T2" fmla="*/ 232 w 339"/>
                  <a:gd name="T3" fmla="*/ 62 h 198"/>
                  <a:gd name="T4" fmla="*/ 182 w 339"/>
                  <a:gd name="T5" fmla="*/ 21 h 198"/>
                  <a:gd name="T6" fmla="*/ 58 w 339"/>
                  <a:gd name="T7" fmla="*/ 18 h 198"/>
                  <a:gd name="T8" fmla="*/ 18 w 339"/>
                  <a:gd name="T9" fmla="*/ 45 h 198"/>
                  <a:gd name="T10" fmla="*/ 47 w 339"/>
                  <a:gd name="T11" fmla="*/ 74 h 198"/>
                  <a:gd name="T12" fmla="*/ 144 w 339"/>
                  <a:gd name="T13" fmla="*/ 49 h 198"/>
                  <a:gd name="T14" fmla="*/ 197 w 339"/>
                  <a:gd name="T15" fmla="*/ 85 h 198"/>
                  <a:gd name="T16" fmla="*/ 291 w 339"/>
                  <a:gd name="T17" fmla="*/ 179 h 198"/>
                  <a:gd name="T18" fmla="*/ 292 w 339"/>
                  <a:gd name="T19" fmla="*/ 180 h 198"/>
                  <a:gd name="T20" fmla="*/ 321 w 339"/>
                  <a:gd name="T21" fmla="*/ 15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9" h="198">
                    <a:moveTo>
                      <a:pt x="321" y="151"/>
                    </a:moveTo>
                    <a:cubicBezTo>
                      <a:pt x="291" y="122"/>
                      <a:pt x="261" y="92"/>
                      <a:pt x="232" y="62"/>
                    </a:cubicBezTo>
                    <a:cubicBezTo>
                      <a:pt x="216" y="47"/>
                      <a:pt x="201" y="31"/>
                      <a:pt x="182" y="21"/>
                    </a:cubicBezTo>
                    <a:cubicBezTo>
                      <a:pt x="143" y="0"/>
                      <a:pt x="98" y="0"/>
                      <a:pt x="58" y="18"/>
                    </a:cubicBezTo>
                    <a:cubicBezTo>
                      <a:pt x="43" y="24"/>
                      <a:pt x="30" y="34"/>
                      <a:pt x="18" y="45"/>
                    </a:cubicBezTo>
                    <a:cubicBezTo>
                      <a:pt x="0" y="64"/>
                      <a:pt x="28" y="92"/>
                      <a:pt x="47" y="74"/>
                    </a:cubicBezTo>
                    <a:cubicBezTo>
                      <a:pt x="74" y="48"/>
                      <a:pt x="110" y="39"/>
                      <a:pt x="144" y="49"/>
                    </a:cubicBezTo>
                    <a:cubicBezTo>
                      <a:pt x="166" y="55"/>
                      <a:pt x="181" y="69"/>
                      <a:pt x="197" y="85"/>
                    </a:cubicBezTo>
                    <a:cubicBezTo>
                      <a:pt x="229" y="116"/>
                      <a:pt x="260" y="148"/>
                      <a:pt x="291" y="179"/>
                    </a:cubicBezTo>
                    <a:cubicBezTo>
                      <a:pt x="292" y="180"/>
                      <a:pt x="292" y="180"/>
                      <a:pt x="292" y="180"/>
                    </a:cubicBezTo>
                    <a:cubicBezTo>
                      <a:pt x="311" y="198"/>
                      <a:pt x="339" y="170"/>
                      <a:pt x="321" y="151"/>
                    </a:cubicBezTo>
                    <a:close/>
                  </a:path>
                </a:pathLst>
              </a:custGeom>
              <a:grpFill/>
              <a:ln>
                <a:noFill/>
              </a:ln>
            </p:spPr>
            <p:txBody>
              <a:bodyPr vert="horz" wrap="square" lIns="91440" tIns="45720" rIns="91440" bIns="45720" numCol="1" anchor="t" anchorCtr="0" compatLnSpc="1"/>
              <a:lstStyle/>
              <a:p>
                <a:endParaRPr lang="en-US"/>
              </a:p>
            </p:txBody>
          </p:sp>
        </p:grpSp>
      </p:grpSp>
      <p:grpSp>
        <p:nvGrpSpPr>
          <p:cNvPr id="5" name="Group 4"/>
          <p:cNvGrpSpPr/>
          <p:nvPr/>
        </p:nvGrpSpPr>
        <p:grpSpPr>
          <a:xfrm>
            <a:off x="9770192" y="3317528"/>
            <a:ext cx="842696" cy="842694"/>
            <a:chOff x="9770192" y="3317528"/>
            <a:chExt cx="842696" cy="842694"/>
          </a:xfrm>
        </p:grpSpPr>
        <p:sp>
          <p:nvSpPr>
            <p:cNvPr id="32" name="Freeform 31"/>
            <p:cNvSpPr/>
            <p:nvPr/>
          </p:nvSpPr>
          <p:spPr>
            <a:xfrm>
              <a:off x="9770192" y="3317528"/>
              <a:ext cx="842696" cy="842694"/>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w="38100" cmpd="sng">
              <a:solidFill>
                <a:srgbClr val="FFFFFF"/>
              </a:solidFill>
              <a:prstDash val="soli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2400" kern="1200" dirty="0">
                <a:solidFill>
                  <a:schemeClr val="bg1"/>
                </a:solidFill>
                <a:latin typeface="FontAwesome" pitchFamily="2" charset="0"/>
              </a:endParaRPr>
            </a:p>
          </p:txBody>
        </p:sp>
        <p:grpSp>
          <p:nvGrpSpPr>
            <p:cNvPr id="17" name="Group 16"/>
            <p:cNvGrpSpPr/>
            <p:nvPr/>
          </p:nvGrpSpPr>
          <p:grpSpPr>
            <a:xfrm>
              <a:off x="9942679" y="3600393"/>
              <a:ext cx="497722" cy="276964"/>
              <a:chOff x="6737350" y="6797675"/>
              <a:chExt cx="2516188" cy="1400175"/>
            </a:xfrm>
            <a:solidFill>
              <a:schemeClr val="bg1"/>
            </a:solidFill>
          </p:grpSpPr>
          <p:sp>
            <p:nvSpPr>
              <p:cNvPr id="18" name="Freeform 192"/>
              <p:cNvSpPr/>
              <p:nvPr/>
            </p:nvSpPr>
            <p:spPr bwMode="auto">
              <a:xfrm>
                <a:off x="7707313" y="6797675"/>
                <a:ext cx="317500" cy="112713"/>
              </a:xfrm>
              <a:custGeom>
                <a:avLst/>
                <a:gdLst>
                  <a:gd name="T0" fmla="*/ 29 w 128"/>
                  <a:gd name="T1" fmla="*/ 45 h 46"/>
                  <a:gd name="T2" fmla="*/ 99 w 128"/>
                  <a:gd name="T3" fmla="*/ 46 h 46"/>
                  <a:gd name="T4" fmla="*/ 99 w 128"/>
                  <a:gd name="T5" fmla="*/ 1 h 46"/>
                  <a:gd name="T6" fmla="*/ 29 w 128"/>
                  <a:gd name="T7" fmla="*/ 0 h 46"/>
                  <a:gd name="T8" fmla="*/ 29 w 128"/>
                  <a:gd name="T9" fmla="*/ 45 h 46"/>
                </a:gdLst>
                <a:ahLst/>
                <a:cxnLst>
                  <a:cxn ang="0">
                    <a:pos x="T0" y="T1"/>
                  </a:cxn>
                  <a:cxn ang="0">
                    <a:pos x="T2" y="T3"/>
                  </a:cxn>
                  <a:cxn ang="0">
                    <a:pos x="T4" y="T5"/>
                  </a:cxn>
                  <a:cxn ang="0">
                    <a:pos x="T6" y="T7"/>
                  </a:cxn>
                  <a:cxn ang="0">
                    <a:pos x="T8" y="T9"/>
                  </a:cxn>
                </a:cxnLst>
                <a:rect l="0" t="0" r="r" b="b"/>
                <a:pathLst>
                  <a:path w="128" h="46">
                    <a:moveTo>
                      <a:pt x="29" y="45"/>
                    </a:moveTo>
                    <a:cubicBezTo>
                      <a:pt x="52" y="45"/>
                      <a:pt x="76" y="45"/>
                      <a:pt x="99" y="46"/>
                    </a:cubicBezTo>
                    <a:cubicBezTo>
                      <a:pt x="128" y="46"/>
                      <a:pt x="128" y="1"/>
                      <a:pt x="99" y="1"/>
                    </a:cubicBezTo>
                    <a:cubicBezTo>
                      <a:pt x="76" y="1"/>
                      <a:pt x="52" y="1"/>
                      <a:pt x="29" y="0"/>
                    </a:cubicBezTo>
                    <a:cubicBezTo>
                      <a:pt x="0" y="0"/>
                      <a:pt x="0" y="45"/>
                      <a:pt x="29" y="45"/>
                    </a:cubicBezTo>
                    <a:close/>
                  </a:path>
                </a:pathLst>
              </a:custGeom>
              <a:grpFill/>
              <a:ln>
                <a:noFill/>
              </a:ln>
            </p:spPr>
            <p:txBody>
              <a:bodyPr vert="horz" wrap="square" lIns="91440" tIns="45720" rIns="91440" bIns="45720" numCol="1" anchor="t" anchorCtr="0" compatLnSpc="1"/>
              <a:lstStyle/>
              <a:p>
                <a:endParaRPr lang="en-US"/>
              </a:p>
            </p:txBody>
          </p:sp>
          <p:sp>
            <p:nvSpPr>
              <p:cNvPr id="19" name="Freeform 193"/>
              <p:cNvSpPr>
                <a:spLocks noEditPoints="1"/>
              </p:cNvSpPr>
              <p:nvPr/>
            </p:nvSpPr>
            <p:spPr bwMode="auto">
              <a:xfrm>
                <a:off x="6737350" y="6931025"/>
                <a:ext cx="2516188" cy="1266825"/>
              </a:xfrm>
              <a:custGeom>
                <a:avLst/>
                <a:gdLst>
                  <a:gd name="T0" fmla="*/ 1015 w 1016"/>
                  <a:gd name="T1" fmla="*/ 157 h 511"/>
                  <a:gd name="T2" fmla="*/ 894 w 1016"/>
                  <a:gd name="T3" fmla="*/ 0 h 511"/>
                  <a:gd name="T4" fmla="*/ 254 w 1016"/>
                  <a:gd name="T5" fmla="*/ 34 h 511"/>
                  <a:gd name="T6" fmla="*/ 152 w 1016"/>
                  <a:gd name="T7" fmla="*/ 124 h 511"/>
                  <a:gd name="T8" fmla="*/ 149 w 1016"/>
                  <a:gd name="T9" fmla="*/ 127 h 511"/>
                  <a:gd name="T10" fmla="*/ 47 w 1016"/>
                  <a:gd name="T11" fmla="*/ 211 h 511"/>
                  <a:gd name="T12" fmla="*/ 34 w 1016"/>
                  <a:gd name="T13" fmla="*/ 251 h 511"/>
                  <a:gd name="T14" fmla="*/ 17 w 1016"/>
                  <a:gd name="T15" fmla="*/ 267 h 511"/>
                  <a:gd name="T16" fmla="*/ 1 w 1016"/>
                  <a:gd name="T17" fmla="*/ 351 h 511"/>
                  <a:gd name="T18" fmla="*/ 162 w 1016"/>
                  <a:gd name="T19" fmla="*/ 426 h 511"/>
                  <a:gd name="T20" fmla="*/ 352 w 1016"/>
                  <a:gd name="T21" fmla="*/ 437 h 511"/>
                  <a:gd name="T22" fmla="*/ 689 w 1016"/>
                  <a:gd name="T23" fmla="*/ 426 h 511"/>
                  <a:gd name="T24" fmla="*/ 880 w 1016"/>
                  <a:gd name="T25" fmla="*/ 437 h 511"/>
                  <a:gd name="T26" fmla="*/ 931 w 1016"/>
                  <a:gd name="T27" fmla="*/ 426 h 511"/>
                  <a:gd name="T28" fmla="*/ 1015 w 1016"/>
                  <a:gd name="T29" fmla="*/ 321 h 511"/>
                  <a:gd name="T30" fmla="*/ 203 w 1016"/>
                  <a:gd name="T31" fmla="*/ 404 h 511"/>
                  <a:gd name="T32" fmla="*/ 314 w 1016"/>
                  <a:gd name="T33" fmla="*/ 404 h 511"/>
                  <a:gd name="T34" fmla="*/ 786 w 1016"/>
                  <a:gd name="T35" fmla="*/ 459 h 511"/>
                  <a:gd name="T36" fmla="*/ 786 w 1016"/>
                  <a:gd name="T37" fmla="*/ 349 h 511"/>
                  <a:gd name="T38" fmla="*/ 786 w 1016"/>
                  <a:gd name="T39" fmla="*/ 459 h 511"/>
                  <a:gd name="T40" fmla="*/ 970 w 1016"/>
                  <a:gd name="T41" fmla="*/ 349 h 511"/>
                  <a:gd name="T42" fmla="*/ 967 w 1016"/>
                  <a:gd name="T43" fmla="*/ 360 h 511"/>
                  <a:gd name="T44" fmla="*/ 963 w 1016"/>
                  <a:gd name="T45" fmla="*/ 367 h 511"/>
                  <a:gd name="T46" fmla="*/ 955 w 1016"/>
                  <a:gd name="T47" fmla="*/ 374 h 511"/>
                  <a:gd name="T48" fmla="*/ 948 w 1016"/>
                  <a:gd name="T49" fmla="*/ 378 h 511"/>
                  <a:gd name="T50" fmla="*/ 937 w 1016"/>
                  <a:gd name="T51" fmla="*/ 381 h 511"/>
                  <a:gd name="T52" fmla="*/ 931 w 1016"/>
                  <a:gd name="T53" fmla="*/ 382 h 511"/>
                  <a:gd name="T54" fmla="*/ 835 w 1016"/>
                  <a:gd name="T55" fmla="*/ 317 h 511"/>
                  <a:gd name="T56" fmla="*/ 689 w 1016"/>
                  <a:gd name="T57" fmla="*/ 382 h 511"/>
                  <a:gd name="T58" fmla="*/ 307 w 1016"/>
                  <a:gd name="T59" fmla="*/ 317 h 511"/>
                  <a:gd name="T60" fmla="*/ 162 w 1016"/>
                  <a:gd name="T61" fmla="*/ 382 h 511"/>
                  <a:gd name="T62" fmla="*/ 55 w 1016"/>
                  <a:gd name="T63" fmla="*/ 382 h 511"/>
                  <a:gd name="T64" fmla="*/ 56 w 1016"/>
                  <a:gd name="T65" fmla="*/ 382 h 511"/>
                  <a:gd name="T66" fmla="*/ 54 w 1016"/>
                  <a:gd name="T67" fmla="*/ 381 h 511"/>
                  <a:gd name="T68" fmla="*/ 52 w 1016"/>
                  <a:gd name="T69" fmla="*/ 380 h 511"/>
                  <a:gd name="T70" fmla="*/ 49 w 1016"/>
                  <a:gd name="T71" fmla="*/ 373 h 511"/>
                  <a:gd name="T72" fmla="*/ 46 w 1016"/>
                  <a:gd name="T73" fmla="*/ 361 h 511"/>
                  <a:gd name="T74" fmla="*/ 45 w 1016"/>
                  <a:gd name="T75" fmla="*/ 331 h 511"/>
                  <a:gd name="T76" fmla="*/ 47 w 1016"/>
                  <a:gd name="T77" fmla="*/ 301 h 511"/>
                  <a:gd name="T78" fmla="*/ 47 w 1016"/>
                  <a:gd name="T79" fmla="*/ 300 h 511"/>
                  <a:gd name="T80" fmla="*/ 72 w 1016"/>
                  <a:gd name="T81" fmla="*/ 277 h 511"/>
                  <a:gd name="T82" fmla="*/ 78 w 1016"/>
                  <a:gd name="T83" fmla="*/ 255 h 511"/>
                  <a:gd name="T84" fmla="*/ 79 w 1016"/>
                  <a:gd name="T85" fmla="*/ 252 h 511"/>
                  <a:gd name="T86" fmla="*/ 134 w 1016"/>
                  <a:gd name="T87" fmla="*/ 187 h 511"/>
                  <a:gd name="T88" fmla="*/ 179 w 1016"/>
                  <a:gd name="T89" fmla="*/ 160 h 511"/>
                  <a:gd name="T90" fmla="*/ 306 w 1016"/>
                  <a:gd name="T91" fmla="*/ 55 h 511"/>
                  <a:gd name="T92" fmla="*/ 316 w 1016"/>
                  <a:gd name="T93" fmla="*/ 50 h 511"/>
                  <a:gd name="T94" fmla="*/ 322 w 1016"/>
                  <a:gd name="T95" fmla="*/ 48 h 511"/>
                  <a:gd name="T96" fmla="*/ 332 w 1016"/>
                  <a:gd name="T97" fmla="*/ 45 h 511"/>
                  <a:gd name="T98" fmla="*/ 380 w 1016"/>
                  <a:gd name="T99" fmla="*/ 44 h 511"/>
                  <a:gd name="T100" fmla="*/ 932 w 1016"/>
                  <a:gd name="T101" fmla="*/ 50 h 511"/>
                  <a:gd name="T102" fmla="*/ 943 w 1016"/>
                  <a:gd name="T103" fmla="*/ 56 h 511"/>
                  <a:gd name="T104" fmla="*/ 952 w 1016"/>
                  <a:gd name="T105" fmla="*/ 65 h 511"/>
                  <a:gd name="T106" fmla="*/ 954 w 1016"/>
                  <a:gd name="T107" fmla="*/ 68 h 511"/>
                  <a:gd name="T108" fmla="*/ 960 w 1016"/>
                  <a:gd name="T109" fmla="*/ 79 h 511"/>
                  <a:gd name="T110" fmla="*/ 967 w 1016"/>
                  <a:gd name="T111" fmla="*/ 103 h 511"/>
                  <a:gd name="T112" fmla="*/ 971 w 1016"/>
                  <a:gd name="T113" fmla="*/ 157 h 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16" h="511">
                    <a:moveTo>
                      <a:pt x="1015" y="321"/>
                    </a:moveTo>
                    <a:cubicBezTo>
                      <a:pt x="1015" y="157"/>
                      <a:pt x="1015" y="157"/>
                      <a:pt x="1015" y="157"/>
                    </a:cubicBezTo>
                    <a:cubicBezTo>
                      <a:pt x="1015" y="120"/>
                      <a:pt x="1013" y="79"/>
                      <a:pt x="994" y="47"/>
                    </a:cubicBezTo>
                    <a:cubicBezTo>
                      <a:pt x="972" y="11"/>
                      <a:pt x="933" y="0"/>
                      <a:pt x="894" y="0"/>
                    </a:cubicBezTo>
                    <a:cubicBezTo>
                      <a:pt x="342" y="0"/>
                      <a:pt x="342" y="0"/>
                      <a:pt x="342" y="0"/>
                    </a:cubicBezTo>
                    <a:cubicBezTo>
                      <a:pt x="310" y="0"/>
                      <a:pt x="280" y="16"/>
                      <a:pt x="254" y="34"/>
                    </a:cubicBezTo>
                    <a:cubicBezTo>
                      <a:pt x="226" y="54"/>
                      <a:pt x="199" y="77"/>
                      <a:pt x="174" y="101"/>
                    </a:cubicBezTo>
                    <a:cubicBezTo>
                      <a:pt x="167" y="109"/>
                      <a:pt x="159" y="116"/>
                      <a:pt x="152" y="124"/>
                    </a:cubicBezTo>
                    <a:cubicBezTo>
                      <a:pt x="151" y="125"/>
                      <a:pt x="150" y="126"/>
                      <a:pt x="149" y="127"/>
                    </a:cubicBezTo>
                    <a:cubicBezTo>
                      <a:pt x="149" y="127"/>
                      <a:pt x="149" y="127"/>
                      <a:pt x="149" y="127"/>
                    </a:cubicBezTo>
                    <a:cubicBezTo>
                      <a:pt x="125" y="138"/>
                      <a:pt x="103" y="153"/>
                      <a:pt x="83" y="170"/>
                    </a:cubicBezTo>
                    <a:cubicBezTo>
                      <a:pt x="69" y="182"/>
                      <a:pt x="57" y="196"/>
                      <a:pt x="47" y="211"/>
                    </a:cubicBezTo>
                    <a:cubicBezTo>
                      <a:pt x="43" y="219"/>
                      <a:pt x="39" y="228"/>
                      <a:pt x="37" y="236"/>
                    </a:cubicBezTo>
                    <a:cubicBezTo>
                      <a:pt x="35" y="241"/>
                      <a:pt x="35" y="246"/>
                      <a:pt x="34" y="251"/>
                    </a:cubicBezTo>
                    <a:cubicBezTo>
                      <a:pt x="34" y="252"/>
                      <a:pt x="34" y="253"/>
                      <a:pt x="34" y="253"/>
                    </a:cubicBezTo>
                    <a:cubicBezTo>
                      <a:pt x="29" y="258"/>
                      <a:pt x="23" y="263"/>
                      <a:pt x="17" y="267"/>
                    </a:cubicBezTo>
                    <a:cubicBezTo>
                      <a:pt x="8" y="276"/>
                      <a:pt x="4" y="286"/>
                      <a:pt x="3" y="298"/>
                    </a:cubicBezTo>
                    <a:cubicBezTo>
                      <a:pt x="1" y="316"/>
                      <a:pt x="0" y="333"/>
                      <a:pt x="1" y="351"/>
                    </a:cubicBezTo>
                    <a:cubicBezTo>
                      <a:pt x="2" y="385"/>
                      <a:pt x="16" y="426"/>
                      <a:pt x="58" y="426"/>
                    </a:cubicBezTo>
                    <a:cubicBezTo>
                      <a:pt x="162" y="426"/>
                      <a:pt x="162" y="426"/>
                      <a:pt x="162" y="426"/>
                    </a:cubicBezTo>
                    <a:cubicBezTo>
                      <a:pt x="171" y="464"/>
                      <a:pt x="201" y="495"/>
                      <a:pt x="240" y="502"/>
                    </a:cubicBezTo>
                    <a:cubicBezTo>
                      <a:pt x="289" y="511"/>
                      <a:pt x="335" y="483"/>
                      <a:pt x="352" y="437"/>
                    </a:cubicBezTo>
                    <a:cubicBezTo>
                      <a:pt x="354" y="433"/>
                      <a:pt x="355" y="430"/>
                      <a:pt x="356" y="426"/>
                    </a:cubicBezTo>
                    <a:cubicBezTo>
                      <a:pt x="689" y="426"/>
                      <a:pt x="689" y="426"/>
                      <a:pt x="689" y="426"/>
                    </a:cubicBezTo>
                    <a:cubicBezTo>
                      <a:pt x="698" y="464"/>
                      <a:pt x="728" y="495"/>
                      <a:pt x="767" y="502"/>
                    </a:cubicBezTo>
                    <a:cubicBezTo>
                      <a:pt x="817" y="511"/>
                      <a:pt x="862" y="483"/>
                      <a:pt x="880" y="437"/>
                    </a:cubicBezTo>
                    <a:cubicBezTo>
                      <a:pt x="881" y="433"/>
                      <a:pt x="882" y="430"/>
                      <a:pt x="883" y="426"/>
                    </a:cubicBezTo>
                    <a:cubicBezTo>
                      <a:pt x="931" y="426"/>
                      <a:pt x="931" y="426"/>
                      <a:pt x="931" y="426"/>
                    </a:cubicBezTo>
                    <a:cubicBezTo>
                      <a:pt x="959" y="426"/>
                      <a:pt x="985" y="411"/>
                      <a:pt x="1002" y="389"/>
                    </a:cubicBezTo>
                    <a:cubicBezTo>
                      <a:pt x="1016" y="369"/>
                      <a:pt x="1015" y="345"/>
                      <a:pt x="1015" y="321"/>
                    </a:cubicBezTo>
                    <a:close/>
                    <a:moveTo>
                      <a:pt x="259" y="459"/>
                    </a:moveTo>
                    <a:cubicBezTo>
                      <a:pt x="228" y="460"/>
                      <a:pt x="204" y="434"/>
                      <a:pt x="203" y="404"/>
                    </a:cubicBezTo>
                    <a:cubicBezTo>
                      <a:pt x="204" y="374"/>
                      <a:pt x="228" y="350"/>
                      <a:pt x="259" y="349"/>
                    </a:cubicBezTo>
                    <a:cubicBezTo>
                      <a:pt x="289" y="349"/>
                      <a:pt x="313" y="374"/>
                      <a:pt x="314" y="404"/>
                    </a:cubicBezTo>
                    <a:cubicBezTo>
                      <a:pt x="314" y="435"/>
                      <a:pt x="288" y="459"/>
                      <a:pt x="259" y="459"/>
                    </a:cubicBezTo>
                    <a:close/>
                    <a:moveTo>
                      <a:pt x="786" y="459"/>
                    </a:moveTo>
                    <a:cubicBezTo>
                      <a:pt x="755" y="460"/>
                      <a:pt x="731" y="434"/>
                      <a:pt x="731" y="404"/>
                    </a:cubicBezTo>
                    <a:cubicBezTo>
                      <a:pt x="731" y="374"/>
                      <a:pt x="755" y="350"/>
                      <a:pt x="786" y="349"/>
                    </a:cubicBezTo>
                    <a:cubicBezTo>
                      <a:pt x="816" y="349"/>
                      <a:pt x="841" y="374"/>
                      <a:pt x="841" y="404"/>
                    </a:cubicBezTo>
                    <a:cubicBezTo>
                      <a:pt x="842" y="435"/>
                      <a:pt x="816" y="459"/>
                      <a:pt x="786" y="459"/>
                    </a:cubicBezTo>
                    <a:close/>
                    <a:moveTo>
                      <a:pt x="971" y="342"/>
                    </a:moveTo>
                    <a:cubicBezTo>
                      <a:pt x="971" y="343"/>
                      <a:pt x="970" y="350"/>
                      <a:pt x="970" y="349"/>
                    </a:cubicBezTo>
                    <a:cubicBezTo>
                      <a:pt x="970" y="351"/>
                      <a:pt x="969" y="354"/>
                      <a:pt x="969" y="356"/>
                    </a:cubicBezTo>
                    <a:cubicBezTo>
                      <a:pt x="969" y="356"/>
                      <a:pt x="968" y="359"/>
                      <a:pt x="967" y="360"/>
                    </a:cubicBezTo>
                    <a:cubicBezTo>
                      <a:pt x="967" y="361"/>
                      <a:pt x="966" y="362"/>
                      <a:pt x="965" y="363"/>
                    </a:cubicBezTo>
                    <a:cubicBezTo>
                      <a:pt x="965" y="364"/>
                      <a:pt x="963" y="366"/>
                      <a:pt x="963" y="367"/>
                    </a:cubicBezTo>
                    <a:cubicBezTo>
                      <a:pt x="962" y="368"/>
                      <a:pt x="960" y="370"/>
                      <a:pt x="958" y="371"/>
                    </a:cubicBezTo>
                    <a:cubicBezTo>
                      <a:pt x="958" y="371"/>
                      <a:pt x="956" y="373"/>
                      <a:pt x="955" y="374"/>
                    </a:cubicBezTo>
                    <a:cubicBezTo>
                      <a:pt x="954" y="375"/>
                      <a:pt x="952" y="376"/>
                      <a:pt x="950" y="377"/>
                    </a:cubicBezTo>
                    <a:cubicBezTo>
                      <a:pt x="949" y="377"/>
                      <a:pt x="948" y="377"/>
                      <a:pt x="948" y="378"/>
                    </a:cubicBezTo>
                    <a:cubicBezTo>
                      <a:pt x="948" y="378"/>
                      <a:pt x="946" y="379"/>
                      <a:pt x="945" y="379"/>
                    </a:cubicBezTo>
                    <a:cubicBezTo>
                      <a:pt x="942" y="380"/>
                      <a:pt x="940" y="381"/>
                      <a:pt x="937" y="381"/>
                    </a:cubicBezTo>
                    <a:cubicBezTo>
                      <a:pt x="936" y="381"/>
                      <a:pt x="935" y="382"/>
                      <a:pt x="934" y="382"/>
                    </a:cubicBezTo>
                    <a:cubicBezTo>
                      <a:pt x="933" y="382"/>
                      <a:pt x="932" y="382"/>
                      <a:pt x="931" y="382"/>
                    </a:cubicBezTo>
                    <a:cubicBezTo>
                      <a:pt x="883" y="382"/>
                      <a:pt x="883" y="382"/>
                      <a:pt x="883" y="382"/>
                    </a:cubicBezTo>
                    <a:cubicBezTo>
                      <a:pt x="876" y="355"/>
                      <a:pt x="859" y="331"/>
                      <a:pt x="835" y="317"/>
                    </a:cubicBezTo>
                    <a:cubicBezTo>
                      <a:pt x="794" y="294"/>
                      <a:pt x="739" y="304"/>
                      <a:pt x="709" y="341"/>
                    </a:cubicBezTo>
                    <a:cubicBezTo>
                      <a:pt x="699" y="353"/>
                      <a:pt x="693" y="367"/>
                      <a:pt x="689" y="382"/>
                    </a:cubicBezTo>
                    <a:cubicBezTo>
                      <a:pt x="355" y="382"/>
                      <a:pt x="355" y="382"/>
                      <a:pt x="355" y="382"/>
                    </a:cubicBezTo>
                    <a:cubicBezTo>
                      <a:pt x="349" y="355"/>
                      <a:pt x="331" y="331"/>
                      <a:pt x="307" y="317"/>
                    </a:cubicBezTo>
                    <a:cubicBezTo>
                      <a:pt x="266" y="294"/>
                      <a:pt x="211" y="304"/>
                      <a:pt x="182" y="341"/>
                    </a:cubicBezTo>
                    <a:cubicBezTo>
                      <a:pt x="172" y="353"/>
                      <a:pt x="165" y="367"/>
                      <a:pt x="162" y="382"/>
                    </a:cubicBezTo>
                    <a:cubicBezTo>
                      <a:pt x="58" y="382"/>
                      <a:pt x="58" y="382"/>
                      <a:pt x="58" y="382"/>
                    </a:cubicBezTo>
                    <a:cubicBezTo>
                      <a:pt x="56" y="382"/>
                      <a:pt x="56" y="382"/>
                      <a:pt x="55" y="382"/>
                    </a:cubicBezTo>
                    <a:cubicBezTo>
                      <a:pt x="55" y="382"/>
                      <a:pt x="56" y="382"/>
                      <a:pt x="56" y="382"/>
                    </a:cubicBezTo>
                    <a:cubicBezTo>
                      <a:pt x="56" y="382"/>
                      <a:pt x="56" y="382"/>
                      <a:pt x="56" y="382"/>
                    </a:cubicBezTo>
                    <a:cubicBezTo>
                      <a:pt x="57" y="382"/>
                      <a:pt x="56" y="382"/>
                      <a:pt x="55" y="382"/>
                    </a:cubicBezTo>
                    <a:cubicBezTo>
                      <a:pt x="55" y="381"/>
                      <a:pt x="54" y="381"/>
                      <a:pt x="54" y="381"/>
                    </a:cubicBezTo>
                    <a:cubicBezTo>
                      <a:pt x="54" y="381"/>
                      <a:pt x="53" y="381"/>
                      <a:pt x="53" y="380"/>
                    </a:cubicBezTo>
                    <a:cubicBezTo>
                      <a:pt x="53" y="380"/>
                      <a:pt x="53" y="380"/>
                      <a:pt x="52" y="380"/>
                    </a:cubicBezTo>
                    <a:cubicBezTo>
                      <a:pt x="52" y="379"/>
                      <a:pt x="51" y="377"/>
                      <a:pt x="50" y="376"/>
                    </a:cubicBezTo>
                    <a:cubicBezTo>
                      <a:pt x="50" y="376"/>
                      <a:pt x="49" y="373"/>
                      <a:pt x="49" y="373"/>
                    </a:cubicBezTo>
                    <a:cubicBezTo>
                      <a:pt x="48" y="371"/>
                      <a:pt x="48" y="369"/>
                      <a:pt x="47" y="367"/>
                    </a:cubicBezTo>
                    <a:cubicBezTo>
                      <a:pt x="47" y="365"/>
                      <a:pt x="46" y="363"/>
                      <a:pt x="46" y="361"/>
                    </a:cubicBezTo>
                    <a:cubicBezTo>
                      <a:pt x="46" y="361"/>
                      <a:pt x="46" y="359"/>
                      <a:pt x="46" y="358"/>
                    </a:cubicBezTo>
                    <a:cubicBezTo>
                      <a:pt x="45" y="349"/>
                      <a:pt x="45" y="340"/>
                      <a:pt x="45" y="331"/>
                    </a:cubicBezTo>
                    <a:cubicBezTo>
                      <a:pt x="45" y="323"/>
                      <a:pt x="46" y="314"/>
                      <a:pt x="46" y="306"/>
                    </a:cubicBezTo>
                    <a:cubicBezTo>
                      <a:pt x="47" y="304"/>
                      <a:pt x="47" y="303"/>
                      <a:pt x="47" y="301"/>
                    </a:cubicBezTo>
                    <a:cubicBezTo>
                      <a:pt x="47" y="302"/>
                      <a:pt x="47" y="301"/>
                      <a:pt x="47" y="301"/>
                    </a:cubicBezTo>
                    <a:cubicBezTo>
                      <a:pt x="47" y="301"/>
                      <a:pt x="47" y="300"/>
                      <a:pt x="47" y="300"/>
                    </a:cubicBezTo>
                    <a:cubicBezTo>
                      <a:pt x="49" y="299"/>
                      <a:pt x="50" y="297"/>
                      <a:pt x="52" y="296"/>
                    </a:cubicBezTo>
                    <a:cubicBezTo>
                      <a:pt x="59" y="290"/>
                      <a:pt x="66" y="284"/>
                      <a:pt x="72" y="277"/>
                    </a:cubicBezTo>
                    <a:cubicBezTo>
                      <a:pt x="76" y="272"/>
                      <a:pt x="77" y="266"/>
                      <a:pt x="78" y="260"/>
                    </a:cubicBezTo>
                    <a:cubicBezTo>
                      <a:pt x="78" y="259"/>
                      <a:pt x="78" y="257"/>
                      <a:pt x="78" y="255"/>
                    </a:cubicBezTo>
                    <a:cubicBezTo>
                      <a:pt x="78" y="255"/>
                      <a:pt x="78" y="254"/>
                      <a:pt x="78" y="254"/>
                    </a:cubicBezTo>
                    <a:cubicBezTo>
                      <a:pt x="78" y="253"/>
                      <a:pt x="78" y="252"/>
                      <a:pt x="79" y="252"/>
                    </a:cubicBezTo>
                    <a:cubicBezTo>
                      <a:pt x="81" y="238"/>
                      <a:pt x="89" y="227"/>
                      <a:pt x="99" y="216"/>
                    </a:cubicBezTo>
                    <a:cubicBezTo>
                      <a:pt x="112" y="202"/>
                      <a:pt x="121" y="196"/>
                      <a:pt x="134" y="187"/>
                    </a:cubicBezTo>
                    <a:cubicBezTo>
                      <a:pt x="144" y="180"/>
                      <a:pt x="155" y="174"/>
                      <a:pt x="166" y="168"/>
                    </a:cubicBezTo>
                    <a:cubicBezTo>
                      <a:pt x="171" y="166"/>
                      <a:pt x="175" y="164"/>
                      <a:pt x="179" y="160"/>
                    </a:cubicBezTo>
                    <a:cubicBezTo>
                      <a:pt x="194" y="144"/>
                      <a:pt x="210" y="129"/>
                      <a:pt x="226" y="114"/>
                    </a:cubicBezTo>
                    <a:cubicBezTo>
                      <a:pt x="252" y="90"/>
                      <a:pt x="274" y="72"/>
                      <a:pt x="306" y="55"/>
                    </a:cubicBezTo>
                    <a:cubicBezTo>
                      <a:pt x="309" y="53"/>
                      <a:pt x="312" y="51"/>
                      <a:pt x="316" y="50"/>
                    </a:cubicBezTo>
                    <a:cubicBezTo>
                      <a:pt x="316" y="50"/>
                      <a:pt x="316" y="50"/>
                      <a:pt x="316" y="50"/>
                    </a:cubicBezTo>
                    <a:cubicBezTo>
                      <a:pt x="316" y="50"/>
                      <a:pt x="316" y="50"/>
                      <a:pt x="317" y="49"/>
                    </a:cubicBezTo>
                    <a:cubicBezTo>
                      <a:pt x="318" y="49"/>
                      <a:pt x="320" y="48"/>
                      <a:pt x="322" y="48"/>
                    </a:cubicBezTo>
                    <a:cubicBezTo>
                      <a:pt x="325" y="47"/>
                      <a:pt x="328" y="46"/>
                      <a:pt x="331" y="45"/>
                    </a:cubicBezTo>
                    <a:cubicBezTo>
                      <a:pt x="331" y="45"/>
                      <a:pt x="332" y="45"/>
                      <a:pt x="332" y="45"/>
                    </a:cubicBezTo>
                    <a:cubicBezTo>
                      <a:pt x="332" y="45"/>
                      <a:pt x="336" y="44"/>
                      <a:pt x="337" y="44"/>
                    </a:cubicBezTo>
                    <a:cubicBezTo>
                      <a:pt x="351" y="44"/>
                      <a:pt x="366" y="44"/>
                      <a:pt x="380" y="44"/>
                    </a:cubicBezTo>
                    <a:cubicBezTo>
                      <a:pt x="859" y="44"/>
                      <a:pt x="859" y="44"/>
                      <a:pt x="859" y="44"/>
                    </a:cubicBezTo>
                    <a:cubicBezTo>
                      <a:pt x="885" y="44"/>
                      <a:pt x="910" y="42"/>
                      <a:pt x="932" y="50"/>
                    </a:cubicBezTo>
                    <a:cubicBezTo>
                      <a:pt x="932" y="50"/>
                      <a:pt x="937" y="52"/>
                      <a:pt x="938" y="52"/>
                    </a:cubicBezTo>
                    <a:cubicBezTo>
                      <a:pt x="939" y="53"/>
                      <a:pt x="941" y="55"/>
                      <a:pt x="943" y="56"/>
                    </a:cubicBezTo>
                    <a:cubicBezTo>
                      <a:pt x="942" y="55"/>
                      <a:pt x="946" y="59"/>
                      <a:pt x="947" y="59"/>
                    </a:cubicBezTo>
                    <a:cubicBezTo>
                      <a:pt x="949" y="61"/>
                      <a:pt x="951" y="63"/>
                      <a:pt x="952" y="65"/>
                    </a:cubicBezTo>
                    <a:cubicBezTo>
                      <a:pt x="952" y="65"/>
                      <a:pt x="952" y="65"/>
                      <a:pt x="952" y="65"/>
                    </a:cubicBezTo>
                    <a:cubicBezTo>
                      <a:pt x="953" y="66"/>
                      <a:pt x="954" y="67"/>
                      <a:pt x="954" y="68"/>
                    </a:cubicBezTo>
                    <a:cubicBezTo>
                      <a:pt x="956" y="70"/>
                      <a:pt x="957" y="72"/>
                      <a:pt x="958" y="74"/>
                    </a:cubicBezTo>
                    <a:cubicBezTo>
                      <a:pt x="958" y="75"/>
                      <a:pt x="960" y="79"/>
                      <a:pt x="960" y="79"/>
                    </a:cubicBezTo>
                    <a:cubicBezTo>
                      <a:pt x="961" y="82"/>
                      <a:pt x="962" y="84"/>
                      <a:pt x="963" y="87"/>
                    </a:cubicBezTo>
                    <a:cubicBezTo>
                      <a:pt x="965" y="92"/>
                      <a:pt x="966" y="97"/>
                      <a:pt x="967" y="103"/>
                    </a:cubicBezTo>
                    <a:cubicBezTo>
                      <a:pt x="969" y="111"/>
                      <a:pt x="968" y="110"/>
                      <a:pt x="969" y="118"/>
                    </a:cubicBezTo>
                    <a:cubicBezTo>
                      <a:pt x="970" y="131"/>
                      <a:pt x="971" y="144"/>
                      <a:pt x="971" y="157"/>
                    </a:cubicBezTo>
                    <a:lnTo>
                      <a:pt x="971" y="342"/>
                    </a:lnTo>
                    <a:close/>
                  </a:path>
                </a:pathLst>
              </a:custGeom>
              <a:grpFill/>
              <a:ln>
                <a:noFill/>
              </a:ln>
            </p:spPr>
            <p:txBody>
              <a:bodyPr vert="horz" wrap="square" lIns="91440" tIns="45720" rIns="91440" bIns="45720" numCol="1" anchor="t" anchorCtr="0" compatLnSpc="1"/>
              <a:lstStyle/>
              <a:p>
                <a:endParaRPr lang="en-US"/>
              </a:p>
            </p:txBody>
          </p:sp>
          <p:sp>
            <p:nvSpPr>
              <p:cNvPr id="20" name="Freeform 194"/>
              <p:cNvSpPr/>
              <p:nvPr/>
            </p:nvSpPr>
            <p:spPr bwMode="auto">
              <a:xfrm>
                <a:off x="7308850" y="7062788"/>
                <a:ext cx="477838" cy="309563"/>
              </a:xfrm>
              <a:custGeom>
                <a:avLst/>
                <a:gdLst>
                  <a:gd name="T0" fmla="*/ 192 w 193"/>
                  <a:gd name="T1" fmla="*/ 29 h 125"/>
                  <a:gd name="T2" fmla="*/ 148 w 193"/>
                  <a:gd name="T3" fmla="*/ 29 h 125"/>
                  <a:gd name="T4" fmla="*/ 148 w 193"/>
                  <a:gd name="T5" fmla="*/ 81 h 125"/>
                  <a:gd name="T6" fmla="*/ 28 w 193"/>
                  <a:gd name="T7" fmla="*/ 80 h 125"/>
                  <a:gd name="T8" fmla="*/ 28 w 193"/>
                  <a:gd name="T9" fmla="*/ 125 h 125"/>
                  <a:gd name="T10" fmla="*/ 170 w 193"/>
                  <a:gd name="T11" fmla="*/ 125 h 125"/>
                  <a:gd name="T12" fmla="*/ 191 w 193"/>
                  <a:gd name="T13" fmla="*/ 98 h 125"/>
                  <a:gd name="T14" fmla="*/ 192 w 193"/>
                  <a:gd name="T15" fmla="*/ 91 h 125"/>
                  <a:gd name="T16" fmla="*/ 192 w 193"/>
                  <a:gd name="T17" fmla="*/ 2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125">
                    <a:moveTo>
                      <a:pt x="192" y="29"/>
                    </a:moveTo>
                    <a:cubicBezTo>
                      <a:pt x="192" y="0"/>
                      <a:pt x="148" y="0"/>
                      <a:pt x="148" y="29"/>
                    </a:cubicBezTo>
                    <a:cubicBezTo>
                      <a:pt x="148" y="46"/>
                      <a:pt x="148" y="63"/>
                      <a:pt x="148" y="81"/>
                    </a:cubicBezTo>
                    <a:cubicBezTo>
                      <a:pt x="108" y="81"/>
                      <a:pt x="68" y="81"/>
                      <a:pt x="28" y="80"/>
                    </a:cubicBezTo>
                    <a:cubicBezTo>
                      <a:pt x="0" y="80"/>
                      <a:pt x="0" y="125"/>
                      <a:pt x="28" y="125"/>
                    </a:cubicBezTo>
                    <a:cubicBezTo>
                      <a:pt x="76" y="125"/>
                      <a:pt x="123" y="125"/>
                      <a:pt x="170" y="125"/>
                    </a:cubicBezTo>
                    <a:cubicBezTo>
                      <a:pt x="186" y="125"/>
                      <a:pt x="193" y="111"/>
                      <a:pt x="191" y="98"/>
                    </a:cubicBezTo>
                    <a:cubicBezTo>
                      <a:pt x="192" y="96"/>
                      <a:pt x="192" y="94"/>
                      <a:pt x="192" y="91"/>
                    </a:cubicBezTo>
                    <a:lnTo>
                      <a:pt x="192" y="29"/>
                    </a:lnTo>
                    <a:close/>
                  </a:path>
                </a:pathLst>
              </a:custGeom>
              <a:grpFill/>
              <a:ln>
                <a:noFill/>
              </a:ln>
            </p:spPr>
            <p:txBody>
              <a:bodyPr vert="horz" wrap="square" lIns="91440" tIns="45720" rIns="91440" bIns="45720" numCol="1" anchor="t" anchorCtr="0" compatLnSpc="1"/>
              <a:lstStyle/>
              <a:p>
                <a:endParaRPr lang="en-US"/>
              </a:p>
            </p:txBody>
          </p:sp>
          <p:sp>
            <p:nvSpPr>
              <p:cNvPr id="21" name="Freeform 195"/>
              <p:cNvSpPr/>
              <p:nvPr/>
            </p:nvSpPr>
            <p:spPr bwMode="auto">
              <a:xfrm>
                <a:off x="7988300" y="7213600"/>
                <a:ext cx="425450" cy="427038"/>
              </a:xfrm>
              <a:custGeom>
                <a:avLst/>
                <a:gdLst>
                  <a:gd name="T0" fmla="*/ 143 w 172"/>
                  <a:gd name="T1" fmla="*/ 64 h 172"/>
                  <a:gd name="T2" fmla="*/ 108 w 172"/>
                  <a:gd name="T3" fmla="*/ 64 h 172"/>
                  <a:gd name="T4" fmla="*/ 108 w 172"/>
                  <a:gd name="T5" fmla="*/ 28 h 172"/>
                  <a:gd name="T6" fmla="*/ 63 w 172"/>
                  <a:gd name="T7" fmla="*/ 28 h 172"/>
                  <a:gd name="T8" fmla="*/ 63 w 172"/>
                  <a:gd name="T9" fmla="*/ 64 h 172"/>
                  <a:gd name="T10" fmla="*/ 28 w 172"/>
                  <a:gd name="T11" fmla="*/ 64 h 172"/>
                  <a:gd name="T12" fmla="*/ 28 w 172"/>
                  <a:gd name="T13" fmla="*/ 108 h 172"/>
                  <a:gd name="T14" fmla="*/ 63 w 172"/>
                  <a:gd name="T15" fmla="*/ 108 h 172"/>
                  <a:gd name="T16" fmla="*/ 63 w 172"/>
                  <a:gd name="T17" fmla="*/ 144 h 172"/>
                  <a:gd name="T18" fmla="*/ 108 w 172"/>
                  <a:gd name="T19" fmla="*/ 144 h 172"/>
                  <a:gd name="T20" fmla="*/ 108 w 172"/>
                  <a:gd name="T21" fmla="*/ 108 h 172"/>
                  <a:gd name="T22" fmla="*/ 143 w 172"/>
                  <a:gd name="T23" fmla="*/ 108 h 172"/>
                  <a:gd name="T24" fmla="*/ 143 w 172"/>
                  <a:gd name="T25" fmla="*/ 64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72">
                    <a:moveTo>
                      <a:pt x="143" y="64"/>
                    </a:moveTo>
                    <a:cubicBezTo>
                      <a:pt x="108" y="64"/>
                      <a:pt x="108" y="64"/>
                      <a:pt x="108" y="64"/>
                    </a:cubicBezTo>
                    <a:cubicBezTo>
                      <a:pt x="108" y="28"/>
                      <a:pt x="108" y="28"/>
                      <a:pt x="108" y="28"/>
                    </a:cubicBezTo>
                    <a:cubicBezTo>
                      <a:pt x="108" y="0"/>
                      <a:pt x="63" y="0"/>
                      <a:pt x="63" y="28"/>
                    </a:cubicBezTo>
                    <a:cubicBezTo>
                      <a:pt x="63" y="64"/>
                      <a:pt x="63" y="64"/>
                      <a:pt x="63" y="64"/>
                    </a:cubicBezTo>
                    <a:cubicBezTo>
                      <a:pt x="28" y="64"/>
                      <a:pt x="28" y="64"/>
                      <a:pt x="28" y="64"/>
                    </a:cubicBezTo>
                    <a:cubicBezTo>
                      <a:pt x="0" y="64"/>
                      <a:pt x="0" y="108"/>
                      <a:pt x="28" y="108"/>
                    </a:cubicBezTo>
                    <a:cubicBezTo>
                      <a:pt x="63" y="108"/>
                      <a:pt x="63" y="108"/>
                      <a:pt x="63" y="108"/>
                    </a:cubicBezTo>
                    <a:cubicBezTo>
                      <a:pt x="63" y="144"/>
                      <a:pt x="63" y="144"/>
                      <a:pt x="63" y="144"/>
                    </a:cubicBezTo>
                    <a:cubicBezTo>
                      <a:pt x="63" y="172"/>
                      <a:pt x="108" y="172"/>
                      <a:pt x="108" y="144"/>
                    </a:cubicBezTo>
                    <a:cubicBezTo>
                      <a:pt x="108" y="108"/>
                      <a:pt x="108" y="108"/>
                      <a:pt x="108" y="108"/>
                    </a:cubicBezTo>
                    <a:cubicBezTo>
                      <a:pt x="143" y="108"/>
                      <a:pt x="143" y="108"/>
                      <a:pt x="143" y="108"/>
                    </a:cubicBezTo>
                    <a:cubicBezTo>
                      <a:pt x="172" y="108"/>
                      <a:pt x="172" y="64"/>
                      <a:pt x="143" y="64"/>
                    </a:cubicBezTo>
                    <a:close/>
                  </a:path>
                </a:pathLst>
              </a:custGeom>
              <a:grpFill/>
              <a:ln>
                <a:noFill/>
              </a:ln>
            </p:spPr>
            <p:txBody>
              <a:bodyPr vert="horz" wrap="square" lIns="91440" tIns="45720" rIns="91440" bIns="45720" numCol="1" anchor="t" anchorCtr="0" compatLnSpc="1"/>
              <a:lstStyle/>
              <a:p>
                <a:endParaRPr lang="en-US"/>
              </a:p>
            </p:txBody>
          </p:sp>
        </p:grpSp>
      </p:grpSp>
      <p:pic>
        <p:nvPicPr>
          <p:cNvPr id="6" name="图片 5" descr="中科大"/>
          <p:cNvPicPr>
            <a:picLocks noChangeAspect="1"/>
          </p:cNvPicPr>
          <p:nvPr/>
        </p:nvPicPr>
        <p:blipFill>
          <a:blip r:embed="rId2"/>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ppt_w</p:attrName>
                                        </p:attrNameLst>
                                      </p:cBhvr>
                                      <p:tavLst>
                                        <p:tav tm="0">
                                          <p:val>
                                            <p:fltVal val="0"/>
                                          </p:val>
                                        </p:tav>
                                        <p:tav tm="100000">
                                          <p:val>
                                            <p:strVal val="#ppt_w"/>
                                          </p:val>
                                        </p:tav>
                                      </p:tavLst>
                                    </p:anim>
                                    <p:anim calcmode="lin" valueType="num">
                                      <p:cBhvr>
                                        <p:cTn id="36" dur="500" fill="hold"/>
                                        <p:tgtEl>
                                          <p:spTgt spid="4"/>
                                        </p:tgtEl>
                                        <p:attrNameLst>
                                          <p:attrName>ppt_h</p:attrName>
                                        </p:attrNameLst>
                                      </p:cBhvr>
                                      <p:tavLst>
                                        <p:tav tm="0">
                                          <p:val>
                                            <p:fltVal val="0"/>
                                          </p:val>
                                        </p:tav>
                                        <p:tav tm="100000">
                                          <p:val>
                                            <p:strVal val="#ppt_h"/>
                                          </p:val>
                                        </p:tav>
                                      </p:tavLst>
                                    </p:anim>
                                    <p:animEffect transition="in" filter="fade">
                                      <p:cBhvr>
                                        <p:cTn id="37" dur="500"/>
                                        <p:tgtEl>
                                          <p:spTgt spid="4"/>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childTnLst>
                          </p:cTn>
                        </p:par>
                        <p:par>
                          <p:cTn id="46" fill="hold">
                            <p:stCondLst>
                              <p:cond delay="4500"/>
                            </p:stCondLst>
                            <p:childTnLst>
                              <p:par>
                                <p:cTn id="47" presetID="53" presetClass="entr" presetSubtype="16"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ppt_w</p:attrName>
                                        </p:attrNameLst>
                                      </p:cBhvr>
                                      <p:tavLst>
                                        <p:tav tm="0">
                                          <p:val>
                                            <p:fltVal val="0"/>
                                          </p:val>
                                        </p:tav>
                                        <p:tav tm="100000">
                                          <p:val>
                                            <p:strVal val="#ppt_w"/>
                                          </p:val>
                                        </p:tav>
                                      </p:tavLst>
                                    </p:anim>
                                    <p:anim calcmode="lin" valueType="num">
                                      <p:cBhvr>
                                        <p:cTn id="50" dur="500" fill="hold"/>
                                        <p:tgtEl>
                                          <p:spTgt spid="5"/>
                                        </p:tgtEl>
                                        <p:attrNameLst>
                                          <p:attrName>ppt_h</p:attrName>
                                        </p:attrNameLst>
                                      </p:cBhvr>
                                      <p:tavLst>
                                        <p:tav tm="0">
                                          <p:val>
                                            <p:fltVal val="0"/>
                                          </p:val>
                                        </p:tav>
                                        <p:tav tm="100000">
                                          <p:val>
                                            <p:strVal val="#ppt_h"/>
                                          </p:val>
                                        </p:tav>
                                      </p:tavLst>
                                    </p:anim>
                                    <p:animEffect transition="in" filter="fade">
                                      <p:cBhvr>
                                        <p:cTn id="51" dur="500"/>
                                        <p:tgtEl>
                                          <p:spTgt spid="5"/>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fade">
                                      <p:cBhvr>
                                        <p:cTn id="55" dur="500"/>
                                        <p:tgtEl>
                                          <p:spTgt spid="53"/>
                                        </p:tgtEl>
                                      </p:cBhvr>
                                    </p:animEffect>
                                  </p:childTnLst>
                                </p:cTn>
                              </p:par>
                            </p:childTnLst>
                          </p:cTn>
                        </p:par>
                        <p:par>
                          <p:cTn id="56" fill="hold">
                            <p:stCondLst>
                              <p:cond delay="5500"/>
                            </p:stCondLst>
                            <p:childTnLst>
                              <p:par>
                                <p:cTn id="57" presetID="10" presetClass="entr" presetSubtype="0"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childTnLst>
                          </p:cTn>
                        </p:par>
                        <p:par>
                          <p:cTn id="60" fill="hold">
                            <p:stCondLst>
                              <p:cond delay="6000"/>
                            </p:stCondLst>
                            <p:childTnLst>
                              <p:par>
                                <p:cTn id="61" presetID="10" presetClass="entr" presetSubtype="0" fill="hold" grpId="0" nodeType="afterEffect">
                                  <p:stCondLst>
                                    <p:cond delay="0"/>
                                  </p:stCondLst>
                                  <p:childTnLst>
                                    <p:set>
                                      <p:cBhvr>
                                        <p:cTn id="62" dur="1" fill="hold">
                                          <p:stCondLst>
                                            <p:cond delay="0"/>
                                          </p:stCondLst>
                                        </p:cTn>
                                        <p:tgtEl>
                                          <p:spTgt spid="62"/>
                                        </p:tgtEl>
                                        <p:attrNameLst>
                                          <p:attrName>style.visibility</p:attrName>
                                        </p:attrNameLst>
                                      </p:cBhvr>
                                      <p:to>
                                        <p:strVal val="visible"/>
                                      </p:to>
                                    </p:set>
                                    <p:animEffect transition="in" filter="fade">
                                      <p:cBhvr>
                                        <p:cTn id="6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42" grpId="0"/>
      <p:bldP spid="43" grpId="0"/>
      <p:bldP spid="46" grpId="0"/>
      <p:bldP spid="47" grpId="0"/>
      <p:bldP spid="49" grpId="0"/>
      <p:bldP spid="50" grpId="0"/>
      <p:bldP spid="52" grpId="0"/>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占位符 5"/>
          <p:cNvPicPr>
            <a:picLocks noGrp="1" noChangeAspect="1"/>
          </p:cNvPicPr>
          <p:nvPr>
            <p:ph type="pic" sz="quarter" idx="16"/>
          </p:nvPr>
        </p:nvPicPr>
        <p:blipFill>
          <a:blip r:embed="rId1">
            <a:extLst>
              <a:ext uri="{28A0092B-C50C-407E-A947-70E740481C1C}">
                <a14:useLocalDpi xmlns:a14="http://schemas.microsoft.com/office/drawing/2010/main" val="0"/>
              </a:ext>
            </a:extLst>
          </a:blip>
          <a:srcRect t="7814" b="7814"/>
          <a:stretch>
            <a:fillRect/>
          </a:stretch>
        </p:blipFill>
        <p:spPr>
          <a:xfrm>
            <a:off x="0" y="13648"/>
            <a:ext cx="12192000" cy="6861042"/>
          </a:xfrm>
        </p:spPr>
      </p:pic>
      <p:sp>
        <p:nvSpPr>
          <p:cNvPr id="17" name="Rectangle 16"/>
          <p:cNvSpPr/>
          <p:nvPr/>
        </p:nvSpPr>
        <p:spPr>
          <a:xfrm flipH="1">
            <a:off x="-4" y="0"/>
            <a:ext cx="12192001" cy="6858000"/>
          </a:xfrm>
          <a:prstGeom prst="rect">
            <a:avLst/>
          </a:prstGeom>
          <a:solidFill>
            <a:schemeClr val="tx1">
              <a:alpha val="77000"/>
            </a:schemeClr>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solidFill>
                <a:schemeClr val="bg2">
                  <a:lumMod val="75000"/>
                  <a:lumOff val="25000"/>
                </a:schemeClr>
              </a:solidFill>
            </a:endParaRPr>
          </a:p>
        </p:txBody>
      </p:sp>
      <p:sp>
        <p:nvSpPr>
          <p:cNvPr id="28" name="Rounded Rectangle 27"/>
          <p:cNvSpPr/>
          <p:nvPr/>
        </p:nvSpPr>
        <p:spPr>
          <a:xfrm flipH="1">
            <a:off x="997591" y="2490258"/>
            <a:ext cx="3200402" cy="3140074"/>
          </a:xfrm>
          <a:prstGeom prst="roundRect">
            <a:avLst>
              <a:gd name="adj" fmla="val 6897"/>
            </a:avLst>
          </a:prstGeom>
          <a:solidFill>
            <a:schemeClr val="bg1">
              <a:lumMod val="95000"/>
              <a:alpha val="10000"/>
            </a:schemeClr>
          </a:solidFill>
          <a:ln w="3810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29" name="Rounded Rectangle 28"/>
          <p:cNvSpPr/>
          <p:nvPr/>
        </p:nvSpPr>
        <p:spPr>
          <a:xfrm flipH="1">
            <a:off x="4552051" y="2490258"/>
            <a:ext cx="3200402" cy="3140074"/>
          </a:xfrm>
          <a:prstGeom prst="roundRect">
            <a:avLst>
              <a:gd name="adj" fmla="val 6897"/>
            </a:avLst>
          </a:prstGeom>
          <a:solidFill>
            <a:srgbClr val="F2F2F2">
              <a:alpha val="9000"/>
            </a:srgbClr>
          </a:solidFill>
          <a:ln w="3810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30" name="Rounded Rectangle 29"/>
          <p:cNvSpPr/>
          <p:nvPr/>
        </p:nvSpPr>
        <p:spPr>
          <a:xfrm flipH="1">
            <a:off x="8126525" y="2490258"/>
            <a:ext cx="3200402" cy="3140074"/>
          </a:xfrm>
          <a:prstGeom prst="roundRect">
            <a:avLst>
              <a:gd name="adj" fmla="val 6897"/>
            </a:avLst>
          </a:prstGeom>
          <a:solidFill>
            <a:srgbClr val="F2F2F2">
              <a:alpha val="10000"/>
            </a:srgbClr>
          </a:solidFill>
          <a:ln w="3810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solidFill>
                <a:schemeClr val="bg2">
                  <a:lumMod val="75000"/>
                  <a:lumOff val="25000"/>
                </a:schemeClr>
              </a:solidFill>
            </a:endParaRPr>
          </a:p>
        </p:txBody>
      </p:sp>
      <p:sp>
        <p:nvSpPr>
          <p:cNvPr id="35" name="Rectangle 34"/>
          <p:cNvSpPr/>
          <p:nvPr/>
        </p:nvSpPr>
        <p:spPr>
          <a:xfrm>
            <a:off x="997544" y="3584922"/>
            <a:ext cx="3202364" cy="1169551"/>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endParaRPr lang="en-US" altLang="zh-CN" sz="1400" dirty="0">
              <a:solidFill>
                <a:srgbClr val="FFFFFF"/>
              </a:solidFill>
            </a:endParaRPr>
          </a:p>
        </p:txBody>
      </p:sp>
      <p:sp>
        <p:nvSpPr>
          <p:cNvPr id="36" name="TextBox 35"/>
          <p:cNvSpPr txBox="1"/>
          <p:nvPr/>
        </p:nvSpPr>
        <p:spPr>
          <a:xfrm>
            <a:off x="2147322" y="3173581"/>
            <a:ext cx="902811" cy="307777"/>
          </a:xfrm>
          <a:prstGeom prst="rect">
            <a:avLst/>
          </a:prstGeom>
          <a:noFill/>
        </p:spPr>
        <p:txBody>
          <a:bodyPr wrap="none" rtlCol="0" anchor="ctr">
            <a:spAutoFit/>
          </a:bodyPr>
          <a:lstStyle/>
          <a:p>
            <a:pPr algn="ctr"/>
            <a:r>
              <a:rPr lang="zh-CN" altLang="en-US" sz="1400" dirty="0" smtClean="0">
                <a:solidFill>
                  <a:schemeClr val="accent1"/>
                </a:solidFill>
                <a:latin typeface="Montserrat" panose="00000500000000000000" pitchFamily="50" charset="0"/>
                <a:ea typeface="Roboto Light" panose="02000000000000000000" pitchFamily="2" charset="0"/>
                <a:cs typeface="Raleway"/>
              </a:rPr>
              <a:t>文字内容</a:t>
            </a:r>
            <a:endParaRPr lang="id-ID" sz="1400" dirty="0">
              <a:solidFill>
                <a:schemeClr val="accent1"/>
              </a:solidFill>
              <a:latin typeface="Montserrat" panose="00000500000000000000" pitchFamily="50" charset="0"/>
              <a:ea typeface="Roboto Light" panose="02000000000000000000" pitchFamily="2" charset="0"/>
              <a:cs typeface="Raleway"/>
            </a:endParaRPr>
          </a:p>
        </p:txBody>
      </p:sp>
      <p:sp>
        <p:nvSpPr>
          <p:cNvPr id="37" name="Rectangle 36"/>
          <p:cNvSpPr/>
          <p:nvPr/>
        </p:nvSpPr>
        <p:spPr>
          <a:xfrm>
            <a:off x="4562414" y="3584922"/>
            <a:ext cx="3202364" cy="1169551"/>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endParaRPr lang="en-US" altLang="zh-CN" sz="1400" dirty="0">
              <a:solidFill>
                <a:srgbClr val="FFFFFF"/>
              </a:solidFill>
            </a:endParaRPr>
          </a:p>
        </p:txBody>
      </p:sp>
      <p:sp>
        <p:nvSpPr>
          <p:cNvPr id="38" name="TextBox 37"/>
          <p:cNvSpPr txBox="1"/>
          <p:nvPr/>
        </p:nvSpPr>
        <p:spPr>
          <a:xfrm>
            <a:off x="5712192" y="3173581"/>
            <a:ext cx="902811" cy="307777"/>
          </a:xfrm>
          <a:prstGeom prst="rect">
            <a:avLst/>
          </a:prstGeom>
          <a:noFill/>
        </p:spPr>
        <p:txBody>
          <a:bodyPr wrap="none" rtlCol="0" anchor="ctr">
            <a:spAutoFit/>
          </a:bodyPr>
          <a:lstStyle/>
          <a:p>
            <a:pPr algn="ctr"/>
            <a:r>
              <a:rPr lang="zh-CN" altLang="en-US" sz="1400" dirty="0" smtClean="0">
                <a:solidFill>
                  <a:schemeClr val="accent2"/>
                </a:solidFill>
                <a:latin typeface="Montserrat" panose="00000500000000000000" pitchFamily="50" charset="0"/>
                <a:ea typeface="Roboto Light" panose="02000000000000000000" pitchFamily="2" charset="0"/>
                <a:cs typeface="Raleway"/>
              </a:rPr>
              <a:t>文字内容</a:t>
            </a:r>
            <a:endParaRPr lang="id-ID" sz="1400" dirty="0">
              <a:solidFill>
                <a:schemeClr val="accent2"/>
              </a:solidFill>
              <a:latin typeface="Montserrat" panose="00000500000000000000" pitchFamily="50" charset="0"/>
              <a:ea typeface="Roboto Light" panose="02000000000000000000" pitchFamily="2" charset="0"/>
              <a:cs typeface="Raleway"/>
            </a:endParaRPr>
          </a:p>
        </p:txBody>
      </p:sp>
      <p:sp>
        <p:nvSpPr>
          <p:cNvPr id="39" name="TextBox 38"/>
          <p:cNvSpPr txBox="1"/>
          <p:nvPr/>
        </p:nvSpPr>
        <p:spPr>
          <a:xfrm>
            <a:off x="2371740" y="5062020"/>
            <a:ext cx="453971" cy="253916"/>
          </a:xfrm>
          <a:prstGeom prst="rect">
            <a:avLst/>
          </a:prstGeom>
          <a:noFill/>
        </p:spPr>
        <p:txBody>
          <a:bodyPr wrap="none" rtlCol="0" anchor="ctr">
            <a:spAutoFit/>
          </a:bodyPr>
          <a:lstStyle/>
          <a:p>
            <a:pPr algn="ctr"/>
            <a:r>
              <a:rPr lang="zh-CN" altLang="en-US" sz="1050" dirty="0" smtClean="0">
                <a:solidFill>
                  <a:schemeClr val="bg1"/>
                </a:solidFill>
                <a:latin typeface="Montserrat" panose="00000500000000000000" pitchFamily="50" charset="0"/>
                <a:ea typeface="Roboto Light" panose="02000000000000000000" pitchFamily="2" charset="0"/>
                <a:cs typeface="Raleway"/>
              </a:rPr>
              <a:t>文字</a:t>
            </a:r>
            <a:endParaRPr lang="id-ID" sz="1050" dirty="0">
              <a:solidFill>
                <a:schemeClr val="bg1"/>
              </a:solidFill>
              <a:latin typeface="Montserrat" panose="00000500000000000000" pitchFamily="50" charset="0"/>
              <a:ea typeface="Roboto Light" panose="02000000000000000000" pitchFamily="2" charset="0"/>
              <a:cs typeface="Raleway"/>
            </a:endParaRPr>
          </a:p>
        </p:txBody>
      </p:sp>
      <p:sp>
        <p:nvSpPr>
          <p:cNvPr id="40" name="TextBox 39"/>
          <p:cNvSpPr txBox="1"/>
          <p:nvPr/>
        </p:nvSpPr>
        <p:spPr>
          <a:xfrm>
            <a:off x="5891726" y="5035090"/>
            <a:ext cx="543740" cy="307777"/>
          </a:xfrm>
          <a:prstGeom prst="rect">
            <a:avLst/>
          </a:prstGeom>
          <a:noFill/>
        </p:spPr>
        <p:txBody>
          <a:bodyPr wrap="none" rtlCol="0" anchor="ctr">
            <a:spAutoFit/>
          </a:bodyPr>
          <a:lstStyle/>
          <a:p>
            <a:pPr algn="ctr"/>
            <a:r>
              <a:rPr lang="zh-CN" altLang="en-US" sz="1400" dirty="0">
                <a:solidFill>
                  <a:schemeClr val="bg1"/>
                </a:solidFill>
                <a:latin typeface="Montserrat" panose="00000500000000000000" pitchFamily="50" charset="0"/>
                <a:ea typeface="Roboto Light" panose="02000000000000000000" pitchFamily="2" charset="0"/>
                <a:cs typeface="Raleway"/>
              </a:rPr>
              <a:t>文字</a:t>
            </a:r>
            <a:endParaRPr lang="id-ID" altLang="zh-CN" sz="1400" dirty="0">
              <a:solidFill>
                <a:schemeClr val="bg1"/>
              </a:solidFill>
              <a:latin typeface="Montserrat" panose="00000500000000000000" pitchFamily="50" charset="0"/>
              <a:ea typeface="Roboto Light" panose="02000000000000000000" pitchFamily="2" charset="0"/>
              <a:cs typeface="Raleway"/>
            </a:endParaRPr>
          </a:p>
        </p:txBody>
      </p:sp>
      <p:sp>
        <p:nvSpPr>
          <p:cNvPr id="41" name="Rectangle 40"/>
          <p:cNvSpPr/>
          <p:nvPr/>
        </p:nvSpPr>
        <p:spPr>
          <a:xfrm>
            <a:off x="8127284" y="3584922"/>
            <a:ext cx="3202364" cy="1169551"/>
          </a:xfrm>
          <a:prstGeom prst="rect">
            <a:avLst/>
          </a:prstGeom>
        </p:spPr>
        <p:txBody>
          <a:bodyPr wrap="square">
            <a:spAutoFit/>
          </a:bodyPr>
          <a:lstStyle/>
          <a:p>
            <a:pPr algn="ctr"/>
            <a:r>
              <a:rPr lang="zh-CN" altLang="en-US" sz="1400" dirty="0">
                <a:solidFill>
                  <a:srgbClr val="FFFFFF"/>
                </a:solidFill>
              </a:rPr>
              <a:t>文字内容文字文字内容文字内容文字内容文字内容文字</a:t>
            </a:r>
            <a:r>
              <a:rPr lang="zh-CN" altLang="en-US" sz="1400" dirty="0" smtClean="0">
                <a:solidFill>
                  <a:srgbClr val="FFFFFF"/>
                </a:solidFill>
              </a:rPr>
              <a:t>内</a:t>
            </a:r>
            <a:r>
              <a:rPr lang="zh-CN" altLang="en-US" sz="1400" dirty="0">
                <a:solidFill>
                  <a:srgbClr val="FFFFFF"/>
                </a:solidFill>
              </a:rPr>
              <a:t>文字内容文字文字内容文字内容文字内容文字内容文字内</a:t>
            </a:r>
            <a:endParaRPr lang="en-US" altLang="zh-CN" sz="1400" dirty="0">
              <a:solidFill>
                <a:srgbClr val="FFFFFF"/>
              </a:solidFill>
            </a:endParaRPr>
          </a:p>
          <a:p>
            <a:pPr algn="ctr"/>
            <a:endParaRPr lang="en-US" altLang="zh-CN" sz="1400" dirty="0">
              <a:solidFill>
                <a:srgbClr val="FFFFFF"/>
              </a:solidFill>
            </a:endParaRPr>
          </a:p>
        </p:txBody>
      </p:sp>
      <p:sp>
        <p:nvSpPr>
          <p:cNvPr id="42" name="TextBox 41"/>
          <p:cNvSpPr txBox="1"/>
          <p:nvPr/>
        </p:nvSpPr>
        <p:spPr>
          <a:xfrm>
            <a:off x="9277062" y="3173581"/>
            <a:ext cx="902811" cy="307777"/>
          </a:xfrm>
          <a:prstGeom prst="rect">
            <a:avLst/>
          </a:prstGeom>
          <a:noFill/>
        </p:spPr>
        <p:txBody>
          <a:bodyPr wrap="none" rtlCol="0" anchor="ctr">
            <a:spAutoFit/>
          </a:bodyPr>
          <a:lstStyle/>
          <a:p>
            <a:pPr algn="ctr"/>
            <a:r>
              <a:rPr lang="zh-CN" altLang="en-US" sz="1400" dirty="0" smtClean="0">
                <a:solidFill>
                  <a:schemeClr val="accent3"/>
                </a:solidFill>
                <a:latin typeface="Montserrat" panose="00000500000000000000" pitchFamily="50" charset="0"/>
                <a:ea typeface="Roboto Light" panose="02000000000000000000" pitchFamily="2" charset="0"/>
                <a:cs typeface="Raleway"/>
              </a:rPr>
              <a:t>文字内容</a:t>
            </a:r>
            <a:endParaRPr lang="id-ID" sz="1400" dirty="0">
              <a:solidFill>
                <a:schemeClr val="accent3"/>
              </a:solidFill>
              <a:latin typeface="Montserrat" panose="00000500000000000000" pitchFamily="50" charset="0"/>
              <a:ea typeface="Roboto Light" panose="02000000000000000000" pitchFamily="2" charset="0"/>
              <a:cs typeface="Raleway"/>
            </a:endParaRPr>
          </a:p>
        </p:txBody>
      </p:sp>
      <p:sp>
        <p:nvSpPr>
          <p:cNvPr id="43" name="TextBox 42"/>
          <p:cNvSpPr txBox="1"/>
          <p:nvPr/>
        </p:nvSpPr>
        <p:spPr>
          <a:xfrm>
            <a:off x="9456596" y="5035090"/>
            <a:ext cx="543740" cy="307777"/>
          </a:xfrm>
          <a:prstGeom prst="rect">
            <a:avLst/>
          </a:prstGeom>
          <a:noFill/>
        </p:spPr>
        <p:txBody>
          <a:bodyPr wrap="none" rtlCol="0" anchor="ctr">
            <a:spAutoFit/>
          </a:bodyPr>
          <a:lstStyle/>
          <a:p>
            <a:pPr algn="ctr"/>
            <a:r>
              <a:rPr lang="zh-CN" altLang="en-US" sz="1400" dirty="0">
                <a:solidFill>
                  <a:schemeClr val="bg1"/>
                </a:solidFill>
                <a:latin typeface="Montserrat" panose="00000500000000000000" pitchFamily="50" charset="0"/>
                <a:ea typeface="Roboto Light" panose="02000000000000000000" pitchFamily="2" charset="0"/>
                <a:cs typeface="Raleway"/>
              </a:rPr>
              <a:t>文字</a:t>
            </a:r>
            <a:endParaRPr lang="id-ID" altLang="zh-CN" sz="1400" dirty="0">
              <a:solidFill>
                <a:schemeClr val="bg1"/>
              </a:solidFill>
              <a:latin typeface="Montserrat" panose="00000500000000000000" pitchFamily="50" charset="0"/>
              <a:ea typeface="Roboto Light" panose="02000000000000000000" pitchFamily="2" charset="0"/>
              <a:cs typeface="Raleway"/>
            </a:endParaRPr>
          </a:p>
        </p:txBody>
      </p:sp>
      <p:grpSp>
        <p:nvGrpSpPr>
          <p:cNvPr id="4" name="Group 3"/>
          <p:cNvGrpSpPr/>
          <p:nvPr/>
        </p:nvGrpSpPr>
        <p:grpSpPr>
          <a:xfrm>
            <a:off x="7879485" y="2194559"/>
            <a:ext cx="954364" cy="954362"/>
            <a:chOff x="7879485" y="2194559"/>
            <a:chExt cx="954364" cy="954362"/>
          </a:xfrm>
        </p:grpSpPr>
        <p:sp>
          <p:nvSpPr>
            <p:cNvPr id="26" name="2 Rectángulo"/>
            <p:cNvSpPr>
              <a:spLocks noChangeAspect="1"/>
            </p:cNvSpPr>
            <p:nvPr/>
          </p:nvSpPr>
          <p:spPr bwMode="auto">
            <a:xfrm>
              <a:off x="7879485" y="2194559"/>
              <a:ext cx="954364" cy="954362"/>
            </a:xfrm>
            <a:prstGeom prst="ellipse">
              <a:avLst/>
            </a:prstGeom>
            <a:solidFill>
              <a:schemeClr val="accent3"/>
            </a:solidFill>
            <a:ln w="38100" cmpd="sng">
              <a:solidFill>
                <a:schemeClr val="bg1"/>
              </a:solidFill>
            </a:ln>
          </p:spPr>
          <p:txBody>
            <a:bodyPr lIns="0" tIns="108000" rIns="0" bIns="0" rtlCol="0" anchor="t"/>
            <a:lstStyle/>
            <a:p>
              <a:pPr algn="ctr"/>
              <a:endParaRPr lang="es-ES" sz="2800" dirty="0">
                <a:solidFill>
                  <a:schemeClr val="bg1"/>
                </a:solidFill>
                <a:latin typeface="Arial" panose="020B0604020202020204"/>
                <a:cs typeface="Arial" panose="020B0604020202020204"/>
              </a:endParaRPr>
            </a:p>
          </p:txBody>
        </p:sp>
        <p:grpSp>
          <p:nvGrpSpPr>
            <p:cNvPr id="44" name="Group 43"/>
            <p:cNvGrpSpPr/>
            <p:nvPr/>
          </p:nvGrpSpPr>
          <p:grpSpPr>
            <a:xfrm>
              <a:off x="8094121" y="2442512"/>
              <a:ext cx="525090" cy="458454"/>
              <a:chOff x="7894638" y="4051300"/>
              <a:chExt cx="2501900" cy="2184400"/>
            </a:xfrm>
            <a:solidFill>
              <a:schemeClr val="bg1"/>
            </a:solidFill>
          </p:grpSpPr>
          <p:sp>
            <p:nvSpPr>
              <p:cNvPr id="45" name="Freeform 44"/>
              <p:cNvSpPr/>
              <p:nvPr/>
            </p:nvSpPr>
            <p:spPr bwMode="auto">
              <a:xfrm>
                <a:off x="8115301" y="4511675"/>
                <a:ext cx="153988" cy="212725"/>
              </a:xfrm>
              <a:custGeom>
                <a:avLst/>
                <a:gdLst>
                  <a:gd name="T0" fmla="*/ 47 w 62"/>
                  <a:gd name="T1" fmla="*/ 5 h 86"/>
                  <a:gd name="T2" fmla="*/ 17 w 62"/>
                  <a:gd name="T3" fmla="*/ 15 h 86"/>
                  <a:gd name="T4" fmla="*/ 3 w 62"/>
                  <a:gd name="T5" fmla="*/ 59 h 86"/>
                  <a:gd name="T6" fmla="*/ 20 w 62"/>
                  <a:gd name="T7" fmla="*/ 85 h 86"/>
                  <a:gd name="T8" fmla="*/ 24 w 62"/>
                  <a:gd name="T9" fmla="*/ 86 h 86"/>
                  <a:gd name="T10" fmla="*/ 46 w 62"/>
                  <a:gd name="T11" fmla="*/ 68 h 86"/>
                  <a:gd name="T12" fmla="*/ 57 w 62"/>
                  <a:gd name="T13" fmla="*/ 34 h 86"/>
                  <a:gd name="T14" fmla="*/ 47 w 62"/>
                  <a:gd name="T15" fmla="*/ 5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86">
                    <a:moveTo>
                      <a:pt x="47" y="5"/>
                    </a:moveTo>
                    <a:cubicBezTo>
                      <a:pt x="36" y="0"/>
                      <a:pt x="22" y="4"/>
                      <a:pt x="17" y="15"/>
                    </a:cubicBezTo>
                    <a:cubicBezTo>
                      <a:pt x="11" y="29"/>
                      <a:pt x="6" y="44"/>
                      <a:pt x="3" y="59"/>
                    </a:cubicBezTo>
                    <a:cubicBezTo>
                      <a:pt x="0" y="71"/>
                      <a:pt x="8" y="83"/>
                      <a:pt x="20" y="85"/>
                    </a:cubicBezTo>
                    <a:cubicBezTo>
                      <a:pt x="22" y="85"/>
                      <a:pt x="23" y="86"/>
                      <a:pt x="24" y="86"/>
                    </a:cubicBezTo>
                    <a:cubicBezTo>
                      <a:pt x="35" y="86"/>
                      <a:pt x="44" y="78"/>
                      <a:pt x="46" y="68"/>
                    </a:cubicBezTo>
                    <a:cubicBezTo>
                      <a:pt x="48" y="56"/>
                      <a:pt x="52" y="45"/>
                      <a:pt x="57" y="34"/>
                    </a:cubicBezTo>
                    <a:cubicBezTo>
                      <a:pt x="62" y="23"/>
                      <a:pt x="58" y="10"/>
                      <a:pt x="47" y="5"/>
                    </a:cubicBezTo>
                    <a:close/>
                  </a:path>
                </a:pathLst>
              </a:custGeom>
              <a:grpFill/>
              <a:ln>
                <a:noFill/>
              </a:ln>
            </p:spPr>
            <p:txBody>
              <a:bodyPr vert="horz" wrap="square" lIns="91440" tIns="45720" rIns="91440" bIns="45720" numCol="1" anchor="t" anchorCtr="0" compatLnSpc="1"/>
              <a:lstStyle/>
              <a:p>
                <a:endParaRPr lang="en-US"/>
              </a:p>
            </p:txBody>
          </p:sp>
          <p:sp>
            <p:nvSpPr>
              <p:cNvPr id="46" name="Freeform 45"/>
              <p:cNvSpPr/>
              <p:nvPr/>
            </p:nvSpPr>
            <p:spPr bwMode="auto">
              <a:xfrm>
                <a:off x="8264526" y="4254500"/>
                <a:ext cx="460375" cy="222250"/>
              </a:xfrm>
              <a:custGeom>
                <a:avLst/>
                <a:gdLst>
                  <a:gd name="T0" fmla="*/ 166 w 186"/>
                  <a:gd name="T1" fmla="*/ 10 h 90"/>
                  <a:gd name="T2" fmla="*/ 11 w 186"/>
                  <a:gd name="T3" fmla="*/ 51 h 90"/>
                  <a:gd name="T4" fmla="*/ 8 w 186"/>
                  <a:gd name="T5" fmla="*/ 82 h 90"/>
                  <a:gd name="T6" fmla="*/ 25 w 186"/>
                  <a:gd name="T7" fmla="*/ 90 h 90"/>
                  <a:gd name="T8" fmla="*/ 39 w 186"/>
                  <a:gd name="T9" fmla="*/ 86 h 90"/>
                  <a:gd name="T10" fmla="*/ 159 w 186"/>
                  <a:gd name="T11" fmla="*/ 53 h 90"/>
                  <a:gd name="T12" fmla="*/ 184 w 186"/>
                  <a:gd name="T13" fmla="*/ 35 h 90"/>
                  <a:gd name="T14" fmla="*/ 166 w 186"/>
                  <a:gd name="T15" fmla="*/ 10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90">
                    <a:moveTo>
                      <a:pt x="166" y="10"/>
                    </a:moveTo>
                    <a:cubicBezTo>
                      <a:pt x="113" y="0"/>
                      <a:pt x="55" y="16"/>
                      <a:pt x="11" y="51"/>
                    </a:cubicBezTo>
                    <a:cubicBezTo>
                      <a:pt x="2" y="59"/>
                      <a:pt x="0" y="73"/>
                      <a:pt x="8" y="82"/>
                    </a:cubicBezTo>
                    <a:cubicBezTo>
                      <a:pt x="12" y="88"/>
                      <a:pt x="18" y="90"/>
                      <a:pt x="25" y="90"/>
                    </a:cubicBezTo>
                    <a:cubicBezTo>
                      <a:pt x="30" y="90"/>
                      <a:pt x="35" y="89"/>
                      <a:pt x="39" y="86"/>
                    </a:cubicBezTo>
                    <a:cubicBezTo>
                      <a:pt x="73" y="58"/>
                      <a:pt x="118" y="46"/>
                      <a:pt x="159" y="53"/>
                    </a:cubicBezTo>
                    <a:cubicBezTo>
                      <a:pt x="170" y="55"/>
                      <a:pt x="182" y="47"/>
                      <a:pt x="184" y="35"/>
                    </a:cubicBezTo>
                    <a:cubicBezTo>
                      <a:pt x="186" y="23"/>
                      <a:pt x="178" y="12"/>
                      <a:pt x="166" y="10"/>
                    </a:cubicBezTo>
                    <a:close/>
                  </a:path>
                </a:pathLst>
              </a:custGeom>
              <a:grpFill/>
              <a:ln>
                <a:noFill/>
              </a:ln>
            </p:spPr>
            <p:txBody>
              <a:bodyPr vert="horz" wrap="square" lIns="91440" tIns="45720" rIns="91440" bIns="45720" numCol="1" anchor="t" anchorCtr="0" compatLnSpc="1"/>
              <a:lstStyle/>
              <a:p>
                <a:endParaRPr lang="en-US"/>
              </a:p>
            </p:txBody>
          </p:sp>
          <p:sp>
            <p:nvSpPr>
              <p:cNvPr id="47" name="Freeform 46"/>
              <p:cNvSpPr>
                <a:spLocks noEditPoints="1"/>
              </p:cNvSpPr>
              <p:nvPr/>
            </p:nvSpPr>
            <p:spPr bwMode="auto">
              <a:xfrm>
                <a:off x="7894638" y="4051300"/>
                <a:ext cx="2501900" cy="2184400"/>
              </a:xfrm>
              <a:custGeom>
                <a:avLst/>
                <a:gdLst>
                  <a:gd name="T0" fmla="*/ 729 w 1009"/>
                  <a:gd name="T1" fmla="*/ 0 h 883"/>
                  <a:gd name="T2" fmla="*/ 505 w 1009"/>
                  <a:gd name="T3" fmla="*/ 150 h 883"/>
                  <a:gd name="T4" fmla="*/ 281 w 1009"/>
                  <a:gd name="T5" fmla="*/ 0 h 883"/>
                  <a:gd name="T6" fmla="*/ 0 w 1009"/>
                  <a:gd name="T7" fmla="*/ 281 h 883"/>
                  <a:gd name="T8" fmla="*/ 249 w 1009"/>
                  <a:gd name="T9" fmla="*/ 698 h 883"/>
                  <a:gd name="T10" fmla="*/ 504 w 1009"/>
                  <a:gd name="T11" fmla="*/ 883 h 883"/>
                  <a:gd name="T12" fmla="*/ 516 w 1009"/>
                  <a:gd name="T13" fmla="*/ 880 h 883"/>
                  <a:gd name="T14" fmla="*/ 930 w 1009"/>
                  <a:gd name="T15" fmla="*/ 508 h 883"/>
                  <a:gd name="T16" fmla="*/ 921 w 1009"/>
                  <a:gd name="T17" fmla="*/ 76 h 883"/>
                  <a:gd name="T18" fmla="*/ 505 w 1009"/>
                  <a:gd name="T19" fmla="*/ 836 h 883"/>
                  <a:gd name="T20" fmla="*/ 174 w 1009"/>
                  <a:gd name="T21" fmla="*/ 504 h 883"/>
                  <a:gd name="T22" fmla="*/ 217 w 1009"/>
                  <a:gd name="T23" fmla="*/ 405 h 883"/>
                  <a:gd name="T24" fmla="*/ 294 w 1009"/>
                  <a:gd name="T25" fmla="*/ 616 h 883"/>
                  <a:gd name="T26" fmla="*/ 369 w 1009"/>
                  <a:gd name="T27" fmla="*/ 357 h 883"/>
                  <a:gd name="T28" fmla="*/ 458 w 1009"/>
                  <a:gd name="T29" fmla="*/ 726 h 883"/>
                  <a:gd name="T30" fmla="*/ 480 w 1009"/>
                  <a:gd name="T31" fmla="*/ 710 h 883"/>
                  <a:gd name="T32" fmla="*/ 600 w 1009"/>
                  <a:gd name="T33" fmla="*/ 551 h 883"/>
                  <a:gd name="T34" fmla="*/ 641 w 1009"/>
                  <a:gd name="T35" fmla="*/ 550 h 883"/>
                  <a:gd name="T36" fmla="*/ 723 w 1009"/>
                  <a:gd name="T37" fmla="*/ 464 h 883"/>
                  <a:gd name="T38" fmla="*/ 723 w 1009"/>
                  <a:gd name="T39" fmla="*/ 420 h 883"/>
                  <a:gd name="T40" fmla="*/ 637 w 1009"/>
                  <a:gd name="T41" fmla="*/ 434 h 883"/>
                  <a:gd name="T42" fmla="*/ 571 w 1009"/>
                  <a:gd name="T43" fmla="*/ 372 h 883"/>
                  <a:gd name="T44" fmla="*/ 530 w 1009"/>
                  <a:gd name="T45" fmla="*/ 375 h 883"/>
                  <a:gd name="T46" fmla="*/ 392 w 1009"/>
                  <a:gd name="T47" fmla="*/ 245 h 883"/>
                  <a:gd name="T48" fmla="*/ 371 w 1009"/>
                  <a:gd name="T49" fmla="*/ 227 h 883"/>
                  <a:gd name="T50" fmla="*/ 291 w 1009"/>
                  <a:gd name="T51" fmla="*/ 504 h 883"/>
                  <a:gd name="T52" fmla="*/ 217 w 1009"/>
                  <a:gd name="T53" fmla="*/ 300 h 883"/>
                  <a:gd name="T54" fmla="*/ 195 w 1009"/>
                  <a:gd name="T55" fmla="*/ 316 h 883"/>
                  <a:gd name="T56" fmla="*/ 101 w 1009"/>
                  <a:gd name="T57" fmla="*/ 460 h 883"/>
                  <a:gd name="T58" fmla="*/ 281 w 1009"/>
                  <a:gd name="T59" fmla="*/ 44 h 883"/>
                  <a:gd name="T60" fmla="*/ 495 w 1009"/>
                  <a:gd name="T61" fmla="*/ 241 h 883"/>
                  <a:gd name="T62" fmla="*/ 520 w 1009"/>
                  <a:gd name="T63" fmla="*/ 237 h 883"/>
                  <a:gd name="T64" fmla="*/ 729 w 1009"/>
                  <a:gd name="T65" fmla="*/ 44 h 883"/>
                  <a:gd name="T66" fmla="*/ 732 w 1009"/>
                  <a:gd name="T67" fmla="*/ 66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9" h="883">
                    <a:moveTo>
                      <a:pt x="921" y="76"/>
                    </a:moveTo>
                    <a:cubicBezTo>
                      <a:pt x="868" y="28"/>
                      <a:pt x="798" y="0"/>
                      <a:pt x="729" y="0"/>
                    </a:cubicBezTo>
                    <a:cubicBezTo>
                      <a:pt x="672" y="0"/>
                      <a:pt x="620" y="18"/>
                      <a:pt x="578" y="52"/>
                    </a:cubicBezTo>
                    <a:cubicBezTo>
                      <a:pt x="547" y="77"/>
                      <a:pt x="522" y="110"/>
                      <a:pt x="505" y="150"/>
                    </a:cubicBezTo>
                    <a:cubicBezTo>
                      <a:pt x="487" y="110"/>
                      <a:pt x="462" y="77"/>
                      <a:pt x="432" y="52"/>
                    </a:cubicBezTo>
                    <a:cubicBezTo>
                      <a:pt x="389" y="18"/>
                      <a:pt x="337" y="0"/>
                      <a:pt x="281" y="0"/>
                    </a:cubicBezTo>
                    <a:cubicBezTo>
                      <a:pt x="211" y="0"/>
                      <a:pt x="141" y="28"/>
                      <a:pt x="89" y="76"/>
                    </a:cubicBezTo>
                    <a:cubicBezTo>
                      <a:pt x="32" y="129"/>
                      <a:pt x="0" y="202"/>
                      <a:pt x="0" y="281"/>
                    </a:cubicBezTo>
                    <a:cubicBezTo>
                      <a:pt x="0" y="353"/>
                      <a:pt x="27" y="429"/>
                      <a:pt x="79" y="508"/>
                    </a:cubicBezTo>
                    <a:cubicBezTo>
                      <a:pt x="120" y="570"/>
                      <a:pt x="177" y="634"/>
                      <a:pt x="249" y="698"/>
                    </a:cubicBezTo>
                    <a:cubicBezTo>
                      <a:pt x="369" y="806"/>
                      <a:pt x="488" y="877"/>
                      <a:pt x="493" y="880"/>
                    </a:cubicBezTo>
                    <a:cubicBezTo>
                      <a:pt x="496" y="882"/>
                      <a:pt x="500" y="883"/>
                      <a:pt x="504" y="883"/>
                    </a:cubicBezTo>
                    <a:cubicBezTo>
                      <a:pt x="504" y="883"/>
                      <a:pt x="505" y="883"/>
                      <a:pt x="505" y="883"/>
                    </a:cubicBezTo>
                    <a:cubicBezTo>
                      <a:pt x="509" y="883"/>
                      <a:pt x="513" y="882"/>
                      <a:pt x="516" y="880"/>
                    </a:cubicBezTo>
                    <a:cubicBezTo>
                      <a:pt x="521" y="877"/>
                      <a:pt x="640" y="806"/>
                      <a:pt x="761" y="698"/>
                    </a:cubicBezTo>
                    <a:cubicBezTo>
                      <a:pt x="832" y="634"/>
                      <a:pt x="889" y="570"/>
                      <a:pt x="930" y="508"/>
                    </a:cubicBezTo>
                    <a:cubicBezTo>
                      <a:pt x="983" y="429"/>
                      <a:pt x="1009" y="353"/>
                      <a:pt x="1009" y="281"/>
                    </a:cubicBezTo>
                    <a:cubicBezTo>
                      <a:pt x="1009" y="202"/>
                      <a:pt x="978" y="129"/>
                      <a:pt x="921" y="76"/>
                    </a:cubicBezTo>
                    <a:close/>
                    <a:moveTo>
                      <a:pt x="732" y="665"/>
                    </a:moveTo>
                    <a:cubicBezTo>
                      <a:pt x="635" y="752"/>
                      <a:pt x="537" y="815"/>
                      <a:pt x="505" y="836"/>
                    </a:cubicBezTo>
                    <a:cubicBezTo>
                      <a:pt x="455" y="804"/>
                      <a:pt x="249" y="670"/>
                      <a:pt x="130" y="504"/>
                    </a:cubicBezTo>
                    <a:cubicBezTo>
                      <a:pt x="174" y="504"/>
                      <a:pt x="174" y="504"/>
                      <a:pt x="174" y="504"/>
                    </a:cubicBezTo>
                    <a:cubicBezTo>
                      <a:pt x="184" y="504"/>
                      <a:pt x="193" y="497"/>
                      <a:pt x="195" y="488"/>
                    </a:cubicBezTo>
                    <a:cubicBezTo>
                      <a:pt x="217" y="405"/>
                      <a:pt x="217" y="405"/>
                      <a:pt x="217" y="405"/>
                    </a:cubicBezTo>
                    <a:cubicBezTo>
                      <a:pt x="273" y="600"/>
                      <a:pt x="273" y="600"/>
                      <a:pt x="273" y="600"/>
                    </a:cubicBezTo>
                    <a:cubicBezTo>
                      <a:pt x="275" y="610"/>
                      <a:pt x="284" y="616"/>
                      <a:pt x="294" y="616"/>
                    </a:cubicBezTo>
                    <a:cubicBezTo>
                      <a:pt x="304" y="616"/>
                      <a:pt x="313" y="608"/>
                      <a:pt x="315" y="599"/>
                    </a:cubicBezTo>
                    <a:cubicBezTo>
                      <a:pt x="369" y="357"/>
                      <a:pt x="369" y="357"/>
                      <a:pt x="369" y="357"/>
                    </a:cubicBezTo>
                    <a:cubicBezTo>
                      <a:pt x="437" y="708"/>
                      <a:pt x="437" y="708"/>
                      <a:pt x="437" y="708"/>
                    </a:cubicBezTo>
                    <a:cubicBezTo>
                      <a:pt x="439" y="718"/>
                      <a:pt x="448" y="726"/>
                      <a:pt x="458" y="726"/>
                    </a:cubicBezTo>
                    <a:cubicBezTo>
                      <a:pt x="458" y="726"/>
                      <a:pt x="459" y="726"/>
                      <a:pt x="459" y="726"/>
                    </a:cubicBezTo>
                    <a:cubicBezTo>
                      <a:pt x="469" y="726"/>
                      <a:pt x="477" y="720"/>
                      <a:pt x="480" y="710"/>
                    </a:cubicBezTo>
                    <a:cubicBezTo>
                      <a:pt x="555" y="446"/>
                      <a:pt x="555" y="446"/>
                      <a:pt x="555" y="446"/>
                    </a:cubicBezTo>
                    <a:cubicBezTo>
                      <a:pt x="600" y="551"/>
                      <a:pt x="600" y="551"/>
                      <a:pt x="600" y="551"/>
                    </a:cubicBezTo>
                    <a:cubicBezTo>
                      <a:pt x="604" y="559"/>
                      <a:pt x="612" y="565"/>
                      <a:pt x="621" y="564"/>
                    </a:cubicBezTo>
                    <a:cubicBezTo>
                      <a:pt x="630" y="564"/>
                      <a:pt x="638" y="558"/>
                      <a:pt x="641" y="550"/>
                    </a:cubicBezTo>
                    <a:cubicBezTo>
                      <a:pt x="673" y="464"/>
                      <a:pt x="673" y="464"/>
                      <a:pt x="673" y="464"/>
                    </a:cubicBezTo>
                    <a:cubicBezTo>
                      <a:pt x="723" y="464"/>
                      <a:pt x="723" y="464"/>
                      <a:pt x="723" y="464"/>
                    </a:cubicBezTo>
                    <a:cubicBezTo>
                      <a:pt x="735" y="464"/>
                      <a:pt x="745" y="454"/>
                      <a:pt x="745" y="442"/>
                    </a:cubicBezTo>
                    <a:cubicBezTo>
                      <a:pt x="745" y="430"/>
                      <a:pt x="735" y="420"/>
                      <a:pt x="723" y="420"/>
                    </a:cubicBezTo>
                    <a:cubicBezTo>
                      <a:pt x="657" y="420"/>
                      <a:pt x="657" y="420"/>
                      <a:pt x="657" y="420"/>
                    </a:cubicBezTo>
                    <a:cubicBezTo>
                      <a:pt x="648" y="420"/>
                      <a:pt x="640" y="425"/>
                      <a:pt x="637" y="434"/>
                    </a:cubicBezTo>
                    <a:cubicBezTo>
                      <a:pt x="619" y="483"/>
                      <a:pt x="619" y="483"/>
                      <a:pt x="619" y="483"/>
                    </a:cubicBezTo>
                    <a:cubicBezTo>
                      <a:pt x="571" y="372"/>
                      <a:pt x="571" y="372"/>
                      <a:pt x="571" y="372"/>
                    </a:cubicBezTo>
                    <a:cubicBezTo>
                      <a:pt x="567" y="364"/>
                      <a:pt x="559" y="358"/>
                      <a:pt x="549" y="359"/>
                    </a:cubicBezTo>
                    <a:cubicBezTo>
                      <a:pt x="540" y="359"/>
                      <a:pt x="532" y="366"/>
                      <a:pt x="530" y="375"/>
                    </a:cubicBezTo>
                    <a:cubicBezTo>
                      <a:pt x="463" y="609"/>
                      <a:pt x="463" y="609"/>
                      <a:pt x="463" y="609"/>
                    </a:cubicBezTo>
                    <a:cubicBezTo>
                      <a:pt x="392" y="245"/>
                      <a:pt x="392" y="245"/>
                      <a:pt x="392" y="245"/>
                    </a:cubicBezTo>
                    <a:cubicBezTo>
                      <a:pt x="390" y="235"/>
                      <a:pt x="382" y="228"/>
                      <a:pt x="371" y="228"/>
                    </a:cubicBezTo>
                    <a:cubicBezTo>
                      <a:pt x="371" y="228"/>
                      <a:pt x="371" y="227"/>
                      <a:pt x="371" y="227"/>
                    </a:cubicBezTo>
                    <a:cubicBezTo>
                      <a:pt x="361" y="227"/>
                      <a:pt x="352" y="235"/>
                      <a:pt x="349" y="245"/>
                    </a:cubicBezTo>
                    <a:cubicBezTo>
                      <a:pt x="291" y="504"/>
                      <a:pt x="291" y="504"/>
                      <a:pt x="291" y="504"/>
                    </a:cubicBezTo>
                    <a:cubicBezTo>
                      <a:pt x="238" y="316"/>
                      <a:pt x="238" y="316"/>
                      <a:pt x="238" y="316"/>
                    </a:cubicBezTo>
                    <a:cubicBezTo>
                      <a:pt x="235" y="307"/>
                      <a:pt x="226" y="300"/>
                      <a:pt x="217" y="300"/>
                    </a:cubicBezTo>
                    <a:cubicBezTo>
                      <a:pt x="216" y="300"/>
                      <a:pt x="216" y="300"/>
                      <a:pt x="216" y="300"/>
                    </a:cubicBezTo>
                    <a:cubicBezTo>
                      <a:pt x="207" y="300"/>
                      <a:pt x="198" y="307"/>
                      <a:pt x="195" y="316"/>
                    </a:cubicBezTo>
                    <a:cubicBezTo>
                      <a:pt x="157" y="460"/>
                      <a:pt x="157" y="460"/>
                      <a:pt x="157" y="460"/>
                    </a:cubicBezTo>
                    <a:cubicBezTo>
                      <a:pt x="101" y="460"/>
                      <a:pt x="101" y="460"/>
                      <a:pt x="101" y="460"/>
                    </a:cubicBezTo>
                    <a:cubicBezTo>
                      <a:pt x="66" y="402"/>
                      <a:pt x="44" y="342"/>
                      <a:pt x="44" y="281"/>
                    </a:cubicBezTo>
                    <a:cubicBezTo>
                      <a:pt x="44" y="135"/>
                      <a:pt x="167" y="44"/>
                      <a:pt x="281" y="44"/>
                    </a:cubicBezTo>
                    <a:cubicBezTo>
                      <a:pt x="382" y="44"/>
                      <a:pt x="457" y="111"/>
                      <a:pt x="483" y="224"/>
                    </a:cubicBezTo>
                    <a:cubicBezTo>
                      <a:pt x="484" y="232"/>
                      <a:pt x="488" y="238"/>
                      <a:pt x="495" y="241"/>
                    </a:cubicBezTo>
                    <a:cubicBezTo>
                      <a:pt x="503" y="245"/>
                      <a:pt x="512" y="244"/>
                      <a:pt x="519" y="238"/>
                    </a:cubicBezTo>
                    <a:cubicBezTo>
                      <a:pt x="520" y="237"/>
                      <a:pt x="520" y="237"/>
                      <a:pt x="520" y="237"/>
                    </a:cubicBezTo>
                    <a:cubicBezTo>
                      <a:pt x="523" y="234"/>
                      <a:pt x="525" y="230"/>
                      <a:pt x="527" y="226"/>
                    </a:cubicBezTo>
                    <a:cubicBezTo>
                      <a:pt x="551" y="112"/>
                      <a:pt x="627" y="44"/>
                      <a:pt x="729" y="44"/>
                    </a:cubicBezTo>
                    <a:cubicBezTo>
                      <a:pt x="842" y="44"/>
                      <a:pt x="965" y="135"/>
                      <a:pt x="965" y="281"/>
                    </a:cubicBezTo>
                    <a:cubicBezTo>
                      <a:pt x="965" y="425"/>
                      <a:pt x="838" y="569"/>
                      <a:pt x="732" y="665"/>
                    </a:cubicBezTo>
                    <a:close/>
                  </a:path>
                </a:pathLst>
              </a:custGeom>
              <a:grpFill/>
              <a:ln>
                <a:noFill/>
              </a:ln>
            </p:spPr>
            <p:txBody>
              <a:bodyPr vert="horz" wrap="square" lIns="91440" tIns="45720" rIns="91440" bIns="45720" numCol="1" anchor="t" anchorCtr="0" compatLnSpc="1"/>
              <a:lstStyle/>
              <a:p>
                <a:endParaRPr lang="en-US"/>
              </a:p>
            </p:txBody>
          </p:sp>
          <p:sp>
            <p:nvSpPr>
              <p:cNvPr id="48" name="Freeform 47"/>
              <p:cNvSpPr/>
              <p:nvPr/>
            </p:nvSpPr>
            <p:spPr bwMode="auto">
              <a:xfrm>
                <a:off x="9798051" y="5091113"/>
                <a:ext cx="141288" cy="107950"/>
              </a:xfrm>
              <a:custGeom>
                <a:avLst/>
                <a:gdLst>
                  <a:gd name="T0" fmla="*/ 29 w 57"/>
                  <a:gd name="T1" fmla="*/ 0 h 44"/>
                  <a:gd name="T2" fmla="*/ 29 w 57"/>
                  <a:gd name="T3" fmla="*/ 44 h 44"/>
                  <a:gd name="T4" fmla="*/ 29 w 57"/>
                  <a:gd name="T5" fmla="*/ 0 h 44"/>
                </a:gdLst>
                <a:ahLst/>
                <a:cxnLst>
                  <a:cxn ang="0">
                    <a:pos x="T0" y="T1"/>
                  </a:cxn>
                  <a:cxn ang="0">
                    <a:pos x="T2" y="T3"/>
                  </a:cxn>
                  <a:cxn ang="0">
                    <a:pos x="T4" y="T5"/>
                  </a:cxn>
                </a:cxnLst>
                <a:rect l="0" t="0" r="r" b="b"/>
                <a:pathLst>
                  <a:path w="57" h="44">
                    <a:moveTo>
                      <a:pt x="29" y="0"/>
                    </a:moveTo>
                    <a:cubicBezTo>
                      <a:pt x="0" y="0"/>
                      <a:pt x="0" y="44"/>
                      <a:pt x="29" y="44"/>
                    </a:cubicBezTo>
                    <a:cubicBezTo>
                      <a:pt x="57" y="44"/>
                      <a:pt x="57" y="0"/>
                      <a:pt x="29" y="0"/>
                    </a:cubicBezTo>
                    <a:close/>
                  </a:path>
                </a:pathLst>
              </a:custGeom>
              <a:grpFill/>
              <a:ln>
                <a:noFill/>
              </a:ln>
            </p:spPr>
            <p:txBody>
              <a:bodyPr vert="horz" wrap="square" lIns="91440" tIns="45720" rIns="91440" bIns="45720" numCol="1" anchor="t" anchorCtr="0" compatLnSpc="1"/>
              <a:lstStyle/>
              <a:p>
                <a:endParaRPr lang="en-US"/>
              </a:p>
            </p:txBody>
          </p:sp>
        </p:grpSp>
      </p:grpSp>
      <p:grpSp>
        <p:nvGrpSpPr>
          <p:cNvPr id="3" name="Group 2"/>
          <p:cNvGrpSpPr/>
          <p:nvPr/>
        </p:nvGrpSpPr>
        <p:grpSpPr>
          <a:xfrm>
            <a:off x="4325025" y="2194559"/>
            <a:ext cx="954364" cy="954362"/>
            <a:chOff x="4325025" y="2194559"/>
            <a:chExt cx="954364" cy="954362"/>
          </a:xfrm>
        </p:grpSpPr>
        <p:sp>
          <p:nvSpPr>
            <p:cNvPr id="25" name="2 Rectángulo"/>
            <p:cNvSpPr>
              <a:spLocks noChangeAspect="1"/>
            </p:cNvSpPr>
            <p:nvPr/>
          </p:nvSpPr>
          <p:spPr bwMode="auto">
            <a:xfrm>
              <a:off x="4325025" y="2194559"/>
              <a:ext cx="954364" cy="954362"/>
            </a:xfrm>
            <a:prstGeom prst="ellipse">
              <a:avLst/>
            </a:prstGeom>
            <a:solidFill>
              <a:schemeClr val="accent2"/>
            </a:solidFill>
            <a:ln w="38100" cmpd="sng">
              <a:solidFill>
                <a:schemeClr val="bg1"/>
              </a:solidFill>
            </a:ln>
          </p:spPr>
          <p:txBody>
            <a:bodyPr lIns="0" tIns="108000" rIns="0" bIns="0" rtlCol="0" anchor="t"/>
            <a:lstStyle/>
            <a:p>
              <a:pPr algn="ctr"/>
              <a:endParaRPr lang="es-ES" sz="2800" dirty="0">
                <a:solidFill>
                  <a:schemeClr val="bg1"/>
                </a:solidFill>
                <a:latin typeface="Arial" panose="020B0604020202020204"/>
                <a:cs typeface="Arial" panose="020B0604020202020204"/>
              </a:endParaRPr>
            </a:p>
          </p:txBody>
        </p:sp>
        <p:sp>
          <p:nvSpPr>
            <p:cNvPr id="49" name="Freeform 82"/>
            <p:cNvSpPr>
              <a:spLocks noEditPoints="1"/>
            </p:cNvSpPr>
            <p:nvPr/>
          </p:nvSpPr>
          <p:spPr bwMode="auto">
            <a:xfrm>
              <a:off x="4571307" y="2407152"/>
              <a:ext cx="461798" cy="529174"/>
            </a:xfrm>
            <a:custGeom>
              <a:avLst/>
              <a:gdLst>
                <a:gd name="T0" fmla="*/ 674 w 961"/>
                <a:gd name="T1" fmla="*/ 5 h 1104"/>
                <a:gd name="T2" fmla="*/ 366 w 961"/>
                <a:gd name="T3" fmla="*/ 158 h 1104"/>
                <a:gd name="T4" fmla="*/ 89 w 961"/>
                <a:gd name="T5" fmla="*/ 274 h 1104"/>
                <a:gd name="T6" fmla="*/ 264 w 961"/>
                <a:gd name="T7" fmla="*/ 1024 h 1104"/>
                <a:gd name="T8" fmla="*/ 832 w 961"/>
                <a:gd name="T9" fmla="*/ 726 h 1104"/>
                <a:gd name="T10" fmla="*/ 836 w 961"/>
                <a:gd name="T11" fmla="*/ 33 h 1104"/>
                <a:gd name="T12" fmla="*/ 737 w 961"/>
                <a:gd name="T13" fmla="*/ 80 h 1104"/>
                <a:gd name="T14" fmla="*/ 382 w 961"/>
                <a:gd name="T15" fmla="*/ 1003 h 1104"/>
                <a:gd name="T16" fmla="*/ 332 w 961"/>
                <a:gd name="T17" fmla="*/ 1002 h 1104"/>
                <a:gd name="T18" fmla="*/ 277 w 961"/>
                <a:gd name="T19" fmla="*/ 973 h 1104"/>
                <a:gd name="T20" fmla="*/ 121 w 961"/>
                <a:gd name="T21" fmla="*/ 319 h 1104"/>
                <a:gd name="T22" fmla="*/ 265 w 961"/>
                <a:gd name="T23" fmla="*/ 628 h 1104"/>
                <a:gd name="T24" fmla="*/ 294 w 961"/>
                <a:gd name="T25" fmla="*/ 695 h 1104"/>
                <a:gd name="T26" fmla="*/ 295 w 961"/>
                <a:gd name="T27" fmla="*/ 706 h 1104"/>
                <a:gd name="T28" fmla="*/ 331 w 961"/>
                <a:gd name="T29" fmla="*/ 850 h 1104"/>
                <a:gd name="T30" fmla="*/ 337 w 961"/>
                <a:gd name="T31" fmla="*/ 730 h 1104"/>
                <a:gd name="T32" fmla="*/ 397 w 961"/>
                <a:gd name="T33" fmla="*/ 718 h 1104"/>
                <a:gd name="T34" fmla="*/ 486 w 961"/>
                <a:gd name="T35" fmla="*/ 720 h 1104"/>
                <a:gd name="T36" fmla="*/ 515 w 961"/>
                <a:gd name="T37" fmla="*/ 760 h 1104"/>
                <a:gd name="T38" fmla="*/ 523 w 961"/>
                <a:gd name="T39" fmla="*/ 785 h 1104"/>
                <a:gd name="T40" fmla="*/ 436 w 961"/>
                <a:gd name="T41" fmla="*/ 635 h 1104"/>
                <a:gd name="T42" fmla="*/ 291 w 961"/>
                <a:gd name="T43" fmla="*/ 586 h 1104"/>
                <a:gd name="T44" fmla="*/ 262 w 961"/>
                <a:gd name="T45" fmla="*/ 566 h 1104"/>
                <a:gd name="T46" fmla="*/ 250 w 961"/>
                <a:gd name="T47" fmla="*/ 534 h 1104"/>
                <a:gd name="T48" fmla="*/ 252 w 961"/>
                <a:gd name="T49" fmla="*/ 450 h 1104"/>
                <a:gd name="T50" fmla="*/ 623 w 961"/>
                <a:gd name="T51" fmla="*/ 471 h 1104"/>
                <a:gd name="T52" fmla="*/ 651 w 961"/>
                <a:gd name="T53" fmla="*/ 499 h 1104"/>
                <a:gd name="T54" fmla="*/ 671 w 961"/>
                <a:gd name="T55" fmla="*/ 534 h 1104"/>
                <a:gd name="T56" fmla="*/ 683 w 961"/>
                <a:gd name="T57" fmla="*/ 582 h 1104"/>
                <a:gd name="T58" fmla="*/ 680 w 961"/>
                <a:gd name="T59" fmla="*/ 663 h 1104"/>
                <a:gd name="T60" fmla="*/ 508 w 961"/>
                <a:gd name="T61" fmla="*/ 944 h 1104"/>
                <a:gd name="T62" fmla="*/ 890 w 961"/>
                <a:gd name="T63" fmla="*/ 130 h 1104"/>
                <a:gd name="T64" fmla="*/ 729 w 961"/>
                <a:gd name="T65" fmla="*/ 298 h 1104"/>
                <a:gd name="T66" fmla="*/ 544 w 961"/>
                <a:gd name="T67" fmla="*/ 1029 h 1104"/>
                <a:gd name="T68" fmla="*/ 487 w 961"/>
                <a:gd name="T69" fmla="*/ 1046 h 1104"/>
                <a:gd name="T70" fmla="*/ 428 w 961"/>
                <a:gd name="T71" fmla="*/ 1047 h 1104"/>
                <a:gd name="T72" fmla="*/ 606 w 961"/>
                <a:gd name="T73" fmla="*/ 407 h 1104"/>
                <a:gd name="T74" fmla="*/ 344 w 961"/>
                <a:gd name="T75" fmla="*/ 382 h 1104"/>
                <a:gd name="T76" fmla="*/ 256 w 961"/>
                <a:gd name="T77" fmla="*/ 360 h 1104"/>
                <a:gd name="T78" fmla="*/ 196 w 961"/>
                <a:gd name="T79" fmla="*/ 325 h 1104"/>
                <a:gd name="T80" fmla="*/ 139 w 961"/>
                <a:gd name="T81" fmla="*/ 262 h 1104"/>
                <a:gd name="T82" fmla="*/ 127 w 961"/>
                <a:gd name="T83" fmla="*/ 243 h 1104"/>
                <a:gd name="T84" fmla="*/ 123 w 961"/>
                <a:gd name="T85" fmla="*/ 220 h 1104"/>
                <a:gd name="T86" fmla="*/ 154 w 961"/>
                <a:gd name="T87" fmla="*/ 176 h 1104"/>
                <a:gd name="T88" fmla="*/ 237 w 961"/>
                <a:gd name="T89" fmla="*/ 127 h 1104"/>
                <a:gd name="T90" fmla="*/ 280 w 961"/>
                <a:gd name="T91" fmla="*/ 119 h 1104"/>
                <a:gd name="T92" fmla="*/ 300 w 961"/>
                <a:gd name="T93" fmla="*/ 125 h 1104"/>
                <a:gd name="T94" fmla="*/ 313 w 961"/>
                <a:gd name="T95" fmla="*/ 143 h 1104"/>
                <a:gd name="T96" fmla="*/ 467 w 961"/>
                <a:gd name="T97" fmla="*/ 196 h 1104"/>
                <a:gd name="T98" fmla="*/ 681 w 961"/>
                <a:gd name="T99" fmla="*/ 52 h 1104"/>
                <a:gd name="T100" fmla="*/ 733 w 961"/>
                <a:gd name="T101" fmla="*/ 85 h 1104"/>
                <a:gd name="T102" fmla="*/ 849 w 961"/>
                <a:gd name="T103" fmla="*/ 79 h 1104"/>
                <a:gd name="T104" fmla="*/ 868 w 961"/>
                <a:gd name="T105" fmla="*/ 86 h 1104"/>
                <a:gd name="T106" fmla="*/ 887 w 961"/>
                <a:gd name="T107" fmla="*/ 106 h 1104"/>
                <a:gd name="T108" fmla="*/ 892 w 961"/>
                <a:gd name="T109" fmla="*/ 126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1104">
                  <a:moveTo>
                    <a:pt x="836" y="33"/>
                  </a:moveTo>
                  <a:cubicBezTo>
                    <a:pt x="835" y="33"/>
                    <a:pt x="834" y="34"/>
                    <a:pt x="833" y="34"/>
                  </a:cubicBezTo>
                  <a:cubicBezTo>
                    <a:pt x="813" y="40"/>
                    <a:pt x="793" y="49"/>
                    <a:pt x="774" y="58"/>
                  </a:cubicBezTo>
                  <a:cubicBezTo>
                    <a:pt x="767" y="46"/>
                    <a:pt x="756" y="36"/>
                    <a:pt x="746" y="27"/>
                  </a:cubicBezTo>
                  <a:cubicBezTo>
                    <a:pt x="726" y="9"/>
                    <a:pt x="701" y="0"/>
                    <a:pt x="674" y="5"/>
                  </a:cubicBezTo>
                  <a:cubicBezTo>
                    <a:pt x="667" y="6"/>
                    <a:pt x="660" y="9"/>
                    <a:pt x="654" y="13"/>
                  </a:cubicBezTo>
                  <a:cubicBezTo>
                    <a:pt x="650" y="15"/>
                    <a:pt x="639" y="23"/>
                    <a:pt x="650" y="16"/>
                  </a:cubicBezTo>
                  <a:cubicBezTo>
                    <a:pt x="610" y="42"/>
                    <a:pt x="571" y="69"/>
                    <a:pt x="531" y="96"/>
                  </a:cubicBezTo>
                  <a:cubicBezTo>
                    <a:pt x="503" y="115"/>
                    <a:pt x="475" y="134"/>
                    <a:pt x="447" y="153"/>
                  </a:cubicBezTo>
                  <a:cubicBezTo>
                    <a:pt x="420" y="153"/>
                    <a:pt x="393" y="155"/>
                    <a:pt x="366" y="158"/>
                  </a:cubicBezTo>
                  <a:cubicBezTo>
                    <a:pt x="361" y="127"/>
                    <a:pt x="348" y="96"/>
                    <a:pt x="319" y="80"/>
                  </a:cubicBezTo>
                  <a:cubicBezTo>
                    <a:pt x="286" y="64"/>
                    <a:pt x="248" y="71"/>
                    <a:pt x="216" y="84"/>
                  </a:cubicBezTo>
                  <a:cubicBezTo>
                    <a:pt x="197" y="92"/>
                    <a:pt x="179" y="102"/>
                    <a:pt x="161" y="113"/>
                  </a:cubicBezTo>
                  <a:cubicBezTo>
                    <a:pt x="140" y="126"/>
                    <a:pt x="119" y="140"/>
                    <a:pt x="103" y="158"/>
                  </a:cubicBezTo>
                  <a:cubicBezTo>
                    <a:pt x="73" y="191"/>
                    <a:pt x="67" y="235"/>
                    <a:pt x="89" y="274"/>
                  </a:cubicBezTo>
                  <a:cubicBezTo>
                    <a:pt x="90" y="276"/>
                    <a:pt x="91" y="278"/>
                    <a:pt x="92" y="280"/>
                  </a:cubicBezTo>
                  <a:cubicBezTo>
                    <a:pt x="28" y="347"/>
                    <a:pt x="0" y="438"/>
                    <a:pt x="4" y="531"/>
                  </a:cubicBezTo>
                  <a:cubicBezTo>
                    <a:pt x="8" y="625"/>
                    <a:pt x="39" y="717"/>
                    <a:pt x="82" y="800"/>
                  </a:cubicBezTo>
                  <a:cubicBezTo>
                    <a:pt x="125" y="882"/>
                    <a:pt x="183" y="959"/>
                    <a:pt x="255" y="1017"/>
                  </a:cubicBezTo>
                  <a:cubicBezTo>
                    <a:pt x="258" y="1019"/>
                    <a:pt x="261" y="1021"/>
                    <a:pt x="264" y="1024"/>
                  </a:cubicBezTo>
                  <a:cubicBezTo>
                    <a:pt x="265" y="1025"/>
                    <a:pt x="267" y="1026"/>
                    <a:pt x="268" y="1027"/>
                  </a:cubicBezTo>
                  <a:cubicBezTo>
                    <a:pt x="268" y="1027"/>
                    <a:pt x="268" y="1027"/>
                    <a:pt x="269" y="1027"/>
                  </a:cubicBezTo>
                  <a:cubicBezTo>
                    <a:pt x="330" y="1072"/>
                    <a:pt x="404" y="1104"/>
                    <a:pt x="482" y="1095"/>
                  </a:cubicBezTo>
                  <a:cubicBezTo>
                    <a:pt x="567" y="1085"/>
                    <a:pt x="640" y="1035"/>
                    <a:pt x="696" y="972"/>
                  </a:cubicBezTo>
                  <a:cubicBezTo>
                    <a:pt x="758" y="902"/>
                    <a:pt x="803" y="816"/>
                    <a:pt x="832" y="726"/>
                  </a:cubicBezTo>
                  <a:cubicBezTo>
                    <a:pt x="878" y="581"/>
                    <a:pt x="883" y="404"/>
                    <a:pt x="780" y="283"/>
                  </a:cubicBezTo>
                  <a:cubicBezTo>
                    <a:pt x="802" y="260"/>
                    <a:pt x="826" y="241"/>
                    <a:pt x="852" y="222"/>
                  </a:cubicBezTo>
                  <a:cubicBezTo>
                    <a:pt x="867" y="212"/>
                    <a:pt x="882" y="202"/>
                    <a:pt x="896" y="191"/>
                  </a:cubicBezTo>
                  <a:cubicBezTo>
                    <a:pt x="910" y="180"/>
                    <a:pt x="924" y="169"/>
                    <a:pt x="932" y="153"/>
                  </a:cubicBezTo>
                  <a:cubicBezTo>
                    <a:pt x="961" y="97"/>
                    <a:pt x="897" y="20"/>
                    <a:pt x="836" y="33"/>
                  </a:cubicBezTo>
                  <a:close/>
                  <a:moveTo>
                    <a:pt x="741" y="77"/>
                  </a:moveTo>
                  <a:cubicBezTo>
                    <a:pt x="740" y="79"/>
                    <a:pt x="738" y="80"/>
                    <a:pt x="737" y="81"/>
                  </a:cubicBezTo>
                  <a:cubicBezTo>
                    <a:pt x="737" y="80"/>
                    <a:pt x="737" y="80"/>
                    <a:pt x="738" y="80"/>
                  </a:cubicBezTo>
                  <a:cubicBezTo>
                    <a:pt x="738" y="79"/>
                    <a:pt x="740" y="79"/>
                    <a:pt x="741" y="77"/>
                  </a:cubicBezTo>
                  <a:close/>
                  <a:moveTo>
                    <a:pt x="737" y="80"/>
                  </a:moveTo>
                  <a:cubicBezTo>
                    <a:pt x="736" y="82"/>
                    <a:pt x="735" y="82"/>
                    <a:pt x="737" y="80"/>
                  </a:cubicBezTo>
                  <a:close/>
                  <a:moveTo>
                    <a:pt x="735" y="83"/>
                  </a:moveTo>
                  <a:cubicBezTo>
                    <a:pt x="736" y="80"/>
                    <a:pt x="736" y="81"/>
                    <a:pt x="735" y="83"/>
                  </a:cubicBezTo>
                  <a:close/>
                  <a:moveTo>
                    <a:pt x="389" y="1002"/>
                  </a:moveTo>
                  <a:cubicBezTo>
                    <a:pt x="387" y="1002"/>
                    <a:pt x="384" y="1003"/>
                    <a:pt x="382" y="1003"/>
                  </a:cubicBezTo>
                  <a:cubicBezTo>
                    <a:pt x="384" y="1003"/>
                    <a:pt x="377" y="1004"/>
                    <a:pt x="376" y="1004"/>
                  </a:cubicBezTo>
                  <a:cubicBezTo>
                    <a:pt x="366" y="1005"/>
                    <a:pt x="355" y="1005"/>
                    <a:pt x="344" y="1004"/>
                  </a:cubicBezTo>
                  <a:cubicBezTo>
                    <a:pt x="343" y="1004"/>
                    <a:pt x="342" y="1004"/>
                    <a:pt x="341" y="1004"/>
                  </a:cubicBezTo>
                  <a:cubicBezTo>
                    <a:pt x="341" y="1003"/>
                    <a:pt x="341" y="1003"/>
                    <a:pt x="340" y="1003"/>
                  </a:cubicBezTo>
                  <a:cubicBezTo>
                    <a:pt x="338" y="1003"/>
                    <a:pt x="335" y="1002"/>
                    <a:pt x="332" y="1002"/>
                  </a:cubicBezTo>
                  <a:cubicBezTo>
                    <a:pt x="327" y="1001"/>
                    <a:pt x="322" y="999"/>
                    <a:pt x="317" y="998"/>
                  </a:cubicBezTo>
                  <a:cubicBezTo>
                    <a:pt x="315" y="997"/>
                    <a:pt x="313" y="996"/>
                    <a:pt x="311" y="996"/>
                  </a:cubicBezTo>
                  <a:cubicBezTo>
                    <a:pt x="313" y="996"/>
                    <a:pt x="307" y="994"/>
                    <a:pt x="306" y="993"/>
                  </a:cubicBezTo>
                  <a:cubicBezTo>
                    <a:pt x="301" y="991"/>
                    <a:pt x="297" y="988"/>
                    <a:pt x="292" y="986"/>
                  </a:cubicBezTo>
                  <a:cubicBezTo>
                    <a:pt x="287" y="982"/>
                    <a:pt x="282" y="978"/>
                    <a:pt x="277" y="973"/>
                  </a:cubicBezTo>
                  <a:cubicBezTo>
                    <a:pt x="243" y="945"/>
                    <a:pt x="212" y="911"/>
                    <a:pt x="187" y="877"/>
                  </a:cubicBezTo>
                  <a:cubicBezTo>
                    <a:pt x="130" y="802"/>
                    <a:pt x="89" y="717"/>
                    <a:pt x="67" y="627"/>
                  </a:cubicBezTo>
                  <a:cubicBezTo>
                    <a:pt x="59" y="598"/>
                    <a:pt x="55" y="572"/>
                    <a:pt x="53" y="544"/>
                  </a:cubicBezTo>
                  <a:cubicBezTo>
                    <a:pt x="50" y="513"/>
                    <a:pt x="51" y="481"/>
                    <a:pt x="57" y="450"/>
                  </a:cubicBezTo>
                  <a:cubicBezTo>
                    <a:pt x="66" y="400"/>
                    <a:pt x="88" y="356"/>
                    <a:pt x="121" y="319"/>
                  </a:cubicBezTo>
                  <a:cubicBezTo>
                    <a:pt x="147" y="350"/>
                    <a:pt x="180" y="375"/>
                    <a:pt x="216" y="393"/>
                  </a:cubicBezTo>
                  <a:cubicBezTo>
                    <a:pt x="216" y="394"/>
                    <a:pt x="216" y="395"/>
                    <a:pt x="215" y="396"/>
                  </a:cubicBezTo>
                  <a:cubicBezTo>
                    <a:pt x="208" y="422"/>
                    <a:pt x="204" y="449"/>
                    <a:pt x="201" y="476"/>
                  </a:cubicBezTo>
                  <a:cubicBezTo>
                    <a:pt x="197" y="518"/>
                    <a:pt x="200" y="565"/>
                    <a:pt x="228" y="599"/>
                  </a:cubicBezTo>
                  <a:cubicBezTo>
                    <a:pt x="238" y="611"/>
                    <a:pt x="251" y="621"/>
                    <a:pt x="265" y="628"/>
                  </a:cubicBezTo>
                  <a:cubicBezTo>
                    <a:pt x="270" y="636"/>
                    <a:pt x="274" y="645"/>
                    <a:pt x="278" y="653"/>
                  </a:cubicBezTo>
                  <a:cubicBezTo>
                    <a:pt x="281" y="658"/>
                    <a:pt x="282" y="662"/>
                    <a:pt x="285" y="667"/>
                  </a:cubicBezTo>
                  <a:cubicBezTo>
                    <a:pt x="285" y="667"/>
                    <a:pt x="287" y="672"/>
                    <a:pt x="287" y="672"/>
                  </a:cubicBezTo>
                  <a:cubicBezTo>
                    <a:pt x="288" y="675"/>
                    <a:pt x="289" y="678"/>
                    <a:pt x="290" y="680"/>
                  </a:cubicBezTo>
                  <a:cubicBezTo>
                    <a:pt x="292" y="685"/>
                    <a:pt x="293" y="690"/>
                    <a:pt x="294" y="695"/>
                  </a:cubicBezTo>
                  <a:cubicBezTo>
                    <a:pt x="295" y="697"/>
                    <a:pt x="295" y="698"/>
                    <a:pt x="295" y="699"/>
                  </a:cubicBezTo>
                  <a:cubicBezTo>
                    <a:pt x="295" y="699"/>
                    <a:pt x="295" y="703"/>
                    <a:pt x="296" y="704"/>
                  </a:cubicBezTo>
                  <a:cubicBezTo>
                    <a:pt x="296" y="705"/>
                    <a:pt x="296" y="705"/>
                    <a:pt x="296" y="706"/>
                  </a:cubicBezTo>
                  <a:cubicBezTo>
                    <a:pt x="295" y="706"/>
                    <a:pt x="295" y="706"/>
                    <a:pt x="295" y="706"/>
                  </a:cubicBezTo>
                  <a:cubicBezTo>
                    <a:pt x="295" y="703"/>
                    <a:pt x="294" y="708"/>
                    <a:pt x="295" y="706"/>
                  </a:cubicBezTo>
                  <a:cubicBezTo>
                    <a:pt x="294" y="709"/>
                    <a:pt x="291" y="712"/>
                    <a:pt x="290" y="715"/>
                  </a:cubicBezTo>
                  <a:cubicBezTo>
                    <a:pt x="283" y="727"/>
                    <a:pt x="279" y="741"/>
                    <a:pt x="276" y="754"/>
                  </a:cubicBezTo>
                  <a:cubicBezTo>
                    <a:pt x="268" y="790"/>
                    <a:pt x="272" y="828"/>
                    <a:pt x="285" y="863"/>
                  </a:cubicBezTo>
                  <a:cubicBezTo>
                    <a:pt x="290" y="875"/>
                    <a:pt x="301" y="883"/>
                    <a:pt x="314" y="879"/>
                  </a:cubicBezTo>
                  <a:cubicBezTo>
                    <a:pt x="326" y="876"/>
                    <a:pt x="336" y="862"/>
                    <a:pt x="331" y="850"/>
                  </a:cubicBezTo>
                  <a:cubicBezTo>
                    <a:pt x="319" y="819"/>
                    <a:pt x="316" y="787"/>
                    <a:pt x="324" y="757"/>
                  </a:cubicBezTo>
                  <a:cubicBezTo>
                    <a:pt x="325" y="754"/>
                    <a:pt x="326" y="750"/>
                    <a:pt x="327" y="747"/>
                  </a:cubicBezTo>
                  <a:cubicBezTo>
                    <a:pt x="328" y="746"/>
                    <a:pt x="328" y="745"/>
                    <a:pt x="328" y="745"/>
                  </a:cubicBezTo>
                  <a:cubicBezTo>
                    <a:pt x="329" y="744"/>
                    <a:pt x="329" y="744"/>
                    <a:pt x="329" y="743"/>
                  </a:cubicBezTo>
                  <a:cubicBezTo>
                    <a:pt x="331" y="738"/>
                    <a:pt x="334" y="734"/>
                    <a:pt x="337" y="730"/>
                  </a:cubicBezTo>
                  <a:cubicBezTo>
                    <a:pt x="343" y="721"/>
                    <a:pt x="344" y="709"/>
                    <a:pt x="343" y="699"/>
                  </a:cubicBezTo>
                  <a:cubicBezTo>
                    <a:pt x="342" y="683"/>
                    <a:pt x="337" y="667"/>
                    <a:pt x="331" y="652"/>
                  </a:cubicBezTo>
                  <a:cubicBezTo>
                    <a:pt x="333" y="653"/>
                    <a:pt x="336" y="653"/>
                    <a:pt x="339" y="654"/>
                  </a:cubicBezTo>
                  <a:cubicBezTo>
                    <a:pt x="360" y="660"/>
                    <a:pt x="380" y="666"/>
                    <a:pt x="400" y="673"/>
                  </a:cubicBezTo>
                  <a:cubicBezTo>
                    <a:pt x="401" y="688"/>
                    <a:pt x="399" y="703"/>
                    <a:pt x="397" y="718"/>
                  </a:cubicBezTo>
                  <a:cubicBezTo>
                    <a:pt x="396" y="731"/>
                    <a:pt x="410" y="742"/>
                    <a:pt x="421" y="742"/>
                  </a:cubicBezTo>
                  <a:cubicBezTo>
                    <a:pt x="436" y="742"/>
                    <a:pt x="443" y="731"/>
                    <a:pt x="445" y="718"/>
                  </a:cubicBezTo>
                  <a:cubicBezTo>
                    <a:pt x="446" y="709"/>
                    <a:pt x="447" y="701"/>
                    <a:pt x="448" y="693"/>
                  </a:cubicBezTo>
                  <a:cubicBezTo>
                    <a:pt x="455" y="697"/>
                    <a:pt x="462" y="701"/>
                    <a:pt x="469" y="706"/>
                  </a:cubicBezTo>
                  <a:cubicBezTo>
                    <a:pt x="475" y="710"/>
                    <a:pt x="480" y="715"/>
                    <a:pt x="486" y="720"/>
                  </a:cubicBezTo>
                  <a:cubicBezTo>
                    <a:pt x="489" y="722"/>
                    <a:pt x="491" y="725"/>
                    <a:pt x="494" y="728"/>
                  </a:cubicBezTo>
                  <a:cubicBezTo>
                    <a:pt x="495" y="729"/>
                    <a:pt x="496" y="731"/>
                    <a:pt x="498" y="732"/>
                  </a:cubicBezTo>
                  <a:cubicBezTo>
                    <a:pt x="497" y="732"/>
                    <a:pt x="501" y="736"/>
                    <a:pt x="501" y="736"/>
                  </a:cubicBezTo>
                  <a:cubicBezTo>
                    <a:pt x="505" y="741"/>
                    <a:pt x="508" y="747"/>
                    <a:pt x="512" y="753"/>
                  </a:cubicBezTo>
                  <a:cubicBezTo>
                    <a:pt x="513" y="755"/>
                    <a:pt x="514" y="758"/>
                    <a:pt x="515" y="760"/>
                  </a:cubicBezTo>
                  <a:cubicBezTo>
                    <a:pt x="516" y="761"/>
                    <a:pt x="516" y="761"/>
                    <a:pt x="516" y="761"/>
                  </a:cubicBezTo>
                  <a:cubicBezTo>
                    <a:pt x="516" y="763"/>
                    <a:pt x="517" y="764"/>
                    <a:pt x="517" y="765"/>
                  </a:cubicBezTo>
                  <a:cubicBezTo>
                    <a:pt x="519" y="770"/>
                    <a:pt x="520" y="775"/>
                    <a:pt x="521" y="779"/>
                  </a:cubicBezTo>
                  <a:cubicBezTo>
                    <a:pt x="522" y="781"/>
                    <a:pt x="522" y="783"/>
                    <a:pt x="522" y="785"/>
                  </a:cubicBezTo>
                  <a:cubicBezTo>
                    <a:pt x="523" y="785"/>
                    <a:pt x="523" y="785"/>
                    <a:pt x="523" y="785"/>
                  </a:cubicBezTo>
                  <a:cubicBezTo>
                    <a:pt x="523" y="788"/>
                    <a:pt x="523" y="792"/>
                    <a:pt x="523" y="795"/>
                  </a:cubicBezTo>
                  <a:cubicBezTo>
                    <a:pt x="522" y="808"/>
                    <a:pt x="534" y="818"/>
                    <a:pt x="547" y="818"/>
                  </a:cubicBezTo>
                  <a:cubicBezTo>
                    <a:pt x="561" y="818"/>
                    <a:pt x="570" y="808"/>
                    <a:pt x="571" y="795"/>
                  </a:cubicBezTo>
                  <a:cubicBezTo>
                    <a:pt x="572" y="771"/>
                    <a:pt x="563" y="747"/>
                    <a:pt x="552" y="727"/>
                  </a:cubicBezTo>
                  <a:cubicBezTo>
                    <a:pt x="527" y="682"/>
                    <a:pt x="482" y="654"/>
                    <a:pt x="436" y="635"/>
                  </a:cubicBezTo>
                  <a:cubicBezTo>
                    <a:pt x="434" y="634"/>
                    <a:pt x="432" y="634"/>
                    <a:pt x="430" y="633"/>
                  </a:cubicBezTo>
                  <a:cubicBezTo>
                    <a:pt x="429" y="633"/>
                    <a:pt x="429" y="632"/>
                    <a:pt x="428" y="632"/>
                  </a:cubicBezTo>
                  <a:cubicBezTo>
                    <a:pt x="388" y="617"/>
                    <a:pt x="345" y="608"/>
                    <a:pt x="304" y="593"/>
                  </a:cubicBezTo>
                  <a:cubicBezTo>
                    <a:pt x="302" y="592"/>
                    <a:pt x="298" y="590"/>
                    <a:pt x="294" y="588"/>
                  </a:cubicBezTo>
                  <a:cubicBezTo>
                    <a:pt x="293" y="587"/>
                    <a:pt x="292" y="587"/>
                    <a:pt x="291" y="586"/>
                  </a:cubicBezTo>
                  <a:cubicBezTo>
                    <a:pt x="288" y="585"/>
                    <a:pt x="285" y="584"/>
                    <a:pt x="282" y="582"/>
                  </a:cubicBezTo>
                  <a:cubicBezTo>
                    <a:pt x="279" y="580"/>
                    <a:pt x="276" y="578"/>
                    <a:pt x="273" y="576"/>
                  </a:cubicBezTo>
                  <a:cubicBezTo>
                    <a:pt x="273" y="576"/>
                    <a:pt x="271" y="574"/>
                    <a:pt x="270" y="574"/>
                  </a:cubicBezTo>
                  <a:cubicBezTo>
                    <a:pt x="268" y="572"/>
                    <a:pt x="266" y="570"/>
                    <a:pt x="264" y="568"/>
                  </a:cubicBezTo>
                  <a:cubicBezTo>
                    <a:pt x="264" y="568"/>
                    <a:pt x="262" y="566"/>
                    <a:pt x="262" y="566"/>
                  </a:cubicBezTo>
                  <a:cubicBezTo>
                    <a:pt x="261" y="565"/>
                    <a:pt x="261" y="564"/>
                    <a:pt x="260" y="563"/>
                  </a:cubicBezTo>
                  <a:cubicBezTo>
                    <a:pt x="259" y="561"/>
                    <a:pt x="258" y="559"/>
                    <a:pt x="257" y="557"/>
                  </a:cubicBezTo>
                  <a:cubicBezTo>
                    <a:pt x="257" y="557"/>
                    <a:pt x="255" y="554"/>
                    <a:pt x="255" y="553"/>
                  </a:cubicBezTo>
                  <a:cubicBezTo>
                    <a:pt x="254" y="549"/>
                    <a:pt x="253" y="545"/>
                    <a:pt x="252" y="541"/>
                  </a:cubicBezTo>
                  <a:cubicBezTo>
                    <a:pt x="251" y="539"/>
                    <a:pt x="251" y="537"/>
                    <a:pt x="250" y="534"/>
                  </a:cubicBezTo>
                  <a:cubicBezTo>
                    <a:pt x="250" y="534"/>
                    <a:pt x="249" y="527"/>
                    <a:pt x="249" y="527"/>
                  </a:cubicBezTo>
                  <a:cubicBezTo>
                    <a:pt x="247" y="514"/>
                    <a:pt x="248" y="500"/>
                    <a:pt x="248" y="486"/>
                  </a:cubicBezTo>
                  <a:cubicBezTo>
                    <a:pt x="249" y="479"/>
                    <a:pt x="249" y="473"/>
                    <a:pt x="250" y="466"/>
                  </a:cubicBezTo>
                  <a:cubicBezTo>
                    <a:pt x="250" y="466"/>
                    <a:pt x="251" y="461"/>
                    <a:pt x="251" y="460"/>
                  </a:cubicBezTo>
                  <a:cubicBezTo>
                    <a:pt x="251" y="457"/>
                    <a:pt x="252" y="453"/>
                    <a:pt x="252" y="450"/>
                  </a:cubicBezTo>
                  <a:cubicBezTo>
                    <a:pt x="255" y="437"/>
                    <a:pt x="257" y="424"/>
                    <a:pt x="261" y="411"/>
                  </a:cubicBezTo>
                  <a:cubicBezTo>
                    <a:pt x="291" y="422"/>
                    <a:pt x="323" y="428"/>
                    <a:pt x="355" y="431"/>
                  </a:cubicBezTo>
                  <a:cubicBezTo>
                    <a:pt x="404" y="435"/>
                    <a:pt x="453" y="427"/>
                    <a:pt x="502" y="431"/>
                  </a:cubicBezTo>
                  <a:cubicBezTo>
                    <a:pt x="537" y="433"/>
                    <a:pt x="575" y="443"/>
                    <a:pt x="604" y="460"/>
                  </a:cubicBezTo>
                  <a:cubicBezTo>
                    <a:pt x="611" y="463"/>
                    <a:pt x="617" y="467"/>
                    <a:pt x="623" y="471"/>
                  </a:cubicBezTo>
                  <a:cubicBezTo>
                    <a:pt x="624" y="472"/>
                    <a:pt x="625" y="473"/>
                    <a:pt x="626" y="474"/>
                  </a:cubicBezTo>
                  <a:cubicBezTo>
                    <a:pt x="627" y="475"/>
                    <a:pt x="629" y="476"/>
                    <a:pt x="630" y="477"/>
                  </a:cubicBezTo>
                  <a:cubicBezTo>
                    <a:pt x="633" y="480"/>
                    <a:pt x="637" y="483"/>
                    <a:pt x="640" y="487"/>
                  </a:cubicBezTo>
                  <a:cubicBezTo>
                    <a:pt x="642" y="489"/>
                    <a:pt x="645" y="492"/>
                    <a:pt x="647" y="495"/>
                  </a:cubicBezTo>
                  <a:cubicBezTo>
                    <a:pt x="649" y="496"/>
                    <a:pt x="650" y="498"/>
                    <a:pt x="651" y="499"/>
                  </a:cubicBezTo>
                  <a:cubicBezTo>
                    <a:pt x="651" y="499"/>
                    <a:pt x="651" y="499"/>
                    <a:pt x="651" y="499"/>
                  </a:cubicBezTo>
                  <a:cubicBezTo>
                    <a:pt x="651" y="500"/>
                    <a:pt x="651" y="500"/>
                    <a:pt x="652" y="500"/>
                  </a:cubicBezTo>
                  <a:cubicBezTo>
                    <a:pt x="657" y="507"/>
                    <a:pt x="661" y="514"/>
                    <a:pt x="665" y="521"/>
                  </a:cubicBezTo>
                  <a:cubicBezTo>
                    <a:pt x="667" y="524"/>
                    <a:pt x="668" y="528"/>
                    <a:pt x="670" y="531"/>
                  </a:cubicBezTo>
                  <a:cubicBezTo>
                    <a:pt x="670" y="532"/>
                    <a:pt x="670" y="533"/>
                    <a:pt x="671" y="534"/>
                  </a:cubicBezTo>
                  <a:cubicBezTo>
                    <a:pt x="671" y="535"/>
                    <a:pt x="672" y="537"/>
                    <a:pt x="673" y="538"/>
                  </a:cubicBezTo>
                  <a:cubicBezTo>
                    <a:pt x="676" y="546"/>
                    <a:pt x="678" y="554"/>
                    <a:pt x="680" y="562"/>
                  </a:cubicBezTo>
                  <a:cubicBezTo>
                    <a:pt x="681" y="566"/>
                    <a:pt x="682" y="570"/>
                    <a:pt x="682" y="574"/>
                  </a:cubicBezTo>
                  <a:cubicBezTo>
                    <a:pt x="682" y="575"/>
                    <a:pt x="683" y="577"/>
                    <a:pt x="683" y="578"/>
                  </a:cubicBezTo>
                  <a:cubicBezTo>
                    <a:pt x="683" y="579"/>
                    <a:pt x="683" y="582"/>
                    <a:pt x="683" y="582"/>
                  </a:cubicBezTo>
                  <a:cubicBezTo>
                    <a:pt x="684" y="591"/>
                    <a:pt x="685" y="601"/>
                    <a:pt x="685" y="610"/>
                  </a:cubicBezTo>
                  <a:cubicBezTo>
                    <a:pt x="685" y="619"/>
                    <a:pt x="684" y="628"/>
                    <a:pt x="684" y="636"/>
                  </a:cubicBezTo>
                  <a:cubicBezTo>
                    <a:pt x="683" y="639"/>
                    <a:pt x="683" y="641"/>
                    <a:pt x="683" y="643"/>
                  </a:cubicBezTo>
                  <a:cubicBezTo>
                    <a:pt x="683" y="644"/>
                    <a:pt x="683" y="647"/>
                    <a:pt x="682" y="648"/>
                  </a:cubicBezTo>
                  <a:cubicBezTo>
                    <a:pt x="682" y="653"/>
                    <a:pt x="681" y="658"/>
                    <a:pt x="680" y="663"/>
                  </a:cubicBezTo>
                  <a:cubicBezTo>
                    <a:pt x="676" y="684"/>
                    <a:pt x="670" y="704"/>
                    <a:pt x="664" y="724"/>
                  </a:cubicBezTo>
                  <a:cubicBezTo>
                    <a:pt x="648" y="769"/>
                    <a:pt x="626" y="811"/>
                    <a:pt x="598" y="850"/>
                  </a:cubicBezTo>
                  <a:cubicBezTo>
                    <a:pt x="585" y="868"/>
                    <a:pt x="571" y="885"/>
                    <a:pt x="555" y="902"/>
                  </a:cubicBezTo>
                  <a:cubicBezTo>
                    <a:pt x="548" y="909"/>
                    <a:pt x="540" y="917"/>
                    <a:pt x="532" y="924"/>
                  </a:cubicBezTo>
                  <a:cubicBezTo>
                    <a:pt x="525" y="931"/>
                    <a:pt x="513" y="940"/>
                    <a:pt x="508" y="944"/>
                  </a:cubicBezTo>
                  <a:cubicBezTo>
                    <a:pt x="492" y="957"/>
                    <a:pt x="474" y="968"/>
                    <a:pt x="456" y="978"/>
                  </a:cubicBezTo>
                  <a:cubicBezTo>
                    <a:pt x="438" y="988"/>
                    <a:pt x="426" y="992"/>
                    <a:pt x="406" y="998"/>
                  </a:cubicBezTo>
                  <a:cubicBezTo>
                    <a:pt x="400" y="1000"/>
                    <a:pt x="395" y="1001"/>
                    <a:pt x="389" y="1002"/>
                  </a:cubicBezTo>
                  <a:close/>
                  <a:moveTo>
                    <a:pt x="892" y="126"/>
                  </a:moveTo>
                  <a:cubicBezTo>
                    <a:pt x="891" y="128"/>
                    <a:pt x="891" y="130"/>
                    <a:pt x="890" y="130"/>
                  </a:cubicBezTo>
                  <a:cubicBezTo>
                    <a:pt x="889" y="132"/>
                    <a:pt x="888" y="135"/>
                    <a:pt x="888" y="134"/>
                  </a:cubicBezTo>
                  <a:cubicBezTo>
                    <a:pt x="886" y="137"/>
                    <a:pt x="884" y="139"/>
                    <a:pt x="882" y="141"/>
                  </a:cubicBezTo>
                  <a:cubicBezTo>
                    <a:pt x="861" y="160"/>
                    <a:pt x="837" y="174"/>
                    <a:pt x="814" y="191"/>
                  </a:cubicBezTo>
                  <a:cubicBezTo>
                    <a:pt x="786" y="211"/>
                    <a:pt x="761" y="232"/>
                    <a:pt x="738" y="257"/>
                  </a:cubicBezTo>
                  <a:cubicBezTo>
                    <a:pt x="723" y="262"/>
                    <a:pt x="716" y="285"/>
                    <a:pt x="729" y="298"/>
                  </a:cubicBezTo>
                  <a:cubicBezTo>
                    <a:pt x="863" y="432"/>
                    <a:pt x="822" y="660"/>
                    <a:pt x="744" y="815"/>
                  </a:cubicBezTo>
                  <a:cubicBezTo>
                    <a:pt x="724" y="855"/>
                    <a:pt x="699" y="894"/>
                    <a:pt x="672" y="926"/>
                  </a:cubicBezTo>
                  <a:cubicBezTo>
                    <a:pt x="645" y="959"/>
                    <a:pt x="615" y="987"/>
                    <a:pt x="582" y="1008"/>
                  </a:cubicBezTo>
                  <a:cubicBezTo>
                    <a:pt x="574" y="1013"/>
                    <a:pt x="565" y="1018"/>
                    <a:pt x="557" y="1022"/>
                  </a:cubicBezTo>
                  <a:cubicBezTo>
                    <a:pt x="553" y="1025"/>
                    <a:pt x="548" y="1027"/>
                    <a:pt x="544" y="1029"/>
                  </a:cubicBezTo>
                  <a:cubicBezTo>
                    <a:pt x="542" y="1029"/>
                    <a:pt x="541" y="1030"/>
                    <a:pt x="539" y="1031"/>
                  </a:cubicBezTo>
                  <a:cubicBezTo>
                    <a:pt x="540" y="1031"/>
                    <a:pt x="533" y="1033"/>
                    <a:pt x="533" y="1033"/>
                  </a:cubicBezTo>
                  <a:cubicBezTo>
                    <a:pt x="524" y="1037"/>
                    <a:pt x="515" y="1039"/>
                    <a:pt x="507" y="1042"/>
                  </a:cubicBezTo>
                  <a:cubicBezTo>
                    <a:pt x="502" y="1043"/>
                    <a:pt x="498" y="1044"/>
                    <a:pt x="493" y="1045"/>
                  </a:cubicBezTo>
                  <a:cubicBezTo>
                    <a:pt x="491" y="1045"/>
                    <a:pt x="489" y="1046"/>
                    <a:pt x="487" y="1046"/>
                  </a:cubicBezTo>
                  <a:cubicBezTo>
                    <a:pt x="486" y="1046"/>
                    <a:pt x="481" y="1047"/>
                    <a:pt x="480" y="1047"/>
                  </a:cubicBezTo>
                  <a:cubicBezTo>
                    <a:pt x="472" y="1048"/>
                    <a:pt x="463" y="1048"/>
                    <a:pt x="454" y="1048"/>
                  </a:cubicBezTo>
                  <a:cubicBezTo>
                    <a:pt x="450" y="1048"/>
                    <a:pt x="445" y="1048"/>
                    <a:pt x="441" y="1048"/>
                  </a:cubicBezTo>
                  <a:cubicBezTo>
                    <a:pt x="439" y="1048"/>
                    <a:pt x="437" y="1048"/>
                    <a:pt x="434" y="1048"/>
                  </a:cubicBezTo>
                  <a:cubicBezTo>
                    <a:pt x="434" y="1047"/>
                    <a:pt x="429" y="1047"/>
                    <a:pt x="428" y="1047"/>
                  </a:cubicBezTo>
                  <a:cubicBezTo>
                    <a:pt x="424" y="1046"/>
                    <a:pt x="419" y="1045"/>
                    <a:pt x="415" y="1044"/>
                  </a:cubicBezTo>
                  <a:cubicBezTo>
                    <a:pt x="440" y="1038"/>
                    <a:pt x="464" y="1028"/>
                    <a:pt x="486" y="1016"/>
                  </a:cubicBezTo>
                  <a:cubicBezTo>
                    <a:pt x="567" y="971"/>
                    <a:pt x="633" y="896"/>
                    <a:pt x="676" y="815"/>
                  </a:cubicBezTo>
                  <a:cubicBezTo>
                    <a:pt x="716" y="739"/>
                    <a:pt x="742" y="650"/>
                    <a:pt x="729" y="563"/>
                  </a:cubicBezTo>
                  <a:cubicBezTo>
                    <a:pt x="717" y="494"/>
                    <a:pt x="671" y="435"/>
                    <a:pt x="606" y="407"/>
                  </a:cubicBezTo>
                  <a:cubicBezTo>
                    <a:pt x="566" y="390"/>
                    <a:pt x="524" y="383"/>
                    <a:pt x="481" y="382"/>
                  </a:cubicBezTo>
                  <a:cubicBezTo>
                    <a:pt x="456" y="381"/>
                    <a:pt x="431" y="384"/>
                    <a:pt x="406" y="385"/>
                  </a:cubicBezTo>
                  <a:cubicBezTo>
                    <a:pt x="393" y="385"/>
                    <a:pt x="381" y="385"/>
                    <a:pt x="369" y="384"/>
                  </a:cubicBezTo>
                  <a:cubicBezTo>
                    <a:pt x="363" y="384"/>
                    <a:pt x="358" y="384"/>
                    <a:pt x="352" y="383"/>
                  </a:cubicBezTo>
                  <a:cubicBezTo>
                    <a:pt x="349" y="383"/>
                    <a:pt x="346" y="383"/>
                    <a:pt x="344" y="382"/>
                  </a:cubicBezTo>
                  <a:cubicBezTo>
                    <a:pt x="339" y="382"/>
                    <a:pt x="340" y="382"/>
                    <a:pt x="337" y="381"/>
                  </a:cubicBezTo>
                  <a:cubicBezTo>
                    <a:pt x="316" y="378"/>
                    <a:pt x="296" y="374"/>
                    <a:pt x="277" y="367"/>
                  </a:cubicBezTo>
                  <a:cubicBezTo>
                    <a:pt x="272" y="366"/>
                    <a:pt x="268" y="364"/>
                    <a:pt x="264" y="363"/>
                  </a:cubicBezTo>
                  <a:cubicBezTo>
                    <a:pt x="262" y="362"/>
                    <a:pt x="260" y="361"/>
                    <a:pt x="258" y="360"/>
                  </a:cubicBezTo>
                  <a:cubicBezTo>
                    <a:pt x="257" y="360"/>
                    <a:pt x="257" y="360"/>
                    <a:pt x="256" y="360"/>
                  </a:cubicBezTo>
                  <a:cubicBezTo>
                    <a:pt x="256" y="360"/>
                    <a:pt x="256" y="360"/>
                    <a:pt x="256" y="359"/>
                  </a:cubicBezTo>
                  <a:cubicBezTo>
                    <a:pt x="248" y="356"/>
                    <a:pt x="240" y="352"/>
                    <a:pt x="232" y="348"/>
                  </a:cubicBezTo>
                  <a:cubicBezTo>
                    <a:pt x="225" y="344"/>
                    <a:pt x="219" y="340"/>
                    <a:pt x="212" y="336"/>
                  </a:cubicBezTo>
                  <a:cubicBezTo>
                    <a:pt x="209" y="334"/>
                    <a:pt x="206" y="332"/>
                    <a:pt x="203" y="330"/>
                  </a:cubicBezTo>
                  <a:cubicBezTo>
                    <a:pt x="202" y="329"/>
                    <a:pt x="197" y="325"/>
                    <a:pt x="196" y="325"/>
                  </a:cubicBezTo>
                  <a:cubicBezTo>
                    <a:pt x="186" y="317"/>
                    <a:pt x="177" y="309"/>
                    <a:pt x="169" y="300"/>
                  </a:cubicBezTo>
                  <a:cubicBezTo>
                    <a:pt x="163" y="295"/>
                    <a:pt x="158" y="289"/>
                    <a:pt x="154" y="283"/>
                  </a:cubicBezTo>
                  <a:cubicBezTo>
                    <a:pt x="153" y="282"/>
                    <a:pt x="149" y="277"/>
                    <a:pt x="149" y="276"/>
                  </a:cubicBezTo>
                  <a:cubicBezTo>
                    <a:pt x="148" y="275"/>
                    <a:pt x="147" y="274"/>
                    <a:pt x="146" y="273"/>
                  </a:cubicBezTo>
                  <a:cubicBezTo>
                    <a:pt x="145" y="269"/>
                    <a:pt x="142" y="265"/>
                    <a:pt x="139" y="262"/>
                  </a:cubicBezTo>
                  <a:cubicBezTo>
                    <a:pt x="138" y="262"/>
                    <a:pt x="138" y="261"/>
                    <a:pt x="137" y="261"/>
                  </a:cubicBezTo>
                  <a:cubicBezTo>
                    <a:pt x="137" y="260"/>
                    <a:pt x="136" y="259"/>
                    <a:pt x="135" y="258"/>
                  </a:cubicBezTo>
                  <a:cubicBezTo>
                    <a:pt x="134" y="257"/>
                    <a:pt x="133" y="255"/>
                    <a:pt x="132" y="254"/>
                  </a:cubicBezTo>
                  <a:cubicBezTo>
                    <a:pt x="131" y="251"/>
                    <a:pt x="129" y="249"/>
                    <a:pt x="128" y="246"/>
                  </a:cubicBezTo>
                  <a:cubicBezTo>
                    <a:pt x="128" y="245"/>
                    <a:pt x="127" y="244"/>
                    <a:pt x="127" y="243"/>
                  </a:cubicBezTo>
                  <a:cubicBezTo>
                    <a:pt x="126" y="242"/>
                    <a:pt x="126" y="242"/>
                    <a:pt x="126" y="241"/>
                  </a:cubicBezTo>
                  <a:cubicBezTo>
                    <a:pt x="125" y="238"/>
                    <a:pt x="124" y="236"/>
                    <a:pt x="124" y="233"/>
                  </a:cubicBezTo>
                  <a:cubicBezTo>
                    <a:pt x="123" y="232"/>
                    <a:pt x="123" y="230"/>
                    <a:pt x="123" y="229"/>
                  </a:cubicBezTo>
                  <a:cubicBezTo>
                    <a:pt x="123" y="227"/>
                    <a:pt x="123" y="224"/>
                    <a:pt x="123" y="221"/>
                  </a:cubicBezTo>
                  <a:cubicBezTo>
                    <a:pt x="123" y="221"/>
                    <a:pt x="123" y="221"/>
                    <a:pt x="123" y="220"/>
                  </a:cubicBezTo>
                  <a:cubicBezTo>
                    <a:pt x="123" y="220"/>
                    <a:pt x="123" y="220"/>
                    <a:pt x="123" y="219"/>
                  </a:cubicBezTo>
                  <a:cubicBezTo>
                    <a:pt x="124" y="217"/>
                    <a:pt x="124" y="215"/>
                    <a:pt x="125" y="213"/>
                  </a:cubicBezTo>
                  <a:cubicBezTo>
                    <a:pt x="125" y="213"/>
                    <a:pt x="126" y="209"/>
                    <a:pt x="126" y="209"/>
                  </a:cubicBezTo>
                  <a:cubicBezTo>
                    <a:pt x="127" y="207"/>
                    <a:pt x="128" y="205"/>
                    <a:pt x="129" y="203"/>
                  </a:cubicBezTo>
                  <a:cubicBezTo>
                    <a:pt x="135" y="192"/>
                    <a:pt x="144" y="184"/>
                    <a:pt x="154" y="176"/>
                  </a:cubicBezTo>
                  <a:cubicBezTo>
                    <a:pt x="169" y="163"/>
                    <a:pt x="187" y="153"/>
                    <a:pt x="204" y="143"/>
                  </a:cubicBezTo>
                  <a:cubicBezTo>
                    <a:pt x="212" y="139"/>
                    <a:pt x="220" y="134"/>
                    <a:pt x="229" y="131"/>
                  </a:cubicBezTo>
                  <a:cubicBezTo>
                    <a:pt x="229" y="130"/>
                    <a:pt x="229" y="130"/>
                    <a:pt x="230" y="130"/>
                  </a:cubicBezTo>
                  <a:cubicBezTo>
                    <a:pt x="230" y="130"/>
                    <a:pt x="230" y="130"/>
                    <a:pt x="231" y="130"/>
                  </a:cubicBezTo>
                  <a:cubicBezTo>
                    <a:pt x="233" y="129"/>
                    <a:pt x="235" y="128"/>
                    <a:pt x="237" y="127"/>
                  </a:cubicBezTo>
                  <a:cubicBezTo>
                    <a:pt x="242" y="126"/>
                    <a:pt x="246" y="124"/>
                    <a:pt x="251" y="123"/>
                  </a:cubicBezTo>
                  <a:cubicBezTo>
                    <a:pt x="255" y="122"/>
                    <a:pt x="258" y="121"/>
                    <a:pt x="262" y="120"/>
                  </a:cubicBezTo>
                  <a:cubicBezTo>
                    <a:pt x="263" y="120"/>
                    <a:pt x="264" y="120"/>
                    <a:pt x="265" y="119"/>
                  </a:cubicBezTo>
                  <a:cubicBezTo>
                    <a:pt x="265" y="119"/>
                    <a:pt x="268" y="119"/>
                    <a:pt x="269" y="119"/>
                  </a:cubicBezTo>
                  <a:cubicBezTo>
                    <a:pt x="273" y="119"/>
                    <a:pt x="276" y="119"/>
                    <a:pt x="280" y="119"/>
                  </a:cubicBezTo>
                  <a:cubicBezTo>
                    <a:pt x="281" y="119"/>
                    <a:pt x="283" y="119"/>
                    <a:pt x="285" y="119"/>
                  </a:cubicBezTo>
                  <a:cubicBezTo>
                    <a:pt x="285" y="119"/>
                    <a:pt x="286" y="119"/>
                    <a:pt x="287" y="119"/>
                  </a:cubicBezTo>
                  <a:cubicBezTo>
                    <a:pt x="289" y="120"/>
                    <a:pt x="292" y="121"/>
                    <a:pt x="294" y="122"/>
                  </a:cubicBezTo>
                  <a:cubicBezTo>
                    <a:pt x="291" y="120"/>
                    <a:pt x="298" y="124"/>
                    <a:pt x="300" y="125"/>
                  </a:cubicBezTo>
                  <a:cubicBezTo>
                    <a:pt x="300" y="125"/>
                    <a:pt x="300" y="125"/>
                    <a:pt x="300" y="125"/>
                  </a:cubicBezTo>
                  <a:cubicBezTo>
                    <a:pt x="302" y="126"/>
                    <a:pt x="303" y="127"/>
                    <a:pt x="304" y="128"/>
                  </a:cubicBezTo>
                  <a:cubicBezTo>
                    <a:pt x="305" y="129"/>
                    <a:pt x="306" y="130"/>
                    <a:pt x="306" y="131"/>
                  </a:cubicBezTo>
                  <a:cubicBezTo>
                    <a:pt x="304" y="129"/>
                    <a:pt x="308" y="134"/>
                    <a:pt x="309" y="135"/>
                  </a:cubicBezTo>
                  <a:cubicBezTo>
                    <a:pt x="310" y="136"/>
                    <a:pt x="311" y="138"/>
                    <a:pt x="311" y="140"/>
                  </a:cubicBezTo>
                  <a:cubicBezTo>
                    <a:pt x="312" y="140"/>
                    <a:pt x="313" y="143"/>
                    <a:pt x="313" y="143"/>
                  </a:cubicBezTo>
                  <a:cubicBezTo>
                    <a:pt x="314" y="147"/>
                    <a:pt x="315" y="150"/>
                    <a:pt x="316" y="154"/>
                  </a:cubicBezTo>
                  <a:cubicBezTo>
                    <a:pt x="320" y="166"/>
                    <a:pt x="320" y="172"/>
                    <a:pt x="320" y="185"/>
                  </a:cubicBezTo>
                  <a:cubicBezTo>
                    <a:pt x="321" y="202"/>
                    <a:pt x="335" y="211"/>
                    <a:pt x="351" y="208"/>
                  </a:cubicBezTo>
                  <a:cubicBezTo>
                    <a:pt x="381" y="203"/>
                    <a:pt x="412" y="201"/>
                    <a:pt x="443" y="200"/>
                  </a:cubicBezTo>
                  <a:cubicBezTo>
                    <a:pt x="451" y="200"/>
                    <a:pt x="460" y="201"/>
                    <a:pt x="467" y="196"/>
                  </a:cubicBezTo>
                  <a:cubicBezTo>
                    <a:pt x="469" y="195"/>
                    <a:pt x="471" y="194"/>
                    <a:pt x="473" y="193"/>
                  </a:cubicBezTo>
                  <a:cubicBezTo>
                    <a:pt x="530" y="154"/>
                    <a:pt x="530" y="154"/>
                    <a:pt x="530" y="154"/>
                  </a:cubicBezTo>
                  <a:cubicBezTo>
                    <a:pt x="576" y="123"/>
                    <a:pt x="622" y="92"/>
                    <a:pt x="668" y="61"/>
                  </a:cubicBezTo>
                  <a:cubicBezTo>
                    <a:pt x="671" y="59"/>
                    <a:pt x="674" y="57"/>
                    <a:pt x="678" y="55"/>
                  </a:cubicBezTo>
                  <a:cubicBezTo>
                    <a:pt x="679" y="54"/>
                    <a:pt x="680" y="53"/>
                    <a:pt x="681" y="52"/>
                  </a:cubicBezTo>
                  <a:cubicBezTo>
                    <a:pt x="680" y="53"/>
                    <a:pt x="684" y="52"/>
                    <a:pt x="686" y="51"/>
                  </a:cubicBezTo>
                  <a:cubicBezTo>
                    <a:pt x="687" y="51"/>
                    <a:pt x="689" y="51"/>
                    <a:pt x="689" y="51"/>
                  </a:cubicBezTo>
                  <a:cubicBezTo>
                    <a:pt x="690" y="51"/>
                    <a:pt x="693" y="51"/>
                    <a:pt x="693" y="51"/>
                  </a:cubicBezTo>
                  <a:cubicBezTo>
                    <a:pt x="710" y="55"/>
                    <a:pt x="726" y="70"/>
                    <a:pt x="734" y="85"/>
                  </a:cubicBezTo>
                  <a:cubicBezTo>
                    <a:pt x="734" y="85"/>
                    <a:pt x="734" y="85"/>
                    <a:pt x="733" y="85"/>
                  </a:cubicBezTo>
                  <a:cubicBezTo>
                    <a:pt x="733" y="85"/>
                    <a:pt x="733" y="85"/>
                    <a:pt x="733" y="85"/>
                  </a:cubicBezTo>
                  <a:cubicBezTo>
                    <a:pt x="729" y="92"/>
                    <a:pt x="727" y="102"/>
                    <a:pt x="732" y="110"/>
                  </a:cubicBezTo>
                  <a:cubicBezTo>
                    <a:pt x="739" y="121"/>
                    <a:pt x="754" y="126"/>
                    <a:pt x="765" y="119"/>
                  </a:cubicBezTo>
                  <a:cubicBezTo>
                    <a:pt x="790" y="103"/>
                    <a:pt x="817" y="89"/>
                    <a:pt x="846" y="80"/>
                  </a:cubicBezTo>
                  <a:cubicBezTo>
                    <a:pt x="846" y="80"/>
                    <a:pt x="848" y="79"/>
                    <a:pt x="849" y="79"/>
                  </a:cubicBezTo>
                  <a:cubicBezTo>
                    <a:pt x="850" y="79"/>
                    <a:pt x="851" y="79"/>
                    <a:pt x="852" y="79"/>
                  </a:cubicBezTo>
                  <a:cubicBezTo>
                    <a:pt x="851" y="79"/>
                    <a:pt x="856" y="80"/>
                    <a:pt x="857" y="81"/>
                  </a:cubicBezTo>
                  <a:cubicBezTo>
                    <a:pt x="858" y="81"/>
                    <a:pt x="859" y="81"/>
                    <a:pt x="860" y="82"/>
                  </a:cubicBezTo>
                  <a:cubicBezTo>
                    <a:pt x="860" y="82"/>
                    <a:pt x="861" y="82"/>
                    <a:pt x="861" y="82"/>
                  </a:cubicBezTo>
                  <a:cubicBezTo>
                    <a:pt x="863" y="83"/>
                    <a:pt x="866" y="85"/>
                    <a:pt x="868" y="86"/>
                  </a:cubicBezTo>
                  <a:cubicBezTo>
                    <a:pt x="869" y="87"/>
                    <a:pt x="870" y="88"/>
                    <a:pt x="872" y="88"/>
                  </a:cubicBezTo>
                  <a:cubicBezTo>
                    <a:pt x="872" y="89"/>
                    <a:pt x="872" y="89"/>
                    <a:pt x="872" y="89"/>
                  </a:cubicBezTo>
                  <a:cubicBezTo>
                    <a:pt x="874" y="91"/>
                    <a:pt x="876" y="93"/>
                    <a:pt x="878" y="95"/>
                  </a:cubicBezTo>
                  <a:cubicBezTo>
                    <a:pt x="879" y="95"/>
                    <a:pt x="882" y="99"/>
                    <a:pt x="882" y="99"/>
                  </a:cubicBezTo>
                  <a:cubicBezTo>
                    <a:pt x="884" y="101"/>
                    <a:pt x="885" y="103"/>
                    <a:pt x="887" y="106"/>
                  </a:cubicBezTo>
                  <a:cubicBezTo>
                    <a:pt x="887" y="106"/>
                    <a:pt x="890" y="112"/>
                    <a:pt x="890" y="111"/>
                  </a:cubicBezTo>
                  <a:cubicBezTo>
                    <a:pt x="890" y="113"/>
                    <a:pt x="891" y="115"/>
                    <a:pt x="891" y="117"/>
                  </a:cubicBezTo>
                  <a:cubicBezTo>
                    <a:pt x="892" y="118"/>
                    <a:pt x="892" y="119"/>
                    <a:pt x="892" y="120"/>
                  </a:cubicBezTo>
                  <a:cubicBezTo>
                    <a:pt x="892" y="120"/>
                    <a:pt x="892" y="121"/>
                    <a:pt x="892" y="121"/>
                  </a:cubicBezTo>
                  <a:cubicBezTo>
                    <a:pt x="892" y="122"/>
                    <a:pt x="892" y="125"/>
                    <a:pt x="892" y="126"/>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2" name="Group 1"/>
          <p:cNvGrpSpPr/>
          <p:nvPr/>
        </p:nvGrpSpPr>
        <p:grpSpPr>
          <a:xfrm>
            <a:off x="807512" y="2194559"/>
            <a:ext cx="954364" cy="954362"/>
            <a:chOff x="807512" y="2194559"/>
            <a:chExt cx="954364" cy="954362"/>
          </a:xfrm>
        </p:grpSpPr>
        <p:sp>
          <p:nvSpPr>
            <p:cNvPr id="24" name="2 Rectángulo"/>
            <p:cNvSpPr>
              <a:spLocks noChangeAspect="1"/>
            </p:cNvSpPr>
            <p:nvPr/>
          </p:nvSpPr>
          <p:spPr bwMode="auto">
            <a:xfrm>
              <a:off x="807512" y="2194559"/>
              <a:ext cx="954364" cy="954362"/>
            </a:xfrm>
            <a:prstGeom prst="ellipse">
              <a:avLst/>
            </a:prstGeom>
            <a:solidFill>
              <a:schemeClr val="accent1"/>
            </a:solidFill>
            <a:ln w="38100" cmpd="sng">
              <a:solidFill>
                <a:schemeClr val="bg1"/>
              </a:solidFill>
            </a:ln>
          </p:spPr>
          <p:txBody>
            <a:bodyPr lIns="0" tIns="108000" rIns="0" bIns="0" rtlCol="0" anchor="t"/>
            <a:lstStyle/>
            <a:p>
              <a:pPr algn="ctr"/>
              <a:endParaRPr lang="es-ES" sz="2800" dirty="0">
                <a:solidFill>
                  <a:schemeClr val="bg1"/>
                </a:solidFill>
                <a:latin typeface="Arial" panose="020B0604020202020204"/>
                <a:cs typeface="Arial" panose="020B0604020202020204"/>
              </a:endParaRPr>
            </a:p>
          </p:txBody>
        </p:sp>
        <p:grpSp>
          <p:nvGrpSpPr>
            <p:cNvPr id="50" name="Group 49"/>
            <p:cNvGrpSpPr/>
            <p:nvPr/>
          </p:nvGrpSpPr>
          <p:grpSpPr>
            <a:xfrm>
              <a:off x="996609" y="2435952"/>
              <a:ext cx="576168" cy="471574"/>
              <a:chOff x="7880350" y="4111625"/>
              <a:chExt cx="2527300" cy="2068513"/>
            </a:xfrm>
            <a:solidFill>
              <a:schemeClr val="bg1"/>
            </a:solidFill>
          </p:grpSpPr>
          <p:sp>
            <p:nvSpPr>
              <p:cNvPr id="51" name="Freeform 134"/>
              <p:cNvSpPr>
                <a:spLocks noEditPoints="1"/>
              </p:cNvSpPr>
              <p:nvPr/>
            </p:nvSpPr>
            <p:spPr bwMode="auto">
              <a:xfrm>
                <a:off x="7880350" y="4111625"/>
                <a:ext cx="2527300" cy="2068513"/>
              </a:xfrm>
              <a:custGeom>
                <a:avLst/>
                <a:gdLst>
                  <a:gd name="T0" fmla="*/ 744 w 1019"/>
                  <a:gd name="T1" fmla="*/ 218 h 836"/>
                  <a:gd name="T2" fmla="*/ 591 w 1019"/>
                  <a:gd name="T3" fmla="*/ 298 h 836"/>
                  <a:gd name="T4" fmla="*/ 572 w 1019"/>
                  <a:gd name="T5" fmla="*/ 279 h 836"/>
                  <a:gd name="T6" fmla="*/ 554 w 1019"/>
                  <a:gd name="T7" fmla="*/ 247 h 836"/>
                  <a:gd name="T8" fmla="*/ 534 w 1019"/>
                  <a:gd name="T9" fmla="*/ 172 h 836"/>
                  <a:gd name="T10" fmla="*/ 531 w 1019"/>
                  <a:gd name="T11" fmla="*/ 22 h 836"/>
                  <a:gd name="T12" fmla="*/ 476 w 1019"/>
                  <a:gd name="T13" fmla="*/ 22 h 836"/>
                  <a:gd name="T14" fmla="*/ 474 w 1019"/>
                  <a:gd name="T15" fmla="*/ 166 h 836"/>
                  <a:gd name="T16" fmla="*/ 453 w 1019"/>
                  <a:gd name="T17" fmla="*/ 250 h 836"/>
                  <a:gd name="T18" fmla="*/ 436 w 1019"/>
                  <a:gd name="T19" fmla="*/ 281 h 836"/>
                  <a:gd name="T20" fmla="*/ 424 w 1019"/>
                  <a:gd name="T21" fmla="*/ 294 h 836"/>
                  <a:gd name="T22" fmla="*/ 215 w 1019"/>
                  <a:gd name="T23" fmla="*/ 257 h 836"/>
                  <a:gd name="T24" fmla="*/ 31 w 1019"/>
                  <a:gd name="T25" fmla="*/ 766 h 836"/>
                  <a:gd name="T26" fmla="*/ 486 w 1019"/>
                  <a:gd name="T27" fmla="*/ 540 h 836"/>
                  <a:gd name="T28" fmla="*/ 482 w 1019"/>
                  <a:gd name="T29" fmla="*/ 292 h 836"/>
                  <a:gd name="T30" fmla="*/ 576 w 1019"/>
                  <a:gd name="T31" fmla="*/ 341 h 836"/>
                  <a:gd name="T32" fmla="*/ 750 w 1019"/>
                  <a:gd name="T33" fmla="*/ 833 h 836"/>
                  <a:gd name="T34" fmla="*/ 1011 w 1019"/>
                  <a:gd name="T35" fmla="*/ 642 h 836"/>
                  <a:gd name="T36" fmla="*/ 48 w 1019"/>
                  <a:gd name="T37" fmla="*/ 713 h 836"/>
                  <a:gd name="T38" fmla="*/ 445 w 1019"/>
                  <a:gd name="T39" fmla="*/ 652 h 836"/>
                  <a:gd name="T40" fmla="*/ 433 w 1019"/>
                  <a:gd name="T41" fmla="*/ 698 h 836"/>
                  <a:gd name="T42" fmla="*/ 418 w 1019"/>
                  <a:gd name="T43" fmla="*/ 725 h 836"/>
                  <a:gd name="T44" fmla="*/ 302 w 1019"/>
                  <a:gd name="T45" fmla="*/ 786 h 836"/>
                  <a:gd name="T46" fmla="*/ 235 w 1019"/>
                  <a:gd name="T47" fmla="*/ 789 h 836"/>
                  <a:gd name="T48" fmla="*/ 109 w 1019"/>
                  <a:gd name="T49" fmla="*/ 763 h 836"/>
                  <a:gd name="T50" fmla="*/ 72 w 1019"/>
                  <a:gd name="T51" fmla="*/ 743 h 836"/>
                  <a:gd name="T52" fmla="*/ 56 w 1019"/>
                  <a:gd name="T53" fmla="*/ 727 h 836"/>
                  <a:gd name="T54" fmla="*/ 47 w 1019"/>
                  <a:gd name="T55" fmla="*/ 711 h 836"/>
                  <a:gd name="T56" fmla="*/ 45 w 1019"/>
                  <a:gd name="T57" fmla="*/ 680 h 836"/>
                  <a:gd name="T58" fmla="*/ 50 w 1019"/>
                  <a:gd name="T59" fmla="*/ 649 h 836"/>
                  <a:gd name="T60" fmla="*/ 88 w 1019"/>
                  <a:gd name="T61" fmla="*/ 529 h 836"/>
                  <a:gd name="T62" fmla="*/ 141 w 1019"/>
                  <a:gd name="T63" fmla="*/ 420 h 836"/>
                  <a:gd name="T64" fmla="*/ 254 w 1019"/>
                  <a:gd name="T65" fmla="*/ 283 h 836"/>
                  <a:gd name="T66" fmla="*/ 271 w 1019"/>
                  <a:gd name="T67" fmla="*/ 271 h 836"/>
                  <a:gd name="T68" fmla="*/ 322 w 1019"/>
                  <a:gd name="T69" fmla="*/ 248 h 836"/>
                  <a:gd name="T70" fmla="*/ 331 w 1019"/>
                  <a:gd name="T71" fmla="*/ 247 h 836"/>
                  <a:gd name="T72" fmla="*/ 346 w 1019"/>
                  <a:gd name="T73" fmla="*/ 254 h 836"/>
                  <a:gd name="T74" fmla="*/ 362 w 1019"/>
                  <a:gd name="T75" fmla="*/ 272 h 836"/>
                  <a:gd name="T76" fmla="*/ 363 w 1019"/>
                  <a:gd name="T77" fmla="*/ 311 h 836"/>
                  <a:gd name="T78" fmla="*/ 329 w 1019"/>
                  <a:gd name="T79" fmla="*/ 326 h 836"/>
                  <a:gd name="T80" fmla="*/ 436 w 1019"/>
                  <a:gd name="T81" fmla="*/ 512 h 836"/>
                  <a:gd name="T82" fmla="*/ 972 w 1019"/>
                  <a:gd name="T83" fmla="*/ 704 h 836"/>
                  <a:gd name="T84" fmla="*/ 962 w 1019"/>
                  <a:gd name="T85" fmla="*/ 726 h 836"/>
                  <a:gd name="T86" fmla="*/ 945 w 1019"/>
                  <a:gd name="T87" fmla="*/ 743 h 836"/>
                  <a:gd name="T88" fmla="*/ 907 w 1019"/>
                  <a:gd name="T89" fmla="*/ 763 h 836"/>
                  <a:gd name="T90" fmla="*/ 831 w 1019"/>
                  <a:gd name="T91" fmla="*/ 784 h 836"/>
                  <a:gd name="T92" fmla="*/ 761 w 1019"/>
                  <a:gd name="T93" fmla="*/ 789 h 836"/>
                  <a:gd name="T94" fmla="*/ 711 w 1019"/>
                  <a:gd name="T95" fmla="*/ 785 h 836"/>
                  <a:gd name="T96" fmla="*/ 622 w 1019"/>
                  <a:gd name="T97" fmla="*/ 750 h 836"/>
                  <a:gd name="T98" fmla="*/ 586 w 1019"/>
                  <a:gd name="T99" fmla="*/ 703 h 836"/>
                  <a:gd name="T100" fmla="*/ 580 w 1019"/>
                  <a:gd name="T101" fmla="*/ 687 h 836"/>
                  <a:gd name="T102" fmla="*/ 571 w 1019"/>
                  <a:gd name="T103" fmla="*/ 650 h 836"/>
                  <a:gd name="T104" fmla="*/ 618 w 1019"/>
                  <a:gd name="T105" fmla="*/ 357 h 836"/>
                  <a:gd name="T106" fmla="*/ 658 w 1019"/>
                  <a:gd name="T107" fmla="*/ 310 h 836"/>
                  <a:gd name="T108" fmla="*/ 641 w 1019"/>
                  <a:gd name="T109" fmla="*/ 312 h 836"/>
                  <a:gd name="T110" fmla="*/ 656 w 1019"/>
                  <a:gd name="T111" fmla="*/ 271 h 836"/>
                  <a:gd name="T112" fmla="*/ 678 w 1019"/>
                  <a:gd name="T113" fmla="*/ 250 h 836"/>
                  <a:gd name="T114" fmla="*/ 688 w 1019"/>
                  <a:gd name="T115" fmla="*/ 247 h 836"/>
                  <a:gd name="T116" fmla="*/ 705 w 1019"/>
                  <a:gd name="T117" fmla="*/ 250 h 836"/>
                  <a:gd name="T118" fmla="*/ 760 w 1019"/>
                  <a:gd name="T119" fmla="*/ 280 h 836"/>
                  <a:gd name="T120" fmla="*/ 793 w 1019"/>
                  <a:gd name="T121" fmla="*/ 310 h 836"/>
                  <a:gd name="T122" fmla="*/ 948 w 1019"/>
                  <a:gd name="T123" fmla="*/ 580 h 836"/>
                  <a:gd name="T124" fmla="*/ 972 w 1019"/>
                  <a:gd name="T125" fmla="*/ 690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9" h="836">
                    <a:moveTo>
                      <a:pt x="1011" y="642"/>
                    </a:moveTo>
                    <a:cubicBezTo>
                      <a:pt x="999" y="578"/>
                      <a:pt x="974" y="515"/>
                      <a:pt x="945" y="457"/>
                    </a:cubicBezTo>
                    <a:cubicBezTo>
                      <a:pt x="914" y="391"/>
                      <a:pt x="874" y="327"/>
                      <a:pt x="822" y="276"/>
                    </a:cubicBezTo>
                    <a:cubicBezTo>
                      <a:pt x="799" y="253"/>
                      <a:pt x="773" y="232"/>
                      <a:pt x="744" y="218"/>
                    </a:cubicBezTo>
                    <a:cubicBezTo>
                      <a:pt x="730" y="212"/>
                      <a:pt x="715" y="206"/>
                      <a:pt x="700" y="203"/>
                    </a:cubicBezTo>
                    <a:cubicBezTo>
                      <a:pt x="683" y="199"/>
                      <a:pt x="664" y="205"/>
                      <a:pt x="650" y="215"/>
                    </a:cubicBezTo>
                    <a:cubicBezTo>
                      <a:pt x="621" y="234"/>
                      <a:pt x="604" y="267"/>
                      <a:pt x="591" y="298"/>
                    </a:cubicBezTo>
                    <a:cubicBezTo>
                      <a:pt x="591" y="298"/>
                      <a:pt x="591" y="298"/>
                      <a:pt x="591" y="298"/>
                    </a:cubicBezTo>
                    <a:cubicBezTo>
                      <a:pt x="590" y="298"/>
                      <a:pt x="590" y="297"/>
                      <a:pt x="589" y="297"/>
                    </a:cubicBezTo>
                    <a:cubicBezTo>
                      <a:pt x="589" y="297"/>
                      <a:pt x="588" y="296"/>
                      <a:pt x="588" y="296"/>
                    </a:cubicBezTo>
                    <a:cubicBezTo>
                      <a:pt x="584" y="292"/>
                      <a:pt x="580" y="288"/>
                      <a:pt x="576" y="284"/>
                    </a:cubicBezTo>
                    <a:cubicBezTo>
                      <a:pt x="575" y="283"/>
                      <a:pt x="573" y="280"/>
                      <a:pt x="572" y="279"/>
                    </a:cubicBezTo>
                    <a:cubicBezTo>
                      <a:pt x="571" y="278"/>
                      <a:pt x="570" y="276"/>
                      <a:pt x="569" y="274"/>
                    </a:cubicBezTo>
                    <a:cubicBezTo>
                      <a:pt x="565" y="269"/>
                      <a:pt x="562" y="264"/>
                      <a:pt x="559" y="259"/>
                    </a:cubicBezTo>
                    <a:cubicBezTo>
                      <a:pt x="558" y="256"/>
                      <a:pt x="557" y="253"/>
                      <a:pt x="556" y="251"/>
                    </a:cubicBezTo>
                    <a:cubicBezTo>
                      <a:pt x="555" y="250"/>
                      <a:pt x="554" y="248"/>
                      <a:pt x="554" y="247"/>
                    </a:cubicBezTo>
                    <a:cubicBezTo>
                      <a:pt x="554" y="247"/>
                      <a:pt x="554" y="247"/>
                      <a:pt x="554" y="247"/>
                    </a:cubicBezTo>
                    <a:cubicBezTo>
                      <a:pt x="551" y="241"/>
                      <a:pt x="549" y="234"/>
                      <a:pt x="547" y="228"/>
                    </a:cubicBezTo>
                    <a:cubicBezTo>
                      <a:pt x="543" y="216"/>
                      <a:pt x="540" y="203"/>
                      <a:pt x="537" y="191"/>
                    </a:cubicBezTo>
                    <a:cubicBezTo>
                      <a:pt x="536" y="185"/>
                      <a:pt x="535" y="178"/>
                      <a:pt x="534" y="172"/>
                    </a:cubicBezTo>
                    <a:cubicBezTo>
                      <a:pt x="534" y="171"/>
                      <a:pt x="533" y="167"/>
                      <a:pt x="533" y="166"/>
                    </a:cubicBezTo>
                    <a:cubicBezTo>
                      <a:pt x="533" y="163"/>
                      <a:pt x="533" y="160"/>
                      <a:pt x="532" y="157"/>
                    </a:cubicBezTo>
                    <a:cubicBezTo>
                      <a:pt x="531" y="144"/>
                      <a:pt x="530" y="132"/>
                      <a:pt x="529" y="119"/>
                    </a:cubicBezTo>
                    <a:cubicBezTo>
                      <a:pt x="528" y="87"/>
                      <a:pt x="528" y="54"/>
                      <a:pt x="531" y="22"/>
                    </a:cubicBezTo>
                    <a:cubicBezTo>
                      <a:pt x="532" y="10"/>
                      <a:pt x="520" y="0"/>
                      <a:pt x="509" y="0"/>
                    </a:cubicBezTo>
                    <a:cubicBezTo>
                      <a:pt x="507" y="0"/>
                      <a:pt x="505" y="0"/>
                      <a:pt x="504" y="0"/>
                    </a:cubicBezTo>
                    <a:cubicBezTo>
                      <a:pt x="502" y="0"/>
                      <a:pt x="500" y="0"/>
                      <a:pt x="499" y="0"/>
                    </a:cubicBezTo>
                    <a:cubicBezTo>
                      <a:pt x="487" y="0"/>
                      <a:pt x="475" y="10"/>
                      <a:pt x="476" y="22"/>
                    </a:cubicBezTo>
                    <a:cubicBezTo>
                      <a:pt x="479" y="49"/>
                      <a:pt x="479" y="76"/>
                      <a:pt x="479" y="102"/>
                    </a:cubicBezTo>
                    <a:cubicBezTo>
                      <a:pt x="478" y="115"/>
                      <a:pt x="478" y="127"/>
                      <a:pt x="477" y="139"/>
                    </a:cubicBezTo>
                    <a:cubicBezTo>
                      <a:pt x="476" y="145"/>
                      <a:pt x="476" y="151"/>
                      <a:pt x="475" y="157"/>
                    </a:cubicBezTo>
                    <a:cubicBezTo>
                      <a:pt x="475" y="160"/>
                      <a:pt x="474" y="163"/>
                      <a:pt x="474" y="166"/>
                    </a:cubicBezTo>
                    <a:cubicBezTo>
                      <a:pt x="474" y="167"/>
                      <a:pt x="474" y="168"/>
                      <a:pt x="474" y="168"/>
                    </a:cubicBezTo>
                    <a:cubicBezTo>
                      <a:pt x="474" y="170"/>
                      <a:pt x="473" y="171"/>
                      <a:pt x="473" y="173"/>
                    </a:cubicBezTo>
                    <a:cubicBezTo>
                      <a:pt x="469" y="198"/>
                      <a:pt x="463" y="224"/>
                      <a:pt x="454" y="248"/>
                    </a:cubicBezTo>
                    <a:cubicBezTo>
                      <a:pt x="454" y="248"/>
                      <a:pt x="454" y="249"/>
                      <a:pt x="453" y="250"/>
                    </a:cubicBezTo>
                    <a:cubicBezTo>
                      <a:pt x="453" y="250"/>
                      <a:pt x="453" y="252"/>
                      <a:pt x="452" y="252"/>
                    </a:cubicBezTo>
                    <a:cubicBezTo>
                      <a:pt x="451" y="255"/>
                      <a:pt x="449" y="258"/>
                      <a:pt x="448" y="261"/>
                    </a:cubicBezTo>
                    <a:cubicBezTo>
                      <a:pt x="445" y="267"/>
                      <a:pt x="442" y="273"/>
                      <a:pt x="438" y="278"/>
                    </a:cubicBezTo>
                    <a:cubicBezTo>
                      <a:pt x="437" y="279"/>
                      <a:pt x="436" y="280"/>
                      <a:pt x="436" y="281"/>
                    </a:cubicBezTo>
                    <a:cubicBezTo>
                      <a:pt x="435" y="282"/>
                      <a:pt x="435" y="282"/>
                      <a:pt x="435" y="282"/>
                    </a:cubicBezTo>
                    <a:cubicBezTo>
                      <a:pt x="435" y="282"/>
                      <a:pt x="435" y="282"/>
                      <a:pt x="435" y="282"/>
                    </a:cubicBezTo>
                    <a:cubicBezTo>
                      <a:pt x="433" y="285"/>
                      <a:pt x="431" y="287"/>
                      <a:pt x="429" y="289"/>
                    </a:cubicBezTo>
                    <a:cubicBezTo>
                      <a:pt x="427" y="291"/>
                      <a:pt x="426" y="292"/>
                      <a:pt x="424" y="294"/>
                    </a:cubicBezTo>
                    <a:cubicBezTo>
                      <a:pt x="415" y="272"/>
                      <a:pt x="403" y="251"/>
                      <a:pt x="388" y="233"/>
                    </a:cubicBezTo>
                    <a:cubicBezTo>
                      <a:pt x="377" y="220"/>
                      <a:pt x="363" y="211"/>
                      <a:pt x="347" y="205"/>
                    </a:cubicBezTo>
                    <a:cubicBezTo>
                      <a:pt x="331" y="200"/>
                      <a:pt x="315" y="203"/>
                      <a:pt x="299" y="208"/>
                    </a:cubicBezTo>
                    <a:cubicBezTo>
                      <a:pt x="268" y="218"/>
                      <a:pt x="240" y="236"/>
                      <a:pt x="215" y="257"/>
                    </a:cubicBezTo>
                    <a:cubicBezTo>
                      <a:pt x="160" y="303"/>
                      <a:pt x="119" y="366"/>
                      <a:pt x="86" y="429"/>
                    </a:cubicBezTo>
                    <a:cubicBezTo>
                      <a:pt x="53" y="489"/>
                      <a:pt x="27" y="554"/>
                      <a:pt x="11" y="620"/>
                    </a:cubicBezTo>
                    <a:cubicBezTo>
                      <a:pt x="5" y="644"/>
                      <a:pt x="0" y="669"/>
                      <a:pt x="0" y="694"/>
                    </a:cubicBezTo>
                    <a:cubicBezTo>
                      <a:pt x="0" y="721"/>
                      <a:pt x="11" y="746"/>
                      <a:pt x="31" y="766"/>
                    </a:cubicBezTo>
                    <a:cubicBezTo>
                      <a:pt x="55" y="790"/>
                      <a:pt x="88" y="804"/>
                      <a:pt x="120" y="814"/>
                    </a:cubicBezTo>
                    <a:cubicBezTo>
                      <a:pt x="157" y="826"/>
                      <a:pt x="197" y="832"/>
                      <a:pt x="235" y="833"/>
                    </a:cubicBezTo>
                    <a:cubicBezTo>
                      <a:pt x="307" y="836"/>
                      <a:pt x="387" y="823"/>
                      <a:pt x="439" y="769"/>
                    </a:cubicBezTo>
                    <a:cubicBezTo>
                      <a:pt x="497" y="708"/>
                      <a:pt x="497" y="618"/>
                      <a:pt x="486" y="540"/>
                    </a:cubicBezTo>
                    <a:cubicBezTo>
                      <a:pt x="484" y="527"/>
                      <a:pt x="482" y="513"/>
                      <a:pt x="479" y="500"/>
                    </a:cubicBezTo>
                    <a:cubicBezTo>
                      <a:pt x="468" y="448"/>
                      <a:pt x="457" y="396"/>
                      <a:pt x="442" y="345"/>
                    </a:cubicBezTo>
                    <a:cubicBezTo>
                      <a:pt x="441" y="343"/>
                      <a:pt x="441" y="340"/>
                      <a:pt x="440" y="338"/>
                    </a:cubicBezTo>
                    <a:cubicBezTo>
                      <a:pt x="457" y="327"/>
                      <a:pt x="471" y="310"/>
                      <a:pt x="482" y="292"/>
                    </a:cubicBezTo>
                    <a:cubicBezTo>
                      <a:pt x="491" y="276"/>
                      <a:pt x="499" y="259"/>
                      <a:pt x="504" y="240"/>
                    </a:cubicBezTo>
                    <a:cubicBezTo>
                      <a:pt x="506" y="245"/>
                      <a:pt x="507" y="250"/>
                      <a:pt x="509" y="254"/>
                    </a:cubicBezTo>
                    <a:cubicBezTo>
                      <a:pt x="521" y="286"/>
                      <a:pt x="539" y="315"/>
                      <a:pt x="566" y="335"/>
                    </a:cubicBezTo>
                    <a:cubicBezTo>
                      <a:pt x="569" y="337"/>
                      <a:pt x="573" y="339"/>
                      <a:pt x="576" y="341"/>
                    </a:cubicBezTo>
                    <a:cubicBezTo>
                      <a:pt x="564" y="378"/>
                      <a:pt x="556" y="416"/>
                      <a:pt x="548" y="454"/>
                    </a:cubicBezTo>
                    <a:cubicBezTo>
                      <a:pt x="544" y="469"/>
                      <a:pt x="541" y="484"/>
                      <a:pt x="538" y="500"/>
                    </a:cubicBezTo>
                    <a:cubicBezTo>
                      <a:pt x="521" y="579"/>
                      <a:pt x="512" y="673"/>
                      <a:pt x="558" y="744"/>
                    </a:cubicBezTo>
                    <a:cubicBezTo>
                      <a:pt x="600" y="809"/>
                      <a:pt x="677" y="831"/>
                      <a:pt x="750" y="833"/>
                    </a:cubicBezTo>
                    <a:cubicBezTo>
                      <a:pt x="789" y="835"/>
                      <a:pt x="829" y="831"/>
                      <a:pt x="867" y="822"/>
                    </a:cubicBezTo>
                    <a:cubicBezTo>
                      <a:pt x="901" y="815"/>
                      <a:pt x="935" y="803"/>
                      <a:pt x="964" y="783"/>
                    </a:cubicBezTo>
                    <a:cubicBezTo>
                      <a:pt x="988" y="767"/>
                      <a:pt x="1011" y="743"/>
                      <a:pt x="1015" y="712"/>
                    </a:cubicBezTo>
                    <a:cubicBezTo>
                      <a:pt x="1019" y="689"/>
                      <a:pt x="1015" y="665"/>
                      <a:pt x="1011" y="642"/>
                    </a:cubicBezTo>
                    <a:close/>
                    <a:moveTo>
                      <a:pt x="46" y="669"/>
                    </a:moveTo>
                    <a:cubicBezTo>
                      <a:pt x="46" y="673"/>
                      <a:pt x="46" y="671"/>
                      <a:pt x="46" y="669"/>
                    </a:cubicBezTo>
                    <a:close/>
                    <a:moveTo>
                      <a:pt x="48" y="713"/>
                    </a:moveTo>
                    <a:cubicBezTo>
                      <a:pt x="47" y="712"/>
                      <a:pt x="47" y="712"/>
                      <a:pt x="48" y="713"/>
                    </a:cubicBezTo>
                    <a:close/>
                    <a:moveTo>
                      <a:pt x="446" y="642"/>
                    </a:moveTo>
                    <a:cubicBezTo>
                      <a:pt x="446" y="644"/>
                      <a:pt x="446" y="646"/>
                      <a:pt x="446" y="648"/>
                    </a:cubicBezTo>
                    <a:cubicBezTo>
                      <a:pt x="446" y="649"/>
                      <a:pt x="446" y="649"/>
                      <a:pt x="446" y="650"/>
                    </a:cubicBezTo>
                    <a:cubicBezTo>
                      <a:pt x="446" y="650"/>
                      <a:pt x="445" y="651"/>
                      <a:pt x="445" y="652"/>
                    </a:cubicBezTo>
                    <a:cubicBezTo>
                      <a:pt x="445" y="656"/>
                      <a:pt x="444" y="660"/>
                      <a:pt x="443" y="665"/>
                    </a:cubicBezTo>
                    <a:cubicBezTo>
                      <a:pt x="441" y="674"/>
                      <a:pt x="439" y="683"/>
                      <a:pt x="436" y="691"/>
                    </a:cubicBezTo>
                    <a:cubicBezTo>
                      <a:pt x="435" y="693"/>
                      <a:pt x="434" y="695"/>
                      <a:pt x="433" y="697"/>
                    </a:cubicBezTo>
                    <a:cubicBezTo>
                      <a:pt x="433" y="697"/>
                      <a:pt x="433" y="698"/>
                      <a:pt x="433" y="698"/>
                    </a:cubicBezTo>
                    <a:cubicBezTo>
                      <a:pt x="433" y="698"/>
                      <a:pt x="433" y="699"/>
                      <a:pt x="433" y="699"/>
                    </a:cubicBezTo>
                    <a:cubicBezTo>
                      <a:pt x="431" y="703"/>
                      <a:pt x="429" y="706"/>
                      <a:pt x="427" y="710"/>
                    </a:cubicBezTo>
                    <a:cubicBezTo>
                      <a:pt x="425" y="713"/>
                      <a:pt x="423" y="717"/>
                      <a:pt x="421" y="720"/>
                    </a:cubicBezTo>
                    <a:cubicBezTo>
                      <a:pt x="420" y="722"/>
                      <a:pt x="419" y="723"/>
                      <a:pt x="418" y="725"/>
                    </a:cubicBezTo>
                    <a:cubicBezTo>
                      <a:pt x="418" y="726"/>
                      <a:pt x="415" y="729"/>
                      <a:pt x="415" y="730"/>
                    </a:cubicBezTo>
                    <a:cubicBezTo>
                      <a:pt x="394" y="755"/>
                      <a:pt x="368" y="770"/>
                      <a:pt x="337" y="779"/>
                    </a:cubicBezTo>
                    <a:cubicBezTo>
                      <a:pt x="329" y="781"/>
                      <a:pt x="322" y="782"/>
                      <a:pt x="314" y="784"/>
                    </a:cubicBezTo>
                    <a:cubicBezTo>
                      <a:pt x="310" y="785"/>
                      <a:pt x="306" y="785"/>
                      <a:pt x="302" y="786"/>
                    </a:cubicBezTo>
                    <a:cubicBezTo>
                      <a:pt x="301" y="786"/>
                      <a:pt x="301" y="786"/>
                      <a:pt x="301" y="786"/>
                    </a:cubicBezTo>
                    <a:cubicBezTo>
                      <a:pt x="301" y="786"/>
                      <a:pt x="300" y="786"/>
                      <a:pt x="299" y="786"/>
                    </a:cubicBezTo>
                    <a:cubicBezTo>
                      <a:pt x="296" y="787"/>
                      <a:pt x="294" y="787"/>
                      <a:pt x="291" y="787"/>
                    </a:cubicBezTo>
                    <a:cubicBezTo>
                      <a:pt x="272" y="789"/>
                      <a:pt x="254" y="789"/>
                      <a:pt x="235" y="789"/>
                    </a:cubicBezTo>
                    <a:cubicBezTo>
                      <a:pt x="198" y="787"/>
                      <a:pt x="165" y="782"/>
                      <a:pt x="128" y="770"/>
                    </a:cubicBezTo>
                    <a:cubicBezTo>
                      <a:pt x="124" y="769"/>
                      <a:pt x="120" y="767"/>
                      <a:pt x="116" y="766"/>
                    </a:cubicBezTo>
                    <a:cubicBezTo>
                      <a:pt x="114" y="765"/>
                      <a:pt x="113" y="765"/>
                      <a:pt x="111" y="764"/>
                    </a:cubicBezTo>
                    <a:cubicBezTo>
                      <a:pt x="110" y="764"/>
                      <a:pt x="110" y="763"/>
                      <a:pt x="109" y="763"/>
                    </a:cubicBezTo>
                    <a:cubicBezTo>
                      <a:pt x="109" y="763"/>
                      <a:pt x="109" y="763"/>
                      <a:pt x="109" y="763"/>
                    </a:cubicBezTo>
                    <a:cubicBezTo>
                      <a:pt x="101" y="760"/>
                      <a:pt x="93" y="756"/>
                      <a:pt x="86" y="752"/>
                    </a:cubicBezTo>
                    <a:cubicBezTo>
                      <a:pt x="83" y="750"/>
                      <a:pt x="80" y="748"/>
                      <a:pt x="77" y="746"/>
                    </a:cubicBezTo>
                    <a:cubicBezTo>
                      <a:pt x="75" y="745"/>
                      <a:pt x="74" y="744"/>
                      <a:pt x="72" y="743"/>
                    </a:cubicBezTo>
                    <a:cubicBezTo>
                      <a:pt x="72" y="742"/>
                      <a:pt x="72" y="742"/>
                      <a:pt x="71" y="742"/>
                    </a:cubicBezTo>
                    <a:cubicBezTo>
                      <a:pt x="71" y="742"/>
                      <a:pt x="71" y="742"/>
                      <a:pt x="71" y="742"/>
                    </a:cubicBezTo>
                    <a:cubicBezTo>
                      <a:pt x="66" y="738"/>
                      <a:pt x="61" y="733"/>
                      <a:pt x="56" y="727"/>
                    </a:cubicBezTo>
                    <a:cubicBezTo>
                      <a:pt x="56" y="727"/>
                      <a:pt x="56" y="727"/>
                      <a:pt x="56" y="727"/>
                    </a:cubicBezTo>
                    <a:cubicBezTo>
                      <a:pt x="55" y="725"/>
                      <a:pt x="54" y="724"/>
                      <a:pt x="53" y="723"/>
                    </a:cubicBezTo>
                    <a:cubicBezTo>
                      <a:pt x="51" y="720"/>
                      <a:pt x="50" y="718"/>
                      <a:pt x="49" y="715"/>
                    </a:cubicBezTo>
                    <a:cubicBezTo>
                      <a:pt x="48" y="715"/>
                      <a:pt x="48" y="715"/>
                      <a:pt x="48" y="714"/>
                    </a:cubicBezTo>
                    <a:cubicBezTo>
                      <a:pt x="48" y="713"/>
                      <a:pt x="47" y="712"/>
                      <a:pt x="47" y="711"/>
                    </a:cubicBezTo>
                    <a:cubicBezTo>
                      <a:pt x="46" y="709"/>
                      <a:pt x="46" y="706"/>
                      <a:pt x="45" y="704"/>
                    </a:cubicBezTo>
                    <a:cubicBezTo>
                      <a:pt x="45" y="703"/>
                      <a:pt x="45" y="702"/>
                      <a:pt x="45" y="701"/>
                    </a:cubicBezTo>
                    <a:cubicBezTo>
                      <a:pt x="45" y="699"/>
                      <a:pt x="45" y="697"/>
                      <a:pt x="45" y="695"/>
                    </a:cubicBezTo>
                    <a:cubicBezTo>
                      <a:pt x="45" y="690"/>
                      <a:pt x="45" y="685"/>
                      <a:pt x="45" y="680"/>
                    </a:cubicBezTo>
                    <a:cubicBezTo>
                      <a:pt x="45" y="677"/>
                      <a:pt x="46" y="675"/>
                      <a:pt x="46" y="672"/>
                    </a:cubicBezTo>
                    <a:cubicBezTo>
                      <a:pt x="46" y="671"/>
                      <a:pt x="46" y="670"/>
                      <a:pt x="46" y="669"/>
                    </a:cubicBezTo>
                    <a:cubicBezTo>
                      <a:pt x="46" y="669"/>
                      <a:pt x="46" y="669"/>
                      <a:pt x="46" y="668"/>
                    </a:cubicBezTo>
                    <a:cubicBezTo>
                      <a:pt x="47" y="662"/>
                      <a:pt x="48" y="656"/>
                      <a:pt x="50" y="649"/>
                    </a:cubicBezTo>
                    <a:cubicBezTo>
                      <a:pt x="53" y="636"/>
                      <a:pt x="56" y="622"/>
                      <a:pt x="60" y="609"/>
                    </a:cubicBezTo>
                    <a:cubicBezTo>
                      <a:pt x="64" y="593"/>
                      <a:pt x="69" y="578"/>
                      <a:pt x="74" y="563"/>
                    </a:cubicBezTo>
                    <a:cubicBezTo>
                      <a:pt x="77" y="556"/>
                      <a:pt x="80" y="548"/>
                      <a:pt x="83" y="540"/>
                    </a:cubicBezTo>
                    <a:cubicBezTo>
                      <a:pt x="85" y="536"/>
                      <a:pt x="86" y="533"/>
                      <a:pt x="88" y="529"/>
                    </a:cubicBezTo>
                    <a:cubicBezTo>
                      <a:pt x="88" y="527"/>
                      <a:pt x="89" y="525"/>
                      <a:pt x="90" y="523"/>
                    </a:cubicBezTo>
                    <a:cubicBezTo>
                      <a:pt x="90" y="522"/>
                      <a:pt x="91" y="521"/>
                      <a:pt x="91" y="521"/>
                    </a:cubicBezTo>
                    <a:cubicBezTo>
                      <a:pt x="91" y="520"/>
                      <a:pt x="92" y="519"/>
                      <a:pt x="92" y="518"/>
                    </a:cubicBezTo>
                    <a:cubicBezTo>
                      <a:pt x="106" y="485"/>
                      <a:pt x="123" y="452"/>
                      <a:pt x="141" y="420"/>
                    </a:cubicBezTo>
                    <a:cubicBezTo>
                      <a:pt x="151" y="405"/>
                      <a:pt x="161" y="389"/>
                      <a:pt x="171" y="374"/>
                    </a:cubicBezTo>
                    <a:cubicBezTo>
                      <a:pt x="182" y="358"/>
                      <a:pt x="189" y="349"/>
                      <a:pt x="201" y="334"/>
                    </a:cubicBezTo>
                    <a:cubicBezTo>
                      <a:pt x="212" y="322"/>
                      <a:pt x="224" y="309"/>
                      <a:pt x="236" y="298"/>
                    </a:cubicBezTo>
                    <a:cubicBezTo>
                      <a:pt x="242" y="293"/>
                      <a:pt x="248" y="288"/>
                      <a:pt x="254" y="283"/>
                    </a:cubicBezTo>
                    <a:cubicBezTo>
                      <a:pt x="254" y="282"/>
                      <a:pt x="255" y="282"/>
                      <a:pt x="255" y="282"/>
                    </a:cubicBezTo>
                    <a:cubicBezTo>
                      <a:pt x="255" y="282"/>
                      <a:pt x="255" y="282"/>
                      <a:pt x="256" y="282"/>
                    </a:cubicBezTo>
                    <a:cubicBezTo>
                      <a:pt x="257" y="280"/>
                      <a:pt x="259" y="279"/>
                      <a:pt x="260" y="278"/>
                    </a:cubicBezTo>
                    <a:cubicBezTo>
                      <a:pt x="264" y="276"/>
                      <a:pt x="267" y="273"/>
                      <a:pt x="271" y="271"/>
                    </a:cubicBezTo>
                    <a:cubicBezTo>
                      <a:pt x="280" y="265"/>
                      <a:pt x="290" y="259"/>
                      <a:pt x="300" y="255"/>
                    </a:cubicBezTo>
                    <a:cubicBezTo>
                      <a:pt x="301" y="255"/>
                      <a:pt x="305" y="253"/>
                      <a:pt x="306" y="252"/>
                    </a:cubicBezTo>
                    <a:cubicBezTo>
                      <a:pt x="309" y="251"/>
                      <a:pt x="311" y="251"/>
                      <a:pt x="314" y="250"/>
                    </a:cubicBezTo>
                    <a:cubicBezTo>
                      <a:pt x="317" y="249"/>
                      <a:pt x="319" y="248"/>
                      <a:pt x="322" y="248"/>
                    </a:cubicBezTo>
                    <a:cubicBezTo>
                      <a:pt x="323" y="247"/>
                      <a:pt x="325" y="247"/>
                      <a:pt x="326" y="246"/>
                    </a:cubicBezTo>
                    <a:cubicBezTo>
                      <a:pt x="327" y="247"/>
                      <a:pt x="327" y="247"/>
                      <a:pt x="327" y="247"/>
                    </a:cubicBezTo>
                    <a:cubicBezTo>
                      <a:pt x="328" y="247"/>
                      <a:pt x="328" y="247"/>
                      <a:pt x="329" y="247"/>
                    </a:cubicBezTo>
                    <a:cubicBezTo>
                      <a:pt x="329" y="247"/>
                      <a:pt x="330" y="247"/>
                      <a:pt x="331" y="247"/>
                    </a:cubicBezTo>
                    <a:cubicBezTo>
                      <a:pt x="333" y="248"/>
                      <a:pt x="335" y="248"/>
                      <a:pt x="337" y="249"/>
                    </a:cubicBezTo>
                    <a:cubicBezTo>
                      <a:pt x="335" y="248"/>
                      <a:pt x="340" y="251"/>
                      <a:pt x="342" y="251"/>
                    </a:cubicBezTo>
                    <a:cubicBezTo>
                      <a:pt x="343" y="252"/>
                      <a:pt x="344" y="253"/>
                      <a:pt x="346" y="254"/>
                    </a:cubicBezTo>
                    <a:cubicBezTo>
                      <a:pt x="346" y="254"/>
                      <a:pt x="346" y="254"/>
                      <a:pt x="346" y="254"/>
                    </a:cubicBezTo>
                    <a:cubicBezTo>
                      <a:pt x="346" y="254"/>
                      <a:pt x="346" y="255"/>
                      <a:pt x="346" y="255"/>
                    </a:cubicBezTo>
                    <a:cubicBezTo>
                      <a:pt x="351" y="258"/>
                      <a:pt x="355" y="263"/>
                      <a:pt x="359" y="268"/>
                    </a:cubicBezTo>
                    <a:cubicBezTo>
                      <a:pt x="359" y="268"/>
                      <a:pt x="359" y="268"/>
                      <a:pt x="359" y="268"/>
                    </a:cubicBezTo>
                    <a:cubicBezTo>
                      <a:pt x="360" y="269"/>
                      <a:pt x="361" y="271"/>
                      <a:pt x="362" y="272"/>
                    </a:cubicBezTo>
                    <a:cubicBezTo>
                      <a:pt x="365" y="276"/>
                      <a:pt x="367" y="279"/>
                      <a:pt x="369" y="283"/>
                    </a:cubicBezTo>
                    <a:cubicBezTo>
                      <a:pt x="375" y="292"/>
                      <a:pt x="379" y="302"/>
                      <a:pt x="383" y="312"/>
                    </a:cubicBezTo>
                    <a:cubicBezTo>
                      <a:pt x="380" y="312"/>
                      <a:pt x="377" y="312"/>
                      <a:pt x="375" y="312"/>
                    </a:cubicBezTo>
                    <a:cubicBezTo>
                      <a:pt x="371" y="312"/>
                      <a:pt x="367" y="312"/>
                      <a:pt x="363" y="311"/>
                    </a:cubicBezTo>
                    <a:cubicBezTo>
                      <a:pt x="363" y="311"/>
                      <a:pt x="363" y="311"/>
                      <a:pt x="363" y="311"/>
                    </a:cubicBezTo>
                    <a:cubicBezTo>
                      <a:pt x="363" y="311"/>
                      <a:pt x="363" y="311"/>
                      <a:pt x="363" y="311"/>
                    </a:cubicBezTo>
                    <a:cubicBezTo>
                      <a:pt x="361" y="311"/>
                      <a:pt x="358" y="311"/>
                      <a:pt x="356" y="310"/>
                    </a:cubicBezTo>
                    <a:cubicBezTo>
                      <a:pt x="344" y="308"/>
                      <a:pt x="332" y="313"/>
                      <a:pt x="329" y="326"/>
                    </a:cubicBezTo>
                    <a:cubicBezTo>
                      <a:pt x="326" y="337"/>
                      <a:pt x="332" y="351"/>
                      <a:pt x="344" y="353"/>
                    </a:cubicBezTo>
                    <a:cubicBezTo>
                      <a:pt x="363" y="357"/>
                      <a:pt x="381" y="357"/>
                      <a:pt x="398" y="354"/>
                    </a:cubicBezTo>
                    <a:cubicBezTo>
                      <a:pt x="401" y="362"/>
                      <a:pt x="403" y="371"/>
                      <a:pt x="405" y="379"/>
                    </a:cubicBezTo>
                    <a:cubicBezTo>
                      <a:pt x="418" y="423"/>
                      <a:pt x="427" y="467"/>
                      <a:pt x="436" y="512"/>
                    </a:cubicBezTo>
                    <a:cubicBezTo>
                      <a:pt x="445" y="554"/>
                      <a:pt x="450" y="597"/>
                      <a:pt x="446" y="642"/>
                    </a:cubicBezTo>
                    <a:close/>
                    <a:moveTo>
                      <a:pt x="972" y="703"/>
                    </a:moveTo>
                    <a:cubicBezTo>
                      <a:pt x="972" y="703"/>
                      <a:pt x="972" y="703"/>
                      <a:pt x="972" y="703"/>
                    </a:cubicBezTo>
                    <a:cubicBezTo>
                      <a:pt x="972" y="703"/>
                      <a:pt x="972" y="703"/>
                      <a:pt x="972" y="704"/>
                    </a:cubicBezTo>
                    <a:cubicBezTo>
                      <a:pt x="971" y="707"/>
                      <a:pt x="970" y="710"/>
                      <a:pt x="969" y="714"/>
                    </a:cubicBezTo>
                    <a:cubicBezTo>
                      <a:pt x="969" y="714"/>
                      <a:pt x="969" y="714"/>
                      <a:pt x="969" y="714"/>
                    </a:cubicBezTo>
                    <a:cubicBezTo>
                      <a:pt x="968" y="715"/>
                      <a:pt x="968" y="717"/>
                      <a:pt x="967" y="718"/>
                    </a:cubicBezTo>
                    <a:cubicBezTo>
                      <a:pt x="966" y="720"/>
                      <a:pt x="964" y="723"/>
                      <a:pt x="962" y="726"/>
                    </a:cubicBezTo>
                    <a:cubicBezTo>
                      <a:pt x="962" y="726"/>
                      <a:pt x="962" y="726"/>
                      <a:pt x="961" y="727"/>
                    </a:cubicBezTo>
                    <a:cubicBezTo>
                      <a:pt x="961" y="728"/>
                      <a:pt x="960" y="729"/>
                      <a:pt x="959" y="730"/>
                    </a:cubicBezTo>
                    <a:cubicBezTo>
                      <a:pt x="956" y="732"/>
                      <a:pt x="954" y="735"/>
                      <a:pt x="951" y="738"/>
                    </a:cubicBezTo>
                    <a:cubicBezTo>
                      <a:pt x="950" y="738"/>
                      <a:pt x="945" y="742"/>
                      <a:pt x="945" y="743"/>
                    </a:cubicBezTo>
                    <a:cubicBezTo>
                      <a:pt x="942" y="744"/>
                      <a:pt x="940" y="746"/>
                      <a:pt x="937" y="748"/>
                    </a:cubicBezTo>
                    <a:cubicBezTo>
                      <a:pt x="930" y="752"/>
                      <a:pt x="923" y="756"/>
                      <a:pt x="916" y="760"/>
                    </a:cubicBezTo>
                    <a:cubicBezTo>
                      <a:pt x="914" y="761"/>
                      <a:pt x="912" y="761"/>
                      <a:pt x="910" y="762"/>
                    </a:cubicBezTo>
                    <a:cubicBezTo>
                      <a:pt x="910" y="762"/>
                      <a:pt x="908" y="763"/>
                      <a:pt x="907" y="763"/>
                    </a:cubicBezTo>
                    <a:cubicBezTo>
                      <a:pt x="904" y="765"/>
                      <a:pt x="900" y="766"/>
                      <a:pt x="897" y="767"/>
                    </a:cubicBezTo>
                    <a:cubicBezTo>
                      <a:pt x="888" y="771"/>
                      <a:pt x="879" y="773"/>
                      <a:pt x="870" y="776"/>
                    </a:cubicBezTo>
                    <a:cubicBezTo>
                      <a:pt x="861" y="778"/>
                      <a:pt x="853" y="780"/>
                      <a:pt x="844" y="782"/>
                    </a:cubicBezTo>
                    <a:cubicBezTo>
                      <a:pt x="840" y="783"/>
                      <a:pt x="835" y="783"/>
                      <a:pt x="831" y="784"/>
                    </a:cubicBezTo>
                    <a:cubicBezTo>
                      <a:pt x="828" y="784"/>
                      <a:pt x="826" y="785"/>
                      <a:pt x="824" y="785"/>
                    </a:cubicBezTo>
                    <a:cubicBezTo>
                      <a:pt x="823" y="785"/>
                      <a:pt x="822" y="785"/>
                      <a:pt x="822" y="785"/>
                    </a:cubicBezTo>
                    <a:cubicBezTo>
                      <a:pt x="821" y="785"/>
                      <a:pt x="820" y="786"/>
                      <a:pt x="818" y="786"/>
                    </a:cubicBezTo>
                    <a:cubicBezTo>
                      <a:pt x="799" y="788"/>
                      <a:pt x="781" y="789"/>
                      <a:pt x="761" y="789"/>
                    </a:cubicBezTo>
                    <a:cubicBezTo>
                      <a:pt x="753" y="789"/>
                      <a:pt x="744" y="789"/>
                      <a:pt x="735" y="788"/>
                    </a:cubicBezTo>
                    <a:cubicBezTo>
                      <a:pt x="731" y="788"/>
                      <a:pt x="726" y="787"/>
                      <a:pt x="722" y="787"/>
                    </a:cubicBezTo>
                    <a:cubicBezTo>
                      <a:pt x="720" y="787"/>
                      <a:pt x="719" y="786"/>
                      <a:pt x="717" y="786"/>
                    </a:cubicBezTo>
                    <a:cubicBezTo>
                      <a:pt x="718" y="786"/>
                      <a:pt x="712" y="785"/>
                      <a:pt x="711" y="785"/>
                    </a:cubicBezTo>
                    <a:cubicBezTo>
                      <a:pt x="682" y="781"/>
                      <a:pt x="659" y="773"/>
                      <a:pt x="636" y="759"/>
                    </a:cubicBezTo>
                    <a:cubicBezTo>
                      <a:pt x="633" y="758"/>
                      <a:pt x="630" y="756"/>
                      <a:pt x="627" y="754"/>
                    </a:cubicBezTo>
                    <a:cubicBezTo>
                      <a:pt x="627" y="753"/>
                      <a:pt x="626" y="753"/>
                      <a:pt x="625" y="752"/>
                    </a:cubicBezTo>
                    <a:cubicBezTo>
                      <a:pt x="625" y="752"/>
                      <a:pt x="622" y="750"/>
                      <a:pt x="622" y="750"/>
                    </a:cubicBezTo>
                    <a:cubicBezTo>
                      <a:pt x="617" y="745"/>
                      <a:pt x="611" y="740"/>
                      <a:pt x="607" y="734"/>
                    </a:cubicBezTo>
                    <a:cubicBezTo>
                      <a:pt x="606" y="734"/>
                      <a:pt x="602" y="729"/>
                      <a:pt x="602" y="729"/>
                    </a:cubicBezTo>
                    <a:cubicBezTo>
                      <a:pt x="600" y="727"/>
                      <a:pt x="598" y="724"/>
                      <a:pt x="597" y="722"/>
                    </a:cubicBezTo>
                    <a:cubicBezTo>
                      <a:pt x="593" y="716"/>
                      <a:pt x="589" y="709"/>
                      <a:pt x="586" y="703"/>
                    </a:cubicBezTo>
                    <a:cubicBezTo>
                      <a:pt x="586" y="702"/>
                      <a:pt x="585" y="700"/>
                      <a:pt x="584" y="699"/>
                    </a:cubicBezTo>
                    <a:cubicBezTo>
                      <a:pt x="584" y="699"/>
                      <a:pt x="584" y="699"/>
                      <a:pt x="584" y="698"/>
                    </a:cubicBezTo>
                    <a:cubicBezTo>
                      <a:pt x="584" y="698"/>
                      <a:pt x="584" y="698"/>
                      <a:pt x="584" y="697"/>
                    </a:cubicBezTo>
                    <a:cubicBezTo>
                      <a:pt x="582" y="694"/>
                      <a:pt x="581" y="691"/>
                      <a:pt x="580" y="687"/>
                    </a:cubicBezTo>
                    <a:cubicBezTo>
                      <a:pt x="578" y="681"/>
                      <a:pt x="576" y="674"/>
                      <a:pt x="574" y="667"/>
                    </a:cubicBezTo>
                    <a:cubicBezTo>
                      <a:pt x="574" y="663"/>
                      <a:pt x="573" y="660"/>
                      <a:pt x="572" y="656"/>
                    </a:cubicBezTo>
                    <a:cubicBezTo>
                      <a:pt x="572" y="655"/>
                      <a:pt x="572" y="653"/>
                      <a:pt x="572" y="652"/>
                    </a:cubicBezTo>
                    <a:cubicBezTo>
                      <a:pt x="572" y="651"/>
                      <a:pt x="571" y="651"/>
                      <a:pt x="571" y="650"/>
                    </a:cubicBezTo>
                    <a:cubicBezTo>
                      <a:pt x="571" y="650"/>
                      <a:pt x="571" y="649"/>
                      <a:pt x="571" y="648"/>
                    </a:cubicBezTo>
                    <a:cubicBezTo>
                      <a:pt x="570" y="640"/>
                      <a:pt x="570" y="631"/>
                      <a:pt x="569" y="623"/>
                    </a:cubicBezTo>
                    <a:cubicBezTo>
                      <a:pt x="568" y="585"/>
                      <a:pt x="573" y="548"/>
                      <a:pt x="581" y="512"/>
                    </a:cubicBezTo>
                    <a:cubicBezTo>
                      <a:pt x="592" y="460"/>
                      <a:pt x="603" y="408"/>
                      <a:pt x="618" y="357"/>
                    </a:cubicBezTo>
                    <a:cubicBezTo>
                      <a:pt x="618" y="356"/>
                      <a:pt x="618" y="356"/>
                      <a:pt x="618" y="355"/>
                    </a:cubicBezTo>
                    <a:cubicBezTo>
                      <a:pt x="635" y="357"/>
                      <a:pt x="653" y="356"/>
                      <a:pt x="669" y="353"/>
                    </a:cubicBezTo>
                    <a:cubicBezTo>
                      <a:pt x="681" y="351"/>
                      <a:pt x="688" y="337"/>
                      <a:pt x="685" y="326"/>
                    </a:cubicBezTo>
                    <a:cubicBezTo>
                      <a:pt x="682" y="313"/>
                      <a:pt x="670" y="308"/>
                      <a:pt x="658" y="310"/>
                    </a:cubicBezTo>
                    <a:cubicBezTo>
                      <a:pt x="656" y="310"/>
                      <a:pt x="654" y="311"/>
                      <a:pt x="652" y="311"/>
                    </a:cubicBezTo>
                    <a:cubicBezTo>
                      <a:pt x="652" y="311"/>
                      <a:pt x="652" y="311"/>
                      <a:pt x="652" y="311"/>
                    </a:cubicBezTo>
                    <a:cubicBezTo>
                      <a:pt x="652" y="311"/>
                      <a:pt x="651" y="311"/>
                      <a:pt x="651" y="311"/>
                    </a:cubicBezTo>
                    <a:cubicBezTo>
                      <a:pt x="648" y="312"/>
                      <a:pt x="645" y="312"/>
                      <a:pt x="641" y="312"/>
                    </a:cubicBezTo>
                    <a:cubicBezTo>
                      <a:pt x="639" y="312"/>
                      <a:pt x="636" y="312"/>
                      <a:pt x="634" y="312"/>
                    </a:cubicBezTo>
                    <a:cubicBezTo>
                      <a:pt x="636" y="307"/>
                      <a:pt x="637" y="303"/>
                      <a:pt x="640" y="299"/>
                    </a:cubicBezTo>
                    <a:cubicBezTo>
                      <a:pt x="643" y="291"/>
                      <a:pt x="648" y="283"/>
                      <a:pt x="652" y="276"/>
                    </a:cubicBezTo>
                    <a:cubicBezTo>
                      <a:pt x="653" y="274"/>
                      <a:pt x="655" y="272"/>
                      <a:pt x="656" y="271"/>
                    </a:cubicBezTo>
                    <a:cubicBezTo>
                      <a:pt x="656" y="270"/>
                      <a:pt x="657" y="269"/>
                      <a:pt x="658" y="268"/>
                    </a:cubicBezTo>
                    <a:cubicBezTo>
                      <a:pt x="660" y="265"/>
                      <a:pt x="663" y="262"/>
                      <a:pt x="665" y="259"/>
                    </a:cubicBezTo>
                    <a:cubicBezTo>
                      <a:pt x="666" y="258"/>
                      <a:pt x="671" y="255"/>
                      <a:pt x="671" y="254"/>
                    </a:cubicBezTo>
                    <a:cubicBezTo>
                      <a:pt x="674" y="253"/>
                      <a:pt x="676" y="251"/>
                      <a:pt x="678" y="250"/>
                    </a:cubicBezTo>
                    <a:cubicBezTo>
                      <a:pt x="679" y="250"/>
                      <a:pt x="680" y="249"/>
                      <a:pt x="681" y="249"/>
                    </a:cubicBezTo>
                    <a:cubicBezTo>
                      <a:pt x="681" y="249"/>
                      <a:pt x="682" y="248"/>
                      <a:pt x="683" y="248"/>
                    </a:cubicBezTo>
                    <a:cubicBezTo>
                      <a:pt x="684" y="247"/>
                      <a:pt x="686" y="247"/>
                      <a:pt x="688" y="247"/>
                    </a:cubicBezTo>
                    <a:cubicBezTo>
                      <a:pt x="688" y="247"/>
                      <a:pt x="688" y="247"/>
                      <a:pt x="688" y="247"/>
                    </a:cubicBezTo>
                    <a:cubicBezTo>
                      <a:pt x="689" y="247"/>
                      <a:pt x="689" y="247"/>
                      <a:pt x="690" y="247"/>
                    </a:cubicBezTo>
                    <a:cubicBezTo>
                      <a:pt x="690" y="247"/>
                      <a:pt x="690" y="247"/>
                      <a:pt x="690" y="246"/>
                    </a:cubicBezTo>
                    <a:cubicBezTo>
                      <a:pt x="692" y="247"/>
                      <a:pt x="693" y="247"/>
                      <a:pt x="695" y="248"/>
                    </a:cubicBezTo>
                    <a:cubicBezTo>
                      <a:pt x="698" y="248"/>
                      <a:pt x="701" y="249"/>
                      <a:pt x="705" y="250"/>
                    </a:cubicBezTo>
                    <a:cubicBezTo>
                      <a:pt x="708" y="251"/>
                      <a:pt x="711" y="252"/>
                      <a:pt x="714" y="254"/>
                    </a:cubicBezTo>
                    <a:cubicBezTo>
                      <a:pt x="715" y="254"/>
                      <a:pt x="716" y="254"/>
                      <a:pt x="716" y="255"/>
                    </a:cubicBezTo>
                    <a:cubicBezTo>
                      <a:pt x="718" y="255"/>
                      <a:pt x="720" y="256"/>
                      <a:pt x="721" y="257"/>
                    </a:cubicBezTo>
                    <a:cubicBezTo>
                      <a:pt x="735" y="263"/>
                      <a:pt x="748" y="271"/>
                      <a:pt x="760" y="280"/>
                    </a:cubicBezTo>
                    <a:cubicBezTo>
                      <a:pt x="760" y="281"/>
                      <a:pt x="761" y="282"/>
                      <a:pt x="762" y="282"/>
                    </a:cubicBezTo>
                    <a:cubicBezTo>
                      <a:pt x="763" y="283"/>
                      <a:pt x="765" y="284"/>
                      <a:pt x="766" y="285"/>
                    </a:cubicBezTo>
                    <a:cubicBezTo>
                      <a:pt x="769" y="288"/>
                      <a:pt x="772" y="290"/>
                      <a:pt x="775" y="293"/>
                    </a:cubicBezTo>
                    <a:cubicBezTo>
                      <a:pt x="781" y="298"/>
                      <a:pt x="787" y="304"/>
                      <a:pt x="793" y="310"/>
                    </a:cubicBezTo>
                    <a:cubicBezTo>
                      <a:pt x="820" y="337"/>
                      <a:pt x="837" y="360"/>
                      <a:pt x="857" y="390"/>
                    </a:cubicBezTo>
                    <a:cubicBezTo>
                      <a:pt x="877" y="421"/>
                      <a:pt x="895" y="454"/>
                      <a:pt x="911" y="487"/>
                    </a:cubicBezTo>
                    <a:cubicBezTo>
                      <a:pt x="919" y="504"/>
                      <a:pt x="925" y="519"/>
                      <a:pt x="931" y="533"/>
                    </a:cubicBezTo>
                    <a:cubicBezTo>
                      <a:pt x="937" y="548"/>
                      <a:pt x="943" y="564"/>
                      <a:pt x="948" y="580"/>
                    </a:cubicBezTo>
                    <a:cubicBezTo>
                      <a:pt x="957" y="607"/>
                      <a:pt x="965" y="635"/>
                      <a:pt x="970" y="663"/>
                    </a:cubicBezTo>
                    <a:cubicBezTo>
                      <a:pt x="970" y="665"/>
                      <a:pt x="970" y="667"/>
                      <a:pt x="971" y="668"/>
                    </a:cubicBezTo>
                    <a:cubicBezTo>
                      <a:pt x="971" y="669"/>
                      <a:pt x="971" y="673"/>
                      <a:pt x="971" y="675"/>
                    </a:cubicBezTo>
                    <a:cubicBezTo>
                      <a:pt x="972" y="680"/>
                      <a:pt x="972" y="685"/>
                      <a:pt x="972" y="690"/>
                    </a:cubicBezTo>
                    <a:cubicBezTo>
                      <a:pt x="972" y="694"/>
                      <a:pt x="972" y="699"/>
                      <a:pt x="972" y="703"/>
                    </a:cubicBezTo>
                    <a:close/>
                  </a:path>
                </a:pathLst>
              </a:custGeom>
              <a:grpFill/>
              <a:ln>
                <a:noFill/>
              </a:ln>
            </p:spPr>
            <p:txBody>
              <a:bodyPr vert="horz" wrap="square" lIns="91440" tIns="45720" rIns="91440" bIns="45720" numCol="1" anchor="t" anchorCtr="0" compatLnSpc="1"/>
              <a:lstStyle/>
              <a:p>
                <a:endParaRPr lang="en-US"/>
              </a:p>
            </p:txBody>
          </p:sp>
          <p:sp>
            <p:nvSpPr>
              <p:cNvPr id="52" name="Freeform 135"/>
              <p:cNvSpPr/>
              <p:nvPr/>
            </p:nvSpPr>
            <p:spPr bwMode="auto">
              <a:xfrm>
                <a:off x="8002588" y="5391150"/>
                <a:ext cx="317500" cy="549275"/>
              </a:xfrm>
              <a:custGeom>
                <a:avLst/>
                <a:gdLst>
                  <a:gd name="T0" fmla="*/ 113 w 128"/>
                  <a:gd name="T1" fmla="*/ 6 h 222"/>
                  <a:gd name="T2" fmla="*/ 83 w 128"/>
                  <a:gd name="T3" fmla="*/ 14 h 222"/>
                  <a:gd name="T4" fmla="*/ 85 w 128"/>
                  <a:gd name="T5" fmla="*/ 217 h 222"/>
                  <a:gd name="T6" fmla="*/ 115 w 128"/>
                  <a:gd name="T7" fmla="*/ 209 h 222"/>
                  <a:gd name="T8" fmla="*/ 107 w 128"/>
                  <a:gd name="T9" fmla="*/ 178 h 222"/>
                  <a:gd name="T10" fmla="*/ 95 w 128"/>
                  <a:gd name="T11" fmla="*/ 172 h 222"/>
                  <a:gd name="T12" fmla="*/ 94 w 128"/>
                  <a:gd name="T13" fmla="*/ 171 h 222"/>
                  <a:gd name="T14" fmla="*/ 92 w 128"/>
                  <a:gd name="T15" fmla="*/ 170 h 222"/>
                  <a:gd name="T16" fmla="*/ 89 w 128"/>
                  <a:gd name="T17" fmla="*/ 166 h 222"/>
                  <a:gd name="T18" fmla="*/ 86 w 128"/>
                  <a:gd name="T19" fmla="*/ 162 h 222"/>
                  <a:gd name="T20" fmla="*/ 84 w 128"/>
                  <a:gd name="T21" fmla="*/ 158 h 222"/>
                  <a:gd name="T22" fmla="*/ 82 w 128"/>
                  <a:gd name="T23" fmla="*/ 154 h 222"/>
                  <a:gd name="T24" fmla="*/ 81 w 128"/>
                  <a:gd name="T25" fmla="*/ 148 h 222"/>
                  <a:gd name="T26" fmla="*/ 81 w 128"/>
                  <a:gd name="T27" fmla="*/ 147 h 222"/>
                  <a:gd name="T28" fmla="*/ 80 w 128"/>
                  <a:gd name="T29" fmla="*/ 145 h 222"/>
                  <a:gd name="T30" fmla="*/ 80 w 128"/>
                  <a:gd name="T31" fmla="*/ 139 h 222"/>
                  <a:gd name="T32" fmla="*/ 81 w 128"/>
                  <a:gd name="T33" fmla="*/ 132 h 222"/>
                  <a:gd name="T34" fmla="*/ 81 w 128"/>
                  <a:gd name="T35" fmla="*/ 127 h 222"/>
                  <a:gd name="T36" fmla="*/ 88 w 128"/>
                  <a:gd name="T37" fmla="*/ 101 h 222"/>
                  <a:gd name="T38" fmla="*/ 92 w 128"/>
                  <a:gd name="T39" fmla="*/ 89 h 222"/>
                  <a:gd name="T40" fmla="*/ 94 w 128"/>
                  <a:gd name="T41" fmla="*/ 85 h 222"/>
                  <a:gd name="T42" fmla="*/ 97 w 128"/>
                  <a:gd name="T43" fmla="*/ 78 h 222"/>
                  <a:gd name="T44" fmla="*/ 108 w 128"/>
                  <a:gd name="T45" fmla="*/ 57 h 222"/>
                  <a:gd name="T46" fmla="*/ 121 w 128"/>
                  <a:gd name="T47" fmla="*/ 37 h 222"/>
                  <a:gd name="T48" fmla="*/ 113 w 128"/>
                  <a:gd name="T49" fmla="*/ 6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 h="222">
                    <a:moveTo>
                      <a:pt x="113" y="6"/>
                    </a:moveTo>
                    <a:cubicBezTo>
                      <a:pt x="102" y="0"/>
                      <a:pt x="89" y="4"/>
                      <a:pt x="83" y="14"/>
                    </a:cubicBezTo>
                    <a:cubicBezTo>
                      <a:pt x="44" y="70"/>
                      <a:pt x="0" y="180"/>
                      <a:pt x="85" y="217"/>
                    </a:cubicBezTo>
                    <a:cubicBezTo>
                      <a:pt x="96" y="222"/>
                      <a:pt x="109" y="220"/>
                      <a:pt x="115" y="209"/>
                    </a:cubicBezTo>
                    <a:cubicBezTo>
                      <a:pt x="121" y="199"/>
                      <a:pt x="119" y="183"/>
                      <a:pt x="107" y="178"/>
                    </a:cubicBezTo>
                    <a:cubicBezTo>
                      <a:pt x="103" y="176"/>
                      <a:pt x="99" y="174"/>
                      <a:pt x="95" y="172"/>
                    </a:cubicBezTo>
                    <a:cubicBezTo>
                      <a:pt x="94" y="171"/>
                      <a:pt x="94" y="171"/>
                      <a:pt x="94" y="171"/>
                    </a:cubicBezTo>
                    <a:cubicBezTo>
                      <a:pt x="93" y="170"/>
                      <a:pt x="93" y="170"/>
                      <a:pt x="92" y="170"/>
                    </a:cubicBezTo>
                    <a:cubicBezTo>
                      <a:pt x="91" y="168"/>
                      <a:pt x="90" y="167"/>
                      <a:pt x="89" y="166"/>
                    </a:cubicBezTo>
                    <a:cubicBezTo>
                      <a:pt x="89" y="166"/>
                      <a:pt x="86" y="163"/>
                      <a:pt x="86" y="162"/>
                    </a:cubicBezTo>
                    <a:cubicBezTo>
                      <a:pt x="85" y="161"/>
                      <a:pt x="84" y="160"/>
                      <a:pt x="84" y="158"/>
                    </a:cubicBezTo>
                    <a:cubicBezTo>
                      <a:pt x="84" y="159"/>
                      <a:pt x="82" y="155"/>
                      <a:pt x="82" y="154"/>
                    </a:cubicBezTo>
                    <a:cubicBezTo>
                      <a:pt x="82" y="152"/>
                      <a:pt x="81" y="150"/>
                      <a:pt x="81" y="148"/>
                    </a:cubicBezTo>
                    <a:cubicBezTo>
                      <a:pt x="81" y="148"/>
                      <a:pt x="81" y="147"/>
                      <a:pt x="81" y="147"/>
                    </a:cubicBezTo>
                    <a:cubicBezTo>
                      <a:pt x="81" y="147"/>
                      <a:pt x="80" y="146"/>
                      <a:pt x="80" y="145"/>
                    </a:cubicBezTo>
                    <a:cubicBezTo>
                      <a:pt x="80" y="143"/>
                      <a:pt x="80" y="141"/>
                      <a:pt x="80" y="139"/>
                    </a:cubicBezTo>
                    <a:cubicBezTo>
                      <a:pt x="80" y="136"/>
                      <a:pt x="80" y="134"/>
                      <a:pt x="81" y="132"/>
                    </a:cubicBezTo>
                    <a:cubicBezTo>
                      <a:pt x="81" y="131"/>
                      <a:pt x="81" y="128"/>
                      <a:pt x="81" y="127"/>
                    </a:cubicBezTo>
                    <a:cubicBezTo>
                      <a:pt x="83" y="118"/>
                      <a:pt x="85" y="109"/>
                      <a:pt x="88" y="101"/>
                    </a:cubicBezTo>
                    <a:cubicBezTo>
                      <a:pt x="89" y="97"/>
                      <a:pt x="91" y="93"/>
                      <a:pt x="92" y="89"/>
                    </a:cubicBezTo>
                    <a:cubicBezTo>
                      <a:pt x="92" y="89"/>
                      <a:pt x="94" y="85"/>
                      <a:pt x="94" y="85"/>
                    </a:cubicBezTo>
                    <a:cubicBezTo>
                      <a:pt x="95" y="83"/>
                      <a:pt x="96" y="81"/>
                      <a:pt x="97" y="78"/>
                    </a:cubicBezTo>
                    <a:cubicBezTo>
                      <a:pt x="101" y="71"/>
                      <a:pt x="104" y="64"/>
                      <a:pt x="108" y="57"/>
                    </a:cubicBezTo>
                    <a:cubicBezTo>
                      <a:pt x="112" y="50"/>
                      <a:pt x="116" y="43"/>
                      <a:pt x="121" y="37"/>
                    </a:cubicBezTo>
                    <a:cubicBezTo>
                      <a:pt x="128" y="27"/>
                      <a:pt x="123" y="12"/>
                      <a:pt x="113" y="6"/>
                    </a:cubicBezTo>
                    <a:close/>
                  </a:path>
                </a:pathLst>
              </a:custGeom>
              <a:grpFill/>
              <a:ln>
                <a:noFill/>
              </a:ln>
            </p:spPr>
            <p:txBody>
              <a:bodyPr vert="horz" wrap="square" lIns="91440" tIns="45720" rIns="91440" bIns="45720" numCol="1" anchor="t" anchorCtr="0" compatLnSpc="1"/>
              <a:lstStyle/>
              <a:p>
                <a:endParaRPr lang="en-US"/>
              </a:p>
            </p:txBody>
          </p:sp>
        </p:grpSp>
      </p:grpSp>
      <p:sp>
        <p:nvSpPr>
          <p:cNvPr id="56"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57"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5" name="图片 4" descr="中科大"/>
          <p:cNvPicPr>
            <a:picLocks noChangeAspect="1"/>
          </p:cNvPicPr>
          <p:nvPr/>
        </p:nvPicPr>
        <p:blipFill>
          <a:blip r:embed="rId2"/>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heel(1)">
                                      <p:cBhvr>
                                        <p:cTn id="17" dur="2000"/>
                                        <p:tgtEl>
                                          <p:spTgt spid="28"/>
                                        </p:tgtEl>
                                      </p:cBhvr>
                                    </p:animEffect>
                                  </p:childTnLst>
                                </p:cTn>
                              </p:par>
                            </p:childTnLst>
                          </p:cTn>
                        </p:par>
                        <p:par>
                          <p:cTn id="18" fill="hold">
                            <p:stCondLst>
                              <p:cond delay="3000"/>
                            </p:stCondLst>
                            <p:childTnLst>
                              <p:par>
                                <p:cTn id="19" presetID="10" presetClass="entr" presetSubtype="0" fill="hold" grpId="0" nodeType="after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par>
                          <p:cTn id="28" fill="hold">
                            <p:stCondLst>
                              <p:cond delay="3500"/>
                            </p:stCondLst>
                            <p:childTnLst>
                              <p:par>
                                <p:cTn id="29" presetID="53" presetClass="entr" presetSubtype="16"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childTnLst>
                          </p:cTn>
                        </p:par>
                        <p:par>
                          <p:cTn id="34" fill="hold">
                            <p:stCondLst>
                              <p:cond delay="4000"/>
                            </p:stCondLst>
                            <p:childTnLst>
                              <p:par>
                                <p:cTn id="35" presetID="21" presetClass="entr" presetSubtype="1" fill="hold" grpId="0"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heel(1)">
                                      <p:cBhvr>
                                        <p:cTn id="37" dur="2000"/>
                                        <p:tgtEl>
                                          <p:spTgt spid="29"/>
                                        </p:tgtEl>
                                      </p:cBhvr>
                                    </p:animEffect>
                                  </p:childTnLst>
                                </p:cTn>
                              </p:par>
                            </p:childTnLst>
                          </p:cTn>
                        </p:par>
                        <p:par>
                          <p:cTn id="38" fill="hold">
                            <p:stCondLst>
                              <p:cond delay="6000"/>
                            </p:stCondLst>
                            <p:childTnLst>
                              <p:par>
                                <p:cTn id="39" presetID="10" presetClass="entr" presetSubtype="0"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par>
                          <p:cTn id="48" fill="hold">
                            <p:stCondLst>
                              <p:cond delay="6500"/>
                            </p:stCondLst>
                            <p:childTnLst>
                              <p:par>
                                <p:cTn id="49" presetID="53" presetClass="entr" presetSubtype="16" fill="hold" nodeType="after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p:cTn id="51" dur="500" fill="hold"/>
                                        <p:tgtEl>
                                          <p:spTgt spid="4"/>
                                        </p:tgtEl>
                                        <p:attrNameLst>
                                          <p:attrName>ppt_w</p:attrName>
                                        </p:attrNameLst>
                                      </p:cBhvr>
                                      <p:tavLst>
                                        <p:tav tm="0">
                                          <p:val>
                                            <p:fltVal val="0"/>
                                          </p:val>
                                        </p:tav>
                                        <p:tav tm="100000">
                                          <p:val>
                                            <p:strVal val="#ppt_w"/>
                                          </p:val>
                                        </p:tav>
                                      </p:tavLst>
                                    </p:anim>
                                    <p:anim calcmode="lin" valueType="num">
                                      <p:cBhvr>
                                        <p:cTn id="52" dur="500" fill="hold"/>
                                        <p:tgtEl>
                                          <p:spTgt spid="4"/>
                                        </p:tgtEl>
                                        <p:attrNameLst>
                                          <p:attrName>ppt_h</p:attrName>
                                        </p:attrNameLst>
                                      </p:cBhvr>
                                      <p:tavLst>
                                        <p:tav tm="0">
                                          <p:val>
                                            <p:fltVal val="0"/>
                                          </p:val>
                                        </p:tav>
                                        <p:tav tm="100000">
                                          <p:val>
                                            <p:strVal val="#ppt_h"/>
                                          </p:val>
                                        </p:tav>
                                      </p:tavLst>
                                    </p:anim>
                                    <p:animEffect transition="in" filter="fade">
                                      <p:cBhvr>
                                        <p:cTn id="53" dur="500"/>
                                        <p:tgtEl>
                                          <p:spTgt spid="4"/>
                                        </p:tgtEl>
                                      </p:cBhvr>
                                    </p:animEffect>
                                  </p:childTnLst>
                                </p:cTn>
                              </p:par>
                            </p:childTnLst>
                          </p:cTn>
                        </p:par>
                        <p:par>
                          <p:cTn id="54" fill="hold">
                            <p:stCondLst>
                              <p:cond delay="7000"/>
                            </p:stCondLst>
                            <p:childTnLst>
                              <p:par>
                                <p:cTn id="55" presetID="21" presetClass="entr" presetSubtype="1"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heel(1)">
                                      <p:cBhvr>
                                        <p:cTn id="57" dur="2000"/>
                                        <p:tgtEl>
                                          <p:spTgt spid="30"/>
                                        </p:tgtEl>
                                      </p:cBhvr>
                                    </p:animEffect>
                                  </p:childTnLst>
                                </p:cTn>
                              </p:par>
                            </p:childTnLst>
                          </p:cTn>
                        </p:par>
                        <p:par>
                          <p:cTn id="58" fill="hold">
                            <p:stCondLst>
                              <p:cond delay="9000"/>
                            </p:stCondLst>
                            <p:childTnLst>
                              <p:par>
                                <p:cTn id="59" presetID="10" presetClass="entr" presetSubtype="0" fill="hold" grpId="0"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8" grpId="0" animBg="1"/>
      <p:bldP spid="29" grpId="0" animBg="1"/>
      <p:bldP spid="30" grpId="0" animBg="1"/>
      <p:bldP spid="35" grpId="0"/>
      <p:bldP spid="36" grpId="0"/>
      <p:bldP spid="37" grpId="0"/>
      <p:bldP spid="38" grpId="0"/>
      <p:bldP spid="39" grpId="0"/>
      <p:bldP spid="40" grpId="0"/>
      <p:bldP spid="41" grpId="0"/>
      <p:bldP spid="42"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64"/>
          <p:cNvSpPr/>
          <p:nvPr/>
        </p:nvSpPr>
        <p:spPr bwMode="auto">
          <a:xfrm>
            <a:off x="4751756" y="2356123"/>
            <a:ext cx="1309832" cy="1172181"/>
          </a:xfrm>
          <a:custGeom>
            <a:avLst/>
            <a:gdLst/>
            <a:ahLst/>
            <a:cxnLst>
              <a:cxn ang="0">
                <a:pos x="330" y="184"/>
              </a:cxn>
              <a:cxn ang="0">
                <a:pos x="330" y="32"/>
              </a:cxn>
              <a:cxn ang="0">
                <a:pos x="257" y="18"/>
              </a:cxn>
              <a:cxn ang="0">
                <a:pos x="33" y="152"/>
              </a:cxn>
              <a:cxn ang="0">
                <a:pos x="28" y="206"/>
              </a:cxn>
              <a:cxn ang="0">
                <a:pos x="168" y="287"/>
              </a:cxn>
              <a:cxn ang="0">
                <a:pos x="206" y="286"/>
              </a:cxn>
              <a:cxn ang="0">
                <a:pos x="289" y="233"/>
              </a:cxn>
              <a:cxn ang="0">
                <a:pos x="330" y="184"/>
              </a:cxn>
            </a:cxnLst>
            <a:rect l="0" t="0" r="r" b="b"/>
            <a:pathLst>
              <a:path w="335" h="299">
                <a:moveTo>
                  <a:pt x="330" y="184"/>
                </a:moveTo>
                <a:cubicBezTo>
                  <a:pt x="330" y="159"/>
                  <a:pt x="330" y="32"/>
                  <a:pt x="330" y="32"/>
                </a:cubicBezTo>
                <a:cubicBezTo>
                  <a:pt x="330" y="32"/>
                  <a:pt x="335" y="0"/>
                  <a:pt x="257" y="18"/>
                </a:cubicBezTo>
                <a:cubicBezTo>
                  <a:pt x="180" y="35"/>
                  <a:pt x="96" y="74"/>
                  <a:pt x="33" y="152"/>
                </a:cubicBezTo>
                <a:cubicBezTo>
                  <a:pt x="25" y="163"/>
                  <a:pt x="0" y="190"/>
                  <a:pt x="28" y="206"/>
                </a:cubicBezTo>
                <a:cubicBezTo>
                  <a:pt x="57" y="222"/>
                  <a:pt x="168" y="287"/>
                  <a:pt x="168" y="287"/>
                </a:cubicBezTo>
                <a:cubicBezTo>
                  <a:pt x="168" y="287"/>
                  <a:pt x="189" y="299"/>
                  <a:pt x="206" y="286"/>
                </a:cubicBezTo>
                <a:cubicBezTo>
                  <a:pt x="222" y="272"/>
                  <a:pt x="257" y="244"/>
                  <a:pt x="289" y="233"/>
                </a:cubicBezTo>
                <a:cubicBezTo>
                  <a:pt x="319" y="224"/>
                  <a:pt x="331" y="226"/>
                  <a:pt x="330" y="184"/>
                </a:cubicBezTo>
              </a:path>
            </a:pathLst>
          </a:custGeom>
          <a:solidFill>
            <a:schemeClr val="accent2"/>
          </a:solidFill>
          <a:ln w="9525">
            <a:noFill/>
            <a:round/>
          </a:ln>
        </p:spPr>
        <p:txBody>
          <a:bodyPr vert="horz" wrap="square" lIns="91440" tIns="45720" rIns="91440" bIns="45720" numCol="1" anchor="t" anchorCtr="0" compatLnSpc="1"/>
          <a:lstStyle/>
          <a:p>
            <a:endParaRPr lang="en-US"/>
          </a:p>
        </p:txBody>
      </p:sp>
      <p:sp>
        <p:nvSpPr>
          <p:cNvPr id="8" name="Freeform 62"/>
          <p:cNvSpPr/>
          <p:nvPr/>
        </p:nvSpPr>
        <p:spPr bwMode="auto">
          <a:xfrm>
            <a:off x="4508716" y="3182026"/>
            <a:ext cx="961404" cy="1509855"/>
          </a:xfrm>
          <a:custGeom>
            <a:avLst/>
            <a:gdLst/>
            <a:ahLst/>
            <a:cxnLst>
              <a:cxn ang="0">
                <a:pos x="209" y="93"/>
              </a:cxn>
              <a:cxn ang="0">
                <a:pos x="75" y="20"/>
              </a:cxn>
              <a:cxn ang="0">
                <a:pos x="27" y="77"/>
              </a:cxn>
              <a:cxn ang="0">
                <a:pos x="38" y="338"/>
              </a:cxn>
              <a:cxn ang="0">
                <a:pos x="83" y="368"/>
              </a:cxn>
              <a:cxn ang="0">
                <a:pos x="221" y="284"/>
              </a:cxn>
              <a:cxn ang="0">
                <a:pos x="238" y="250"/>
              </a:cxn>
              <a:cxn ang="0">
                <a:pos x="232" y="152"/>
              </a:cxn>
              <a:cxn ang="0">
                <a:pos x="209" y="93"/>
              </a:cxn>
            </a:cxnLst>
            <a:rect l="0" t="0" r="r" b="b"/>
            <a:pathLst>
              <a:path w="246" h="385">
                <a:moveTo>
                  <a:pt x="209" y="93"/>
                </a:moveTo>
                <a:cubicBezTo>
                  <a:pt x="187" y="81"/>
                  <a:pt x="75" y="20"/>
                  <a:pt x="75" y="20"/>
                </a:cubicBezTo>
                <a:cubicBezTo>
                  <a:pt x="75" y="20"/>
                  <a:pt x="49" y="0"/>
                  <a:pt x="27" y="77"/>
                </a:cubicBezTo>
                <a:cubicBezTo>
                  <a:pt x="6" y="153"/>
                  <a:pt x="0" y="245"/>
                  <a:pt x="38" y="338"/>
                </a:cubicBezTo>
                <a:cubicBezTo>
                  <a:pt x="43" y="350"/>
                  <a:pt x="56" y="385"/>
                  <a:pt x="83" y="368"/>
                </a:cubicBezTo>
                <a:cubicBezTo>
                  <a:pt x="110" y="351"/>
                  <a:pt x="221" y="284"/>
                  <a:pt x="221" y="284"/>
                </a:cubicBezTo>
                <a:cubicBezTo>
                  <a:pt x="221" y="284"/>
                  <a:pt x="242" y="271"/>
                  <a:pt x="238" y="250"/>
                </a:cubicBezTo>
                <a:cubicBezTo>
                  <a:pt x="234" y="229"/>
                  <a:pt x="226" y="186"/>
                  <a:pt x="232" y="152"/>
                </a:cubicBezTo>
                <a:cubicBezTo>
                  <a:pt x="238" y="122"/>
                  <a:pt x="246" y="112"/>
                  <a:pt x="209" y="93"/>
                </a:cubicBezTo>
              </a:path>
            </a:pathLst>
          </a:custGeom>
          <a:solidFill>
            <a:schemeClr val="accent1"/>
          </a:solidFill>
          <a:ln w="9525">
            <a:noFill/>
            <a:round/>
          </a:ln>
        </p:spPr>
        <p:txBody>
          <a:bodyPr vert="horz" wrap="square" lIns="91440" tIns="45720" rIns="91440" bIns="45720" numCol="1" anchor="t" anchorCtr="0" compatLnSpc="1"/>
          <a:lstStyle/>
          <a:p>
            <a:endParaRPr lang="en-US"/>
          </a:p>
        </p:txBody>
      </p:sp>
      <p:sp>
        <p:nvSpPr>
          <p:cNvPr id="11" name="Freeform 59"/>
          <p:cNvSpPr/>
          <p:nvPr/>
        </p:nvSpPr>
        <p:spPr bwMode="auto">
          <a:xfrm>
            <a:off x="6147618" y="2360424"/>
            <a:ext cx="1309832" cy="1191538"/>
          </a:xfrm>
          <a:custGeom>
            <a:avLst/>
            <a:gdLst/>
            <a:ahLst/>
            <a:cxnLst>
              <a:cxn ang="0">
                <a:pos x="174" y="281"/>
              </a:cxn>
              <a:cxn ang="0">
                <a:pos x="305" y="204"/>
              </a:cxn>
              <a:cxn ang="0">
                <a:pos x="280" y="133"/>
              </a:cxn>
              <a:cxn ang="0">
                <a:pos x="49" y="9"/>
              </a:cxn>
              <a:cxn ang="0">
                <a:pos x="1" y="33"/>
              </a:cxn>
              <a:cxn ang="0">
                <a:pos x="3" y="194"/>
              </a:cxn>
              <a:cxn ang="0">
                <a:pos x="23" y="226"/>
              </a:cxn>
              <a:cxn ang="0">
                <a:pos x="110" y="271"/>
              </a:cxn>
              <a:cxn ang="0">
                <a:pos x="174" y="281"/>
              </a:cxn>
            </a:cxnLst>
            <a:rect l="0" t="0" r="r" b="b"/>
            <a:pathLst>
              <a:path w="335" h="304">
                <a:moveTo>
                  <a:pt x="174" y="281"/>
                </a:moveTo>
                <a:cubicBezTo>
                  <a:pt x="195" y="268"/>
                  <a:pt x="305" y="204"/>
                  <a:pt x="305" y="204"/>
                </a:cubicBezTo>
                <a:cubicBezTo>
                  <a:pt x="305" y="204"/>
                  <a:pt x="335" y="192"/>
                  <a:pt x="280" y="133"/>
                </a:cubicBezTo>
                <a:cubicBezTo>
                  <a:pt x="225" y="76"/>
                  <a:pt x="149" y="24"/>
                  <a:pt x="49" y="9"/>
                </a:cubicBezTo>
                <a:cubicBezTo>
                  <a:pt x="36" y="7"/>
                  <a:pt x="0" y="0"/>
                  <a:pt x="1" y="33"/>
                </a:cubicBezTo>
                <a:cubicBezTo>
                  <a:pt x="2" y="65"/>
                  <a:pt x="3" y="194"/>
                  <a:pt x="3" y="194"/>
                </a:cubicBezTo>
                <a:cubicBezTo>
                  <a:pt x="3" y="194"/>
                  <a:pt x="3" y="219"/>
                  <a:pt x="23" y="226"/>
                </a:cubicBezTo>
                <a:cubicBezTo>
                  <a:pt x="43" y="233"/>
                  <a:pt x="85" y="249"/>
                  <a:pt x="110" y="271"/>
                </a:cubicBezTo>
                <a:cubicBezTo>
                  <a:pt x="133" y="292"/>
                  <a:pt x="138" y="304"/>
                  <a:pt x="174" y="281"/>
                </a:cubicBezTo>
              </a:path>
            </a:pathLst>
          </a:custGeom>
          <a:solidFill>
            <a:schemeClr val="accent3"/>
          </a:solidFill>
          <a:ln w="9525">
            <a:noFill/>
            <a:round/>
          </a:ln>
        </p:spPr>
        <p:txBody>
          <a:bodyPr vert="horz" wrap="square" lIns="91440" tIns="45720" rIns="91440" bIns="45720" numCol="1" anchor="t" anchorCtr="0" compatLnSpc="1"/>
          <a:lstStyle/>
          <a:p>
            <a:endParaRPr lang="en-US"/>
          </a:p>
        </p:txBody>
      </p:sp>
      <p:sp>
        <p:nvSpPr>
          <p:cNvPr id="14" name="Freeform 58"/>
          <p:cNvSpPr/>
          <p:nvPr/>
        </p:nvSpPr>
        <p:spPr bwMode="auto">
          <a:xfrm>
            <a:off x="6721880" y="3179875"/>
            <a:ext cx="961404" cy="1507705"/>
          </a:xfrm>
          <a:custGeom>
            <a:avLst/>
            <a:gdLst/>
            <a:ahLst/>
            <a:cxnLst>
              <a:cxn ang="0">
                <a:pos x="38" y="293"/>
              </a:cxn>
              <a:cxn ang="0">
                <a:pos x="171" y="365"/>
              </a:cxn>
              <a:cxn ang="0">
                <a:pos x="219" y="308"/>
              </a:cxn>
              <a:cxn ang="0">
                <a:pos x="208" y="47"/>
              </a:cxn>
              <a:cxn ang="0">
                <a:pos x="163" y="17"/>
              </a:cxn>
              <a:cxn ang="0">
                <a:pos x="26" y="101"/>
              </a:cxn>
              <a:cxn ang="0">
                <a:pos x="8" y="135"/>
              </a:cxn>
              <a:cxn ang="0">
                <a:pos x="14" y="233"/>
              </a:cxn>
              <a:cxn ang="0">
                <a:pos x="38" y="293"/>
              </a:cxn>
            </a:cxnLst>
            <a:rect l="0" t="0" r="r" b="b"/>
            <a:pathLst>
              <a:path w="246" h="385">
                <a:moveTo>
                  <a:pt x="38" y="293"/>
                </a:moveTo>
                <a:cubicBezTo>
                  <a:pt x="60" y="304"/>
                  <a:pt x="171" y="365"/>
                  <a:pt x="171" y="365"/>
                </a:cubicBezTo>
                <a:cubicBezTo>
                  <a:pt x="171" y="365"/>
                  <a:pt x="197" y="385"/>
                  <a:pt x="219" y="308"/>
                </a:cubicBezTo>
                <a:cubicBezTo>
                  <a:pt x="241" y="232"/>
                  <a:pt x="246" y="140"/>
                  <a:pt x="208" y="47"/>
                </a:cubicBezTo>
                <a:cubicBezTo>
                  <a:pt x="203" y="35"/>
                  <a:pt x="191" y="0"/>
                  <a:pt x="163" y="17"/>
                </a:cubicBezTo>
                <a:cubicBezTo>
                  <a:pt x="136" y="35"/>
                  <a:pt x="26" y="101"/>
                  <a:pt x="26" y="101"/>
                </a:cubicBezTo>
                <a:cubicBezTo>
                  <a:pt x="26" y="101"/>
                  <a:pt x="4" y="114"/>
                  <a:pt x="8" y="135"/>
                </a:cubicBezTo>
                <a:cubicBezTo>
                  <a:pt x="13" y="156"/>
                  <a:pt x="21" y="200"/>
                  <a:pt x="14" y="233"/>
                </a:cubicBezTo>
                <a:cubicBezTo>
                  <a:pt x="8" y="263"/>
                  <a:pt x="0" y="273"/>
                  <a:pt x="38" y="293"/>
                </a:cubicBezTo>
              </a:path>
            </a:pathLst>
          </a:custGeom>
          <a:solidFill>
            <a:schemeClr val="accent4"/>
          </a:solidFill>
          <a:ln w="9525">
            <a:noFill/>
            <a:round/>
          </a:ln>
        </p:spPr>
        <p:txBody>
          <a:bodyPr vert="horz" wrap="square" lIns="91440" tIns="45720" rIns="91440" bIns="45720" numCol="1" anchor="t" anchorCtr="0" compatLnSpc="1"/>
          <a:lstStyle/>
          <a:p>
            <a:endParaRPr lang="en-US"/>
          </a:p>
        </p:txBody>
      </p:sp>
      <p:sp>
        <p:nvSpPr>
          <p:cNvPr id="17" name="Freeform 60"/>
          <p:cNvSpPr/>
          <p:nvPr/>
        </p:nvSpPr>
        <p:spPr bwMode="auto">
          <a:xfrm>
            <a:off x="6139015" y="4349905"/>
            <a:ext cx="1299077" cy="1191538"/>
          </a:xfrm>
          <a:custGeom>
            <a:avLst/>
            <a:gdLst/>
            <a:ahLst/>
            <a:cxnLst>
              <a:cxn ang="0">
                <a:pos x="2" y="120"/>
              </a:cxn>
              <a:cxn ang="0">
                <a:pos x="7" y="272"/>
              </a:cxn>
              <a:cxn ang="0">
                <a:pos x="81" y="284"/>
              </a:cxn>
              <a:cxn ang="0">
                <a:pos x="300" y="141"/>
              </a:cxn>
              <a:cxn ang="0">
                <a:pos x="303" y="88"/>
              </a:cxn>
              <a:cxn ang="0">
                <a:pos x="160" y="12"/>
              </a:cxn>
              <a:cxn ang="0">
                <a:pos x="123" y="14"/>
              </a:cxn>
              <a:cxn ang="0">
                <a:pos x="41" y="69"/>
              </a:cxn>
              <a:cxn ang="0">
                <a:pos x="2" y="120"/>
              </a:cxn>
            </a:cxnLst>
            <a:rect l="0" t="0" r="r" b="b"/>
            <a:pathLst>
              <a:path w="332" h="304">
                <a:moveTo>
                  <a:pt x="2" y="120"/>
                </a:moveTo>
                <a:cubicBezTo>
                  <a:pt x="3" y="145"/>
                  <a:pt x="7" y="272"/>
                  <a:pt x="7" y="272"/>
                </a:cubicBezTo>
                <a:cubicBezTo>
                  <a:pt x="7" y="272"/>
                  <a:pt x="4" y="304"/>
                  <a:pt x="81" y="284"/>
                </a:cubicBezTo>
                <a:cubicBezTo>
                  <a:pt x="158" y="264"/>
                  <a:pt x="240" y="222"/>
                  <a:pt x="300" y="141"/>
                </a:cubicBezTo>
                <a:cubicBezTo>
                  <a:pt x="308" y="131"/>
                  <a:pt x="332" y="102"/>
                  <a:pt x="303" y="88"/>
                </a:cubicBezTo>
                <a:cubicBezTo>
                  <a:pt x="274" y="73"/>
                  <a:pt x="160" y="12"/>
                  <a:pt x="160" y="12"/>
                </a:cubicBezTo>
                <a:cubicBezTo>
                  <a:pt x="160" y="12"/>
                  <a:pt x="139" y="0"/>
                  <a:pt x="123" y="14"/>
                </a:cubicBezTo>
                <a:cubicBezTo>
                  <a:pt x="107" y="29"/>
                  <a:pt x="73" y="58"/>
                  <a:pt x="41" y="69"/>
                </a:cubicBezTo>
                <a:cubicBezTo>
                  <a:pt x="12" y="80"/>
                  <a:pt x="0" y="78"/>
                  <a:pt x="2" y="120"/>
                </a:cubicBezTo>
              </a:path>
            </a:pathLst>
          </a:custGeom>
          <a:solidFill>
            <a:schemeClr val="accent5"/>
          </a:solidFill>
          <a:ln w="9525">
            <a:noFill/>
            <a:round/>
          </a:ln>
        </p:spPr>
        <p:txBody>
          <a:bodyPr vert="horz" wrap="square" lIns="91440" tIns="45720" rIns="91440" bIns="45720" numCol="1" anchor="t" anchorCtr="0" compatLnSpc="1"/>
          <a:lstStyle/>
          <a:p>
            <a:endParaRPr lang="en-US"/>
          </a:p>
        </p:txBody>
      </p:sp>
      <p:sp>
        <p:nvSpPr>
          <p:cNvPr id="20" name="Freeform 61"/>
          <p:cNvSpPr/>
          <p:nvPr/>
        </p:nvSpPr>
        <p:spPr bwMode="auto">
          <a:xfrm>
            <a:off x="4738851" y="4334851"/>
            <a:ext cx="1314134" cy="1182935"/>
          </a:xfrm>
          <a:custGeom>
            <a:avLst/>
            <a:gdLst/>
            <a:ahLst/>
            <a:cxnLst>
              <a:cxn ang="0">
                <a:pos x="161" y="22"/>
              </a:cxn>
              <a:cxn ang="0">
                <a:pos x="31" y="100"/>
              </a:cxn>
              <a:cxn ang="0">
                <a:pos x="56" y="171"/>
              </a:cxn>
              <a:cxn ang="0">
                <a:pos x="287" y="293"/>
              </a:cxn>
              <a:cxn ang="0">
                <a:pos x="335" y="270"/>
              </a:cxn>
              <a:cxn ang="0">
                <a:pos x="332" y="108"/>
              </a:cxn>
              <a:cxn ang="0">
                <a:pos x="312" y="77"/>
              </a:cxn>
              <a:cxn ang="0">
                <a:pos x="224" y="32"/>
              </a:cxn>
              <a:cxn ang="0">
                <a:pos x="161" y="22"/>
              </a:cxn>
            </a:cxnLst>
            <a:rect l="0" t="0" r="r" b="b"/>
            <a:pathLst>
              <a:path w="336" h="302">
                <a:moveTo>
                  <a:pt x="161" y="22"/>
                </a:moveTo>
                <a:cubicBezTo>
                  <a:pt x="140" y="35"/>
                  <a:pt x="31" y="100"/>
                  <a:pt x="31" y="100"/>
                </a:cubicBezTo>
                <a:cubicBezTo>
                  <a:pt x="31" y="100"/>
                  <a:pt x="0" y="113"/>
                  <a:pt x="56" y="171"/>
                </a:cubicBezTo>
                <a:cubicBezTo>
                  <a:pt x="111" y="228"/>
                  <a:pt x="187" y="280"/>
                  <a:pt x="287" y="293"/>
                </a:cubicBezTo>
                <a:cubicBezTo>
                  <a:pt x="300" y="295"/>
                  <a:pt x="336" y="302"/>
                  <a:pt x="335" y="270"/>
                </a:cubicBezTo>
                <a:cubicBezTo>
                  <a:pt x="334" y="237"/>
                  <a:pt x="332" y="108"/>
                  <a:pt x="332" y="108"/>
                </a:cubicBezTo>
                <a:cubicBezTo>
                  <a:pt x="332" y="108"/>
                  <a:pt x="332" y="84"/>
                  <a:pt x="312" y="77"/>
                </a:cubicBezTo>
                <a:cubicBezTo>
                  <a:pt x="292" y="70"/>
                  <a:pt x="250" y="54"/>
                  <a:pt x="224" y="32"/>
                </a:cubicBezTo>
                <a:cubicBezTo>
                  <a:pt x="201" y="12"/>
                  <a:pt x="196" y="0"/>
                  <a:pt x="161" y="22"/>
                </a:cubicBezTo>
              </a:path>
            </a:pathLst>
          </a:custGeom>
          <a:solidFill>
            <a:schemeClr val="accent6"/>
          </a:solidFill>
          <a:ln w="9525">
            <a:noFill/>
            <a:round/>
          </a:ln>
        </p:spPr>
        <p:txBody>
          <a:bodyPr vert="horz" wrap="square" lIns="91440" tIns="45720" rIns="91440" bIns="45720" numCol="1" anchor="t" anchorCtr="0" compatLnSpc="1"/>
          <a:lstStyle/>
          <a:p>
            <a:endParaRPr lang="en-US"/>
          </a:p>
        </p:txBody>
      </p:sp>
      <p:grpSp>
        <p:nvGrpSpPr>
          <p:cNvPr id="22" name="Group 21"/>
          <p:cNvGrpSpPr/>
          <p:nvPr/>
        </p:nvGrpSpPr>
        <p:grpSpPr>
          <a:xfrm>
            <a:off x="5502381" y="3351938"/>
            <a:ext cx="1180785" cy="1178634"/>
            <a:chOff x="4065897" y="2309254"/>
            <a:chExt cx="1006704" cy="1004870"/>
          </a:xfrm>
          <a:solidFill>
            <a:schemeClr val="bg1">
              <a:lumMod val="85000"/>
            </a:schemeClr>
          </a:solidFill>
        </p:grpSpPr>
        <p:sp>
          <p:nvSpPr>
            <p:cNvPr id="23" name="Oval 63"/>
            <p:cNvSpPr>
              <a:spLocks noChangeArrowheads="1"/>
            </p:cNvSpPr>
            <p:nvPr/>
          </p:nvSpPr>
          <p:spPr bwMode="auto">
            <a:xfrm>
              <a:off x="4065897" y="2309254"/>
              <a:ext cx="1006704" cy="1004870"/>
            </a:xfrm>
            <a:prstGeom prst="ellipse">
              <a:avLst/>
            </a:prstGeom>
            <a:solidFill>
              <a:schemeClr val="bg1"/>
            </a:solidFill>
            <a:ln w="9525">
              <a:noFill/>
              <a:round/>
            </a:ln>
          </p:spPr>
          <p:txBody>
            <a:bodyPr vert="horz" wrap="square" lIns="91440" tIns="45720" rIns="91440" bIns="45720" numCol="1" anchor="t" anchorCtr="0" compatLnSpc="1"/>
            <a:lstStyle/>
            <a:p>
              <a:endParaRPr lang="en-US" dirty="0"/>
            </a:p>
          </p:txBody>
        </p:sp>
        <p:sp>
          <p:nvSpPr>
            <p:cNvPr id="24" name="Rectangle 23"/>
            <p:cNvSpPr/>
            <p:nvPr/>
          </p:nvSpPr>
          <p:spPr>
            <a:xfrm>
              <a:off x="4342078" y="2550079"/>
              <a:ext cx="492443" cy="523220"/>
            </a:xfrm>
            <a:prstGeom prst="rect">
              <a:avLst/>
            </a:prstGeom>
            <a:grpFill/>
          </p:spPr>
          <p:txBody>
            <a:bodyPr wrap="none">
              <a:spAutoFit/>
            </a:bodyPr>
            <a:lstStyle/>
            <a:p>
              <a:pPr algn="ctr"/>
              <a:r>
                <a:rPr lang="en-US" sz="2800" dirty="0">
                  <a:solidFill>
                    <a:schemeClr val="tx1">
                      <a:lumMod val="50000"/>
                      <a:lumOff val="50000"/>
                    </a:schemeClr>
                  </a:solidFill>
                  <a:latin typeface="FontAwesome" pitchFamily="2" charset="0"/>
                </a:rPr>
                <a:t></a:t>
              </a:r>
              <a:endParaRPr lang="en-US" sz="2800" dirty="0">
                <a:solidFill>
                  <a:schemeClr val="tx1">
                    <a:lumMod val="50000"/>
                    <a:lumOff val="50000"/>
                  </a:schemeClr>
                </a:solidFill>
              </a:endParaRPr>
            </a:p>
          </p:txBody>
        </p:sp>
      </p:grpSp>
      <p:grpSp>
        <p:nvGrpSpPr>
          <p:cNvPr id="25" name="Group 24"/>
          <p:cNvGrpSpPr/>
          <p:nvPr/>
        </p:nvGrpSpPr>
        <p:grpSpPr>
          <a:xfrm>
            <a:off x="3982720" y="2360425"/>
            <a:ext cx="1245007" cy="254055"/>
            <a:chOff x="2901397" y="1460250"/>
            <a:chExt cx="930338" cy="220268"/>
          </a:xfrm>
        </p:grpSpPr>
        <p:cxnSp>
          <p:nvCxnSpPr>
            <p:cNvPr id="26" name="Straight Connector 25"/>
            <p:cNvCxnSpPr/>
            <p:nvPr/>
          </p:nvCxnSpPr>
          <p:spPr>
            <a:xfrm flipH="1" flipV="1">
              <a:off x="3592681" y="1460250"/>
              <a:ext cx="239054" cy="220268"/>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901397" y="1463917"/>
              <a:ext cx="691284"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flipH="1">
            <a:off x="6887959" y="2356123"/>
            <a:ext cx="1324708" cy="258357"/>
            <a:chOff x="2901397" y="1460250"/>
            <a:chExt cx="930338" cy="220268"/>
          </a:xfrm>
        </p:grpSpPr>
        <p:cxnSp>
          <p:nvCxnSpPr>
            <p:cNvPr id="29" name="Straight Connector 28"/>
            <p:cNvCxnSpPr/>
            <p:nvPr/>
          </p:nvCxnSpPr>
          <p:spPr>
            <a:xfrm flipH="1" flipV="1">
              <a:off x="3592681" y="1460250"/>
              <a:ext cx="239054" cy="220268"/>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2901397" y="1463918"/>
              <a:ext cx="691284"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flipV="1">
            <a:off x="3982720" y="5252999"/>
            <a:ext cx="1245007" cy="254055"/>
            <a:chOff x="2901397" y="1460250"/>
            <a:chExt cx="930338" cy="220268"/>
          </a:xfrm>
        </p:grpSpPr>
        <p:cxnSp>
          <p:nvCxnSpPr>
            <p:cNvPr id="32" name="Straight Connector 31"/>
            <p:cNvCxnSpPr/>
            <p:nvPr/>
          </p:nvCxnSpPr>
          <p:spPr>
            <a:xfrm flipH="1" flipV="1">
              <a:off x="3592681" y="1460250"/>
              <a:ext cx="239054" cy="220268"/>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2901397" y="1463917"/>
              <a:ext cx="691284"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flipH="1" flipV="1">
            <a:off x="6887961" y="5293385"/>
            <a:ext cx="1324705" cy="258357"/>
            <a:chOff x="2901397" y="1460250"/>
            <a:chExt cx="930338" cy="220268"/>
          </a:xfrm>
        </p:grpSpPr>
        <p:cxnSp>
          <p:nvCxnSpPr>
            <p:cNvPr id="35" name="Straight Connector 34"/>
            <p:cNvCxnSpPr/>
            <p:nvPr/>
          </p:nvCxnSpPr>
          <p:spPr>
            <a:xfrm flipH="1" flipV="1">
              <a:off x="3592681" y="1460250"/>
              <a:ext cx="239054" cy="220268"/>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2901397" y="1463918"/>
              <a:ext cx="691284"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37" name="Straight Connector 36"/>
          <p:cNvCxnSpPr/>
          <p:nvPr/>
        </p:nvCxnSpPr>
        <p:spPr>
          <a:xfrm flipH="1">
            <a:off x="3979609" y="3930099"/>
            <a:ext cx="540279"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7672112" y="3930099"/>
            <a:ext cx="540279" cy="0"/>
          </a:xfrm>
          <a:prstGeom prst="line">
            <a:avLst/>
          </a:prstGeom>
          <a:ln w="12700">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59" name="Group 58"/>
          <p:cNvGrpSpPr/>
          <p:nvPr/>
        </p:nvGrpSpPr>
        <p:grpSpPr>
          <a:xfrm>
            <a:off x="5354638" y="2762250"/>
            <a:ext cx="427038" cy="373063"/>
            <a:chOff x="4402138" y="2673350"/>
            <a:chExt cx="427038" cy="373063"/>
          </a:xfrm>
        </p:grpSpPr>
        <p:sp>
          <p:nvSpPr>
            <p:cNvPr id="60" name="Freeform 161"/>
            <p:cNvSpPr/>
            <p:nvPr/>
          </p:nvSpPr>
          <p:spPr bwMode="auto">
            <a:xfrm>
              <a:off x="4424363" y="2697163"/>
              <a:ext cx="206375" cy="296863"/>
            </a:xfrm>
            <a:custGeom>
              <a:avLst/>
              <a:gdLst>
                <a:gd name="T0" fmla="*/ 217 w 260"/>
                <a:gd name="T1" fmla="*/ 374 h 374"/>
                <a:gd name="T2" fmla="*/ 48 w 260"/>
                <a:gd name="T3" fmla="*/ 374 h 374"/>
                <a:gd name="T4" fmla="*/ 48 w 260"/>
                <a:gd name="T5" fmla="*/ 374 h 374"/>
                <a:gd name="T6" fmla="*/ 31 w 260"/>
                <a:gd name="T7" fmla="*/ 372 h 374"/>
                <a:gd name="T8" fmla="*/ 17 w 260"/>
                <a:gd name="T9" fmla="*/ 367 h 374"/>
                <a:gd name="T10" fmla="*/ 8 w 260"/>
                <a:gd name="T11" fmla="*/ 360 h 374"/>
                <a:gd name="T12" fmla="*/ 3 w 260"/>
                <a:gd name="T13" fmla="*/ 353 h 374"/>
                <a:gd name="T14" fmla="*/ 0 w 260"/>
                <a:gd name="T15" fmla="*/ 344 h 374"/>
                <a:gd name="T16" fmla="*/ 0 w 260"/>
                <a:gd name="T17" fmla="*/ 338 h 374"/>
                <a:gd name="T18" fmla="*/ 0 w 260"/>
                <a:gd name="T19" fmla="*/ 332 h 374"/>
                <a:gd name="T20" fmla="*/ 0 w 260"/>
                <a:gd name="T21" fmla="*/ 19 h 374"/>
                <a:gd name="T22" fmla="*/ 0 w 260"/>
                <a:gd name="T23" fmla="*/ 19 h 374"/>
                <a:gd name="T24" fmla="*/ 0 w 260"/>
                <a:gd name="T25" fmla="*/ 12 h 374"/>
                <a:gd name="T26" fmla="*/ 5 w 260"/>
                <a:gd name="T27" fmla="*/ 7 h 374"/>
                <a:gd name="T28" fmla="*/ 10 w 260"/>
                <a:gd name="T29" fmla="*/ 2 h 374"/>
                <a:gd name="T30" fmla="*/ 19 w 260"/>
                <a:gd name="T31" fmla="*/ 0 h 374"/>
                <a:gd name="T32" fmla="*/ 241 w 260"/>
                <a:gd name="T33" fmla="*/ 0 h 374"/>
                <a:gd name="T34" fmla="*/ 241 w 260"/>
                <a:gd name="T35" fmla="*/ 0 h 374"/>
                <a:gd name="T36" fmla="*/ 248 w 260"/>
                <a:gd name="T37" fmla="*/ 2 h 374"/>
                <a:gd name="T38" fmla="*/ 255 w 260"/>
                <a:gd name="T39" fmla="*/ 7 h 374"/>
                <a:gd name="T40" fmla="*/ 259 w 260"/>
                <a:gd name="T41" fmla="*/ 12 h 374"/>
                <a:gd name="T42" fmla="*/ 260 w 260"/>
                <a:gd name="T43" fmla="*/ 19 h 374"/>
                <a:gd name="T44" fmla="*/ 260 w 260"/>
                <a:gd name="T45" fmla="*/ 329 h 374"/>
                <a:gd name="T46" fmla="*/ 260 w 260"/>
                <a:gd name="T47" fmla="*/ 329 h 374"/>
                <a:gd name="T48" fmla="*/ 260 w 260"/>
                <a:gd name="T49" fmla="*/ 336 h 374"/>
                <a:gd name="T50" fmla="*/ 260 w 260"/>
                <a:gd name="T51" fmla="*/ 343 h 374"/>
                <a:gd name="T52" fmla="*/ 257 w 260"/>
                <a:gd name="T53" fmla="*/ 351 h 374"/>
                <a:gd name="T54" fmla="*/ 252 w 260"/>
                <a:gd name="T55" fmla="*/ 360 h 374"/>
                <a:gd name="T56" fmla="*/ 245 w 260"/>
                <a:gd name="T57" fmla="*/ 367 h 374"/>
                <a:gd name="T58" fmla="*/ 240 w 260"/>
                <a:gd name="T59" fmla="*/ 368 h 374"/>
                <a:gd name="T60" fmla="*/ 233 w 260"/>
                <a:gd name="T61" fmla="*/ 372 h 374"/>
                <a:gd name="T62" fmla="*/ 226 w 260"/>
                <a:gd name="T63" fmla="*/ 372 h 374"/>
                <a:gd name="T64" fmla="*/ 217 w 260"/>
                <a:gd name="T65" fmla="*/ 37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0" h="374">
                  <a:moveTo>
                    <a:pt x="217" y="374"/>
                  </a:moveTo>
                  <a:lnTo>
                    <a:pt x="48" y="374"/>
                  </a:lnTo>
                  <a:lnTo>
                    <a:pt x="48" y="374"/>
                  </a:lnTo>
                  <a:lnTo>
                    <a:pt x="31" y="372"/>
                  </a:lnTo>
                  <a:lnTo>
                    <a:pt x="17" y="367"/>
                  </a:lnTo>
                  <a:lnTo>
                    <a:pt x="8" y="360"/>
                  </a:lnTo>
                  <a:lnTo>
                    <a:pt x="3" y="353"/>
                  </a:lnTo>
                  <a:lnTo>
                    <a:pt x="0" y="344"/>
                  </a:lnTo>
                  <a:lnTo>
                    <a:pt x="0" y="338"/>
                  </a:lnTo>
                  <a:lnTo>
                    <a:pt x="0" y="332"/>
                  </a:lnTo>
                  <a:lnTo>
                    <a:pt x="0" y="19"/>
                  </a:lnTo>
                  <a:lnTo>
                    <a:pt x="0" y="19"/>
                  </a:lnTo>
                  <a:lnTo>
                    <a:pt x="0" y="12"/>
                  </a:lnTo>
                  <a:lnTo>
                    <a:pt x="5" y="7"/>
                  </a:lnTo>
                  <a:lnTo>
                    <a:pt x="10" y="2"/>
                  </a:lnTo>
                  <a:lnTo>
                    <a:pt x="19" y="0"/>
                  </a:lnTo>
                  <a:lnTo>
                    <a:pt x="241" y="0"/>
                  </a:lnTo>
                  <a:lnTo>
                    <a:pt x="241" y="0"/>
                  </a:lnTo>
                  <a:lnTo>
                    <a:pt x="248" y="2"/>
                  </a:lnTo>
                  <a:lnTo>
                    <a:pt x="255" y="7"/>
                  </a:lnTo>
                  <a:lnTo>
                    <a:pt x="259" y="12"/>
                  </a:lnTo>
                  <a:lnTo>
                    <a:pt x="260" y="19"/>
                  </a:lnTo>
                  <a:lnTo>
                    <a:pt x="260" y="329"/>
                  </a:lnTo>
                  <a:lnTo>
                    <a:pt x="260" y="329"/>
                  </a:lnTo>
                  <a:lnTo>
                    <a:pt x="260" y="336"/>
                  </a:lnTo>
                  <a:lnTo>
                    <a:pt x="260" y="343"/>
                  </a:lnTo>
                  <a:lnTo>
                    <a:pt x="257" y="351"/>
                  </a:lnTo>
                  <a:lnTo>
                    <a:pt x="252" y="360"/>
                  </a:lnTo>
                  <a:lnTo>
                    <a:pt x="245" y="367"/>
                  </a:lnTo>
                  <a:lnTo>
                    <a:pt x="240" y="368"/>
                  </a:lnTo>
                  <a:lnTo>
                    <a:pt x="233" y="372"/>
                  </a:lnTo>
                  <a:lnTo>
                    <a:pt x="226" y="372"/>
                  </a:lnTo>
                  <a:lnTo>
                    <a:pt x="217" y="374"/>
                  </a:lnTo>
                  <a:close/>
                </a:path>
              </a:pathLst>
            </a:custGeom>
            <a:solidFill>
              <a:srgbClr val="E6E6E6"/>
            </a:solidFill>
            <a:ln>
              <a:noFill/>
            </a:ln>
          </p:spPr>
          <p:txBody>
            <a:bodyPr vert="horz" wrap="square" lIns="91440" tIns="45720" rIns="91440" bIns="45720" numCol="1" anchor="t" anchorCtr="0" compatLnSpc="1"/>
            <a:lstStyle/>
            <a:p>
              <a:endParaRPr lang="en-US"/>
            </a:p>
          </p:txBody>
        </p:sp>
        <p:sp>
          <p:nvSpPr>
            <p:cNvPr id="61" name="Freeform 162"/>
            <p:cNvSpPr/>
            <p:nvPr/>
          </p:nvSpPr>
          <p:spPr bwMode="auto">
            <a:xfrm>
              <a:off x="4424363" y="2697163"/>
              <a:ext cx="206375" cy="296863"/>
            </a:xfrm>
            <a:custGeom>
              <a:avLst/>
              <a:gdLst>
                <a:gd name="T0" fmla="*/ 217 w 260"/>
                <a:gd name="T1" fmla="*/ 374 h 374"/>
                <a:gd name="T2" fmla="*/ 48 w 260"/>
                <a:gd name="T3" fmla="*/ 374 h 374"/>
                <a:gd name="T4" fmla="*/ 48 w 260"/>
                <a:gd name="T5" fmla="*/ 374 h 374"/>
                <a:gd name="T6" fmla="*/ 31 w 260"/>
                <a:gd name="T7" fmla="*/ 372 h 374"/>
                <a:gd name="T8" fmla="*/ 17 w 260"/>
                <a:gd name="T9" fmla="*/ 367 h 374"/>
                <a:gd name="T10" fmla="*/ 8 w 260"/>
                <a:gd name="T11" fmla="*/ 360 h 374"/>
                <a:gd name="T12" fmla="*/ 3 w 260"/>
                <a:gd name="T13" fmla="*/ 353 h 374"/>
                <a:gd name="T14" fmla="*/ 0 w 260"/>
                <a:gd name="T15" fmla="*/ 344 h 374"/>
                <a:gd name="T16" fmla="*/ 0 w 260"/>
                <a:gd name="T17" fmla="*/ 338 h 374"/>
                <a:gd name="T18" fmla="*/ 0 w 260"/>
                <a:gd name="T19" fmla="*/ 332 h 374"/>
                <a:gd name="T20" fmla="*/ 0 w 260"/>
                <a:gd name="T21" fmla="*/ 19 h 374"/>
                <a:gd name="T22" fmla="*/ 0 w 260"/>
                <a:gd name="T23" fmla="*/ 19 h 374"/>
                <a:gd name="T24" fmla="*/ 0 w 260"/>
                <a:gd name="T25" fmla="*/ 12 h 374"/>
                <a:gd name="T26" fmla="*/ 5 w 260"/>
                <a:gd name="T27" fmla="*/ 7 h 374"/>
                <a:gd name="T28" fmla="*/ 10 w 260"/>
                <a:gd name="T29" fmla="*/ 2 h 374"/>
                <a:gd name="T30" fmla="*/ 19 w 260"/>
                <a:gd name="T31" fmla="*/ 0 h 374"/>
                <a:gd name="T32" fmla="*/ 241 w 260"/>
                <a:gd name="T33" fmla="*/ 0 h 374"/>
                <a:gd name="T34" fmla="*/ 241 w 260"/>
                <a:gd name="T35" fmla="*/ 0 h 374"/>
                <a:gd name="T36" fmla="*/ 248 w 260"/>
                <a:gd name="T37" fmla="*/ 2 h 374"/>
                <a:gd name="T38" fmla="*/ 255 w 260"/>
                <a:gd name="T39" fmla="*/ 7 h 374"/>
                <a:gd name="T40" fmla="*/ 259 w 260"/>
                <a:gd name="T41" fmla="*/ 12 h 374"/>
                <a:gd name="T42" fmla="*/ 260 w 260"/>
                <a:gd name="T43" fmla="*/ 19 h 374"/>
                <a:gd name="T44" fmla="*/ 260 w 260"/>
                <a:gd name="T45" fmla="*/ 329 h 374"/>
                <a:gd name="T46" fmla="*/ 260 w 260"/>
                <a:gd name="T47" fmla="*/ 329 h 374"/>
                <a:gd name="T48" fmla="*/ 260 w 260"/>
                <a:gd name="T49" fmla="*/ 336 h 374"/>
                <a:gd name="T50" fmla="*/ 260 w 260"/>
                <a:gd name="T51" fmla="*/ 343 h 374"/>
                <a:gd name="T52" fmla="*/ 257 w 260"/>
                <a:gd name="T53" fmla="*/ 351 h 374"/>
                <a:gd name="T54" fmla="*/ 252 w 260"/>
                <a:gd name="T55" fmla="*/ 360 h 374"/>
                <a:gd name="T56" fmla="*/ 245 w 260"/>
                <a:gd name="T57" fmla="*/ 367 h 374"/>
                <a:gd name="T58" fmla="*/ 240 w 260"/>
                <a:gd name="T59" fmla="*/ 368 h 374"/>
                <a:gd name="T60" fmla="*/ 233 w 260"/>
                <a:gd name="T61" fmla="*/ 372 h 374"/>
                <a:gd name="T62" fmla="*/ 226 w 260"/>
                <a:gd name="T63" fmla="*/ 372 h 374"/>
                <a:gd name="T64" fmla="*/ 217 w 260"/>
                <a:gd name="T65" fmla="*/ 37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0" h="374">
                  <a:moveTo>
                    <a:pt x="217" y="374"/>
                  </a:moveTo>
                  <a:lnTo>
                    <a:pt x="48" y="374"/>
                  </a:lnTo>
                  <a:lnTo>
                    <a:pt x="48" y="374"/>
                  </a:lnTo>
                  <a:lnTo>
                    <a:pt x="31" y="372"/>
                  </a:lnTo>
                  <a:lnTo>
                    <a:pt x="17" y="367"/>
                  </a:lnTo>
                  <a:lnTo>
                    <a:pt x="8" y="360"/>
                  </a:lnTo>
                  <a:lnTo>
                    <a:pt x="3" y="353"/>
                  </a:lnTo>
                  <a:lnTo>
                    <a:pt x="0" y="344"/>
                  </a:lnTo>
                  <a:lnTo>
                    <a:pt x="0" y="338"/>
                  </a:lnTo>
                  <a:lnTo>
                    <a:pt x="0" y="332"/>
                  </a:lnTo>
                  <a:lnTo>
                    <a:pt x="0" y="19"/>
                  </a:lnTo>
                  <a:lnTo>
                    <a:pt x="0" y="19"/>
                  </a:lnTo>
                  <a:lnTo>
                    <a:pt x="0" y="12"/>
                  </a:lnTo>
                  <a:lnTo>
                    <a:pt x="5" y="7"/>
                  </a:lnTo>
                  <a:lnTo>
                    <a:pt x="10" y="2"/>
                  </a:lnTo>
                  <a:lnTo>
                    <a:pt x="19" y="0"/>
                  </a:lnTo>
                  <a:lnTo>
                    <a:pt x="241" y="0"/>
                  </a:lnTo>
                  <a:lnTo>
                    <a:pt x="241" y="0"/>
                  </a:lnTo>
                  <a:lnTo>
                    <a:pt x="248" y="2"/>
                  </a:lnTo>
                  <a:lnTo>
                    <a:pt x="255" y="7"/>
                  </a:lnTo>
                  <a:lnTo>
                    <a:pt x="259" y="12"/>
                  </a:lnTo>
                  <a:lnTo>
                    <a:pt x="260" y="19"/>
                  </a:lnTo>
                  <a:lnTo>
                    <a:pt x="260" y="329"/>
                  </a:lnTo>
                  <a:lnTo>
                    <a:pt x="260" y="329"/>
                  </a:lnTo>
                  <a:lnTo>
                    <a:pt x="260" y="336"/>
                  </a:lnTo>
                  <a:lnTo>
                    <a:pt x="260" y="343"/>
                  </a:lnTo>
                  <a:lnTo>
                    <a:pt x="257" y="351"/>
                  </a:lnTo>
                  <a:lnTo>
                    <a:pt x="252" y="360"/>
                  </a:lnTo>
                  <a:lnTo>
                    <a:pt x="245" y="367"/>
                  </a:lnTo>
                  <a:lnTo>
                    <a:pt x="240" y="368"/>
                  </a:lnTo>
                  <a:lnTo>
                    <a:pt x="233" y="372"/>
                  </a:lnTo>
                  <a:lnTo>
                    <a:pt x="226" y="372"/>
                  </a:lnTo>
                  <a:lnTo>
                    <a:pt x="217" y="374"/>
                  </a:lnTo>
                </a:path>
              </a:pathLst>
            </a:custGeom>
            <a:noFill/>
            <a:ln>
              <a:noFill/>
            </a:ln>
          </p:spPr>
          <p:txBody>
            <a:bodyPr vert="horz" wrap="square" lIns="91440" tIns="45720" rIns="91440" bIns="45720" numCol="1" anchor="t" anchorCtr="0" compatLnSpc="1"/>
            <a:lstStyle/>
            <a:p>
              <a:endParaRPr lang="en-US"/>
            </a:p>
          </p:txBody>
        </p:sp>
        <p:sp>
          <p:nvSpPr>
            <p:cNvPr id="62" name="Rectangle 163"/>
            <p:cNvSpPr>
              <a:spLocks noChangeArrowheads="1"/>
            </p:cNvSpPr>
            <p:nvPr/>
          </p:nvSpPr>
          <p:spPr bwMode="auto">
            <a:xfrm>
              <a:off x="4402138" y="2673350"/>
              <a:ext cx="255588" cy="42863"/>
            </a:xfrm>
            <a:prstGeom prst="rect">
              <a:avLst/>
            </a:prstGeom>
            <a:solidFill>
              <a:srgbClr val="E66337"/>
            </a:solidFill>
            <a:ln>
              <a:noFill/>
            </a:ln>
          </p:spPr>
          <p:txBody>
            <a:bodyPr vert="horz" wrap="square" lIns="91440" tIns="45720" rIns="91440" bIns="45720" numCol="1" anchor="t" anchorCtr="0" compatLnSpc="1"/>
            <a:lstStyle/>
            <a:p>
              <a:endParaRPr lang="en-US"/>
            </a:p>
          </p:txBody>
        </p:sp>
        <p:sp>
          <p:nvSpPr>
            <p:cNvPr id="63" name="Rectangle 164"/>
            <p:cNvSpPr>
              <a:spLocks noChangeArrowheads="1"/>
            </p:cNvSpPr>
            <p:nvPr/>
          </p:nvSpPr>
          <p:spPr bwMode="auto">
            <a:xfrm>
              <a:off x="4443413" y="2763838"/>
              <a:ext cx="166688" cy="138113"/>
            </a:xfrm>
            <a:prstGeom prst="rect">
              <a:avLst/>
            </a:prstGeom>
            <a:solidFill>
              <a:srgbClr val="E66337"/>
            </a:solidFill>
            <a:ln>
              <a:noFill/>
            </a:ln>
          </p:spPr>
          <p:txBody>
            <a:bodyPr vert="horz" wrap="square" lIns="91440" tIns="45720" rIns="91440" bIns="45720" numCol="1" anchor="t" anchorCtr="0" compatLnSpc="1"/>
            <a:lstStyle/>
            <a:p>
              <a:endParaRPr lang="en-US"/>
            </a:p>
          </p:txBody>
        </p:sp>
        <p:sp>
          <p:nvSpPr>
            <p:cNvPr id="64" name="Rectangle 165"/>
            <p:cNvSpPr>
              <a:spLocks noChangeArrowheads="1"/>
            </p:cNvSpPr>
            <p:nvPr/>
          </p:nvSpPr>
          <p:spPr bwMode="auto">
            <a:xfrm>
              <a:off x="4462463" y="2825750"/>
              <a:ext cx="130175" cy="9525"/>
            </a:xfrm>
            <a:prstGeom prst="rect">
              <a:avLst/>
            </a:prstGeom>
            <a:solidFill>
              <a:srgbClr val="E6E6E6"/>
            </a:solidFill>
            <a:ln>
              <a:noFill/>
            </a:ln>
          </p:spPr>
          <p:txBody>
            <a:bodyPr vert="horz" wrap="square" lIns="91440" tIns="45720" rIns="91440" bIns="45720" numCol="1" anchor="t" anchorCtr="0" compatLnSpc="1"/>
            <a:lstStyle/>
            <a:p>
              <a:endParaRPr lang="en-US"/>
            </a:p>
          </p:txBody>
        </p:sp>
        <p:sp>
          <p:nvSpPr>
            <p:cNvPr id="65" name="Rectangle 166"/>
            <p:cNvSpPr>
              <a:spLocks noChangeArrowheads="1"/>
            </p:cNvSpPr>
            <p:nvPr/>
          </p:nvSpPr>
          <p:spPr bwMode="auto">
            <a:xfrm>
              <a:off x="4462463" y="2787650"/>
              <a:ext cx="130175" cy="9525"/>
            </a:xfrm>
            <a:prstGeom prst="rect">
              <a:avLst/>
            </a:prstGeom>
            <a:solidFill>
              <a:srgbClr val="E6E6E6"/>
            </a:solidFill>
            <a:ln>
              <a:noFill/>
            </a:ln>
          </p:spPr>
          <p:txBody>
            <a:bodyPr vert="horz" wrap="square" lIns="91440" tIns="45720" rIns="91440" bIns="45720" numCol="1" anchor="t" anchorCtr="0" compatLnSpc="1"/>
            <a:lstStyle/>
            <a:p>
              <a:endParaRPr lang="en-US"/>
            </a:p>
          </p:txBody>
        </p:sp>
        <p:sp>
          <p:nvSpPr>
            <p:cNvPr id="66" name="Rectangle 167"/>
            <p:cNvSpPr>
              <a:spLocks noChangeArrowheads="1"/>
            </p:cNvSpPr>
            <p:nvPr/>
          </p:nvSpPr>
          <p:spPr bwMode="auto">
            <a:xfrm>
              <a:off x="4462463" y="2860675"/>
              <a:ext cx="130175" cy="11113"/>
            </a:xfrm>
            <a:prstGeom prst="rect">
              <a:avLst/>
            </a:prstGeom>
            <a:solidFill>
              <a:srgbClr val="E6E6E6"/>
            </a:solidFill>
            <a:ln>
              <a:noFill/>
            </a:ln>
          </p:spPr>
          <p:txBody>
            <a:bodyPr vert="horz" wrap="square" lIns="91440" tIns="45720" rIns="91440" bIns="45720" numCol="1" anchor="t" anchorCtr="0" compatLnSpc="1"/>
            <a:lstStyle/>
            <a:p>
              <a:endParaRPr lang="en-US"/>
            </a:p>
          </p:txBody>
        </p:sp>
        <p:sp>
          <p:nvSpPr>
            <p:cNvPr id="67" name="Freeform 168"/>
            <p:cNvSpPr/>
            <p:nvPr/>
          </p:nvSpPr>
          <p:spPr bwMode="auto">
            <a:xfrm>
              <a:off x="4595813" y="2825750"/>
              <a:ext cx="206375" cy="220663"/>
            </a:xfrm>
            <a:custGeom>
              <a:avLst/>
              <a:gdLst>
                <a:gd name="T0" fmla="*/ 217 w 260"/>
                <a:gd name="T1" fmla="*/ 279 h 279"/>
                <a:gd name="T2" fmla="*/ 48 w 260"/>
                <a:gd name="T3" fmla="*/ 279 h 279"/>
                <a:gd name="T4" fmla="*/ 48 w 260"/>
                <a:gd name="T5" fmla="*/ 279 h 279"/>
                <a:gd name="T6" fmla="*/ 31 w 260"/>
                <a:gd name="T7" fmla="*/ 278 h 279"/>
                <a:gd name="T8" fmla="*/ 17 w 260"/>
                <a:gd name="T9" fmla="*/ 274 h 279"/>
                <a:gd name="T10" fmla="*/ 8 w 260"/>
                <a:gd name="T11" fmla="*/ 267 h 279"/>
                <a:gd name="T12" fmla="*/ 3 w 260"/>
                <a:gd name="T13" fmla="*/ 259 h 279"/>
                <a:gd name="T14" fmla="*/ 0 w 260"/>
                <a:gd name="T15" fmla="*/ 252 h 279"/>
                <a:gd name="T16" fmla="*/ 0 w 260"/>
                <a:gd name="T17" fmla="*/ 245 h 279"/>
                <a:gd name="T18" fmla="*/ 0 w 260"/>
                <a:gd name="T19" fmla="*/ 238 h 279"/>
                <a:gd name="T20" fmla="*/ 0 w 260"/>
                <a:gd name="T21" fmla="*/ 19 h 279"/>
                <a:gd name="T22" fmla="*/ 0 w 260"/>
                <a:gd name="T23" fmla="*/ 19 h 279"/>
                <a:gd name="T24" fmla="*/ 1 w 260"/>
                <a:gd name="T25" fmla="*/ 10 h 279"/>
                <a:gd name="T26" fmla="*/ 5 w 260"/>
                <a:gd name="T27" fmla="*/ 5 h 279"/>
                <a:gd name="T28" fmla="*/ 10 w 260"/>
                <a:gd name="T29" fmla="*/ 0 h 279"/>
                <a:gd name="T30" fmla="*/ 19 w 260"/>
                <a:gd name="T31" fmla="*/ 0 h 279"/>
                <a:gd name="T32" fmla="*/ 241 w 260"/>
                <a:gd name="T33" fmla="*/ 0 h 279"/>
                <a:gd name="T34" fmla="*/ 241 w 260"/>
                <a:gd name="T35" fmla="*/ 0 h 279"/>
                <a:gd name="T36" fmla="*/ 248 w 260"/>
                <a:gd name="T37" fmla="*/ 0 h 279"/>
                <a:gd name="T38" fmla="*/ 255 w 260"/>
                <a:gd name="T39" fmla="*/ 5 h 279"/>
                <a:gd name="T40" fmla="*/ 259 w 260"/>
                <a:gd name="T41" fmla="*/ 10 h 279"/>
                <a:gd name="T42" fmla="*/ 260 w 260"/>
                <a:gd name="T43" fmla="*/ 19 h 279"/>
                <a:gd name="T44" fmla="*/ 260 w 260"/>
                <a:gd name="T45" fmla="*/ 237 h 279"/>
                <a:gd name="T46" fmla="*/ 260 w 260"/>
                <a:gd name="T47" fmla="*/ 237 h 279"/>
                <a:gd name="T48" fmla="*/ 260 w 260"/>
                <a:gd name="T49" fmla="*/ 243 h 279"/>
                <a:gd name="T50" fmla="*/ 260 w 260"/>
                <a:gd name="T51" fmla="*/ 250 h 279"/>
                <a:gd name="T52" fmla="*/ 257 w 260"/>
                <a:gd name="T53" fmla="*/ 257 h 279"/>
                <a:gd name="T54" fmla="*/ 252 w 260"/>
                <a:gd name="T55" fmla="*/ 266 h 279"/>
                <a:gd name="T56" fmla="*/ 245 w 260"/>
                <a:gd name="T57" fmla="*/ 273 h 279"/>
                <a:gd name="T58" fmla="*/ 240 w 260"/>
                <a:gd name="T59" fmla="*/ 276 h 279"/>
                <a:gd name="T60" fmla="*/ 233 w 260"/>
                <a:gd name="T61" fmla="*/ 278 h 279"/>
                <a:gd name="T62" fmla="*/ 226 w 260"/>
                <a:gd name="T63" fmla="*/ 279 h 279"/>
                <a:gd name="T64" fmla="*/ 217 w 260"/>
                <a:gd name="T6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0" h="279">
                  <a:moveTo>
                    <a:pt x="217" y="279"/>
                  </a:moveTo>
                  <a:lnTo>
                    <a:pt x="48" y="279"/>
                  </a:lnTo>
                  <a:lnTo>
                    <a:pt x="48" y="279"/>
                  </a:lnTo>
                  <a:lnTo>
                    <a:pt x="31" y="278"/>
                  </a:lnTo>
                  <a:lnTo>
                    <a:pt x="17" y="274"/>
                  </a:lnTo>
                  <a:lnTo>
                    <a:pt x="8" y="267"/>
                  </a:lnTo>
                  <a:lnTo>
                    <a:pt x="3" y="259"/>
                  </a:lnTo>
                  <a:lnTo>
                    <a:pt x="0" y="252"/>
                  </a:lnTo>
                  <a:lnTo>
                    <a:pt x="0" y="245"/>
                  </a:lnTo>
                  <a:lnTo>
                    <a:pt x="0" y="238"/>
                  </a:lnTo>
                  <a:lnTo>
                    <a:pt x="0" y="19"/>
                  </a:lnTo>
                  <a:lnTo>
                    <a:pt x="0" y="19"/>
                  </a:lnTo>
                  <a:lnTo>
                    <a:pt x="1" y="10"/>
                  </a:lnTo>
                  <a:lnTo>
                    <a:pt x="5" y="5"/>
                  </a:lnTo>
                  <a:lnTo>
                    <a:pt x="10" y="0"/>
                  </a:lnTo>
                  <a:lnTo>
                    <a:pt x="19" y="0"/>
                  </a:lnTo>
                  <a:lnTo>
                    <a:pt x="241" y="0"/>
                  </a:lnTo>
                  <a:lnTo>
                    <a:pt x="241" y="0"/>
                  </a:lnTo>
                  <a:lnTo>
                    <a:pt x="248" y="0"/>
                  </a:lnTo>
                  <a:lnTo>
                    <a:pt x="255" y="5"/>
                  </a:lnTo>
                  <a:lnTo>
                    <a:pt x="259" y="10"/>
                  </a:lnTo>
                  <a:lnTo>
                    <a:pt x="260" y="19"/>
                  </a:lnTo>
                  <a:lnTo>
                    <a:pt x="260" y="237"/>
                  </a:lnTo>
                  <a:lnTo>
                    <a:pt x="260" y="237"/>
                  </a:lnTo>
                  <a:lnTo>
                    <a:pt x="260" y="243"/>
                  </a:lnTo>
                  <a:lnTo>
                    <a:pt x="260" y="250"/>
                  </a:lnTo>
                  <a:lnTo>
                    <a:pt x="257" y="257"/>
                  </a:lnTo>
                  <a:lnTo>
                    <a:pt x="252" y="266"/>
                  </a:lnTo>
                  <a:lnTo>
                    <a:pt x="245" y="273"/>
                  </a:lnTo>
                  <a:lnTo>
                    <a:pt x="240" y="276"/>
                  </a:lnTo>
                  <a:lnTo>
                    <a:pt x="233" y="278"/>
                  </a:lnTo>
                  <a:lnTo>
                    <a:pt x="226" y="279"/>
                  </a:lnTo>
                  <a:lnTo>
                    <a:pt x="217" y="279"/>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68" name="Freeform 169"/>
            <p:cNvSpPr/>
            <p:nvPr/>
          </p:nvSpPr>
          <p:spPr bwMode="auto">
            <a:xfrm>
              <a:off x="4595813" y="2825750"/>
              <a:ext cx="206375" cy="220663"/>
            </a:xfrm>
            <a:custGeom>
              <a:avLst/>
              <a:gdLst>
                <a:gd name="T0" fmla="*/ 217 w 260"/>
                <a:gd name="T1" fmla="*/ 279 h 279"/>
                <a:gd name="T2" fmla="*/ 48 w 260"/>
                <a:gd name="T3" fmla="*/ 279 h 279"/>
                <a:gd name="T4" fmla="*/ 48 w 260"/>
                <a:gd name="T5" fmla="*/ 279 h 279"/>
                <a:gd name="T6" fmla="*/ 31 w 260"/>
                <a:gd name="T7" fmla="*/ 278 h 279"/>
                <a:gd name="T8" fmla="*/ 17 w 260"/>
                <a:gd name="T9" fmla="*/ 274 h 279"/>
                <a:gd name="T10" fmla="*/ 8 w 260"/>
                <a:gd name="T11" fmla="*/ 267 h 279"/>
                <a:gd name="T12" fmla="*/ 3 w 260"/>
                <a:gd name="T13" fmla="*/ 259 h 279"/>
                <a:gd name="T14" fmla="*/ 0 w 260"/>
                <a:gd name="T15" fmla="*/ 252 h 279"/>
                <a:gd name="T16" fmla="*/ 0 w 260"/>
                <a:gd name="T17" fmla="*/ 245 h 279"/>
                <a:gd name="T18" fmla="*/ 0 w 260"/>
                <a:gd name="T19" fmla="*/ 238 h 279"/>
                <a:gd name="T20" fmla="*/ 0 w 260"/>
                <a:gd name="T21" fmla="*/ 19 h 279"/>
                <a:gd name="T22" fmla="*/ 0 w 260"/>
                <a:gd name="T23" fmla="*/ 19 h 279"/>
                <a:gd name="T24" fmla="*/ 1 w 260"/>
                <a:gd name="T25" fmla="*/ 10 h 279"/>
                <a:gd name="T26" fmla="*/ 5 w 260"/>
                <a:gd name="T27" fmla="*/ 5 h 279"/>
                <a:gd name="T28" fmla="*/ 10 w 260"/>
                <a:gd name="T29" fmla="*/ 0 h 279"/>
                <a:gd name="T30" fmla="*/ 19 w 260"/>
                <a:gd name="T31" fmla="*/ 0 h 279"/>
                <a:gd name="T32" fmla="*/ 241 w 260"/>
                <a:gd name="T33" fmla="*/ 0 h 279"/>
                <a:gd name="T34" fmla="*/ 241 w 260"/>
                <a:gd name="T35" fmla="*/ 0 h 279"/>
                <a:gd name="T36" fmla="*/ 248 w 260"/>
                <a:gd name="T37" fmla="*/ 0 h 279"/>
                <a:gd name="T38" fmla="*/ 255 w 260"/>
                <a:gd name="T39" fmla="*/ 5 h 279"/>
                <a:gd name="T40" fmla="*/ 259 w 260"/>
                <a:gd name="T41" fmla="*/ 10 h 279"/>
                <a:gd name="T42" fmla="*/ 260 w 260"/>
                <a:gd name="T43" fmla="*/ 19 h 279"/>
                <a:gd name="T44" fmla="*/ 260 w 260"/>
                <a:gd name="T45" fmla="*/ 237 h 279"/>
                <a:gd name="T46" fmla="*/ 260 w 260"/>
                <a:gd name="T47" fmla="*/ 237 h 279"/>
                <a:gd name="T48" fmla="*/ 260 w 260"/>
                <a:gd name="T49" fmla="*/ 243 h 279"/>
                <a:gd name="T50" fmla="*/ 260 w 260"/>
                <a:gd name="T51" fmla="*/ 250 h 279"/>
                <a:gd name="T52" fmla="*/ 257 w 260"/>
                <a:gd name="T53" fmla="*/ 257 h 279"/>
                <a:gd name="T54" fmla="*/ 252 w 260"/>
                <a:gd name="T55" fmla="*/ 266 h 279"/>
                <a:gd name="T56" fmla="*/ 245 w 260"/>
                <a:gd name="T57" fmla="*/ 273 h 279"/>
                <a:gd name="T58" fmla="*/ 240 w 260"/>
                <a:gd name="T59" fmla="*/ 276 h 279"/>
                <a:gd name="T60" fmla="*/ 233 w 260"/>
                <a:gd name="T61" fmla="*/ 278 h 279"/>
                <a:gd name="T62" fmla="*/ 226 w 260"/>
                <a:gd name="T63" fmla="*/ 279 h 279"/>
                <a:gd name="T64" fmla="*/ 217 w 260"/>
                <a:gd name="T6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0" h="279">
                  <a:moveTo>
                    <a:pt x="217" y="279"/>
                  </a:moveTo>
                  <a:lnTo>
                    <a:pt x="48" y="279"/>
                  </a:lnTo>
                  <a:lnTo>
                    <a:pt x="48" y="279"/>
                  </a:lnTo>
                  <a:lnTo>
                    <a:pt x="31" y="278"/>
                  </a:lnTo>
                  <a:lnTo>
                    <a:pt x="17" y="274"/>
                  </a:lnTo>
                  <a:lnTo>
                    <a:pt x="8" y="267"/>
                  </a:lnTo>
                  <a:lnTo>
                    <a:pt x="3" y="259"/>
                  </a:lnTo>
                  <a:lnTo>
                    <a:pt x="0" y="252"/>
                  </a:lnTo>
                  <a:lnTo>
                    <a:pt x="0" y="245"/>
                  </a:lnTo>
                  <a:lnTo>
                    <a:pt x="0" y="238"/>
                  </a:lnTo>
                  <a:lnTo>
                    <a:pt x="0" y="19"/>
                  </a:lnTo>
                  <a:lnTo>
                    <a:pt x="0" y="19"/>
                  </a:lnTo>
                  <a:lnTo>
                    <a:pt x="1" y="10"/>
                  </a:lnTo>
                  <a:lnTo>
                    <a:pt x="5" y="5"/>
                  </a:lnTo>
                  <a:lnTo>
                    <a:pt x="10" y="0"/>
                  </a:lnTo>
                  <a:lnTo>
                    <a:pt x="19" y="0"/>
                  </a:lnTo>
                  <a:lnTo>
                    <a:pt x="241" y="0"/>
                  </a:lnTo>
                  <a:lnTo>
                    <a:pt x="241" y="0"/>
                  </a:lnTo>
                  <a:lnTo>
                    <a:pt x="248" y="0"/>
                  </a:lnTo>
                  <a:lnTo>
                    <a:pt x="255" y="5"/>
                  </a:lnTo>
                  <a:lnTo>
                    <a:pt x="259" y="10"/>
                  </a:lnTo>
                  <a:lnTo>
                    <a:pt x="260" y="19"/>
                  </a:lnTo>
                  <a:lnTo>
                    <a:pt x="260" y="237"/>
                  </a:lnTo>
                  <a:lnTo>
                    <a:pt x="260" y="237"/>
                  </a:lnTo>
                  <a:lnTo>
                    <a:pt x="260" y="243"/>
                  </a:lnTo>
                  <a:lnTo>
                    <a:pt x="260" y="250"/>
                  </a:lnTo>
                  <a:lnTo>
                    <a:pt x="257" y="257"/>
                  </a:lnTo>
                  <a:lnTo>
                    <a:pt x="252" y="266"/>
                  </a:lnTo>
                  <a:lnTo>
                    <a:pt x="245" y="273"/>
                  </a:lnTo>
                  <a:lnTo>
                    <a:pt x="240" y="276"/>
                  </a:lnTo>
                  <a:lnTo>
                    <a:pt x="233" y="278"/>
                  </a:lnTo>
                  <a:lnTo>
                    <a:pt x="226" y="279"/>
                  </a:lnTo>
                  <a:lnTo>
                    <a:pt x="217" y="279"/>
                  </a:lnTo>
                </a:path>
              </a:pathLst>
            </a:custGeom>
            <a:noFill/>
            <a:ln>
              <a:noFill/>
            </a:ln>
          </p:spPr>
          <p:txBody>
            <a:bodyPr vert="horz" wrap="square" lIns="91440" tIns="45720" rIns="91440" bIns="45720" numCol="1" anchor="t" anchorCtr="0" compatLnSpc="1"/>
            <a:lstStyle/>
            <a:p>
              <a:endParaRPr lang="en-US"/>
            </a:p>
          </p:txBody>
        </p:sp>
        <p:sp>
          <p:nvSpPr>
            <p:cNvPr id="69" name="Rectangle 170"/>
            <p:cNvSpPr>
              <a:spLocks noChangeArrowheads="1"/>
            </p:cNvSpPr>
            <p:nvPr/>
          </p:nvSpPr>
          <p:spPr bwMode="auto">
            <a:xfrm>
              <a:off x="4573588" y="2798763"/>
              <a:ext cx="255588" cy="44450"/>
            </a:xfrm>
            <a:prstGeom prst="rect">
              <a:avLst/>
            </a:prstGeom>
            <a:solidFill>
              <a:srgbClr val="343F51"/>
            </a:solidFill>
            <a:ln>
              <a:noFill/>
            </a:ln>
          </p:spPr>
          <p:txBody>
            <a:bodyPr vert="horz" wrap="square" lIns="91440" tIns="45720" rIns="91440" bIns="45720" numCol="1" anchor="t" anchorCtr="0" compatLnSpc="1"/>
            <a:lstStyle/>
            <a:p>
              <a:endParaRPr lang="en-US"/>
            </a:p>
          </p:txBody>
        </p:sp>
        <p:sp>
          <p:nvSpPr>
            <p:cNvPr id="70" name="Rectangle 171"/>
            <p:cNvSpPr>
              <a:spLocks noChangeArrowheads="1"/>
            </p:cNvSpPr>
            <p:nvPr/>
          </p:nvSpPr>
          <p:spPr bwMode="auto">
            <a:xfrm>
              <a:off x="4679951" y="2890838"/>
              <a:ext cx="122238" cy="96838"/>
            </a:xfrm>
            <a:prstGeom prst="rect">
              <a:avLst/>
            </a:prstGeom>
            <a:solidFill>
              <a:srgbClr val="707B8C"/>
            </a:solidFill>
            <a:ln>
              <a:noFill/>
            </a:ln>
          </p:spPr>
          <p:txBody>
            <a:bodyPr vert="horz" wrap="square" lIns="91440" tIns="45720" rIns="91440" bIns="45720" numCol="1" anchor="t" anchorCtr="0" compatLnSpc="1"/>
            <a:lstStyle/>
            <a:p>
              <a:endParaRPr lang="en-US"/>
            </a:p>
          </p:txBody>
        </p:sp>
        <p:sp>
          <p:nvSpPr>
            <p:cNvPr id="71" name="Rectangle 172"/>
            <p:cNvSpPr>
              <a:spLocks noChangeArrowheads="1"/>
            </p:cNvSpPr>
            <p:nvPr/>
          </p:nvSpPr>
          <p:spPr bwMode="auto">
            <a:xfrm>
              <a:off x="4706938" y="2951163"/>
              <a:ext cx="95250" cy="11113"/>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72" name="Rectangle 173"/>
            <p:cNvSpPr>
              <a:spLocks noChangeArrowheads="1"/>
            </p:cNvSpPr>
            <p:nvPr/>
          </p:nvSpPr>
          <p:spPr bwMode="auto">
            <a:xfrm>
              <a:off x="4706938" y="2913063"/>
              <a:ext cx="95250" cy="11113"/>
            </a:xfrm>
            <a:prstGeom prst="rect">
              <a:avLst/>
            </a:prstGeom>
            <a:solidFill>
              <a:srgbClr val="FFFFFF"/>
            </a:solidFill>
            <a:ln>
              <a:noFill/>
            </a:ln>
          </p:spPr>
          <p:txBody>
            <a:bodyPr vert="horz" wrap="square" lIns="91440" tIns="45720" rIns="91440" bIns="45720" numCol="1" anchor="t" anchorCtr="0" compatLnSpc="1"/>
            <a:lstStyle/>
            <a:p>
              <a:endParaRPr lang="en-US"/>
            </a:p>
          </p:txBody>
        </p:sp>
      </p:grpSp>
      <p:grpSp>
        <p:nvGrpSpPr>
          <p:cNvPr id="73" name="Group 72"/>
          <p:cNvGrpSpPr/>
          <p:nvPr/>
        </p:nvGrpSpPr>
        <p:grpSpPr>
          <a:xfrm>
            <a:off x="6510694" y="2784475"/>
            <a:ext cx="454902" cy="309564"/>
            <a:chOff x="7343776" y="2611438"/>
            <a:chExt cx="496887" cy="338137"/>
          </a:xfrm>
        </p:grpSpPr>
        <p:sp>
          <p:nvSpPr>
            <p:cNvPr id="74" name="Freeform 174"/>
            <p:cNvSpPr/>
            <p:nvPr/>
          </p:nvSpPr>
          <p:spPr bwMode="auto">
            <a:xfrm>
              <a:off x="7343776" y="2727325"/>
              <a:ext cx="150813" cy="222250"/>
            </a:xfrm>
            <a:custGeom>
              <a:avLst/>
              <a:gdLst>
                <a:gd name="T0" fmla="*/ 138 w 190"/>
                <a:gd name="T1" fmla="*/ 0 h 279"/>
                <a:gd name="T2" fmla="*/ 111 w 190"/>
                <a:gd name="T3" fmla="*/ 2 h 279"/>
                <a:gd name="T4" fmla="*/ 99 w 190"/>
                <a:gd name="T5" fmla="*/ 7 h 279"/>
                <a:gd name="T6" fmla="*/ 89 w 190"/>
                <a:gd name="T7" fmla="*/ 7 h 279"/>
                <a:gd name="T8" fmla="*/ 83 w 190"/>
                <a:gd name="T9" fmla="*/ 5 h 279"/>
                <a:gd name="T10" fmla="*/ 65 w 190"/>
                <a:gd name="T11" fmla="*/ 0 h 279"/>
                <a:gd name="T12" fmla="*/ 49 w 190"/>
                <a:gd name="T13" fmla="*/ 0 h 279"/>
                <a:gd name="T14" fmla="*/ 22 w 190"/>
                <a:gd name="T15" fmla="*/ 5 h 279"/>
                <a:gd name="T16" fmla="*/ 6 w 190"/>
                <a:gd name="T17" fmla="*/ 19 h 279"/>
                <a:gd name="T18" fmla="*/ 0 w 190"/>
                <a:gd name="T19" fmla="*/ 37 h 279"/>
                <a:gd name="T20" fmla="*/ 0 w 190"/>
                <a:gd name="T21" fmla="*/ 58 h 279"/>
                <a:gd name="T22" fmla="*/ 10 w 190"/>
                <a:gd name="T23" fmla="*/ 96 h 279"/>
                <a:gd name="T24" fmla="*/ 17 w 190"/>
                <a:gd name="T25" fmla="*/ 111 h 279"/>
                <a:gd name="T26" fmla="*/ 24 w 190"/>
                <a:gd name="T27" fmla="*/ 125 h 279"/>
                <a:gd name="T28" fmla="*/ 29 w 190"/>
                <a:gd name="T29" fmla="*/ 149 h 279"/>
                <a:gd name="T30" fmla="*/ 29 w 190"/>
                <a:gd name="T31" fmla="*/ 154 h 279"/>
                <a:gd name="T32" fmla="*/ 25 w 190"/>
                <a:gd name="T33" fmla="*/ 188 h 279"/>
                <a:gd name="T34" fmla="*/ 29 w 190"/>
                <a:gd name="T35" fmla="*/ 216 h 279"/>
                <a:gd name="T36" fmla="*/ 37 w 190"/>
                <a:gd name="T37" fmla="*/ 238 h 279"/>
                <a:gd name="T38" fmla="*/ 46 w 190"/>
                <a:gd name="T39" fmla="*/ 253 h 279"/>
                <a:gd name="T40" fmla="*/ 66 w 190"/>
                <a:gd name="T41" fmla="*/ 274 h 279"/>
                <a:gd name="T42" fmla="*/ 77 w 190"/>
                <a:gd name="T43" fmla="*/ 279 h 279"/>
                <a:gd name="T44" fmla="*/ 73 w 190"/>
                <a:gd name="T45" fmla="*/ 236 h 279"/>
                <a:gd name="T46" fmla="*/ 77 w 190"/>
                <a:gd name="T47" fmla="*/ 207 h 279"/>
                <a:gd name="T48" fmla="*/ 85 w 190"/>
                <a:gd name="T49" fmla="*/ 192 h 279"/>
                <a:gd name="T50" fmla="*/ 94 w 190"/>
                <a:gd name="T51" fmla="*/ 183 h 279"/>
                <a:gd name="T52" fmla="*/ 97 w 190"/>
                <a:gd name="T53" fmla="*/ 187 h 279"/>
                <a:gd name="T54" fmla="*/ 107 w 190"/>
                <a:gd name="T55" fmla="*/ 199 h 279"/>
                <a:gd name="T56" fmla="*/ 113 w 190"/>
                <a:gd name="T57" fmla="*/ 221 h 279"/>
                <a:gd name="T58" fmla="*/ 114 w 190"/>
                <a:gd name="T59" fmla="*/ 255 h 279"/>
                <a:gd name="T60" fmla="*/ 111 w 190"/>
                <a:gd name="T61" fmla="*/ 279 h 279"/>
                <a:gd name="T62" fmla="*/ 131 w 190"/>
                <a:gd name="T63" fmla="*/ 265 h 279"/>
                <a:gd name="T64" fmla="*/ 147 w 190"/>
                <a:gd name="T65" fmla="*/ 246 h 279"/>
                <a:gd name="T66" fmla="*/ 155 w 190"/>
                <a:gd name="T67" fmla="*/ 228 h 279"/>
                <a:gd name="T68" fmla="*/ 161 w 190"/>
                <a:gd name="T69" fmla="*/ 202 h 279"/>
                <a:gd name="T70" fmla="*/ 162 w 190"/>
                <a:gd name="T71" fmla="*/ 171 h 279"/>
                <a:gd name="T72" fmla="*/ 159 w 190"/>
                <a:gd name="T73" fmla="*/ 154 h 279"/>
                <a:gd name="T74" fmla="*/ 161 w 190"/>
                <a:gd name="T75" fmla="*/ 139 h 279"/>
                <a:gd name="T76" fmla="*/ 167 w 190"/>
                <a:gd name="T77" fmla="*/ 118 h 279"/>
                <a:gd name="T78" fmla="*/ 171 w 190"/>
                <a:gd name="T79" fmla="*/ 111 h 279"/>
                <a:gd name="T80" fmla="*/ 185 w 190"/>
                <a:gd name="T81" fmla="*/ 77 h 279"/>
                <a:gd name="T82" fmla="*/ 190 w 190"/>
                <a:gd name="T83" fmla="*/ 48 h 279"/>
                <a:gd name="T84" fmla="*/ 186 w 190"/>
                <a:gd name="T85" fmla="*/ 27 h 279"/>
                <a:gd name="T86" fmla="*/ 174 w 190"/>
                <a:gd name="T87" fmla="*/ 12 h 279"/>
                <a:gd name="T88" fmla="*/ 154 w 190"/>
                <a:gd name="T89" fmla="*/ 2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0" h="279">
                  <a:moveTo>
                    <a:pt x="138" y="0"/>
                  </a:moveTo>
                  <a:lnTo>
                    <a:pt x="138" y="0"/>
                  </a:lnTo>
                  <a:lnTo>
                    <a:pt x="125" y="0"/>
                  </a:lnTo>
                  <a:lnTo>
                    <a:pt x="111" y="2"/>
                  </a:lnTo>
                  <a:lnTo>
                    <a:pt x="104" y="5"/>
                  </a:lnTo>
                  <a:lnTo>
                    <a:pt x="99" y="7"/>
                  </a:lnTo>
                  <a:lnTo>
                    <a:pt x="94" y="10"/>
                  </a:lnTo>
                  <a:lnTo>
                    <a:pt x="89" y="7"/>
                  </a:lnTo>
                  <a:lnTo>
                    <a:pt x="89" y="7"/>
                  </a:lnTo>
                  <a:lnTo>
                    <a:pt x="83" y="5"/>
                  </a:lnTo>
                  <a:lnTo>
                    <a:pt x="77" y="2"/>
                  </a:lnTo>
                  <a:lnTo>
                    <a:pt x="65" y="0"/>
                  </a:lnTo>
                  <a:lnTo>
                    <a:pt x="49" y="0"/>
                  </a:lnTo>
                  <a:lnTo>
                    <a:pt x="49" y="0"/>
                  </a:lnTo>
                  <a:lnTo>
                    <a:pt x="34" y="2"/>
                  </a:lnTo>
                  <a:lnTo>
                    <a:pt x="22" y="5"/>
                  </a:lnTo>
                  <a:lnTo>
                    <a:pt x="13" y="12"/>
                  </a:lnTo>
                  <a:lnTo>
                    <a:pt x="6" y="19"/>
                  </a:lnTo>
                  <a:lnTo>
                    <a:pt x="3" y="27"/>
                  </a:lnTo>
                  <a:lnTo>
                    <a:pt x="0" y="37"/>
                  </a:lnTo>
                  <a:lnTo>
                    <a:pt x="0" y="48"/>
                  </a:lnTo>
                  <a:lnTo>
                    <a:pt x="0" y="58"/>
                  </a:lnTo>
                  <a:lnTo>
                    <a:pt x="3" y="77"/>
                  </a:lnTo>
                  <a:lnTo>
                    <a:pt x="10" y="96"/>
                  </a:lnTo>
                  <a:lnTo>
                    <a:pt x="17" y="111"/>
                  </a:lnTo>
                  <a:lnTo>
                    <a:pt x="17" y="111"/>
                  </a:lnTo>
                  <a:lnTo>
                    <a:pt x="20" y="118"/>
                  </a:lnTo>
                  <a:lnTo>
                    <a:pt x="24" y="125"/>
                  </a:lnTo>
                  <a:lnTo>
                    <a:pt x="27" y="139"/>
                  </a:lnTo>
                  <a:lnTo>
                    <a:pt x="29" y="149"/>
                  </a:lnTo>
                  <a:lnTo>
                    <a:pt x="29" y="154"/>
                  </a:lnTo>
                  <a:lnTo>
                    <a:pt x="29" y="154"/>
                  </a:lnTo>
                  <a:lnTo>
                    <a:pt x="27" y="171"/>
                  </a:lnTo>
                  <a:lnTo>
                    <a:pt x="25" y="188"/>
                  </a:lnTo>
                  <a:lnTo>
                    <a:pt x="27" y="202"/>
                  </a:lnTo>
                  <a:lnTo>
                    <a:pt x="29" y="216"/>
                  </a:lnTo>
                  <a:lnTo>
                    <a:pt x="32" y="228"/>
                  </a:lnTo>
                  <a:lnTo>
                    <a:pt x="37" y="238"/>
                  </a:lnTo>
                  <a:lnTo>
                    <a:pt x="41" y="246"/>
                  </a:lnTo>
                  <a:lnTo>
                    <a:pt x="46" y="253"/>
                  </a:lnTo>
                  <a:lnTo>
                    <a:pt x="58" y="265"/>
                  </a:lnTo>
                  <a:lnTo>
                    <a:pt x="66" y="274"/>
                  </a:lnTo>
                  <a:lnTo>
                    <a:pt x="77" y="279"/>
                  </a:lnTo>
                  <a:lnTo>
                    <a:pt x="77" y="279"/>
                  </a:lnTo>
                  <a:lnTo>
                    <a:pt x="73" y="255"/>
                  </a:lnTo>
                  <a:lnTo>
                    <a:pt x="73" y="236"/>
                  </a:lnTo>
                  <a:lnTo>
                    <a:pt x="75" y="221"/>
                  </a:lnTo>
                  <a:lnTo>
                    <a:pt x="77" y="207"/>
                  </a:lnTo>
                  <a:lnTo>
                    <a:pt x="82" y="199"/>
                  </a:lnTo>
                  <a:lnTo>
                    <a:pt x="85" y="192"/>
                  </a:lnTo>
                  <a:lnTo>
                    <a:pt x="90" y="187"/>
                  </a:lnTo>
                  <a:lnTo>
                    <a:pt x="94" y="183"/>
                  </a:lnTo>
                  <a:lnTo>
                    <a:pt x="94" y="183"/>
                  </a:lnTo>
                  <a:lnTo>
                    <a:pt x="97" y="187"/>
                  </a:lnTo>
                  <a:lnTo>
                    <a:pt x="102" y="192"/>
                  </a:lnTo>
                  <a:lnTo>
                    <a:pt x="107" y="199"/>
                  </a:lnTo>
                  <a:lnTo>
                    <a:pt x="111" y="207"/>
                  </a:lnTo>
                  <a:lnTo>
                    <a:pt x="113" y="221"/>
                  </a:lnTo>
                  <a:lnTo>
                    <a:pt x="114" y="236"/>
                  </a:lnTo>
                  <a:lnTo>
                    <a:pt x="114" y="255"/>
                  </a:lnTo>
                  <a:lnTo>
                    <a:pt x="111" y="279"/>
                  </a:lnTo>
                  <a:lnTo>
                    <a:pt x="111" y="279"/>
                  </a:lnTo>
                  <a:lnTo>
                    <a:pt x="121" y="274"/>
                  </a:lnTo>
                  <a:lnTo>
                    <a:pt x="131" y="265"/>
                  </a:lnTo>
                  <a:lnTo>
                    <a:pt x="142" y="253"/>
                  </a:lnTo>
                  <a:lnTo>
                    <a:pt x="147" y="246"/>
                  </a:lnTo>
                  <a:lnTo>
                    <a:pt x="152" y="238"/>
                  </a:lnTo>
                  <a:lnTo>
                    <a:pt x="155" y="228"/>
                  </a:lnTo>
                  <a:lnTo>
                    <a:pt x="159" y="216"/>
                  </a:lnTo>
                  <a:lnTo>
                    <a:pt x="161" y="202"/>
                  </a:lnTo>
                  <a:lnTo>
                    <a:pt x="162" y="188"/>
                  </a:lnTo>
                  <a:lnTo>
                    <a:pt x="162" y="171"/>
                  </a:lnTo>
                  <a:lnTo>
                    <a:pt x="159" y="154"/>
                  </a:lnTo>
                  <a:lnTo>
                    <a:pt x="159" y="154"/>
                  </a:lnTo>
                  <a:lnTo>
                    <a:pt x="159" y="149"/>
                  </a:lnTo>
                  <a:lnTo>
                    <a:pt x="161" y="139"/>
                  </a:lnTo>
                  <a:lnTo>
                    <a:pt x="164" y="125"/>
                  </a:lnTo>
                  <a:lnTo>
                    <a:pt x="167" y="118"/>
                  </a:lnTo>
                  <a:lnTo>
                    <a:pt x="171" y="111"/>
                  </a:lnTo>
                  <a:lnTo>
                    <a:pt x="171" y="111"/>
                  </a:lnTo>
                  <a:lnTo>
                    <a:pt x="179" y="96"/>
                  </a:lnTo>
                  <a:lnTo>
                    <a:pt x="185" y="77"/>
                  </a:lnTo>
                  <a:lnTo>
                    <a:pt x="188" y="58"/>
                  </a:lnTo>
                  <a:lnTo>
                    <a:pt x="190" y="48"/>
                  </a:lnTo>
                  <a:lnTo>
                    <a:pt x="188" y="37"/>
                  </a:lnTo>
                  <a:lnTo>
                    <a:pt x="186" y="27"/>
                  </a:lnTo>
                  <a:lnTo>
                    <a:pt x="181" y="19"/>
                  </a:lnTo>
                  <a:lnTo>
                    <a:pt x="174" y="12"/>
                  </a:lnTo>
                  <a:lnTo>
                    <a:pt x="166" y="5"/>
                  </a:lnTo>
                  <a:lnTo>
                    <a:pt x="154" y="2"/>
                  </a:lnTo>
                  <a:lnTo>
                    <a:pt x="138"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75" name="Freeform 175"/>
            <p:cNvSpPr/>
            <p:nvPr/>
          </p:nvSpPr>
          <p:spPr bwMode="auto">
            <a:xfrm>
              <a:off x="7343776" y="2727325"/>
              <a:ext cx="150813" cy="222250"/>
            </a:xfrm>
            <a:custGeom>
              <a:avLst/>
              <a:gdLst>
                <a:gd name="T0" fmla="*/ 138 w 190"/>
                <a:gd name="T1" fmla="*/ 0 h 279"/>
                <a:gd name="T2" fmla="*/ 111 w 190"/>
                <a:gd name="T3" fmla="*/ 2 h 279"/>
                <a:gd name="T4" fmla="*/ 99 w 190"/>
                <a:gd name="T5" fmla="*/ 7 h 279"/>
                <a:gd name="T6" fmla="*/ 89 w 190"/>
                <a:gd name="T7" fmla="*/ 7 h 279"/>
                <a:gd name="T8" fmla="*/ 83 w 190"/>
                <a:gd name="T9" fmla="*/ 5 h 279"/>
                <a:gd name="T10" fmla="*/ 65 w 190"/>
                <a:gd name="T11" fmla="*/ 0 h 279"/>
                <a:gd name="T12" fmla="*/ 49 w 190"/>
                <a:gd name="T13" fmla="*/ 0 h 279"/>
                <a:gd name="T14" fmla="*/ 22 w 190"/>
                <a:gd name="T15" fmla="*/ 5 h 279"/>
                <a:gd name="T16" fmla="*/ 6 w 190"/>
                <a:gd name="T17" fmla="*/ 19 h 279"/>
                <a:gd name="T18" fmla="*/ 0 w 190"/>
                <a:gd name="T19" fmla="*/ 37 h 279"/>
                <a:gd name="T20" fmla="*/ 0 w 190"/>
                <a:gd name="T21" fmla="*/ 58 h 279"/>
                <a:gd name="T22" fmla="*/ 10 w 190"/>
                <a:gd name="T23" fmla="*/ 96 h 279"/>
                <a:gd name="T24" fmla="*/ 17 w 190"/>
                <a:gd name="T25" fmla="*/ 111 h 279"/>
                <a:gd name="T26" fmla="*/ 24 w 190"/>
                <a:gd name="T27" fmla="*/ 125 h 279"/>
                <a:gd name="T28" fmla="*/ 29 w 190"/>
                <a:gd name="T29" fmla="*/ 149 h 279"/>
                <a:gd name="T30" fmla="*/ 29 w 190"/>
                <a:gd name="T31" fmla="*/ 154 h 279"/>
                <a:gd name="T32" fmla="*/ 25 w 190"/>
                <a:gd name="T33" fmla="*/ 188 h 279"/>
                <a:gd name="T34" fmla="*/ 29 w 190"/>
                <a:gd name="T35" fmla="*/ 216 h 279"/>
                <a:gd name="T36" fmla="*/ 37 w 190"/>
                <a:gd name="T37" fmla="*/ 238 h 279"/>
                <a:gd name="T38" fmla="*/ 46 w 190"/>
                <a:gd name="T39" fmla="*/ 253 h 279"/>
                <a:gd name="T40" fmla="*/ 66 w 190"/>
                <a:gd name="T41" fmla="*/ 274 h 279"/>
                <a:gd name="T42" fmla="*/ 77 w 190"/>
                <a:gd name="T43" fmla="*/ 279 h 279"/>
                <a:gd name="T44" fmla="*/ 73 w 190"/>
                <a:gd name="T45" fmla="*/ 236 h 279"/>
                <a:gd name="T46" fmla="*/ 77 w 190"/>
                <a:gd name="T47" fmla="*/ 207 h 279"/>
                <a:gd name="T48" fmla="*/ 85 w 190"/>
                <a:gd name="T49" fmla="*/ 192 h 279"/>
                <a:gd name="T50" fmla="*/ 94 w 190"/>
                <a:gd name="T51" fmla="*/ 183 h 279"/>
                <a:gd name="T52" fmla="*/ 97 w 190"/>
                <a:gd name="T53" fmla="*/ 187 h 279"/>
                <a:gd name="T54" fmla="*/ 107 w 190"/>
                <a:gd name="T55" fmla="*/ 199 h 279"/>
                <a:gd name="T56" fmla="*/ 113 w 190"/>
                <a:gd name="T57" fmla="*/ 221 h 279"/>
                <a:gd name="T58" fmla="*/ 114 w 190"/>
                <a:gd name="T59" fmla="*/ 255 h 279"/>
                <a:gd name="T60" fmla="*/ 111 w 190"/>
                <a:gd name="T61" fmla="*/ 279 h 279"/>
                <a:gd name="T62" fmla="*/ 131 w 190"/>
                <a:gd name="T63" fmla="*/ 265 h 279"/>
                <a:gd name="T64" fmla="*/ 147 w 190"/>
                <a:gd name="T65" fmla="*/ 246 h 279"/>
                <a:gd name="T66" fmla="*/ 155 w 190"/>
                <a:gd name="T67" fmla="*/ 228 h 279"/>
                <a:gd name="T68" fmla="*/ 161 w 190"/>
                <a:gd name="T69" fmla="*/ 202 h 279"/>
                <a:gd name="T70" fmla="*/ 162 w 190"/>
                <a:gd name="T71" fmla="*/ 171 h 279"/>
                <a:gd name="T72" fmla="*/ 159 w 190"/>
                <a:gd name="T73" fmla="*/ 154 h 279"/>
                <a:gd name="T74" fmla="*/ 161 w 190"/>
                <a:gd name="T75" fmla="*/ 139 h 279"/>
                <a:gd name="T76" fmla="*/ 167 w 190"/>
                <a:gd name="T77" fmla="*/ 118 h 279"/>
                <a:gd name="T78" fmla="*/ 171 w 190"/>
                <a:gd name="T79" fmla="*/ 111 h 279"/>
                <a:gd name="T80" fmla="*/ 185 w 190"/>
                <a:gd name="T81" fmla="*/ 77 h 279"/>
                <a:gd name="T82" fmla="*/ 190 w 190"/>
                <a:gd name="T83" fmla="*/ 48 h 279"/>
                <a:gd name="T84" fmla="*/ 186 w 190"/>
                <a:gd name="T85" fmla="*/ 27 h 279"/>
                <a:gd name="T86" fmla="*/ 174 w 190"/>
                <a:gd name="T87" fmla="*/ 12 h 279"/>
                <a:gd name="T88" fmla="*/ 154 w 190"/>
                <a:gd name="T89" fmla="*/ 2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0" h="279">
                  <a:moveTo>
                    <a:pt x="138" y="0"/>
                  </a:moveTo>
                  <a:lnTo>
                    <a:pt x="138" y="0"/>
                  </a:lnTo>
                  <a:lnTo>
                    <a:pt x="125" y="0"/>
                  </a:lnTo>
                  <a:lnTo>
                    <a:pt x="111" y="2"/>
                  </a:lnTo>
                  <a:lnTo>
                    <a:pt x="104" y="5"/>
                  </a:lnTo>
                  <a:lnTo>
                    <a:pt x="99" y="7"/>
                  </a:lnTo>
                  <a:lnTo>
                    <a:pt x="94" y="10"/>
                  </a:lnTo>
                  <a:lnTo>
                    <a:pt x="89" y="7"/>
                  </a:lnTo>
                  <a:lnTo>
                    <a:pt x="89" y="7"/>
                  </a:lnTo>
                  <a:lnTo>
                    <a:pt x="83" y="5"/>
                  </a:lnTo>
                  <a:lnTo>
                    <a:pt x="77" y="2"/>
                  </a:lnTo>
                  <a:lnTo>
                    <a:pt x="65" y="0"/>
                  </a:lnTo>
                  <a:lnTo>
                    <a:pt x="49" y="0"/>
                  </a:lnTo>
                  <a:lnTo>
                    <a:pt x="49" y="0"/>
                  </a:lnTo>
                  <a:lnTo>
                    <a:pt x="34" y="2"/>
                  </a:lnTo>
                  <a:lnTo>
                    <a:pt x="22" y="5"/>
                  </a:lnTo>
                  <a:lnTo>
                    <a:pt x="13" y="12"/>
                  </a:lnTo>
                  <a:lnTo>
                    <a:pt x="6" y="19"/>
                  </a:lnTo>
                  <a:lnTo>
                    <a:pt x="3" y="27"/>
                  </a:lnTo>
                  <a:lnTo>
                    <a:pt x="0" y="37"/>
                  </a:lnTo>
                  <a:lnTo>
                    <a:pt x="0" y="48"/>
                  </a:lnTo>
                  <a:lnTo>
                    <a:pt x="0" y="58"/>
                  </a:lnTo>
                  <a:lnTo>
                    <a:pt x="3" y="77"/>
                  </a:lnTo>
                  <a:lnTo>
                    <a:pt x="10" y="96"/>
                  </a:lnTo>
                  <a:lnTo>
                    <a:pt x="17" y="111"/>
                  </a:lnTo>
                  <a:lnTo>
                    <a:pt x="17" y="111"/>
                  </a:lnTo>
                  <a:lnTo>
                    <a:pt x="20" y="118"/>
                  </a:lnTo>
                  <a:lnTo>
                    <a:pt x="24" y="125"/>
                  </a:lnTo>
                  <a:lnTo>
                    <a:pt x="27" y="139"/>
                  </a:lnTo>
                  <a:lnTo>
                    <a:pt x="29" y="149"/>
                  </a:lnTo>
                  <a:lnTo>
                    <a:pt x="29" y="154"/>
                  </a:lnTo>
                  <a:lnTo>
                    <a:pt x="29" y="154"/>
                  </a:lnTo>
                  <a:lnTo>
                    <a:pt x="27" y="171"/>
                  </a:lnTo>
                  <a:lnTo>
                    <a:pt x="25" y="188"/>
                  </a:lnTo>
                  <a:lnTo>
                    <a:pt x="27" y="202"/>
                  </a:lnTo>
                  <a:lnTo>
                    <a:pt x="29" y="216"/>
                  </a:lnTo>
                  <a:lnTo>
                    <a:pt x="32" y="228"/>
                  </a:lnTo>
                  <a:lnTo>
                    <a:pt x="37" y="238"/>
                  </a:lnTo>
                  <a:lnTo>
                    <a:pt x="41" y="246"/>
                  </a:lnTo>
                  <a:lnTo>
                    <a:pt x="46" y="253"/>
                  </a:lnTo>
                  <a:lnTo>
                    <a:pt x="58" y="265"/>
                  </a:lnTo>
                  <a:lnTo>
                    <a:pt x="66" y="274"/>
                  </a:lnTo>
                  <a:lnTo>
                    <a:pt x="77" y="279"/>
                  </a:lnTo>
                  <a:lnTo>
                    <a:pt x="77" y="279"/>
                  </a:lnTo>
                  <a:lnTo>
                    <a:pt x="73" y="255"/>
                  </a:lnTo>
                  <a:lnTo>
                    <a:pt x="73" y="236"/>
                  </a:lnTo>
                  <a:lnTo>
                    <a:pt x="75" y="221"/>
                  </a:lnTo>
                  <a:lnTo>
                    <a:pt x="77" y="207"/>
                  </a:lnTo>
                  <a:lnTo>
                    <a:pt x="82" y="199"/>
                  </a:lnTo>
                  <a:lnTo>
                    <a:pt x="85" y="192"/>
                  </a:lnTo>
                  <a:lnTo>
                    <a:pt x="90" y="187"/>
                  </a:lnTo>
                  <a:lnTo>
                    <a:pt x="94" y="183"/>
                  </a:lnTo>
                  <a:lnTo>
                    <a:pt x="94" y="183"/>
                  </a:lnTo>
                  <a:lnTo>
                    <a:pt x="97" y="187"/>
                  </a:lnTo>
                  <a:lnTo>
                    <a:pt x="102" y="192"/>
                  </a:lnTo>
                  <a:lnTo>
                    <a:pt x="107" y="199"/>
                  </a:lnTo>
                  <a:lnTo>
                    <a:pt x="111" y="207"/>
                  </a:lnTo>
                  <a:lnTo>
                    <a:pt x="113" y="221"/>
                  </a:lnTo>
                  <a:lnTo>
                    <a:pt x="114" y="236"/>
                  </a:lnTo>
                  <a:lnTo>
                    <a:pt x="114" y="255"/>
                  </a:lnTo>
                  <a:lnTo>
                    <a:pt x="111" y="279"/>
                  </a:lnTo>
                  <a:lnTo>
                    <a:pt x="111" y="279"/>
                  </a:lnTo>
                  <a:lnTo>
                    <a:pt x="121" y="274"/>
                  </a:lnTo>
                  <a:lnTo>
                    <a:pt x="131" y="265"/>
                  </a:lnTo>
                  <a:lnTo>
                    <a:pt x="142" y="253"/>
                  </a:lnTo>
                  <a:lnTo>
                    <a:pt x="147" y="246"/>
                  </a:lnTo>
                  <a:lnTo>
                    <a:pt x="152" y="238"/>
                  </a:lnTo>
                  <a:lnTo>
                    <a:pt x="155" y="228"/>
                  </a:lnTo>
                  <a:lnTo>
                    <a:pt x="159" y="216"/>
                  </a:lnTo>
                  <a:lnTo>
                    <a:pt x="161" y="202"/>
                  </a:lnTo>
                  <a:lnTo>
                    <a:pt x="162" y="188"/>
                  </a:lnTo>
                  <a:lnTo>
                    <a:pt x="162" y="171"/>
                  </a:lnTo>
                  <a:lnTo>
                    <a:pt x="159" y="154"/>
                  </a:lnTo>
                  <a:lnTo>
                    <a:pt x="159" y="154"/>
                  </a:lnTo>
                  <a:lnTo>
                    <a:pt x="159" y="149"/>
                  </a:lnTo>
                  <a:lnTo>
                    <a:pt x="161" y="139"/>
                  </a:lnTo>
                  <a:lnTo>
                    <a:pt x="164" y="125"/>
                  </a:lnTo>
                  <a:lnTo>
                    <a:pt x="167" y="118"/>
                  </a:lnTo>
                  <a:lnTo>
                    <a:pt x="171" y="111"/>
                  </a:lnTo>
                  <a:lnTo>
                    <a:pt x="171" y="111"/>
                  </a:lnTo>
                  <a:lnTo>
                    <a:pt x="179" y="96"/>
                  </a:lnTo>
                  <a:lnTo>
                    <a:pt x="185" y="77"/>
                  </a:lnTo>
                  <a:lnTo>
                    <a:pt x="188" y="58"/>
                  </a:lnTo>
                  <a:lnTo>
                    <a:pt x="190" y="48"/>
                  </a:lnTo>
                  <a:lnTo>
                    <a:pt x="188" y="37"/>
                  </a:lnTo>
                  <a:lnTo>
                    <a:pt x="186" y="27"/>
                  </a:lnTo>
                  <a:lnTo>
                    <a:pt x="181" y="19"/>
                  </a:lnTo>
                  <a:lnTo>
                    <a:pt x="174" y="12"/>
                  </a:lnTo>
                  <a:lnTo>
                    <a:pt x="166" y="5"/>
                  </a:lnTo>
                  <a:lnTo>
                    <a:pt x="154" y="2"/>
                  </a:lnTo>
                  <a:lnTo>
                    <a:pt x="138" y="0"/>
                  </a:lnTo>
                </a:path>
              </a:pathLst>
            </a:custGeom>
            <a:noFill/>
            <a:ln>
              <a:noFill/>
            </a:ln>
          </p:spPr>
          <p:txBody>
            <a:bodyPr vert="horz" wrap="square" lIns="91440" tIns="45720" rIns="91440" bIns="45720" numCol="1" anchor="t" anchorCtr="0" compatLnSpc="1"/>
            <a:lstStyle/>
            <a:p>
              <a:endParaRPr lang="en-US"/>
            </a:p>
          </p:txBody>
        </p:sp>
        <p:sp>
          <p:nvSpPr>
            <p:cNvPr id="76" name="Freeform 176"/>
            <p:cNvSpPr/>
            <p:nvPr/>
          </p:nvSpPr>
          <p:spPr bwMode="auto">
            <a:xfrm>
              <a:off x="7626351" y="2794000"/>
              <a:ext cx="76200" cy="58738"/>
            </a:xfrm>
            <a:custGeom>
              <a:avLst/>
              <a:gdLst>
                <a:gd name="T0" fmla="*/ 15 w 96"/>
                <a:gd name="T1" fmla="*/ 0 h 73"/>
                <a:gd name="T2" fmla="*/ 0 w 96"/>
                <a:gd name="T3" fmla="*/ 25 h 73"/>
                <a:gd name="T4" fmla="*/ 81 w 96"/>
                <a:gd name="T5" fmla="*/ 73 h 73"/>
                <a:gd name="T6" fmla="*/ 96 w 96"/>
                <a:gd name="T7" fmla="*/ 49 h 73"/>
                <a:gd name="T8" fmla="*/ 15 w 96"/>
                <a:gd name="T9" fmla="*/ 0 h 73"/>
              </a:gdLst>
              <a:ahLst/>
              <a:cxnLst>
                <a:cxn ang="0">
                  <a:pos x="T0" y="T1"/>
                </a:cxn>
                <a:cxn ang="0">
                  <a:pos x="T2" y="T3"/>
                </a:cxn>
                <a:cxn ang="0">
                  <a:pos x="T4" y="T5"/>
                </a:cxn>
                <a:cxn ang="0">
                  <a:pos x="T6" y="T7"/>
                </a:cxn>
                <a:cxn ang="0">
                  <a:pos x="T8" y="T9"/>
                </a:cxn>
              </a:cxnLst>
              <a:rect l="0" t="0" r="r" b="b"/>
              <a:pathLst>
                <a:path w="96" h="73">
                  <a:moveTo>
                    <a:pt x="15" y="0"/>
                  </a:moveTo>
                  <a:lnTo>
                    <a:pt x="0" y="25"/>
                  </a:lnTo>
                  <a:lnTo>
                    <a:pt x="81" y="73"/>
                  </a:lnTo>
                  <a:lnTo>
                    <a:pt x="96" y="49"/>
                  </a:lnTo>
                  <a:lnTo>
                    <a:pt x="15" y="0"/>
                  </a:lnTo>
                  <a:close/>
                </a:path>
              </a:pathLst>
            </a:custGeom>
            <a:solidFill>
              <a:srgbClr val="707B8C"/>
            </a:solidFill>
            <a:ln>
              <a:noFill/>
            </a:ln>
          </p:spPr>
          <p:txBody>
            <a:bodyPr vert="horz" wrap="square" lIns="91440" tIns="45720" rIns="91440" bIns="45720" numCol="1" anchor="t" anchorCtr="0" compatLnSpc="1"/>
            <a:lstStyle/>
            <a:p>
              <a:endParaRPr lang="en-US"/>
            </a:p>
          </p:txBody>
        </p:sp>
        <p:sp>
          <p:nvSpPr>
            <p:cNvPr id="77" name="Freeform 177"/>
            <p:cNvSpPr/>
            <p:nvPr/>
          </p:nvSpPr>
          <p:spPr bwMode="auto">
            <a:xfrm>
              <a:off x="7429501" y="2693988"/>
              <a:ext cx="107950" cy="150813"/>
            </a:xfrm>
            <a:custGeom>
              <a:avLst/>
              <a:gdLst>
                <a:gd name="T0" fmla="*/ 66 w 138"/>
                <a:gd name="T1" fmla="*/ 0 h 190"/>
                <a:gd name="T2" fmla="*/ 66 w 138"/>
                <a:gd name="T3" fmla="*/ 0 h 190"/>
                <a:gd name="T4" fmla="*/ 59 w 138"/>
                <a:gd name="T5" fmla="*/ 0 h 190"/>
                <a:gd name="T6" fmla="*/ 45 w 138"/>
                <a:gd name="T7" fmla="*/ 0 h 190"/>
                <a:gd name="T8" fmla="*/ 28 w 138"/>
                <a:gd name="T9" fmla="*/ 3 h 190"/>
                <a:gd name="T10" fmla="*/ 18 w 138"/>
                <a:gd name="T11" fmla="*/ 5 h 190"/>
                <a:gd name="T12" fmla="*/ 11 w 138"/>
                <a:gd name="T13" fmla="*/ 10 h 190"/>
                <a:gd name="T14" fmla="*/ 11 w 138"/>
                <a:gd name="T15" fmla="*/ 10 h 190"/>
                <a:gd name="T16" fmla="*/ 6 w 138"/>
                <a:gd name="T17" fmla="*/ 20 h 190"/>
                <a:gd name="T18" fmla="*/ 4 w 138"/>
                <a:gd name="T19" fmla="*/ 32 h 190"/>
                <a:gd name="T20" fmla="*/ 2 w 138"/>
                <a:gd name="T21" fmla="*/ 44 h 190"/>
                <a:gd name="T22" fmla="*/ 0 w 138"/>
                <a:gd name="T23" fmla="*/ 56 h 190"/>
                <a:gd name="T24" fmla="*/ 2 w 138"/>
                <a:gd name="T25" fmla="*/ 80 h 190"/>
                <a:gd name="T26" fmla="*/ 7 w 138"/>
                <a:gd name="T27" fmla="*/ 102 h 190"/>
                <a:gd name="T28" fmla="*/ 16 w 138"/>
                <a:gd name="T29" fmla="*/ 123 h 190"/>
                <a:gd name="T30" fmla="*/ 23 w 138"/>
                <a:gd name="T31" fmla="*/ 133 h 190"/>
                <a:gd name="T32" fmla="*/ 30 w 138"/>
                <a:gd name="T33" fmla="*/ 144 h 190"/>
                <a:gd name="T34" fmla="*/ 36 w 138"/>
                <a:gd name="T35" fmla="*/ 152 h 190"/>
                <a:gd name="T36" fmla="*/ 45 w 138"/>
                <a:gd name="T37" fmla="*/ 161 h 190"/>
                <a:gd name="T38" fmla="*/ 55 w 138"/>
                <a:gd name="T39" fmla="*/ 169 h 190"/>
                <a:gd name="T40" fmla="*/ 66 w 138"/>
                <a:gd name="T41" fmla="*/ 176 h 190"/>
                <a:gd name="T42" fmla="*/ 66 w 138"/>
                <a:gd name="T43" fmla="*/ 176 h 190"/>
                <a:gd name="T44" fmla="*/ 81 w 138"/>
                <a:gd name="T45" fmla="*/ 185 h 190"/>
                <a:gd name="T46" fmla="*/ 98 w 138"/>
                <a:gd name="T47" fmla="*/ 190 h 190"/>
                <a:gd name="T48" fmla="*/ 98 w 138"/>
                <a:gd name="T49" fmla="*/ 190 h 190"/>
                <a:gd name="T50" fmla="*/ 103 w 138"/>
                <a:gd name="T51" fmla="*/ 174 h 190"/>
                <a:gd name="T52" fmla="*/ 107 w 138"/>
                <a:gd name="T53" fmla="*/ 166 h 190"/>
                <a:gd name="T54" fmla="*/ 112 w 138"/>
                <a:gd name="T55" fmla="*/ 159 h 190"/>
                <a:gd name="T56" fmla="*/ 112 w 138"/>
                <a:gd name="T57" fmla="*/ 159 h 190"/>
                <a:gd name="T58" fmla="*/ 115 w 138"/>
                <a:gd name="T59" fmla="*/ 152 h 190"/>
                <a:gd name="T60" fmla="*/ 122 w 138"/>
                <a:gd name="T61" fmla="*/ 135 h 190"/>
                <a:gd name="T62" fmla="*/ 131 w 138"/>
                <a:gd name="T63" fmla="*/ 111 h 190"/>
                <a:gd name="T64" fmla="*/ 134 w 138"/>
                <a:gd name="T65" fmla="*/ 96 h 190"/>
                <a:gd name="T66" fmla="*/ 136 w 138"/>
                <a:gd name="T67" fmla="*/ 82 h 190"/>
                <a:gd name="T68" fmla="*/ 138 w 138"/>
                <a:gd name="T69" fmla="*/ 66 h 190"/>
                <a:gd name="T70" fmla="*/ 136 w 138"/>
                <a:gd name="T71" fmla="*/ 53 h 190"/>
                <a:gd name="T72" fmla="*/ 132 w 138"/>
                <a:gd name="T73" fmla="*/ 39 h 190"/>
                <a:gd name="T74" fmla="*/ 126 w 138"/>
                <a:gd name="T75" fmla="*/ 27 h 190"/>
                <a:gd name="T76" fmla="*/ 117 w 138"/>
                <a:gd name="T77" fmla="*/ 17 h 190"/>
                <a:gd name="T78" fmla="*/ 110 w 138"/>
                <a:gd name="T79" fmla="*/ 12 h 190"/>
                <a:gd name="T80" fmla="*/ 103 w 138"/>
                <a:gd name="T81" fmla="*/ 8 h 190"/>
                <a:gd name="T82" fmla="*/ 96 w 138"/>
                <a:gd name="T83" fmla="*/ 5 h 190"/>
                <a:gd name="T84" fmla="*/ 86 w 138"/>
                <a:gd name="T85" fmla="*/ 1 h 190"/>
                <a:gd name="T86" fmla="*/ 66 w 138"/>
                <a:gd name="T87"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8" h="190">
                  <a:moveTo>
                    <a:pt x="66" y="0"/>
                  </a:moveTo>
                  <a:lnTo>
                    <a:pt x="66" y="0"/>
                  </a:lnTo>
                  <a:lnTo>
                    <a:pt x="59" y="0"/>
                  </a:lnTo>
                  <a:lnTo>
                    <a:pt x="45" y="0"/>
                  </a:lnTo>
                  <a:lnTo>
                    <a:pt x="28" y="3"/>
                  </a:lnTo>
                  <a:lnTo>
                    <a:pt x="18" y="5"/>
                  </a:lnTo>
                  <a:lnTo>
                    <a:pt x="11" y="10"/>
                  </a:lnTo>
                  <a:lnTo>
                    <a:pt x="11" y="10"/>
                  </a:lnTo>
                  <a:lnTo>
                    <a:pt x="6" y="20"/>
                  </a:lnTo>
                  <a:lnTo>
                    <a:pt x="4" y="32"/>
                  </a:lnTo>
                  <a:lnTo>
                    <a:pt x="2" y="44"/>
                  </a:lnTo>
                  <a:lnTo>
                    <a:pt x="0" y="56"/>
                  </a:lnTo>
                  <a:lnTo>
                    <a:pt x="2" y="80"/>
                  </a:lnTo>
                  <a:lnTo>
                    <a:pt x="7" y="102"/>
                  </a:lnTo>
                  <a:lnTo>
                    <a:pt x="16" y="123"/>
                  </a:lnTo>
                  <a:lnTo>
                    <a:pt x="23" y="133"/>
                  </a:lnTo>
                  <a:lnTo>
                    <a:pt x="30" y="144"/>
                  </a:lnTo>
                  <a:lnTo>
                    <a:pt x="36" y="152"/>
                  </a:lnTo>
                  <a:lnTo>
                    <a:pt x="45" y="161"/>
                  </a:lnTo>
                  <a:lnTo>
                    <a:pt x="55" y="169"/>
                  </a:lnTo>
                  <a:lnTo>
                    <a:pt x="66" y="176"/>
                  </a:lnTo>
                  <a:lnTo>
                    <a:pt x="66" y="176"/>
                  </a:lnTo>
                  <a:lnTo>
                    <a:pt x="81" y="185"/>
                  </a:lnTo>
                  <a:lnTo>
                    <a:pt x="98" y="190"/>
                  </a:lnTo>
                  <a:lnTo>
                    <a:pt x="98" y="190"/>
                  </a:lnTo>
                  <a:lnTo>
                    <a:pt x="103" y="174"/>
                  </a:lnTo>
                  <a:lnTo>
                    <a:pt x="107" y="166"/>
                  </a:lnTo>
                  <a:lnTo>
                    <a:pt x="112" y="159"/>
                  </a:lnTo>
                  <a:lnTo>
                    <a:pt x="112" y="159"/>
                  </a:lnTo>
                  <a:lnTo>
                    <a:pt x="115" y="152"/>
                  </a:lnTo>
                  <a:lnTo>
                    <a:pt x="122" y="135"/>
                  </a:lnTo>
                  <a:lnTo>
                    <a:pt x="131" y="111"/>
                  </a:lnTo>
                  <a:lnTo>
                    <a:pt x="134" y="96"/>
                  </a:lnTo>
                  <a:lnTo>
                    <a:pt x="136" y="82"/>
                  </a:lnTo>
                  <a:lnTo>
                    <a:pt x="138" y="66"/>
                  </a:lnTo>
                  <a:lnTo>
                    <a:pt x="136" y="53"/>
                  </a:lnTo>
                  <a:lnTo>
                    <a:pt x="132" y="39"/>
                  </a:lnTo>
                  <a:lnTo>
                    <a:pt x="126" y="27"/>
                  </a:lnTo>
                  <a:lnTo>
                    <a:pt x="117" y="17"/>
                  </a:lnTo>
                  <a:lnTo>
                    <a:pt x="110" y="12"/>
                  </a:lnTo>
                  <a:lnTo>
                    <a:pt x="103" y="8"/>
                  </a:lnTo>
                  <a:lnTo>
                    <a:pt x="96" y="5"/>
                  </a:lnTo>
                  <a:lnTo>
                    <a:pt x="86" y="1"/>
                  </a:lnTo>
                  <a:lnTo>
                    <a:pt x="66"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78" name="Freeform 178"/>
            <p:cNvSpPr/>
            <p:nvPr/>
          </p:nvSpPr>
          <p:spPr bwMode="auto">
            <a:xfrm>
              <a:off x="7429501" y="2693988"/>
              <a:ext cx="107950" cy="150813"/>
            </a:xfrm>
            <a:custGeom>
              <a:avLst/>
              <a:gdLst>
                <a:gd name="T0" fmla="*/ 66 w 138"/>
                <a:gd name="T1" fmla="*/ 0 h 190"/>
                <a:gd name="T2" fmla="*/ 66 w 138"/>
                <a:gd name="T3" fmla="*/ 0 h 190"/>
                <a:gd name="T4" fmla="*/ 59 w 138"/>
                <a:gd name="T5" fmla="*/ 0 h 190"/>
                <a:gd name="T6" fmla="*/ 45 w 138"/>
                <a:gd name="T7" fmla="*/ 0 h 190"/>
                <a:gd name="T8" fmla="*/ 28 w 138"/>
                <a:gd name="T9" fmla="*/ 3 h 190"/>
                <a:gd name="T10" fmla="*/ 18 w 138"/>
                <a:gd name="T11" fmla="*/ 5 h 190"/>
                <a:gd name="T12" fmla="*/ 11 w 138"/>
                <a:gd name="T13" fmla="*/ 10 h 190"/>
                <a:gd name="T14" fmla="*/ 11 w 138"/>
                <a:gd name="T15" fmla="*/ 10 h 190"/>
                <a:gd name="T16" fmla="*/ 6 w 138"/>
                <a:gd name="T17" fmla="*/ 20 h 190"/>
                <a:gd name="T18" fmla="*/ 4 w 138"/>
                <a:gd name="T19" fmla="*/ 32 h 190"/>
                <a:gd name="T20" fmla="*/ 2 w 138"/>
                <a:gd name="T21" fmla="*/ 44 h 190"/>
                <a:gd name="T22" fmla="*/ 0 w 138"/>
                <a:gd name="T23" fmla="*/ 56 h 190"/>
                <a:gd name="T24" fmla="*/ 2 w 138"/>
                <a:gd name="T25" fmla="*/ 80 h 190"/>
                <a:gd name="T26" fmla="*/ 7 w 138"/>
                <a:gd name="T27" fmla="*/ 102 h 190"/>
                <a:gd name="T28" fmla="*/ 16 w 138"/>
                <a:gd name="T29" fmla="*/ 123 h 190"/>
                <a:gd name="T30" fmla="*/ 23 w 138"/>
                <a:gd name="T31" fmla="*/ 133 h 190"/>
                <a:gd name="T32" fmla="*/ 30 w 138"/>
                <a:gd name="T33" fmla="*/ 144 h 190"/>
                <a:gd name="T34" fmla="*/ 36 w 138"/>
                <a:gd name="T35" fmla="*/ 152 h 190"/>
                <a:gd name="T36" fmla="*/ 45 w 138"/>
                <a:gd name="T37" fmla="*/ 161 h 190"/>
                <a:gd name="T38" fmla="*/ 55 w 138"/>
                <a:gd name="T39" fmla="*/ 169 h 190"/>
                <a:gd name="T40" fmla="*/ 66 w 138"/>
                <a:gd name="T41" fmla="*/ 176 h 190"/>
                <a:gd name="T42" fmla="*/ 66 w 138"/>
                <a:gd name="T43" fmla="*/ 176 h 190"/>
                <a:gd name="T44" fmla="*/ 81 w 138"/>
                <a:gd name="T45" fmla="*/ 185 h 190"/>
                <a:gd name="T46" fmla="*/ 98 w 138"/>
                <a:gd name="T47" fmla="*/ 190 h 190"/>
                <a:gd name="T48" fmla="*/ 98 w 138"/>
                <a:gd name="T49" fmla="*/ 190 h 190"/>
                <a:gd name="T50" fmla="*/ 103 w 138"/>
                <a:gd name="T51" fmla="*/ 174 h 190"/>
                <a:gd name="T52" fmla="*/ 107 w 138"/>
                <a:gd name="T53" fmla="*/ 166 h 190"/>
                <a:gd name="T54" fmla="*/ 112 w 138"/>
                <a:gd name="T55" fmla="*/ 159 h 190"/>
                <a:gd name="T56" fmla="*/ 112 w 138"/>
                <a:gd name="T57" fmla="*/ 159 h 190"/>
                <a:gd name="T58" fmla="*/ 115 w 138"/>
                <a:gd name="T59" fmla="*/ 152 h 190"/>
                <a:gd name="T60" fmla="*/ 122 w 138"/>
                <a:gd name="T61" fmla="*/ 135 h 190"/>
                <a:gd name="T62" fmla="*/ 131 w 138"/>
                <a:gd name="T63" fmla="*/ 111 h 190"/>
                <a:gd name="T64" fmla="*/ 134 w 138"/>
                <a:gd name="T65" fmla="*/ 96 h 190"/>
                <a:gd name="T66" fmla="*/ 136 w 138"/>
                <a:gd name="T67" fmla="*/ 82 h 190"/>
                <a:gd name="T68" fmla="*/ 138 w 138"/>
                <a:gd name="T69" fmla="*/ 66 h 190"/>
                <a:gd name="T70" fmla="*/ 136 w 138"/>
                <a:gd name="T71" fmla="*/ 53 h 190"/>
                <a:gd name="T72" fmla="*/ 132 w 138"/>
                <a:gd name="T73" fmla="*/ 39 h 190"/>
                <a:gd name="T74" fmla="*/ 126 w 138"/>
                <a:gd name="T75" fmla="*/ 27 h 190"/>
                <a:gd name="T76" fmla="*/ 117 w 138"/>
                <a:gd name="T77" fmla="*/ 17 h 190"/>
                <a:gd name="T78" fmla="*/ 110 w 138"/>
                <a:gd name="T79" fmla="*/ 12 h 190"/>
                <a:gd name="T80" fmla="*/ 103 w 138"/>
                <a:gd name="T81" fmla="*/ 8 h 190"/>
                <a:gd name="T82" fmla="*/ 96 w 138"/>
                <a:gd name="T83" fmla="*/ 5 h 190"/>
                <a:gd name="T84" fmla="*/ 86 w 138"/>
                <a:gd name="T85" fmla="*/ 1 h 190"/>
                <a:gd name="T86" fmla="*/ 66 w 138"/>
                <a:gd name="T87"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8" h="190">
                  <a:moveTo>
                    <a:pt x="66" y="0"/>
                  </a:moveTo>
                  <a:lnTo>
                    <a:pt x="66" y="0"/>
                  </a:lnTo>
                  <a:lnTo>
                    <a:pt x="59" y="0"/>
                  </a:lnTo>
                  <a:lnTo>
                    <a:pt x="45" y="0"/>
                  </a:lnTo>
                  <a:lnTo>
                    <a:pt x="28" y="3"/>
                  </a:lnTo>
                  <a:lnTo>
                    <a:pt x="18" y="5"/>
                  </a:lnTo>
                  <a:lnTo>
                    <a:pt x="11" y="10"/>
                  </a:lnTo>
                  <a:lnTo>
                    <a:pt x="11" y="10"/>
                  </a:lnTo>
                  <a:lnTo>
                    <a:pt x="6" y="20"/>
                  </a:lnTo>
                  <a:lnTo>
                    <a:pt x="4" y="32"/>
                  </a:lnTo>
                  <a:lnTo>
                    <a:pt x="2" y="44"/>
                  </a:lnTo>
                  <a:lnTo>
                    <a:pt x="0" y="56"/>
                  </a:lnTo>
                  <a:lnTo>
                    <a:pt x="2" y="80"/>
                  </a:lnTo>
                  <a:lnTo>
                    <a:pt x="7" y="102"/>
                  </a:lnTo>
                  <a:lnTo>
                    <a:pt x="16" y="123"/>
                  </a:lnTo>
                  <a:lnTo>
                    <a:pt x="23" y="133"/>
                  </a:lnTo>
                  <a:lnTo>
                    <a:pt x="30" y="144"/>
                  </a:lnTo>
                  <a:lnTo>
                    <a:pt x="36" y="152"/>
                  </a:lnTo>
                  <a:lnTo>
                    <a:pt x="45" y="161"/>
                  </a:lnTo>
                  <a:lnTo>
                    <a:pt x="55" y="169"/>
                  </a:lnTo>
                  <a:lnTo>
                    <a:pt x="66" y="176"/>
                  </a:lnTo>
                  <a:lnTo>
                    <a:pt x="66" y="176"/>
                  </a:lnTo>
                  <a:lnTo>
                    <a:pt x="81" y="185"/>
                  </a:lnTo>
                  <a:lnTo>
                    <a:pt x="98" y="190"/>
                  </a:lnTo>
                  <a:lnTo>
                    <a:pt x="98" y="190"/>
                  </a:lnTo>
                  <a:lnTo>
                    <a:pt x="103" y="174"/>
                  </a:lnTo>
                  <a:lnTo>
                    <a:pt x="107" y="166"/>
                  </a:lnTo>
                  <a:lnTo>
                    <a:pt x="112" y="159"/>
                  </a:lnTo>
                  <a:lnTo>
                    <a:pt x="112" y="159"/>
                  </a:lnTo>
                  <a:lnTo>
                    <a:pt x="115" y="152"/>
                  </a:lnTo>
                  <a:lnTo>
                    <a:pt x="122" y="135"/>
                  </a:lnTo>
                  <a:lnTo>
                    <a:pt x="131" y="111"/>
                  </a:lnTo>
                  <a:lnTo>
                    <a:pt x="134" y="96"/>
                  </a:lnTo>
                  <a:lnTo>
                    <a:pt x="136" y="82"/>
                  </a:lnTo>
                  <a:lnTo>
                    <a:pt x="138" y="66"/>
                  </a:lnTo>
                  <a:lnTo>
                    <a:pt x="136" y="53"/>
                  </a:lnTo>
                  <a:lnTo>
                    <a:pt x="132" y="39"/>
                  </a:lnTo>
                  <a:lnTo>
                    <a:pt x="126" y="27"/>
                  </a:lnTo>
                  <a:lnTo>
                    <a:pt x="117" y="17"/>
                  </a:lnTo>
                  <a:lnTo>
                    <a:pt x="110" y="12"/>
                  </a:lnTo>
                  <a:lnTo>
                    <a:pt x="103" y="8"/>
                  </a:lnTo>
                  <a:lnTo>
                    <a:pt x="96" y="5"/>
                  </a:lnTo>
                  <a:lnTo>
                    <a:pt x="86" y="1"/>
                  </a:lnTo>
                  <a:lnTo>
                    <a:pt x="66" y="0"/>
                  </a:lnTo>
                </a:path>
              </a:pathLst>
            </a:custGeom>
            <a:noFill/>
            <a:ln>
              <a:noFill/>
            </a:ln>
          </p:spPr>
          <p:txBody>
            <a:bodyPr vert="horz" wrap="square" lIns="91440" tIns="45720" rIns="91440" bIns="45720" numCol="1" anchor="t" anchorCtr="0" compatLnSpc="1"/>
            <a:lstStyle/>
            <a:p>
              <a:endParaRPr lang="en-US"/>
            </a:p>
          </p:txBody>
        </p:sp>
        <p:sp>
          <p:nvSpPr>
            <p:cNvPr id="79" name="Freeform 179"/>
            <p:cNvSpPr>
              <a:spLocks noEditPoints="1"/>
            </p:cNvSpPr>
            <p:nvPr/>
          </p:nvSpPr>
          <p:spPr bwMode="auto">
            <a:xfrm>
              <a:off x="7407276" y="2611438"/>
              <a:ext cx="260350" cy="261938"/>
            </a:xfrm>
            <a:custGeom>
              <a:avLst/>
              <a:gdLst>
                <a:gd name="T0" fmla="*/ 183 w 327"/>
                <a:gd name="T1" fmla="*/ 327 h 329"/>
                <a:gd name="T2" fmla="*/ 165 w 327"/>
                <a:gd name="T3" fmla="*/ 291 h 329"/>
                <a:gd name="T4" fmla="*/ 194 w 327"/>
                <a:gd name="T5" fmla="*/ 288 h 329"/>
                <a:gd name="T6" fmla="*/ 228 w 327"/>
                <a:gd name="T7" fmla="*/ 274 h 329"/>
                <a:gd name="T8" fmla="*/ 257 w 327"/>
                <a:gd name="T9" fmla="*/ 250 h 329"/>
                <a:gd name="T10" fmla="*/ 273 w 327"/>
                <a:gd name="T11" fmla="*/ 231 h 329"/>
                <a:gd name="T12" fmla="*/ 286 w 327"/>
                <a:gd name="T13" fmla="*/ 195 h 329"/>
                <a:gd name="T14" fmla="*/ 291 w 327"/>
                <a:gd name="T15" fmla="*/ 160 h 329"/>
                <a:gd name="T16" fmla="*/ 285 w 327"/>
                <a:gd name="T17" fmla="*/ 124 h 329"/>
                <a:gd name="T18" fmla="*/ 267 w 327"/>
                <a:gd name="T19" fmla="*/ 91 h 329"/>
                <a:gd name="T20" fmla="*/ 242 w 327"/>
                <a:gd name="T21" fmla="*/ 64 h 329"/>
                <a:gd name="T22" fmla="*/ 214 w 327"/>
                <a:gd name="T23" fmla="*/ 48 h 329"/>
                <a:gd name="T24" fmla="*/ 165 w 327"/>
                <a:gd name="T25" fmla="*/ 38 h 329"/>
                <a:gd name="T26" fmla="*/ 187 w 327"/>
                <a:gd name="T27" fmla="*/ 2 h 329"/>
                <a:gd name="T28" fmla="*/ 250 w 327"/>
                <a:gd name="T29" fmla="*/ 24 h 329"/>
                <a:gd name="T30" fmla="*/ 276 w 327"/>
                <a:gd name="T31" fmla="*/ 45 h 329"/>
                <a:gd name="T32" fmla="*/ 307 w 327"/>
                <a:gd name="T33" fmla="*/ 82 h 329"/>
                <a:gd name="T34" fmla="*/ 324 w 327"/>
                <a:gd name="T35" fmla="*/ 127 h 329"/>
                <a:gd name="T36" fmla="*/ 327 w 327"/>
                <a:gd name="T37" fmla="*/ 173 h 329"/>
                <a:gd name="T38" fmla="*/ 319 w 327"/>
                <a:gd name="T39" fmla="*/ 221 h 329"/>
                <a:gd name="T40" fmla="*/ 303 w 327"/>
                <a:gd name="T41" fmla="*/ 250 h 329"/>
                <a:gd name="T42" fmla="*/ 273 w 327"/>
                <a:gd name="T43" fmla="*/ 288 h 329"/>
                <a:gd name="T44" fmla="*/ 233 w 327"/>
                <a:gd name="T45" fmla="*/ 314 h 329"/>
                <a:gd name="T46" fmla="*/ 165 w 327"/>
                <a:gd name="T47" fmla="*/ 329 h 329"/>
                <a:gd name="T48" fmla="*/ 120 w 327"/>
                <a:gd name="T49" fmla="*/ 322 h 329"/>
                <a:gd name="T50" fmla="*/ 77 w 327"/>
                <a:gd name="T51" fmla="*/ 305 h 329"/>
                <a:gd name="T52" fmla="*/ 39 w 327"/>
                <a:gd name="T53" fmla="*/ 273 h 329"/>
                <a:gd name="T54" fmla="*/ 14 w 327"/>
                <a:gd name="T55" fmla="*/ 233 h 329"/>
                <a:gd name="T56" fmla="*/ 2 w 327"/>
                <a:gd name="T57" fmla="*/ 187 h 329"/>
                <a:gd name="T58" fmla="*/ 2 w 327"/>
                <a:gd name="T59" fmla="*/ 141 h 329"/>
                <a:gd name="T60" fmla="*/ 15 w 327"/>
                <a:gd name="T61" fmla="*/ 93 h 329"/>
                <a:gd name="T62" fmla="*/ 33 w 327"/>
                <a:gd name="T63" fmla="*/ 65 h 329"/>
                <a:gd name="T64" fmla="*/ 67 w 327"/>
                <a:gd name="T65" fmla="*/ 31 h 329"/>
                <a:gd name="T66" fmla="*/ 110 w 327"/>
                <a:gd name="T67" fmla="*/ 9 h 329"/>
                <a:gd name="T68" fmla="*/ 144 w 327"/>
                <a:gd name="T69" fmla="*/ 2 h 329"/>
                <a:gd name="T70" fmla="*/ 165 w 327"/>
                <a:gd name="T71" fmla="*/ 38 h 329"/>
                <a:gd name="T72" fmla="*/ 134 w 327"/>
                <a:gd name="T73" fmla="*/ 41 h 329"/>
                <a:gd name="T74" fmla="*/ 99 w 327"/>
                <a:gd name="T75" fmla="*/ 55 h 329"/>
                <a:gd name="T76" fmla="*/ 70 w 327"/>
                <a:gd name="T77" fmla="*/ 79 h 329"/>
                <a:gd name="T78" fmla="*/ 55 w 327"/>
                <a:gd name="T79" fmla="*/ 98 h 329"/>
                <a:gd name="T80" fmla="*/ 41 w 327"/>
                <a:gd name="T81" fmla="*/ 134 h 329"/>
                <a:gd name="T82" fmla="*/ 36 w 327"/>
                <a:gd name="T83" fmla="*/ 170 h 329"/>
                <a:gd name="T84" fmla="*/ 43 w 327"/>
                <a:gd name="T85" fmla="*/ 206 h 329"/>
                <a:gd name="T86" fmla="*/ 60 w 327"/>
                <a:gd name="T87" fmla="*/ 238 h 329"/>
                <a:gd name="T88" fmla="*/ 86 w 327"/>
                <a:gd name="T89" fmla="*/ 266 h 329"/>
                <a:gd name="T90" fmla="*/ 113 w 327"/>
                <a:gd name="T91" fmla="*/ 281 h 329"/>
                <a:gd name="T92" fmla="*/ 165 w 327"/>
                <a:gd name="T93" fmla="*/ 29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7" h="329">
                  <a:moveTo>
                    <a:pt x="202" y="324"/>
                  </a:moveTo>
                  <a:lnTo>
                    <a:pt x="202" y="324"/>
                  </a:lnTo>
                  <a:lnTo>
                    <a:pt x="183" y="327"/>
                  </a:lnTo>
                  <a:lnTo>
                    <a:pt x="165" y="329"/>
                  </a:lnTo>
                  <a:lnTo>
                    <a:pt x="165" y="291"/>
                  </a:lnTo>
                  <a:lnTo>
                    <a:pt x="165" y="291"/>
                  </a:lnTo>
                  <a:lnTo>
                    <a:pt x="178" y="291"/>
                  </a:lnTo>
                  <a:lnTo>
                    <a:pt x="194" y="288"/>
                  </a:lnTo>
                  <a:lnTo>
                    <a:pt x="194" y="288"/>
                  </a:lnTo>
                  <a:lnTo>
                    <a:pt x="206" y="285"/>
                  </a:lnTo>
                  <a:lnTo>
                    <a:pt x="218" y="279"/>
                  </a:lnTo>
                  <a:lnTo>
                    <a:pt x="228" y="274"/>
                  </a:lnTo>
                  <a:lnTo>
                    <a:pt x="238" y="267"/>
                  </a:lnTo>
                  <a:lnTo>
                    <a:pt x="249" y="261"/>
                  </a:lnTo>
                  <a:lnTo>
                    <a:pt x="257" y="250"/>
                  </a:lnTo>
                  <a:lnTo>
                    <a:pt x="266" y="242"/>
                  </a:lnTo>
                  <a:lnTo>
                    <a:pt x="273" y="231"/>
                  </a:lnTo>
                  <a:lnTo>
                    <a:pt x="273" y="231"/>
                  </a:lnTo>
                  <a:lnTo>
                    <a:pt x="278" y="219"/>
                  </a:lnTo>
                  <a:lnTo>
                    <a:pt x="283" y="207"/>
                  </a:lnTo>
                  <a:lnTo>
                    <a:pt x="286" y="195"/>
                  </a:lnTo>
                  <a:lnTo>
                    <a:pt x="290" y="183"/>
                  </a:lnTo>
                  <a:lnTo>
                    <a:pt x="291" y="171"/>
                  </a:lnTo>
                  <a:lnTo>
                    <a:pt x="291" y="160"/>
                  </a:lnTo>
                  <a:lnTo>
                    <a:pt x="290" y="148"/>
                  </a:lnTo>
                  <a:lnTo>
                    <a:pt x="288" y="136"/>
                  </a:lnTo>
                  <a:lnTo>
                    <a:pt x="285" y="124"/>
                  </a:lnTo>
                  <a:lnTo>
                    <a:pt x="279" y="112"/>
                  </a:lnTo>
                  <a:lnTo>
                    <a:pt x="274" y="101"/>
                  </a:lnTo>
                  <a:lnTo>
                    <a:pt x="267" y="91"/>
                  </a:lnTo>
                  <a:lnTo>
                    <a:pt x="259" y="81"/>
                  </a:lnTo>
                  <a:lnTo>
                    <a:pt x="250" y="72"/>
                  </a:lnTo>
                  <a:lnTo>
                    <a:pt x="242" y="64"/>
                  </a:lnTo>
                  <a:lnTo>
                    <a:pt x="230" y="57"/>
                  </a:lnTo>
                  <a:lnTo>
                    <a:pt x="230" y="57"/>
                  </a:lnTo>
                  <a:lnTo>
                    <a:pt x="214" y="48"/>
                  </a:lnTo>
                  <a:lnTo>
                    <a:pt x="199" y="43"/>
                  </a:lnTo>
                  <a:lnTo>
                    <a:pt x="182" y="38"/>
                  </a:lnTo>
                  <a:lnTo>
                    <a:pt x="165" y="38"/>
                  </a:lnTo>
                  <a:lnTo>
                    <a:pt x="165" y="0"/>
                  </a:lnTo>
                  <a:lnTo>
                    <a:pt x="165" y="0"/>
                  </a:lnTo>
                  <a:lnTo>
                    <a:pt x="187" y="2"/>
                  </a:lnTo>
                  <a:lnTo>
                    <a:pt x="207" y="7"/>
                  </a:lnTo>
                  <a:lnTo>
                    <a:pt x="230" y="14"/>
                  </a:lnTo>
                  <a:lnTo>
                    <a:pt x="250" y="24"/>
                  </a:lnTo>
                  <a:lnTo>
                    <a:pt x="250" y="24"/>
                  </a:lnTo>
                  <a:lnTo>
                    <a:pt x="264" y="34"/>
                  </a:lnTo>
                  <a:lnTo>
                    <a:pt x="276" y="45"/>
                  </a:lnTo>
                  <a:lnTo>
                    <a:pt x="288" y="57"/>
                  </a:lnTo>
                  <a:lnTo>
                    <a:pt x="298" y="69"/>
                  </a:lnTo>
                  <a:lnTo>
                    <a:pt x="307" y="82"/>
                  </a:lnTo>
                  <a:lnTo>
                    <a:pt x="314" y="96"/>
                  </a:lnTo>
                  <a:lnTo>
                    <a:pt x="319" y="112"/>
                  </a:lnTo>
                  <a:lnTo>
                    <a:pt x="324" y="127"/>
                  </a:lnTo>
                  <a:lnTo>
                    <a:pt x="326" y="142"/>
                  </a:lnTo>
                  <a:lnTo>
                    <a:pt x="327" y="158"/>
                  </a:lnTo>
                  <a:lnTo>
                    <a:pt x="327" y="173"/>
                  </a:lnTo>
                  <a:lnTo>
                    <a:pt x="326" y="189"/>
                  </a:lnTo>
                  <a:lnTo>
                    <a:pt x="322" y="206"/>
                  </a:lnTo>
                  <a:lnTo>
                    <a:pt x="319" y="221"/>
                  </a:lnTo>
                  <a:lnTo>
                    <a:pt x="312" y="237"/>
                  </a:lnTo>
                  <a:lnTo>
                    <a:pt x="303" y="250"/>
                  </a:lnTo>
                  <a:lnTo>
                    <a:pt x="303" y="250"/>
                  </a:lnTo>
                  <a:lnTo>
                    <a:pt x="295" y="264"/>
                  </a:lnTo>
                  <a:lnTo>
                    <a:pt x="285" y="276"/>
                  </a:lnTo>
                  <a:lnTo>
                    <a:pt x="273" y="288"/>
                  </a:lnTo>
                  <a:lnTo>
                    <a:pt x="261" y="298"/>
                  </a:lnTo>
                  <a:lnTo>
                    <a:pt x="247" y="307"/>
                  </a:lnTo>
                  <a:lnTo>
                    <a:pt x="233" y="314"/>
                  </a:lnTo>
                  <a:lnTo>
                    <a:pt x="218" y="321"/>
                  </a:lnTo>
                  <a:lnTo>
                    <a:pt x="202" y="324"/>
                  </a:lnTo>
                  <a:close/>
                  <a:moveTo>
                    <a:pt x="165" y="329"/>
                  </a:moveTo>
                  <a:lnTo>
                    <a:pt x="165" y="329"/>
                  </a:lnTo>
                  <a:lnTo>
                    <a:pt x="141" y="327"/>
                  </a:lnTo>
                  <a:lnTo>
                    <a:pt x="120" y="322"/>
                  </a:lnTo>
                  <a:lnTo>
                    <a:pt x="98" y="315"/>
                  </a:lnTo>
                  <a:lnTo>
                    <a:pt x="77" y="305"/>
                  </a:lnTo>
                  <a:lnTo>
                    <a:pt x="77" y="305"/>
                  </a:lnTo>
                  <a:lnTo>
                    <a:pt x="63" y="295"/>
                  </a:lnTo>
                  <a:lnTo>
                    <a:pt x="51" y="285"/>
                  </a:lnTo>
                  <a:lnTo>
                    <a:pt x="39" y="273"/>
                  </a:lnTo>
                  <a:lnTo>
                    <a:pt x="31" y="261"/>
                  </a:lnTo>
                  <a:lnTo>
                    <a:pt x="22" y="247"/>
                  </a:lnTo>
                  <a:lnTo>
                    <a:pt x="14" y="233"/>
                  </a:lnTo>
                  <a:lnTo>
                    <a:pt x="9" y="218"/>
                  </a:lnTo>
                  <a:lnTo>
                    <a:pt x="3" y="202"/>
                  </a:lnTo>
                  <a:lnTo>
                    <a:pt x="2" y="187"/>
                  </a:lnTo>
                  <a:lnTo>
                    <a:pt x="0" y="171"/>
                  </a:lnTo>
                  <a:lnTo>
                    <a:pt x="0" y="156"/>
                  </a:lnTo>
                  <a:lnTo>
                    <a:pt x="2" y="141"/>
                  </a:lnTo>
                  <a:lnTo>
                    <a:pt x="5" y="124"/>
                  </a:lnTo>
                  <a:lnTo>
                    <a:pt x="9" y="108"/>
                  </a:lnTo>
                  <a:lnTo>
                    <a:pt x="15" y="93"/>
                  </a:lnTo>
                  <a:lnTo>
                    <a:pt x="24" y="79"/>
                  </a:lnTo>
                  <a:lnTo>
                    <a:pt x="24" y="79"/>
                  </a:lnTo>
                  <a:lnTo>
                    <a:pt x="33" y="65"/>
                  </a:lnTo>
                  <a:lnTo>
                    <a:pt x="43" y="53"/>
                  </a:lnTo>
                  <a:lnTo>
                    <a:pt x="55" y="41"/>
                  </a:lnTo>
                  <a:lnTo>
                    <a:pt x="67" y="31"/>
                  </a:lnTo>
                  <a:lnTo>
                    <a:pt x="81" y="22"/>
                  </a:lnTo>
                  <a:lnTo>
                    <a:pt x="94" y="16"/>
                  </a:lnTo>
                  <a:lnTo>
                    <a:pt x="110" y="9"/>
                  </a:lnTo>
                  <a:lnTo>
                    <a:pt x="125" y="5"/>
                  </a:lnTo>
                  <a:lnTo>
                    <a:pt x="125" y="5"/>
                  </a:lnTo>
                  <a:lnTo>
                    <a:pt x="144" y="2"/>
                  </a:lnTo>
                  <a:lnTo>
                    <a:pt x="165" y="0"/>
                  </a:lnTo>
                  <a:lnTo>
                    <a:pt x="165" y="38"/>
                  </a:lnTo>
                  <a:lnTo>
                    <a:pt x="165" y="38"/>
                  </a:lnTo>
                  <a:lnTo>
                    <a:pt x="149" y="38"/>
                  </a:lnTo>
                  <a:lnTo>
                    <a:pt x="134" y="41"/>
                  </a:lnTo>
                  <a:lnTo>
                    <a:pt x="134" y="41"/>
                  </a:lnTo>
                  <a:lnTo>
                    <a:pt x="122" y="45"/>
                  </a:lnTo>
                  <a:lnTo>
                    <a:pt x="110" y="50"/>
                  </a:lnTo>
                  <a:lnTo>
                    <a:pt x="99" y="55"/>
                  </a:lnTo>
                  <a:lnTo>
                    <a:pt x="89" y="62"/>
                  </a:lnTo>
                  <a:lnTo>
                    <a:pt x="79" y="69"/>
                  </a:lnTo>
                  <a:lnTo>
                    <a:pt x="70" y="79"/>
                  </a:lnTo>
                  <a:lnTo>
                    <a:pt x="62" y="88"/>
                  </a:lnTo>
                  <a:lnTo>
                    <a:pt x="55" y="98"/>
                  </a:lnTo>
                  <a:lnTo>
                    <a:pt x="55" y="98"/>
                  </a:lnTo>
                  <a:lnTo>
                    <a:pt x="50" y="110"/>
                  </a:lnTo>
                  <a:lnTo>
                    <a:pt x="45" y="122"/>
                  </a:lnTo>
                  <a:lnTo>
                    <a:pt x="41" y="134"/>
                  </a:lnTo>
                  <a:lnTo>
                    <a:pt x="38" y="146"/>
                  </a:lnTo>
                  <a:lnTo>
                    <a:pt x="36" y="158"/>
                  </a:lnTo>
                  <a:lnTo>
                    <a:pt x="36" y="170"/>
                  </a:lnTo>
                  <a:lnTo>
                    <a:pt x="38" y="182"/>
                  </a:lnTo>
                  <a:lnTo>
                    <a:pt x="39" y="194"/>
                  </a:lnTo>
                  <a:lnTo>
                    <a:pt x="43" y="206"/>
                  </a:lnTo>
                  <a:lnTo>
                    <a:pt x="48" y="218"/>
                  </a:lnTo>
                  <a:lnTo>
                    <a:pt x="53" y="228"/>
                  </a:lnTo>
                  <a:lnTo>
                    <a:pt x="60" y="238"/>
                  </a:lnTo>
                  <a:lnTo>
                    <a:pt x="69" y="249"/>
                  </a:lnTo>
                  <a:lnTo>
                    <a:pt x="77" y="257"/>
                  </a:lnTo>
                  <a:lnTo>
                    <a:pt x="86" y="266"/>
                  </a:lnTo>
                  <a:lnTo>
                    <a:pt x="98" y="273"/>
                  </a:lnTo>
                  <a:lnTo>
                    <a:pt x="98" y="273"/>
                  </a:lnTo>
                  <a:lnTo>
                    <a:pt x="113" y="281"/>
                  </a:lnTo>
                  <a:lnTo>
                    <a:pt x="129" y="286"/>
                  </a:lnTo>
                  <a:lnTo>
                    <a:pt x="146" y="291"/>
                  </a:lnTo>
                  <a:lnTo>
                    <a:pt x="165" y="291"/>
                  </a:lnTo>
                  <a:lnTo>
                    <a:pt x="165" y="329"/>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80" name="Freeform 180"/>
            <p:cNvSpPr/>
            <p:nvPr/>
          </p:nvSpPr>
          <p:spPr bwMode="auto">
            <a:xfrm>
              <a:off x="7537451" y="2611438"/>
              <a:ext cx="130175" cy="261938"/>
            </a:xfrm>
            <a:custGeom>
              <a:avLst/>
              <a:gdLst>
                <a:gd name="T0" fmla="*/ 37 w 162"/>
                <a:gd name="T1" fmla="*/ 324 h 329"/>
                <a:gd name="T2" fmla="*/ 0 w 162"/>
                <a:gd name="T3" fmla="*/ 329 h 329"/>
                <a:gd name="T4" fmla="*/ 0 w 162"/>
                <a:gd name="T5" fmla="*/ 291 h 329"/>
                <a:gd name="T6" fmla="*/ 29 w 162"/>
                <a:gd name="T7" fmla="*/ 288 h 329"/>
                <a:gd name="T8" fmla="*/ 41 w 162"/>
                <a:gd name="T9" fmla="*/ 285 h 329"/>
                <a:gd name="T10" fmla="*/ 63 w 162"/>
                <a:gd name="T11" fmla="*/ 274 h 329"/>
                <a:gd name="T12" fmla="*/ 84 w 162"/>
                <a:gd name="T13" fmla="*/ 261 h 329"/>
                <a:gd name="T14" fmla="*/ 101 w 162"/>
                <a:gd name="T15" fmla="*/ 242 h 329"/>
                <a:gd name="T16" fmla="*/ 108 w 162"/>
                <a:gd name="T17" fmla="*/ 231 h 329"/>
                <a:gd name="T18" fmla="*/ 118 w 162"/>
                <a:gd name="T19" fmla="*/ 207 h 329"/>
                <a:gd name="T20" fmla="*/ 125 w 162"/>
                <a:gd name="T21" fmla="*/ 183 h 329"/>
                <a:gd name="T22" fmla="*/ 126 w 162"/>
                <a:gd name="T23" fmla="*/ 160 h 329"/>
                <a:gd name="T24" fmla="*/ 123 w 162"/>
                <a:gd name="T25" fmla="*/ 136 h 329"/>
                <a:gd name="T26" fmla="*/ 114 w 162"/>
                <a:gd name="T27" fmla="*/ 112 h 329"/>
                <a:gd name="T28" fmla="*/ 102 w 162"/>
                <a:gd name="T29" fmla="*/ 91 h 329"/>
                <a:gd name="T30" fmla="*/ 85 w 162"/>
                <a:gd name="T31" fmla="*/ 72 h 329"/>
                <a:gd name="T32" fmla="*/ 65 w 162"/>
                <a:gd name="T33" fmla="*/ 57 h 329"/>
                <a:gd name="T34" fmla="*/ 49 w 162"/>
                <a:gd name="T35" fmla="*/ 48 h 329"/>
                <a:gd name="T36" fmla="*/ 17 w 162"/>
                <a:gd name="T37" fmla="*/ 38 h 329"/>
                <a:gd name="T38" fmla="*/ 0 w 162"/>
                <a:gd name="T39" fmla="*/ 0 h 329"/>
                <a:gd name="T40" fmla="*/ 22 w 162"/>
                <a:gd name="T41" fmla="*/ 2 h 329"/>
                <a:gd name="T42" fmla="*/ 65 w 162"/>
                <a:gd name="T43" fmla="*/ 14 h 329"/>
                <a:gd name="T44" fmla="*/ 85 w 162"/>
                <a:gd name="T45" fmla="*/ 24 h 329"/>
                <a:gd name="T46" fmla="*/ 111 w 162"/>
                <a:gd name="T47" fmla="*/ 45 h 329"/>
                <a:gd name="T48" fmla="*/ 133 w 162"/>
                <a:gd name="T49" fmla="*/ 69 h 329"/>
                <a:gd name="T50" fmla="*/ 149 w 162"/>
                <a:gd name="T51" fmla="*/ 96 h 329"/>
                <a:gd name="T52" fmla="*/ 159 w 162"/>
                <a:gd name="T53" fmla="*/ 127 h 329"/>
                <a:gd name="T54" fmla="*/ 162 w 162"/>
                <a:gd name="T55" fmla="*/ 158 h 329"/>
                <a:gd name="T56" fmla="*/ 161 w 162"/>
                <a:gd name="T57" fmla="*/ 189 h 329"/>
                <a:gd name="T58" fmla="*/ 154 w 162"/>
                <a:gd name="T59" fmla="*/ 221 h 329"/>
                <a:gd name="T60" fmla="*/ 138 w 162"/>
                <a:gd name="T61" fmla="*/ 250 h 329"/>
                <a:gd name="T62" fmla="*/ 130 w 162"/>
                <a:gd name="T63" fmla="*/ 264 h 329"/>
                <a:gd name="T64" fmla="*/ 108 w 162"/>
                <a:gd name="T65" fmla="*/ 288 h 329"/>
                <a:gd name="T66" fmla="*/ 82 w 162"/>
                <a:gd name="T67" fmla="*/ 307 h 329"/>
                <a:gd name="T68" fmla="*/ 53 w 162"/>
                <a:gd name="T69" fmla="*/ 32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2" h="329">
                  <a:moveTo>
                    <a:pt x="37" y="324"/>
                  </a:moveTo>
                  <a:lnTo>
                    <a:pt x="37" y="324"/>
                  </a:lnTo>
                  <a:lnTo>
                    <a:pt x="18" y="327"/>
                  </a:lnTo>
                  <a:lnTo>
                    <a:pt x="0" y="329"/>
                  </a:lnTo>
                  <a:lnTo>
                    <a:pt x="0" y="291"/>
                  </a:lnTo>
                  <a:lnTo>
                    <a:pt x="0" y="291"/>
                  </a:lnTo>
                  <a:lnTo>
                    <a:pt x="13" y="291"/>
                  </a:lnTo>
                  <a:lnTo>
                    <a:pt x="29" y="288"/>
                  </a:lnTo>
                  <a:lnTo>
                    <a:pt x="29" y="288"/>
                  </a:lnTo>
                  <a:lnTo>
                    <a:pt x="41" y="285"/>
                  </a:lnTo>
                  <a:lnTo>
                    <a:pt x="53" y="279"/>
                  </a:lnTo>
                  <a:lnTo>
                    <a:pt x="63" y="274"/>
                  </a:lnTo>
                  <a:lnTo>
                    <a:pt x="73" y="267"/>
                  </a:lnTo>
                  <a:lnTo>
                    <a:pt x="84" y="261"/>
                  </a:lnTo>
                  <a:lnTo>
                    <a:pt x="92" y="250"/>
                  </a:lnTo>
                  <a:lnTo>
                    <a:pt x="101" y="242"/>
                  </a:lnTo>
                  <a:lnTo>
                    <a:pt x="108" y="231"/>
                  </a:lnTo>
                  <a:lnTo>
                    <a:pt x="108" y="231"/>
                  </a:lnTo>
                  <a:lnTo>
                    <a:pt x="113" y="219"/>
                  </a:lnTo>
                  <a:lnTo>
                    <a:pt x="118" y="207"/>
                  </a:lnTo>
                  <a:lnTo>
                    <a:pt x="121" y="195"/>
                  </a:lnTo>
                  <a:lnTo>
                    <a:pt x="125" y="183"/>
                  </a:lnTo>
                  <a:lnTo>
                    <a:pt x="126" y="171"/>
                  </a:lnTo>
                  <a:lnTo>
                    <a:pt x="126" y="160"/>
                  </a:lnTo>
                  <a:lnTo>
                    <a:pt x="125" y="148"/>
                  </a:lnTo>
                  <a:lnTo>
                    <a:pt x="123" y="136"/>
                  </a:lnTo>
                  <a:lnTo>
                    <a:pt x="120" y="124"/>
                  </a:lnTo>
                  <a:lnTo>
                    <a:pt x="114" y="112"/>
                  </a:lnTo>
                  <a:lnTo>
                    <a:pt x="109" y="101"/>
                  </a:lnTo>
                  <a:lnTo>
                    <a:pt x="102" y="91"/>
                  </a:lnTo>
                  <a:lnTo>
                    <a:pt x="94" y="81"/>
                  </a:lnTo>
                  <a:lnTo>
                    <a:pt x="85" y="72"/>
                  </a:lnTo>
                  <a:lnTo>
                    <a:pt x="77" y="64"/>
                  </a:lnTo>
                  <a:lnTo>
                    <a:pt x="65" y="57"/>
                  </a:lnTo>
                  <a:lnTo>
                    <a:pt x="65" y="57"/>
                  </a:lnTo>
                  <a:lnTo>
                    <a:pt x="49" y="48"/>
                  </a:lnTo>
                  <a:lnTo>
                    <a:pt x="34" y="43"/>
                  </a:lnTo>
                  <a:lnTo>
                    <a:pt x="17" y="38"/>
                  </a:lnTo>
                  <a:lnTo>
                    <a:pt x="0" y="38"/>
                  </a:lnTo>
                  <a:lnTo>
                    <a:pt x="0" y="0"/>
                  </a:lnTo>
                  <a:lnTo>
                    <a:pt x="0" y="0"/>
                  </a:lnTo>
                  <a:lnTo>
                    <a:pt x="22" y="2"/>
                  </a:lnTo>
                  <a:lnTo>
                    <a:pt x="42" y="7"/>
                  </a:lnTo>
                  <a:lnTo>
                    <a:pt x="65" y="14"/>
                  </a:lnTo>
                  <a:lnTo>
                    <a:pt x="85" y="24"/>
                  </a:lnTo>
                  <a:lnTo>
                    <a:pt x="85" y="24"/>
                  </a:lnTo>
                  <a:lnTo>
                    <a:pt x="99" y="34"/>
                  </a:lnTo>
                  <a:lnTo>
                    <a:pt x="111" y="45"/>
                  </a:lnTo>
                  <a:lnTo>
                    <a:pt x="123" y="57"/>
                  </a:lnTo>
                  <a:lnTo>
                    <a:pt x="133" y="69"/>
                  </a:lnTo>
                  <a:lnTo>
                    <a:pt x="142" y="82"/>
                  </a:lnTo>
                  <a:lnTo>
                    <a:pt x="149" y="96"/>
                  </a:lnTo>
                  <a:lnTo>
                    <a:pt x="154" y="112"/>
                  </a:lnTo>
                  <a:lnTo>
                    <a:pt x="159" y="127"/>
                  </a:lnTo>
                  <a:lnTo>
                    <a:pt x="161" y="142"/>
                  </a:lnTo>
                  <a:lnTo>
                    <a:pt x="162" y="158"/>
                  </a:lnTo>
                  <a:lnTo>
                    <a:pt x="162" y="173"/>
                  </a:lnTo>
                  <a:lnTo>
                    <a:pt x="161" y="189"/>
                  </a:lnTo>
                  <a:lnTo>
                    <a:pt x="157" y="206"/>
                  </a:lnTo>
                  <a:lnTo>
                    <a:pt x="154" y="221"/>
                  </a:lnTo>
                  <a:lnTo>
                    <a:pt x="147" y="237"/>
                  </a:lnTo>
                  <a:lnTo>
                    <a:pt x="138" y="250"/>
                  </a:lnTo>
                  <a:lnTo>
                    <a:pt x="138" y="250"/>
                  </a:lnTo>
                  <a:lnTo>
                    <a:pt x="130" y="264"/>
                  </a:lnTo>
                  <a:lnTo>
                    <a:pt x="120" y="276"/>
                  </a:lnTo>
                  <a:lnTo>
                    <a:pt x="108" y="288"/>
                  </a:lnTo>
                  <a:lnTo>
                    <a:pt x="96" y="298"/>
                  </a:lnTo>
                  <a:lnTo>
                    <a:pt x="82" y="307"/>
                  </a:lnTo>
                  <a:lnTo>
                    <a:pt x="68" y="314"/>
                  </a:lnTo>
                  <a:lnTo>
                    <a:pt x="53" y="321"/>
                  </a:lnTo>
                  <a:lnTo>
                    <a:pt x="37" y="324"/>
                  </a:lnTo>
                </a:path>
              </a:pathLst>
            </a:custGeom>
            <a:noFill/>
            <a:ln>
              <a:noFill/>
            </a:ln>
          </p:spPr>
          <p:txBody>
            <a:bodyPr vert="horz" wrap="square" lIns="91440" tIns="45720" rIns="91440" bIns="45720" numCol="1" anchor="t" anchorCtr="0" compatLnSpc="1"/>
            <a:lstStyle/>
            <a:p>
              <a:endParaRPr lang="en-US"/>
            </a:p>
          </p:txBody>
        </p:sp>
        <p:sp>
          <p:nvSpPr>
            <p:cNvPr id="81" name="Freeform 181"/>
            <p:cNvSpPr/>
            <p:nvPr/>
          </p:nvSpPr>
          <p:spPr bwMode="auto">
            <a:xfrm>
              <a:off x="7407276" y="2611438"/>
              <a:ext cx="130175" cy="261938"/>
            </a:xfrm>
            <a:custGeom>
              <a:avLst/>
              <a:gdLst>
                <a:gd name="T0" fmla="*/ 165 w 165"/>
                <a:gd name="T1" fmla="*/ 329 h 329"/>
                <a:gd name="T2" fmla="*/ 120 w 165"/>
                <a:gd name="T3" fmla="*/ 322 h 329"/>
                <a:gd name="T4" fmla="*/ 77 w 165"/>
                <a:gd name="T5" fmla="*/ 305 h 329"/>
                <a:gd name="T6" fmla="*/ 63 w 165"/>
                <a:gd name="T7" fmla="*/ 295 h 329"/>
                <a:gd name="T8" fmla="*/ 39 w 165"/>
                <a:gd name="T9" fmla="*/ 273 h 329"/>
                <a:gd name="T10" fmla="*/ 22 w 165"/>
                <a:gd name="T11" fmla="*/ 247 h 329"/>
                <a:gd name="T12" fmla="*/ 9 w 165"/>
                <a:gd name="T13" fmla="*/ 218 h 329"/>
                <a:gd name="T14" fmla="*/ 2 w 165"/>
                <a:gd name="T15" fmla="*/ 187 h 329"/>
                <a:gd name="T16" fmla="*/ 0 w 165"/>
                <a:gd name="T17" fmla="*/ 156 h 329"/>
                <a:gd name="T18" fmla="*/ 5 w 165"/>
                <a:gd name="T19" fmla="*/ 124 h 329"/>
                <a:gd name="T20" fmla="*/ 15 w 165"/>
                <a:gd name="T21" fmla="*/ 93 h 329"/>
                <a:gd name="T22" fmla="*/ 24 w 165"/>
                <a:gd name="T23" fmla="*/ 79 h 329"/>
                <a:gd name="T24" fmla="*/ 43 w 165"/>
                <a:gd name="T25" fmla="*/ 53 h 329"/>
                <a:gd name="T26" fmla="*/ 67 w 165"/>
                <a:gd name="T27" fmla="*/ 31 h 329"/>
                <a:gd name="T28" fmla="*/ 94 w 165"/>
                <a:gd name="T29" fmla="*/ 16 h 329"/>
                <a:gd name="T30" fmla="*/ 125 w 165"/>
                <a:gd name="T31" fmla="*/ 5 h 329"/>
                <a:gd name="T32" fmla="*/ 144 w 165"/>
                <a:gd name="T33" fmla="*/ 2 h 329"/>
                <a:gd name="T34" fmla="*/ 165 w 165"/>
                <a:gd name="T35" fmla="*/ 38 h 329"/>
                <a:gd name="T36" fmla="*/ 149 w 165"/>
                <a:gd name="T37" fmla="*/ 38 h 329"/>
                <a:gd name="T38" fmla="*/ 134 w 165"/>
                <a:gd name="T39" fmla="*/ 41 h 329"/>
                <a:gd name="T40" fmla="*/ 110 w 165"/>
                <a:gd name="T41" fmla="*/ 50 h 329"/>
                <a:gd name="T42" fmla="*/ 89 w 165"/>
                <a:gd name="T43" fmla="*/ 62 h 329"/>
                <a:gd name="T44" fmla="*/ 70 w 165"/>
                <a:gd name="T45" fmla="*/ 79 h 329"/>
                <a:gd name="T46" fmla="*/ 55 w 165"/>
                <a:gd name="T47" fmla="*/ 98 h 329"/>
                <a:gd name="T48" fmla="*/ 50 w 165"/>
                <a:gd name="T49" fmla="*/ 110 h 329"/>
                <a:gd name="T50" fmla="*/ 41 w 165"/>
                <a:gd name="T51" fmla="*/ 134 h 329"/>
                <a:gd name="T52" fmla="*/ 36 w 165"/>
                <a:gd name="T53" fmla="*/ 158 h 329"/>
                <a:gd name="T54" fmla="*/ 38 w 165"/>
                <a:gd name="T55" fmla="*/ 182 h 329"/>
                <a:gd name="T56" fmla="*/ 43 w 165"/>
                <a:gd name="T57" fmla="*/ 206 h 329"/>
                <a:gd name="T58" fmla="*/ 53 w 165"/>
                <a:gd name="T59" fmla="*/ 228 h 329"/>
                <a:gd name="T60" fmla="*/ 69 w 165"/>
                <a:gd name="T61" fmla="*/ 249 h 329"/>
                <a:gd name="T62" fmla="*/ 86 w 165"/>
                <a:gd name="T63" fmla="*/ 266 h 329"/>
                <a:gd name="T64" fmla="*/ 98 w 165"/>
                <a:gd name="T65" fmla="*/ 273 h 329"/>
                <a:gd name="T66" fmla="*/ 129 w 165"/>
                <a:gd name="T67" fmla="*/ 286 h 329"/>
                <a:gd name="T68" fmla="*/ 165 w 165"/>
                <a:gd name="T69" fmla="*/ 29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 h="329">
                  <a:moveTo>
                    <a:pt x="165" y="329"/>
                  </a:moveTo>
                  <a:lnTo>
                    <a:pt x="165" y="329"/>
                  </a:lnTo>
                  <a:lnTo>
                    <a:pt x="141" y="327"/>
                  </a:lnTo>
                  <a:lnTo>
                    <a:pt x="120" y="322"/>
                  </a:lnTo>
                  <a:lnTo>
                    <a:pt x="98" y="315"/>
                  </a:lnTo>
                  <a:lnTo>
                    <a:pt x="77" y="305"/>
                  </a:lnTo>
                  <a:lnTo>
                    <a:pt x="77" y="305"/>
                  </a:lnTo>
                  <a:lnTo>
                    <a:pt x="63" y="295"/>
                  </a:lnTo>
                  <a:lnTo>
                    <a:pt x="51" y="285"/>
                  </a:lnTo>
                  <a:lnTo>
                    <a:pt x="39" y="273"/>
                  </a:lnTo>
                  <a:lnTo>
                    <a:pt x="31" y="261"/>
                  </a:lnTo>
                  <a:lnTo>
                    <a:pt x="22" y="247"/>
                  </a:lnTo>
                  <a:lnTo>
                    <a:pt x="14" y="233"/>
                  </a:lnTo>
                  <a:lnTo>
                    <a:pt x="9" y="218"/>
                  </a:lnTo>
                  <a:lnTo>
                    <a:pt x="3" y="202"/>
                  </a:lnTo>
                  <a:lnTo>
                    <a:pt x="2" y="187"/>
                  </a:lnTo>
                  <a:lnTo>
                    <a:pt x="0" y="171"/>
                  </a:lnTo>
                  <a:lnTo>
                    <a:pt x="0" y="156"/>
                  </a:lnTo>
                  <a:lnTo>
                    <a:pt x="2" y="141"/>
                  </a:lnTo>
                  <a:lnTo>
                    <a:pt x="5" y="124"/>
                  </a:lnTo>
                  <a:lnTo>
                    <a:pt x="9" y="108"/>
                  </a:lnTo>
                  <a:lnTo>
                    <a:pt x="15" y="93"/>
                  </a:lnTo>
                  <a:lnTo>
                    <a:pt x="24" y="79"/>
                  </a:lnTo>
                  <a:lnTo>
                    <a:pt x="24" y="79"/>
                  </a:lnTo>
                  <a:lnTo>
                    <a:pt x="33" y="65"/>
                  </a:lnTo>
                  <a:lnTo>
                    <a:pt x="43" y="53"/>
                  </a:lnTo>
                  <a:lnTo>
                    <a:pt x="55" y="41"/>
                  </a:lnTo>
                  <a:lnTo>
                    <a:pt x="67" y="31"/>
                  </a:lnTo>
                  <a:lnTo>
                    <a:pt x="81" y="22"/>
                  </a:lnTo>
                  <a:lnTo>
                    <a:pt x="94" y="16"/>
                  </a:lnTo>
                  <a:lnTo>
                    <a:pt x="110" y="9"/>
                  </a:lnTo>
                  <a:lnTo>
                    <a:pt x="125" y="5"/>
                  </a:lnTo>
                  <a:lnTo>
                    <a:pt x="125" y="5"/>
                  </a:lnTo>
                  <a:lnTo>
                    <a:pt x="144" y="2"/>
                  </a:lnTo>
                  <a:lnTo>
                    <a:pt x="165" y="0"/>
                  </a:lnTo>
                  <a:lnTo>
                    <a:pt x="165" y="38"/>
                  </a:lnTo>
                  <a:lnTo>
                    <a:pt x="165" y="38"/>
                  </a:lnTo>
                  <a:lnTo>
                    <a:pt x="149" y="38"/>
                  </a:lnTo>
                  <a:lnTo>
                    <a:pt x="134" y="41"/>
                  </a:lnTo>
                  <a:lnTo>
                    <a:pt x="134" y="41"/>
                  </a:lnTo>
                  <a:lnTo>
                    <a:pt x="122" y="45"/>
                  </a:lnTo>
                  <a:lnTo>
                    <a:pt x="110" y="50"/>
                  </a:lnTo>
                  <a:lnTo>
                    <a:pt x="99" y="55"/>
                  </a:lnTo>
                  <a:lnTo>
                    <a:pt x="89" y="62"/>
                  </a:lnTo>
                  <a:lnTo>
                    <a:pt x="79" y="69"/>
                  </a:lnTo>
                  <a:lnTo>
                    <a:pt x="70" y="79"/>
                  </a:lnTo>
                  <a:lnTo>
                    <a:pt x="62" y="88"/>
                  </a:lnTo>
                  <a:lnTo>
                    <a:pt x="55" y="98"/>
                  </a:lnTo>
                  <a:lnTo>
                    <a:pt x="55" y="98"/>
                  </a:lnTo>
                  <a:lnTo>
                    <a:pt x="50" y="110"/>
                  </a:lnTo>
                  <a:lnTo>
                    <a:pt x="45" y="122"/>
                  </a:lnTo>
                  <a:lnTo>
                    <a:pt x="41" y="134"/>
                  </a:lnTo>
                  <a:lnTo>
                    <a:pt x="38" y="146"/>
                  </a:lnTo>
                  <a:lnTo>
                    <a:pt x="36" y="158"/>
                  </a:lnTo>
                  <a:lnTo>
                    <a:pt x="36" y="170"/>
                  </a:lnTo>
                  <a:lnTo>
                    <a:pt x="38" y="182"/>
                  </a:lnTo>
                  <a:lnTo>
                    <a:pt x="39" y="194"/>
                  </a:lnTo>
                  <a:lnTo>
                    <a:pt x="43" y="206"/>
                  </a:lnTo>
                  <a:lnTo>
                    <a:pt x="48" y="218"/>
                  </a:lnTo>
                  <a:lnTo>
                    <a:pt x="53" y="228"/>
                  </a:lnTo>
                  <a:lnTo>
                    <a:pt x="60" y="238"/>
                  </a:lnTo>
                  <a:lnTo>
                    <a:pt x="69" y="249"/>
                  </a:lnTo>
                  <a:lnTo>
                    <a:pt x="77" y="257"/>
                  </a:lnTo>
                  <a:lnTo>
                    <a:pt x="86" y="266"/>
                  </a:lnTo>
                  <a:lnTo>
                    <a:pt x="98" y="273"/>
                  </a:lnTo>
                  <a:lnTo>
                    <a:pt x="98" y="273"/>
                  </a:lnTo>
                  <a:lnTo>
                    <a:pt x="113" y="281"/>
                  </a:lnTo>
                  <a:lnTo>
                    <a:pt x="129" y="286"/>
                  </a:lnTo>
                  <a:lnTo>
                    <a:pt x="146" y="291"/>
                  </a:lnTo>
                  <a:lnTo>
                    <a:pt x="165" y="291"/>
                  </a:lnTo>
                  <a:lnTo>
                    <a:pt x="165" y="329"/>
                  </a:lnTo>
                </a:path>
              </a:pathLst>
            </a:custGeom>
            <a:noFill/>
            <a:ln>
              <a:noFill/>
            </a:ln>
          </p:spPr>
          <p:txBody>
            <a:bodyPr vert="horz" wrap="square" lIns="91440" tIns="45720" rIns="91440" bIns="45720" numCol="1" anchor="t" anchorCtr="0" compatLnSpc="1"/>
            <a:lstStyle/>
            <a:p>
              <a:endParaRPr lang="en-US"/>
            </a:p>
          </p:txBody>
        </p:sp>
        <p:sp>
          <p:nvSpPr>
            <p:cNvPr id="82" name="Freeform 182"/>
            <p:cNvSpPr/>
            <p:nvPr/>
          </p:nvSpPr>
          <p:spPr bwMode="auto">
            <a:xfrm>
              <a:off x="7669213" y="2811463"/>
              <a:ext cx="171450" cy="130175"/>
            </a:xfrm>
            <a:custGeom>
              <a:avLst/>
              <a:gdLst>
                <a:gd name="T0" fmla="*/ 207 w 218"/>
                <a:gd name="T1" fmla="*/ 103 h 164"/>
                <a:gd name="T2" fmla="*/ 207 w 218"/>
                <a:gd name="T3" fmla="*/ 103 h 164"/>
                <a:gd name="T4" fmla="*/ 213 w 218"/>
                <a:gd name="T5" fmla="*/ 106 h 164"/>
                <a:gd name="T6" fmla="*/ 216 w 218"/>
                <a:gd name="T7" fmla="*/ 111 h 164"/>
                <a:gd name="T8" fmla="*/ 218 w 218"/>
                <a:gd name="T9" fmla="*/ 117 h 164"/>
                <a:gd name="T10" fmla="*/ 218 w 218"/>
                <a:gd name="T11" fmla="*/ 122 h 164"/>
                <a:gd name="T12" fmla="*/ 218 w 218"/>
                <a:gd name="T13" fmla="*/ 127 h 164"/>
                <a:gd name="T14" fmla="*/ 216 w 218"/>
                <a:gd name="T15" fmla="*/ 134 h 164"/>
                <a:gd name="T16" fmla="*/ 211 w 218"/>
                <a:gd name="T17" fmla="*/ 146 h 164"/>
                <a:gd name="T18" fmla="*/ 202 w 218"/>
                <a:gd name="T19" fmla="*/ 156 h 164"/>
                <a:gd name="T20" fmla="*/ 192 w 218"/>
                <a:gd name="T21" fmla="*/ 163 h 164"/>
                <a:gd name="T22" fmla="*/ 187 w 218"/>
                <a:gd name="T23" fmla="*/ 164 h 164"/>
                <a:gd name="T24" fmla="*/ 180 w 218"/>
                <a:gd name="T25" fmla="*/ 164 h 164"/>
                <a:gd name="T26" fmla="*/ 175 w 218"/>
                <a:gd name="T27" fmla="*/ 164 h 164"/>
                <a:gd name="T28" fmla="*/ 170 w 218"/>
                <a:gd name="T29" fmla="*/ 163 h 164"/>
                <a:gd name="T30" fmla="*/ 170 w 218"/>
                <a:gd name="T31" fmla="*/ 163 h 164"/>
                <a:gd name="T32" fmla="*/ 0 w 218"/>
                <a:gd name="T33" fmla="*/ 60 h 164"/>
                <a:gd name="T34" fmla="*/ 36 w 218"/>
                <a:gd name="T35" fmla="*/ 0 h 164"/>
                <a:gd name="T36" fmla="*/ 36 w 218"/>
                <a:gd name="T37" fmla="*/ 0 h 164"/>
                <a:gd name="T38" fmla="*/ 207 w 218"/>
                <a:gd name="T39" fmla="*/ 10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8" h="164">
                  <a:moveTo>
                    <a:pt x="207" y="103"/>
                  </a:moveTo>
                  <a:lnTo>
                    <a:pt x="207" y="103"/>
                  </a:lnTo>
                  <a:lnTo>
                    <a:pt x="213" y="106"/>
                  </a:lnTo>
                  <a:lnTo>
                    <a:pt x="216" y="111"/>
                  </a:lnTo>
                  <a:lnTo>
                    <a:pt x="218" y="117"/>
                  </a:lnTo>
                  <a:lnTo>
                    <a:pt x="218" y="122"/>
                  </a:lnTo>
                  <a:lnTo>
                    <a:pt x="218" y="127"/>
                  </a:lnTo>
                  <a:lnTo>
                    <a:pt x="216" y="134"/>
                  </a:lnTo>
                  <a:lnTo>
                    <a:pt x="211" y="146"/>
                  </a:lnTo>
                  <a:lnTo>
                    <a:pt x="202" y="156"/>
                  </a:lnTo>
                  <a:lnTo>
                    <a:pt x="192" y="163"/>
                  </a:lnTo>
                  <a:lnTo>
                    <a:pt x="187" y="164"/>
                  </a:lnTo>
                  <a:lnTo>
                    <a:pt x="180" y="164"/>
                  </a:lnTo>
                  <a:lnTo>
                    <a:pt x="175" y="164"/>
                  </a:lnTo>
                  <a:lnTo>
                    <a:pt x="170" y="163"/>
                  </a:lnTo>
                  <a:lnTo>
                    <a:pt x="170" y="163"/>
                  </a:lnTo>
                  <a:lnTo>
                    <a:pt x="0" y="60"/>
                  </a:lnTo>
                  <a:lnTo>
                    <a:pt x="36" y="0"/>
                  </a:lnTo>
                  <a:lnTo>
                    <a:pt x="36" y="0"/>
                  </a:lnTo>
                  <a:lnTo>
                    <a:pt x="207" y="103"/>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83" name="Freeform 183"/>
            <p:cNvSpPr/>
            <p:nvPr/>
          </p:nvSpPr>
          <p:spPr bwMode="auto">
            <a:xfrm>
              <a:off x="7669213" y="2811463"/>
              <a:ext cx="171450" cy="130175"/>
            </a:xfrm>
            <a:custGeom>
              <a:avLst/>
              <a:gdLst>
                <a:gd name="T0" fmla="*/ 207 w 218"/>
                <a:gd name="T1" fmla="*/ 103 h 164"/>
                <a:gd name="T2" fmla="*/ 207 w 218"/>
                <a:gd name="T3" fmla="*/ 103 h 164"/>
                <a:gd name="T4" fmla="*/ 213 w 218"/>
                <a:gd name="T5" fmla="*/ 106 h 164"/>
                <a:gd name="T6" fmla="*/ 216 w 218"/>
                <a:gd name="T7" fmla="*/ 111 h 164"/>
                <a:gd name="T8" fmla="*/ 218 w 218"/>
                <a:gd name="T9" fmla="*/ 117 h 164"/>
                <a:gd name="T10" fmla="*/ 218 w 218"/>
                <a:gd name="T11" fmla="*/ 122 h 164"/>
                <a:gd name="T12" fmla="*/ 218 w 218"/>
                <a:gd name="T13" fmla="*/ 127 h 164"/>
                <a:gd name="T14" fmla="*/ 216 w 218"/>
                <a:gd name="T15" fmla="*/ 134 h 164"/>
                <a:gd name="T16" fmla="*/ 211 w 218"/>
                <a:gd name="T17" fmla="*/ 146 h 164"/>
                <a:gd name="T18" fmla="*/ 202 w 218"/>
                <a:gd name="T19" fmla="*/ 156 h 164"/>
                <a:gd name="T20" fmla="*/ 192 w 218"/>
                <a:gd name="T21" fmla="*/ 163 h 164"/>
                <a:gd name="T22" fmla="*/ 187 w 218"/>
                <a:gd name="T23" fmla="*/ 164 h 164"/>
                <a:gd name="T24" fmla="*/ 180 w 218"/>
                <a:gd name="T25" fmla="*/ 164 h 164"/>
                <a:gd name="T26" fmla="*/ 175 w 218"/>
                <a:gd name="T27" fmla="*/ 164 h 164"/>
                <a:gd name="T28" fmla="*/ 170 w 218"/>
                <a:gd name="T29" fmla="*/ 163 h 164"/>
                <a:gd name="T30" fmla="*/ 170 w 218"/>
                <a:gd name="T31" fmla="*/ 163 h 164"/>
                <a:gd name="T32" fmla="*/ 0 w 218"/>
                <a:gd name="T33" fmla="*/ 60 h 164"/>
                <a:gd name="T34" fmla="*/ 36 w 218"/>
                <a:gd name="T35" fmla="*/ 0 h 164"/>
                <a:gd name="T36" fmla="*/ 36 w 218"/>
                <a:gd name="T37" fmla="*/ 0 h 164"/>
                <a:gd name="T38" fmla="*/ 207 w 218"/>
                <a:gd name="T39" fmla="*/ 10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8" h="164">
                  <a:moveTo>
                    <a:pt x="207" y="103"/>
                  </a:moveTo>
                  <a:lnTo>
                    <a:pt x="207" y="103"/>
                  </a:lnTo>
                  <a:lnTo>
                    <a:pt x="213" y="106"/>
                  </a:lnTo>
                  <a:lnTo>
                    <a:pt x="216" y="111"/>
                  </a:lnTo>
                  <a:lnTo>
                    <a:pt x="218" y="117"/>
                  </a:lnTo>
                  <a:lnTo>
                    <a:pt x="218" y="122"/>
                  </a:lnTo>
                  <a:lnTo>
                    <a:pt x="218" y="127"/>
                  </a:lnTo>
                  <a:lnTo>
                    <a:pt x="216" y="134"/>
                  </a:lnTo>
                  <a:lnTo>
                    <a:pt x="211" y="146"/>
                  </a:lnTo>
                  <a:lnTo>
                    <a:pt x="202" y="156"/>
                  </a:lnTo>
                  <a:lnTo>
                    <a:pt x="192" y="163"/>
                  </a:lnTo>
                  <a:lnTo>
                    <a:pt x="187" y="164"/>
                  </a:lnTo>
                  <a:lnTo>
                    <a:pt x="180" y="164"/>
                  </a:lnTo>
                  <a:lnTo>
                    <a:pt x="175" y="164"/>
                  </a:lnTo>
                  <a:lnTo>
                    <a:pt x="170" y="163"/>
                  </a:lnTo>
                  <a:lnTo>
                    <a:pt x="170" y="163"/>
                  </a:lnTo>
                  <a:lnTo>
                    <a:pt x="0" y="60"/>
                  </a:lnTo>
                  <a:lnTo>
                    <a:pt x="36" y="0"/>
                  </a:lnTo>
                  <a:lnTo>
                    <a:pt x="36" y="0"/>
                  </a:lnTo>
                  <a:lnTo>
                    <a:pt x="207" y="103"/>
                  </a:lnTo>
                </a:path>
              </a:pathLst>
            </a:custGeom>
            <a:noFill/>
            <a:ln>
              <a:noFill/>
            </a:ln>
          </p:spPr>
          <p:txBody>
            <a:bodyPr vert="horz" wrap="square" lIns="91440" tIns="45720" rIns="91440" bIns="45720" numCol="1" anchor="t" anchorCtr="0" compatLnSpc="1"/>
            <a:lstStyle/>
            <a:p>
              <a:endParaRPr lang="en-US"/>
            </a:p>
          </p:txBody>
        </p:sp>
      </p:grpSp>
      <p:grpSp>
        <p:nvGrpSpPr>
          <p:cNvPr id="84" name="Group 83"/>
          <p:cNvGrpSpPr/>
          <p:nvPr/>
        </p:nvGrpSpPr>
        <p:grpSpPr>
          <a:xfrm>
            <a:off x="4766591" y="3746501"/>
            <a:ext cx="382130" cy="424164"/>
            <a:chOff x="6248401" y="5178426"/>
            <a:chExt cx="317500" cy="352425"/>
          </a:xfrm>
        </p:grpSpPr>
        <p:sp>
          <p:nvSpPr>
            <p:cNvPr id="85" name="Freeform 523"/>
            <p:cNvSpPr/>
            <p:nvPr/>
          </p:nvSpPr>
          <p:spPr bwMode="auto">
            <a:xfrm>
              <a:off x="6372226" y="5178426"/>
              <a:ext cx="193675" cy="307975"/>
            </a:xfrm>
            <a:custGeom>
              <a:avLst/>
              <a:gdLst>
                <a:gd name="T0" fmla="*/ 122 w 243"/>
                <a:gd name="T1" fmla="*/ 387 h 387"/>
                <a:gd name="T2" fmla="*/ 75 w 243"/>
                <a:gd name="T3" fmla="*/ 385 h 387"/>
                <a:gd name="T4" fmla="*/ 41 w 243"/>
                <a:gd name="T5" fmla="*/ 376 h 387"/>
                <a:gd name="T6" fmla="*/ 10 w 243"/>
                <a:gd name="T7" fmla="*/ 363 h 387"/>
                <a:gd name="T8" fmla="*/ 3 w 243"/>
                <a:gd name="T9" fmla="*/ 356 h 387"/>
                <a:gd name="T10" fmla="*/ 0 w 243"/>
                <a:gd name="T11" fmla="*/ 340 h 387"/>
                <a:gd name="T12" fmla="*/ 5 w 243"/>
                <a:gd name="T13" fmla="*/ 320 h 387"/>
                <a:gd name="T14" fmla="*/ 24 w 243"/>
                <a:gd name="T15" fmla="*/ 289 h 387"/>
                <a:gd name="T16" fmla="*/ 56 w 243"/>
                <a:gd name="T17" fmla="*/ 250 h 387"/>
                <a:gd name="T18" fmla="*/ 79 w 243"/>
                <a:gd name="T19" fmla="*/ 229 h 387"/>
                <a:gd name="T20" fmla="*/ 80 w 243"/>
                <a:gd name="T21" fmla="*/ 227 h 387"/>
                <a:gd name="T22" fmla="*/ 87 w 243"/>
                <a:gd name="T23" fmla="*/ 221 h 387"/>
                <a:gd name="T24" fmla="*/ 89 w 243"/>
                <a:gd name="T25" fmla="*/ 60 h 387"/>
                <a:gd name="T26" fmla="*/ 84 w 243"/>
                <a:gd name="T27" fmla="*/ 56 h 387"/>
                <a:gd name="T28" fmla="*/ 77 w 243"/>
                <a:gd name="T29" fmla="*/ 51 h 387"/>
                <a:gd name="T30" fmla="*/ 77 w 243"/>
                <a:gd name="T31" fmla="*/ 17 h 387"/>
                <a:gd name="T32" fmla="*/ 77 w 243"/>
                <a:gd name="T33" fmla="*/ 13 h 387"/>
                <a:gd name="T34" fmla="*/ 91 w 243"/>
                <a:gd name="T35" fmla="*/ 5 h 387"/>
                <a:gd name="T36" fmla="*/ 122 w 243"/>
                <a:gd name="T37" fmla="*/ 0 h 387"/>
                <a:gd name="T38" fmla="*/ 139 w 243"/>
                <a:gd name="T39" fmla="*/ 1 h 387"/>
                <a:gd name="T40" fmla="*/ 163 w 243"/>
                <a:gd name="T41" fmla="*/ 10 h 387"/>
                <a:gd name="T42" fmla="*/ 166 w 243"/>
                <a:gd name="T43" fmla="*/ 17 h 387"/>
                <a:gd name="T44" fmla="*/ 166 w 243"/>
                <a:gd name="T45" fmla="*/ 49 h 387"/>
                <a:gd name="T46" fmla="*/ 163 w 243"/>
                <a:gd name="T47" fmla="*/ 54 h 387"/>
                <a:gd name="T48" fmla="*/ 152 w 243"/>
                <a:gd name="T49" fmla="*/ 60 h 387"/>
                <a:gd name="T50" fmla="*/ 152 w 243"/>
                <a:gd name="T51" fmla="*/ 210 h 387"/>
                <a:gd name="T52" fmla="*/ 158 w 243"/>
                <a:gd name="T53" fmla="*/ 226 h 387"/>
                <a:gd name="T54" fmla="*/ 163 w 243"/>
                <a:gd name="T55" fmla="*/ 229 h 387"/>
                <a:gd name="T56" fmla="*/ 171 w 243"/>
                <a:gd name="T57" fmla="*/ 236 h 387"/>
                <a:gd name="T58" fmla="*/ 202 w 243"/>
                <a:gd name="T59" fmla="*/ 269 h 387"/>
                <a:gd name="T60" fmla="*/ 233 w 243"/>
                <a:gd name="T61" fmla="*/ 310 h 387"/>
                <a:gd name="T62" fmla="*/ 242 w 243"/>
                <a:gd name="T63" fmla="*/ 330 h 387"/>
                <a:gd name="T64" fmla="*/ 242 w 243"/>
                <a:gd name="T65" fmla="*/ 349 h 387"/>
                <a:gd name="T66" fmla="*/ 233 w 243"/>
                <a:gd name="T67" fmla="*/ 363 h 387"/>
                <a:gd name="T68" fmla="*/ 218 w 243"/>
                <a:gd name="T69" fmla="*/ 371 h 387"/>
                <a:gd name="T70" fmla="*/ 183 w 243"/>
                <a:gd name="T71" fmla="*/ 382 h 387"/>
                <a:gd name="T72" fmla="*/ 139 w 243"/>
                <a:gd name="T73" fmla="*/ 38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3" h="387">
                  <a:moveTo>
                    <a:pt x="122" y="387"/>
                  </a:moveTo>
                  <a:lnTo>
                    <a:pt x="122" y="387"/>
                  </a:lnTo>
                  <a:lnTo>
                    <a:pt x="103" y="387"/>
                  </a:lnTo>
                  <a:lnTo>
                    <a:pt x="75" y="385"/>
                  </a:lnTo>
                  <a:lnTo>
                    <a:pt x="58" y="382"/>
                  </a:lnTo>
                  <a:lnTo>
                    <a:pt x="41" y="376"/>
                  </a:lnTo>
                  <a:lnTo>
                    <a:pt x="24" y="371"/>
                  </a:lnTo>
                  <a:lnTo>
                    <a:pt x="10" y="363"/>
                  </a:lnTo>
                  <a:lnTo>
                    <a:pt x="10" y="363"/>
                  </a:lnTo>
                  <a:lnTo>
                    <a:pt x="3" y="356"/>
                  </a:lnTo>
                  <a:lnTo>
                    <a:pt x="0" y="349"/>
                  </a:lnTo>
                  <a:lnTo>
                    <a:pt x="0" y="340"/>
                  </a:lnTo>
                  <a:lnTo>
                    <a:pt x="2" y="330"/>
                  </a:lnTo>
                  <a:lnTo>
                    <a:pt x="5" y="320"/>
                  </a:lnTo>
                  <a:lnTo>
                    <a:pt x="10" y="310"/>
                  </a:lnTo>
                  <a:lnTo>
                    <a:pt x="24" y="289"/>
                  </a:lnTo>
                  <a:lnTo>
                    <a:pt x="39" y="269"/>
                  </a:lnTo>
                  <a:lnTo>
                    <a:pt x="56" y="250"/>
                  </a:lnTo>
                  <a:lnTo>
                    <a:pt x="70" y="236"/>
                  </a:lnTo>
                  <a:lnTo>
                    <a:pt x="79" y="229"/>
                  </a:lnTo>
                  <a:lnTo>
                    <a:pt x="79" y="229"/>
                  </a:lnTo>
                  <a:lnTo>
                    <a:pt x="80" y="227"/>
                  </a:lnTo>
                  <a:lnTo>
                    <a:pt x="84" y="226"/>
                  </a:lnTo>
                  <a:lnTo>
                    <a:pt x="87" y="221"/>
                  </a:lnTo>
                  <a:lnTo>
                    <a:pt x="89" y="210"/>
                  </a:lnTo>
                  <a:lnTo>
                    <a:pt x="89" y="60"/>
                  </a:lnTo>
                  <a:lnTo>
                    <a:pt x="89" y="60"/>
                  </a:lnTo>
                  <a:lnTo>
                    <a:pt x="84" y="56"/>
                  </a:lnTo>
                  <a:lnTo>
                    <a:pt x="80" y="54"/>
                  </a:lnTo>
                  <a:lnTo>
                    <a:pt x="77" y="51"/>
                  </a:lnTo>
                  <a:lnTo>
                    <a:pt x="77" y="49"/>
                  </a:lnTo>
                  <a:lnTo>
                    <a:pt x="77" y="17"/>
                  </a:lnTo>
                  <a:lnTo>
                    <a:pt x="77" y="17"/>
                  </a:lnTo>
                  <a:lnTo>
                    <a:pt x="77" y="13"/>
                  </a:lnTo>
                  <a:lnTo>
                    <a:pt x="80" y="10"/>
                  </a:lnTo>
                  <a:lnTo>
                    <a:pt x="91" y="5"/>
                  </a:lnTo>
                  <a:lnTo>
                    <a:pt x="104" y="1"/>
                  </a:lnTo>
                  <a:lnTo>
                    <a:pt x="122" y="0"/>
                  </a:lnTo>
                  <a:lnTo>
                    <a:pt x="122" y="0"/>
                  </a:lnTo>
                  <a:lnTo>
                    <a:pt x="139" y="1"/>
                  </a:lnTo>
                  <a:lnTo>
                    <a:pt x="152" y="5"/>
                  </a:lnTo>
                  <a:lnTo>
                    <a:pt x="163" y="10"/>
                  </a:lnTo>
                  <a:lnTo>
                    <a:pt x="164" y="13"/>
                  </a:lnTo>
                  <a:lnTo>
                    <a:pt x="166" y="17"/>
                  </a:lnTo>
                  <a:lnTo>
                    <a:pt x="166" y="49"/>
                  </a:lnTo>
                  <a:lnTo>
                    <a:pt x="166" y="49"/>
                  </a:lnTo>
                  <a:lnTo>
                    <a:pt x="164" y="51"/>
                  </a:lnTo>
                  <a:lnTo>
                    <a:pt x="163" y="54"/>
                  </a:lnTo>
                  <a:lnTo>
                    <a:pt x="159" y="56"/>
                  </a:lnTo>
                  <a:lnTo>
                    <a:pt x="152" y="60"/>
                  </a:lnTo>
                  <a:lnTo>
                    <a:pt x="152" y="210"/>
                  </a:lnTo>
                  <a:lnTo>
                    <a:pt x="152" y="210"/>
                  </a:lnTo>
                  <a:lnTo>
                    <a:pt x="154" y="221"/>
                  </a:lnTo>
                  <a:lnTo>
                    <a:pt x="158" y="226"/>
                  </a:lnTo>
                  <a:lnTo>
                    <a:pt x="161" y="227"/>
                  </a:lnTo>
                  <a:lnTo>
                    <a:pt x="163" y="229"/>
                  </a:lnTo>
                  <a:lnTo>
                    <a:pt x="163" y="229"/>
                  </a:lnTo>
                  <a:lnTo>
                    <a:pt x="171" y="236"/>
                  </a:lnTo>
                  <a:lnTo>
                    <a:pt x="187" y="250"/>
                  </a:lnTo>
                  <a:lnTo>
                    <a:pt x="202" y="269"/>
                  </a:lnTo>
                  <a:lnTo>
                    <a:pt x="219" y="289"/>
                  </a:lnTo>
                  <a:lnTo>
                    <a:pt x="233" y="310"/>
                  </a:lnTo>
                  <a:lnTo>
                    <a:pt x="238" y="320"/>
                  </a:lnTo>
                  <a:lnTo>
                    <a:pt x="242" y="330"/>
                  </a:lnTo>
                  <a:lnTo>
                    <a:pt x="243" y="340"/>
                  </a:lnTo>
                  <a:lnTo>
                    <a:pt x="242" y="349"/>
                  </a:lnTo>
                  <a:lnTo>
                    <a:pt x="238" y="356"/>
                  </a:lnTo>
                  <a:lnTo>
                    <a:pt x="233" y="363"/>
                  </a:lnTo>
                  <a:lnTo>
                    <a:pt x="233" y="363"/>
                  </a:lnTo>
                  <a:lnTo>
                    <a:pt x="218" y="371"/>
                  </a:lnTo>
                  <a:lnTo>
                    <a:pt x="200" y="376"/>
                  </a:lnTo>
                  <a:lnTo>
                    <a:pt x="183" y="382"/>
                  </a:lnTo>
                  <a:lnTo>
                    <a:pt x="168" y="385"/>
                  </a:lnTo>
                  <a:lnTo>
                    <a:pt x="139" y="387"/>
                  </a:lnTo>
                  <a:lnTo>
                    <a:pt x="122" y="387"/>
                  </a:lnTo>
                  <a:close/>
                </a:path>
              </a:pathLst>
            </a:custGeom>
            <a:solidFill>
              <a:srgbClr val="A0DAE8"/>
            </a:solidFill>
            <a:ln>
              <a:noFill/>
            </a:ln>
          </p:spPr>
          <p:txBody>
            <a:bodyPr vert="horz" wrap="square" lIns="91440" tIns="45720" rIns="91440" bIns="45720" numCol="1" anchor="t" anchorCtr="0" compatLnSpc="1"/>
            <a:lstStyle/>
            <a:p>
              <a:endParaRPr lang="en-US"/>
            </a:p>
          </p:txBody>
        </p:sp>
        <p:sp>
          <p:nvSpPr>
            <p:cNvPr id="86" name="Freeform 524"/>
            <p:cNvSpPr/>
            <p:nvPr/>
          </p:nvSpPr>
          <p:spPr bwMode="auto">
            <a:xfrm>
              <a:off x="6372226" y="5178426"/>
              <a:ext cx="193675" cy="307975"/>
            </a:xfrm>
            <a:custGeom>
              <a:avLst/>
              <a:gdLst>
                <a:gd name="T0" fmla="*/ 122 w 243"/>
                <a:gd name="T1" fmla="*/ 387 h 387"/>
                <a:gd name="T2" fmla="*/ 75 w 243"/>
                <a:gd name="T3" fmla="*/ 385 h 387"/>
                <a:gd name="T4" fmla="*/ 41 w 243"/>
                <a:gd name="T5" fmla="*/ 376 h 387"/>
                <a:gd name="T6" fmla="*/ 10 w 243"/>
                <a:gd name="T7" fmla="*/ 363 h 387"/>
                <a:gd name="T8" fmla="*/ 3 w 243"/>
                <a:gd name="T9" fmla="*/ 356 h 387"/>
                <a:gd name="T10" fmla="*/ 0 w 243"/>
                <a:gd name="T11" fmla="*/ 340 h 387"/>
                <a:gd name="T12" fmla="*/ 5 w 243"/>
                <a:gd name="T13" fmla="*/ 320 h 387"/>
                <a:gd name="T14" fmla="*/ 24 w 243"/>
                <a:gd name="T15" fmla="*/ 289 h 387"/>
                <a:gd name="T16" fmla="*/ 56 w 243"/>
                <a:gd name="T17" fmla="*/ 250 h 387"/>
                <a:gd name="T18" fmla="*/ 79 w 243"/>
                <a:gd name="T19" fmla="*/ 229 h 387"/>
                <a:gd name="T20" fmla="*/ 80 w 243"/>
                <a:gd name="T21" fmla="*/ 227 h 387"/>
                <a:gd name="T22" fmla="*/ 87 w 243"/>
                <a:gd name="T23" fmla="*/ 221 h 387"/>
                <a:gd name="T24" fmla="*/ 89 w 243"/>
                <a:gd name="T25" fmla="*/ 60 h 387"/>
                <a:gd name="T26" fmla="*/ 84 w 243"/>
                <a:gd name="T27" fmla="*/ 56 h 387"/>
                <a:gd name="T28" fmla="*/ 77 w 243"/>
                <a:gd name="T29" fmla="*/ 51 h 387"/>
                <a:gd name="T30" fmla="*/ 77 w 243"/>
                <a:gd name="T31" fmla="*/ 17 h 387"/>
                <a:gd name="T32" fmla="*/ 77 w 243"/>
                <a:gd name="T33" fmla="*/ 13 h 387"/>
                <a:gd name="T34" fmla="*/ 91 w 243"/>
                <a:gd name="T35" fmla="*/ 5 h 387"/>
                <a:gd name="T36" fmla="*/ 122 w 243"/>
                <a:gd name="T37" fmla="*/ 0 h 387"/>
                <a:gd name="T38" fmla="*/ 139 w 243"/>
                <a:gd name="T39" fmla="*/ 1 h 387"/>
                <a:gd name="T40" fmla="*/ 163 w 243"/>
                <a:gd name="T41" fmla="*/ 10 h 387"/>
                <a:gd name="T42" fmla="*/ 166 w 243"/>
                <a:gd name="T43" fmla="*/ 17 h 387"/>
                <a:gd name="T44" fmla="*/ 166 w 243"/>
                <a:gd name="T45" fmla="*/ 49 h 387"/>
                <a:gd name="T46" fmla="*/ 163 w 243"/>
                <a:gd name="T47" fmla="*/ 54 h 387"/>
                <a:gd name="T48" fmla="*/ 152 w 243"/>
                <a:gd name="T49" fmla="*/ 60 h 387"/>
                <a:gd name="T50" fmla="*/ 152 w 243"/>
                <a:gd name="T51" fmla="*/ 210 h 387"/>
                <a:gd name="T52" fmla="*/ 158 w 243"/>
                <a:gd name="T53" fmla="*/ 226 h 387"/>
                <a:gd name="T54" fmla="*/ 163 w 243"/>
                <a:gd name="T55" fmla="*/ 229 h 387"/>
                <a:gd name="T56" fmla="*/ 171 w 243"/>
                <a:gd name="T57" fmla="*/ 236 h 387"/>
                <a:gd name="T58" fmla="*/ 202 w 243"/>
                <a:gd name="T59" fmla="*/ 269 h 387"/>
                <a:gd name="T60" fmla="*/ 233 w 243"/>
                <a:gd name="T61" fmla="*/ 310 h 387"/>
                <a:gd name="T62" fmla="*/ 242 w 243"/>
                <a:gd name="T63" fmla="*/ 330 h 387"/>
                <a:gd name="T64" fmla="*/ 242 w 243"/>
                <a:gd name="T65" fmla="*/ 349 h 387"/>
                <a:gd name="T66" fmla="*/ 233 w 243"/>
                <a:gd name="T67" fmla="*/ 363 h 387"/>
                <a:gd name="T68" fmla="*/ 218 w 243"/>
                <a:gd name="T69" fmla="*/ 371 h 387"/>
                <a:gd name="T70" fmla="*/ 183 w 243"/>
                <a:gd name="T71" fmla="*/ 382 h 387"/>
                <a:gd name="T72" fmla="*/ 139 w 243"/>
                <a:gd name="T73" fmla="*/ 38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3" h="387">
                  <a:moveTo>
                    <a:pt x="122" y="387"/>
                  </a:moveTo>
                  <a:lnTo>
                    <a:pt x="122" y="387"/>
                  </a:lnTo>
                  <a:lnTo>
                    <a:pt x="103" y="387"/>
                  </a:lnTo>
                  <a:lnTo>
                    <a:pt x="75" y="385"/>
                  </a:lnTo>
                  <a:lnTo>
                    <a:pt x="58" y="382"/>
                  </a:lnTo>
                  <a:lnTo>
                    <a:pt x="41" y="376"/>
                  </a:lnTo>
                  <a:lnTo>
                    <a:pt x="24" y="371"/>
                  </a:lnTo>
                  <a:lnTo>
                    <a:pt x="10" y="363"/>
                  </a:lnTo>
                  <a:lnTo>
                    <a:pt x="10" y="363"/>
                  </a:lnTo>
                  <a:lnTo>
                    <a:pt x="3" y="356"/>
                  </a:lnTo>
                  <a:lnTo>
                    <a:pt x="0" y="349"/>
                  </a:lnTo>
                  <a:lnTo>
                    <a:pt x="0" y="340"/>
                  </a:lnTo>
                  <a:lnTo>
                    <a:pt x="2" y="330"/>
                  </a:lnTo>
                  <a:lnTo>
                    <a:pt x="5" y="320"/>
                  </a:lnTo>
                  <a:lnTo>
                    <a:pt x="10" y="310"/>
                  </a:lnTo>
                  <a:lnTo>
                    <a:pt x="24" y="289"/>
                  </a:lnTo>
                  <a:lnTo>
                    <a:pt x="39" y="269"/>
                  </a:lnTo>
                  <a:lnTo>
                    <a:pt x="56" y="250"/>
                  </a:lnTo>
                  <a:lnTo>
                    <a:pt x="70" y="236"/>
                  </a:lnTo>
                  <a:lnTo>
                    <a:pt x="79" y="229"/>
                  </a:lnTo>
                  <a:lnTo>
                    <a:pt x="79" y="229"/>
                  </a:lnTo>
                  <a:lnTo>
                    <a:pt x="80" y="227"/>
                  </a:lnTo>
                  <a:lnTo>
                    <a:pt x="84" y="226"/>
                  </a:lnTo>
                  <a:lnTo>
                    <a:pt x="87" y="221"/>
                  </a:lnTo>
                  <a:lnTo>
                    <a:pt x="89" y="210"/>
                  </a:lnTo>
                  <a:lnTo>
                    <a:pt x="89" y="60"/>
                  </a:lnTo>
                  <a:lnTo>
                    <a:pt x="89" y="60"/>
                  </a:lnTo>
                  <a:lnTo>
                    <a:pt x="84" y="56"/>
                  </a:lnTo>
                  <a:lnTo>
                    <a:pt x="80" y="54"/>
                  </a:lnTo>
                  <a:lnTo>
                    <a:pt x="77" y="51"/>
                  </a:lnTo>
                  <a:lnTo>
                    <a:pt x="77" y="49"/>
                  </a:lnTo>
                  <a:lnTo>
                    <a:pt x="77" y="17"/>
                  </a:lnTo>
                  <a:lnTo>
                    <a:pt x="77" y="17"/>
                  </a:lnTo>
                  <a:lnTo>
                    <a:pt x="77" y="13"/>
                  </a:lnTo>
                  <a:lnTo>
                    <a:pt x="80" y="10"/>
                  </a:lnTo>
                  <a:lnTo>
                    <a:pt x="91" y="5"/>
                  </a:lnTo>
                  <a:lnTo>
                    <a:pt x="104" y="1"/>
                  </a:lnTo>
                  <a:lnTo>
                    <a:pt x="122" y="0"/>
                  </a:lnTo>
                  <a:lnTo>
                    <a:pt x="122" y="0"/>
                  </a:lnTo>
                  <a:lnTo>
                    <a:pt x="139" y="1"/>
                  </a:lnTo>
                  <a:lnTo>
                    <a:pt x="152" y="5"/>
                  </a:lnTo>
                  <a:lnTo>
                    <a:pt x="163" y="10"/>
                  </a:lnTo>
                  <a:lnTo>
                    <a:pt x="164" y="13"/>
                  </a:lnTo>
                  <a:lnTo>
                    <a:pt x="166" y="17"/>
                  </a:lnTo>
                  <a:lnTo>
                    <a:pt x="166" y="49"/>
                  </a:lnTo>
                  <a:lnTo>
                    <a:pt x="166" y="49"/>
                  </a:lnTo>
                  <a:lnTo>
                    <a:pt x="164" y="51"/>
                  </a:lnTo>
                  <a:lnTo>
                    <a:pt x="163" y="54"/>
                  </a:lnTo>
                  <a:lnTo>
                    <a:pt x="159" y="56"/>
                  </a:lnTo>
                  <a:lnTo>
                    <a:pt x="152" y="60"/>
                  </a:lnTo>
                  <a:lnTo>
                    <a:pt x="152" y="210"/>
                  </a:lnTo>
                  <a:lnTo>
                    <a:pt x="152" y="210"/>
                  </a:lnTo>
                  <a:lnTo>
                    <a:pt x="154" y="221"/>
                  </a:lnTo>
                  <a:lnTo>
                    <a:pt x="158" y="226"/>
                  </a:lnTo>
                  <a:lnTo>
                    <a:pt x="161" y="227"/>
                  </a:lnTo>
                  <a:lnTo>
                    <a:pt x="163" y="229"/>
                  </a:lnTo>
                  <a:lnTo>
                    <a:pt x="163" y="229"/>
                  </a:lnTo>
                  <a:lnTo>
                    <a:pt x="171" y="236"/>
                  </a:lnTo>
                  <a:lnTo>
                    <a:pt x="187" y="250"/>
                  </a:lnTo>
                  <a:lnTo>
                    <a:pt x="202" y="269"/>
                  </a:lnTo>
                  <a:lnTo>
                    <a:pt x="219" y="289"/>
                  </a:lnTo>
                  <a:lnTo>
                    <a:pt x="233" y="310"/>
                  </a:lnTo>
                  <a:lnTo>
                    <a:pt x="238" y="320"/>
                  </a:lnTo>
                  <a:lnTo>
                    <a:pt x="242" y="330"/>
                  </a:lnTo>
                  <a:lnTo>
                    <a:pt x="243" y="340"/>
                  </a:lnTo>
                  <a:lnTo>
                    <a:pt x="242" y="349"/>
                  </a:lnTo>
                  <a:lnTo>
                    <a:pt x="238" y="356"/>
                  </a:lnTo>
                  <a:lnTo>
                    <a:pt x="233" y="363"/>
                  </a:lnTo>
                  <a:lnTo>
                    <a:pt x="233" y="363"/>
                  </a:lnTo>
                  <a:lnTo>
                    <a:pt x="218" y="371"/>
                  </a:lnTo>
                  <a:lnTo>
                    <a:pt x="200" y="376"/>
                  </a:lnTo>
                  <a:lnTo>
                    <a:pt x="183" y="382"/>
                  </a:lnTo>
                  <a:lnTo>
                    <a:pt x="168" y="385"/>
                  </a:lnTo>
                  <a:lnTo>
                    <a:pt x="139" y="387"/>
                  </a:lnTo>
                  <a:lnTo>
                    <a:pt x="122" y="387"/>
                  </a:lnTo>
                </a:path>
              </a:pathLst>
            </a:custGeom>
            <a:noFill/>
            <a:ln>
              <a:noFill/>
            </a:ln>
          </p:spPr>
          <p:txBody>
            <a:bodyPr vert="horz" wrap="square" lIns="91440" tIns="45720" rIns="91440" bIns="45720" numCol="1" anchor="t" anchorCtr="0" compatLnSpc="1"/>
            <a:lstStyle/>
            <a:p>
              <a:endParaRPr lang="en-US"/>
            </a:p>
          </p:txBody>
        </p:sp>
        <p:sp>
          <p:nvSpPr>
            <p:cNvPr id="87" name="Freeform 525"/>
            <p:cNvSpPr/>
            <p:nvPr/>
          </p:nvSpPr>
          <p:spPr bwMode="auto">
            <a:xfrm>
              <a:off x="6388101" y="5384801"/>
              <a:ext cx="50800" cy="82550"/>
            </a:xfrm>
            <a:custGeom>
              <a:avLst/>
              <a:gdLst>
                <a:gd name="T0" fmla="*/ 64 w 64"/>
                <a:gd name="T1" fmla="*/ 105 h 105"/>
                <a:gd name="T2" fmla="*/ 64 w 64"/>
                <a:gd name="T3" fmla="*/ 105 h 105"/>
                <a:gd name="T4" fmla="*/ 64 w 64"/>
                <a:gd name="T5" fmla="*/ 105 h 105"/>
                <a:gd name="T6" fmla="*/ 57 w 64"/>
                <a:gd name="T7" fmla="*/ 103 h 105"/>
                <a:gd name="T8" fmla="*/ 40 w 64"/>
                <a:gd name="T9" fmla="*/ 98 h 105"/>
                <a:gd name="T10" fmla="*/ 31 w 64"/>
                <a:gd name="T11" fmla="*/ 93 h 105"/>
                <a:gd name="T12" fmla="*/ 24 w 64"/>
                <a:gd name="T13" fmla="*/ 88 h 105"/>
                <a:gd name="T14" fmla="*/ 18 w 64"/>
                <a:gd name="T15" fmla="*/ 81 h 105"/>
                <a:gd name="T16" fmla="*/ 16 w 64"/>
                <a:gd name="T17" fmla="*/ 72 h 105"/>
                <a:gd name="T18" fmla="*/ 16 w 64"/>
                <a:gd name="T19" fmla="*/ 72 h 105"/>
                <a:gd name="T20" fmla="*/ 16 w 64"/>
                <a:gd name="T21" fmla="*/ 62 h 105"/>
                <a:gd name="T22" fmla="*/ 21 w 64"/>
                <a:gd name="T23" fmla="*/ 50 h 105"/>
                <a:gd name="T24" fmla="*/ 28 w 64"/>
                <a:gd name="T25" fmla="*/ 38 h 105"/>
                <a:gd name="T26" fmla="*/ 35 w 64"/>
                <a:gd name="T27" fmla="*/ 26 h 105"/>
                <a:gd name="T28" fmla="*/ 50 w 64"/>
                <a:gd name="T29" fmla="*/ 7 h 105"/>
                <a:gd name="T30" fmla="*/ 57 w 64"/>
                <a:gd name="T31" fmla="*/ 0 h 105"/>
                <a:gd name="T32" fmla="*/ 57 w 64"/>
                <a:gd name="T33" fmla="*/ 0 h 105"/>
                <a:gd name="T34" fmla="*/ 48 w 64"/>
                <a:gd name="T35" fmla="*/ 7 h 105"/>
                <a:gd name="T36" fmla="*/ 28 w 64"/>
                <a:gd name="T37" fmla="*/ 26 h 105"/>
                <a:gd name="T38" fmla="*/ 18 w 64"/>
                <a:gd name="T39" fmla="*/ 38 h 105"/>
                <a:gd name="T40" fmla="*/ 9 w 64"/>
                <a:gd name="T41" fmla="*/ 50 h 105"/>
                <a:gd name="T42" fmla="*/ 2 w 64"/>
                <a:gd name="T43" fmla="*/ 64 h 105"/>
                <a:gd name="T44" fmla="*/ 0 w 64"/>
                <a:gd name="T45" fmla="*/ 69 h 105"/>
                <a:gd name="T46" fmla="*/ 0 w 64"/>
                <a:gd name="T47" fmla="*/ 76 h 105"/>
                <a:gd name="T48" fmla="*/ 0 w 64"/>
                <a:gd name="T49" fmla="*/ 76 h 105"/>
                <a:gd name="T50" fmla="*/ 0 w 64"/>
                <a:gd name="T51" fmla="*/ 81 h 105"/>
                <a:gd name="T52" fmla="*/ 2 w 64"/>
                <a:gd name="T53" fmla="*/ 84 h 105"/>
                <a:gd name="T54" fmla="*/ 6 w 64"/>
                <a:gd name="T55" fmla="*/ 89 h 105"/>
                <a:gd name="T56" fmla="*/ 11 w 64"/>
                <a:gd name="T57" fmla="*/ 93 h 105"/>
                <a:gd name="T58" fmla="*/ 21 w 64"/>
                <a:gd name="T59" fmla="*/ 98 h 105"/>
                <a:gd name="T60" fmla="*/ 33 w 64"/>
                <a:gd name="T61" fmla="*/ 101 h 105"/>
                <a:gd name="T62" fmla="*/ 54 w 64"/>
                <a:gd name="T63" fmla="*/ 105 h 105"/>
                <a:gd name="T64" fmla="*/ 64 w 64"/>
                <a:gd name="T6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105">
                  <a:moveTo>
                    <a:pt x="64" y="105"/>
                  </a:moveTo>
                  <a:lnTo>
                    <a:pt x="64" y="105"/>
                  </a:lnTo>
                  <a:lnTo>
                    <a:pt x="64" y="105"/>
                  </a:lnTo>
                  <a:lnTo>
                    <a:pt x="57" y="103"/>
                  </a:lnTo>
                  <a:lnTo>
                    <a:pt x="40" y="98"/>
                  </a:lnTo>
                  <a:lnTo>
                    <a:pt x="31" y="93"/>
                  </a:lnTo>
                  <a:lnTo>
                    <a:pt x="24" y="88"/>
                  </a:lnTo>
                  <a:lnTo>
                    <a:pt x="18" y="81"/>
                  </a:lnTo>
                  <a:lnTo>
                    <a:pt x="16" y="72"/>
                  </a:lnTo>
                  <a:lnTo>
                    <a:pt x="16" y="72"/>
                  </a:lnTo>
                  <a:lnTo>
                    <a:pt x="16" y="62"/>
                  </a:lnTo>
                  <a:lnTo>
                    <a:pt x="21" y="50"/>
                  </a:lnTo>
                  <a:lnTo>
                    <a:pt x="28" y="38"/>
                  </a:lnTo>
                  <a:lnTo>
                    <a:pt x="35" y="26"/>
                  </a:lnTo>
                  <a:lnTo>
                    <a:pt x="50" y="7"/>
                  </a:lnTo>
                  <a:lnTo>
                    <a:pt x="57" y="0"/>
                  </a:lnTo>
                  <a:lnTo>
                    <a:pt x="57" y="0"/>
                  </a:lnTo>
                  <a:lnTo>
                    <a:pt x="48" y="7"/>
                  </a:lnTo>
                  <a:lnTo>
                    <a:pt x="28" y="26"/>
                  </a:lnTo>
                  <a:lnTo>
                    <a:pt x="18" y="38"/>
                  </a:lnTo>
                  <a:lnTo>
                    <a:pt x="9" y="50"/>
                  </a:lnTo>
                  <a:lnTo>
                    <a:pt x="2" y="64"/>
                  </a:lnTo>
                  <a:lnTo>
                    <a:pt x="0" y="69"/>
                  </a:lnTo>
                  <a:lnTo>
                    <a:pt x="0" y="76"/>
                  </a:lnTo>
                  <a:lnTo>
                    <a:pt x="0" y="76"/>
                  </a:lnTo>
                  <a:lnTo>
                    <a:pt x="0" y="81"/>
                  </a:lnTo>
                  <a:lnTo>
                    <a:pt x="2" y="84"/>
                  </a:lnTo>
                  <a:lnTo>
                    <a:pt x="6" y="89"/>
                  </a:lnTo>
                  <a:lnTo>
                    <a:pt x="11" y="93"/>
                  </a:lnTo>
                  <a:lnTo>
                    <a:pt x="21" y="98"/>
                  </a:lnTo>
                  <a:lnTo>
                    <a:pt x="33" y="101"/>
                  </a:lnTo>
                  <a:lnTo>
                    <a:pt x="54" y="105"/>
                  </a:lnTo>
                  <a:lnTo>
                    <a:pt x="64" y="105"/>
                  </a:lnTo>
                  <a:close/>
                </a:path>
              </a:pathLst>
            </a:custGeom>
            <a:solidFill>
              <a:srgbClr val="C5EFFA"/>
            </a:solidFill>
            <a:ln>
              <a:noFill/>
            </a:ln>
          </p:spPr>
          <p:txBody>
            <a:bodyPr vert="horz" wrap="square" lIns="91440" tIns="45720" rIns="91440" bIns="45720" numCol="1" anchor="t" anchorCtr="0" compatLnSpc="1"/>
            <a:lstStyle/>
            <a:p>
              <a:endParaRPr lang="en-US"/>
            </a:p>
          </p:txBody>
        </p:sp>
        <p:sp>
          <p:nvSpPr>
            <p:cNvPr id="88" name="Freeform 526"/>
            <p:cNvSpPr/>
            <p:nvPr/>
          </p:nvSpPr>
          <p:spPr bwMode="auto">
            <a:xfrm>
              <a:off x="6388101" y="5384801"/>
              <a:ext cx="50800" cy="82550"/>
            </a:xfrm>
            <a:custGeom>
              <a:avLst/>
              <a:gdLst>
                <a:gd name="T0" fmla="*/ 64 w 64"/>
                <a:gd name="T1" fmla="*/ 105 h 105"/>
                <a:gd name="T2" fmla="*/ 64 w 64"/>
                <a:gd name="T3" fmla="*/ 105 h 105"/>
                <a:gd name="T4" fmla="*/ 64 w 64"/>
                <a:gd name="T5" fmla="*/ 105 h 105"/>
                <a:gd name="T6" fmla="*/ 57 w 64"/>
                <a:gd name="T7" fmla="*/ 103 h 105"/>
                <a:gd name="T8" fmla="*/ 40 w 64"/>
                <a:gd name="T9" fmla="*/ 98 h 105"/>
                <a:gd name="T10" fmla="*/ 31 w 64"/>
                <a:gd name="T11" fmla="*/ 93 h 105"/>
                <a:gd name="T12" fmla="*/ 24 w 64"/>
                <a:gd name="T13" fmla="*/ 88 h 105"/>
                <a:gd name="T14" fmla="*/ 18 w 64"/>
                <a:gd name="T15" fmla="*/ 81 h 105"/>
                <a:gd name="T16" fmla="*/ 16 w 64"/>
                <a:gd name="T17" fmla="*/ 72 h 105"/>
                <a:gd name="T18" fmla="*/ 16 w 64"/>
                <a:gd name="T19" fmla="*/ 72 h 105"/>
                <a:gd name="T20" fmla="*/ 16 w 64"/>
                <a:gd name="T21" fmla="*/ 62 h 105"/>
                <a:gd name="T22" fmla="*/ 21 w 64"/>
                <a:gd name="T23" fmla="*/ 50 h 105"/>
                <a:gd name="T24" fmla="*/ 28 w 64"/>
                <a:gd name="T25" fmla="*/ 38 h 105"/>
                <a:gd name="T26" fmla="*/ 35 w 64"/>
                <a:gd name="T27" fmla="*/ 26 h 105"/>
                <a:gd name="T28" fmla="*/ 50 w 64"/>
                <a:gd name="T29" fmla="*/ 7 h 105"/>
                <a:gd name="T30" fmla="*/ 57 w 64"/>
                <a:gd name="T31" fmla="*/ 0 h 105"/>
                <a:gd name="T32" fmla="*/ 57 w 64"/>
                <a:gd name="T33" fmla="*/ 0 h 105"/>
                <a:gd name="T34" fmla="*/ 48 w 64"/>
                <a:gd name="T35" fmla="*/ 7 h 105"/>
                <a:gd name="T36" fmla="*/ 28 w 64"/>
                <a:gd name="T37" fmla="*/ 26 h 105"/>
                <a:gd name="T38" fmla="*/ 18 w 64"/>
                <a:gd name="T39" fmla="*/ 38 h 105"/>
                <a:gd name="T40" fmla="*/ 9 w 64"/>
                <a:gd name="T41" fmla="*/ 50 h 105"/>
                <a:gd name="T42" fmla="*/ 2 w 64"/>
                <a:gd name="T43" fmla="*/ 64 h 105"/>
                <a:gd name="T44" fmla="*/ 0 w 64"/>
                <a:gd name="T45" fmla="*/ 69 h 105"/>
                <a:gd name="T46" fmla="*/ 0 w 64"/>
                <a:gd name="T47" fmla="*/ 76 h 105"/>
                <a:gd name="T48" fmla="*/ 0 w 64"/>
                <a:gd name="T49" fmla="*/ 76 h 105"/>
                <a:gd name="T50" fmla="*/ 0 w 64"/>
                <a:gd name="T51" fmla="*/ 81 h 105"/>
                <a:gd name="T52" fmla="*/ 2 w 64"/>
                <a:gd name="T53" fmla="*/ 84 h 105"/>
                <a:gd name="T54" fmla="*/ 6 w 64"/>
                <a:gd name="T55" fmla="*/ 89 h 105"/>
                <a:gd name="T56" fmla="*/ 11 w 64"/>
                <a:gd name="T57" fmla="*/ 93 h 105"/>
                <a:gd name="T58" fmla="*/ 21 w 64"/>
                <a:gd name="T59" fmla="*/ 98 h 105"/>
                <a:gd name="T60" fmla="*/ 33 w 64"/>
                <a:gd name="T61" fmla="*/ 101 h 105"/>
                <a:gd name="T62" fmla="*/ 54 w 64"/>
                <a:gd name="T63" fmla="*/ 105 h 105"/>
                <a:gd name="T64" fmla="*/ 64 w 64"/>
                <a:gd name="T6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105">
                  <a:moveTo>
                    <a:pt x="64" y="105"/>
                  </a:moveTo>
                  <a:lnTo>
                    <a:pt x="64" y="105"/>
                  </a:lnTo>
                  <a:lnTo>
                    <a:pt x="64" y="105"/>
                  </a:lnTo>
                  <a:lnTo>
                    <a:pt x="57" y="103"/>
                  </a:lnTo>
                  <a:lnTo>
                    <a:pt x="40" y="98"/>
                  </a:lnTo>
                  <a:lnTo>
                    <a:pt x="31" y="93"/>
                  </a:lnTo>
                  <a:lnTo>
                    <a:pt x="24" y="88"/>
                  </a:lnTo>
                  <a:lnTo>
                    <a:pt x="18" y="81"/>
                  </a:lnTo>
                  <a:lnTo>
                    <a:pt x="16" y="72"/>
                  </a:lnTo>
                  <a:lnTo>
                    <a:pt x="16" y="72"/>
                  </a:lnTo>
                  <a:lnTo>
                    <a:pt x="16" y="62"/>
                  </a:lnTo>
                  <a:lnTo>
                    <a:pt x="21" y="50"/>
                  </a:lnTo>
                  <a:lnTo>
                    <a:pt x="28" y="38"/>
                  </a:lnTo>
                  <a:lnTo>
                    <a:pt x="35" y="26"/>
                  </a:lnTo>
                  <a:lnTo>
                    <a:pt x="50" y="7"/>
                  </a:lnTo>
                  <a:lnTo>
                    <a:pt x="57" y="0"/>
                  </a:lnTo>
                  <a:lnTo>
                    <a:pt x="57" y="0"/>
                  </a:lnTo>
                  <a:lnTo>
                    <a:pt x="48" y="7"/>
                  </a:lnTo>
                  <a:lnTo>
                    <a:pt x="28" y="26"/>
                  </a:lnTo>
                  <a:lnTo>
                    <a:pt x="18" y="38"/>
                  </a:lnTo>
                  <a:lnTo>
                    <a:pt x="9" y="50"/>
                  </a:lnTo>
                  <a:lnTo>
                    <a:pt x="2" y="64"/>
                  </a:lnTo>
                  <a:lnTo>
                    <a:pt x="0" y="69"/>
                  </a:lnTo>
                  <a:lnTo>
                    <a:pt x="0" y="76"/>
                  </a:lnTo>
                  <a:lnTo>
                    <a:pt x="0" y="76"/>
                  </a:lnTo>
                  <a:lnTo>
                    <a:pt x="0" y="81"/>
                  </a:lnTo>
                  <a:lnTo>
                    <a:pt x="2" y="84"/>
                  </a:lnTo>
                  <a:lnTo>
                    <a:pt x="6" y="89"/>
                  </a:lnTo>
                  <a:lnTo>
                    <a:pt x="11" y="93"/>
                  </a:lnTo>
                  <a:lnTo>
                    <a:pt x="21" y="98"/>
                  </a:lnTo>
                  <a:lnTo>
                    <a:pt x="33" y="101"/>
                  </a:lnTo>
                  <a:lnTo>
                    <a:pt x="54" y="105"/>
                  </a:lnTo>
                  <a:lnTo>
                    <a:pt x="64" y="105"/>
                  </a:lnTo>
                </a:path>
              </a:pathLst>
            </a:custGeom>
            <a:noFill/>
            <a:ln>
              <a:noFill/>
            </a:ln>
          </p:spPr>
          <p:txBody>
            <a:bodyPr vert="horz" wrap="square" lIns="91440" tIns="45720" rIns="91440" bIns="45720" numCol="1" anchor="t" anchorCtr="0" compatLnSpc="1"/>
            <a:lstStyle/>
            <a:p>
              <a:endParaRPr lang="en-US"/>
            </a:p>
          </p:txBody>
        </p:sp>
        <p:sp>
          <p:nvSpPr>
            <p:cNvPr id="89" name="Freeform 527"/>
            <p:cNvSpPr/>
            <p:nvPr/>
          </p:nvSpPr>
          <p:spPr bwMode="auto">
            <a:xfrm>
              <a:off x="6248401" y="5289551"/>
              <a:ext cx="193675" cy="241300"/>
            </a:xfrm>
            <a:custGeom>
              <a:avLst/>
              <a:gdLst>
                <a:gd name="T0" fmla="*/ 122 w 243"/>
                <a:gd name="T1" fmla="*/ 305 h 305"/>
                <a:gd name="T2" fmla="*/ 75 w 243"/>
                <a:gd name="T3" fmla="*/ 304 h 305"/>
                <a:gd name="T4" fmla="*/ 41 w 243"/>
                <a:gd name="T5" fmla="*/ 297 h 305"/>
                <a:gd name="T6" fmla="*/ 10 w 243"/>
                <a:gd name="T7" fmla="*/ 281 h 305"/>
                <a:gd name="T8" fmla="*/ 3 w 243"/>
                <a:gd name="T9" fmla="*/ 276 h 305"/>
                <a:gd name="T10" fmla="*/ 0 w 243"/>
                <a:gd name="T11" fmla="*/ 259 h 305"/>
                <a:gd name="T12" fmla="*/ 5 w 243"/>
                <a:gd name="T13" fmla="*/ 240 h 305"/>
                <a:gd name="T14" fmla="*/ 24 w 243"/>
                <a:gd name="T15" fmla="*/ 208 h 305"/>
                <a:gd name="T16" fmla="*/ 56 w 243"/>
                <a:gd name="T17" fmla="*/ 170 h 305"/>
                <a:gd name="T18" fmla="*/ 80 w 243"/>
                <a:gd name="T19" fmla="*/ 148 h 305"/>
                <a:gd name="T20" fmla="*/ 82 w 243"/>
                <a:gd name="T21" fmla="*/ 148 h 305"/>
                <a:gd name="T22" fmla="*/ 87 w 243"/>
                <a:gd name="T23" fmla="*/ 139 h 305"/>
                <a:gd name="T24" fmla="*/ 89 w 243"/>
                <a:gd name="T25" fmla="*/ 59 h 305"/>
                <a:gd name="T26" fmla="*/ 84 w 243"/>
                <a:gd name="T27" fmla="*/ 57 h 305"/>
                <a:gd name="T28" fmla="*/ 77 w 243"/>
                <a:gd name="T29" fmla="*/ 52 h 305"/>
                <a:gd name="T30" fmla="*/ 77 w 243"/>
                <a:gd name="T31" fmla="*/ 16 h 305"/>
                <a:gd name="T32" fmla="*/ 77 w 243"/>
                <a:gd name="T33" fmla="*/ 12 h 305"/>
                <a:gd name="T34" fmla="*/ 91 w 243"/>
                <a:gd name="T35" fmla="*/ 4 h 305"/>
                <a:gd name="T36" fmla="*/ 122 w 243"/>
                <a:gd name="T37" fmla="*/ 0 h 305"/>
                <a:gd name="T38" fmla="*/ 139 w 243"/>
                <a:gd name="T39" fmla="*/ 0 h 305"/>
                <a:gd name="T40" fmla="*/ 163 w 243"/>
                <a:gd name="T41" fmla="*/ 11 h 305"/>
                <a:gd name="T42" fmla="*/ 166 w 243"/>
                <a:gd name="T43" fmla="*/ 16 h 305"/>
                <a:gd name="T44" fmla="*/ 166 w 243"/>
                <a:gd name="T45" fmla="*/ 50 h 305"/>
                <a:gd name="T46" fmla="*/ 163 w 243"/>
                <a:gd name="T47" fmla="*/ 55 h 305"/>
                <a:gd name="T48" fmla="*/ 152 w 243"/>
                <a:gd name="T49" fmla="*/ 59 h 305"/>
                <a:gd name="T50" fmla="*/ 152 w 243"/>
                <a:gd name="T51" fmla="*/ 131 h 305"/>
                <a:gd name="T52" fmla="*/ 158 w 243"/>
                <a:gd name="T53" fmla="*/ 144 h 305"/>
                <a:gd name="T54" fmla="*/ 163 w 243"/>
                <a:gd name="T55" fmla="*/ 148 h 305"/>
                <a:gd name="T56" fmla="*/ 171 w 243"/>
                <a:gd name="T57" fmla="*/ 156 h 305"/>
                <a:gd name="T58" fmla="*/ 202 w 243"/>
                <a:gd name="T59" fmla="*/ 187 h 305"/>
                <a:gd name="T60" fmla="*/ 233 w 243"/>
                <a:gd name="T61" fmla="*/ 230 h 305"/>
                <a:gd name="T62" fmla="*/ 242 w 243"/>
                <a:gd name="T63" fmla="*/ 250 h 305"/>
                <a:gd name="T64" fmla="*/ 242 w 243"/>
                <a:gd name="T65" fmla="*/ 268 h 305"/>
                <a:gd name="T66" fmla="*/ 233 w 243"/>
                <a:gd name="T67" fmla="*/ 281 h 305"/>
                <a:gd name="T68" fmla="*/ 218 w 243"/>
                <a:gd name="T69" fmla="*/ 290 h 305"/>
                <a:gd name="T70" fmla="*/ 185 w 243"/>
                <a:gd name="T71" fmla="*/ 300 h 305"/>
                <a:gd name="T72" fmla="*/ 139 w 243"/>
                <a:gd name="T73" fmla="*/ 30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3" h="305">
                  <a:moveTo>
                    <a:pt x="122" y="305"/>
                  </a:moveTo>
                  <a:lnTo>
                    <a:pt x="122" y="305"/>
                  </a:lnTo>
                  <a:lnTo>
                    <a:pt x="104" y="305"/>
                  </a:lnTo>
                  <a:lnTo>
                    <a:pt x="75" y="304"/>
                  </a:lnTo>
                  <a:lnTo>
                    <a:pt x="58" y="300"/>
                  </a:lnTo>
                  <a:lnTo>
                    <a:pt x="41" y="297"/>
                  </a:lnTo>
                  <a:lnTo>
                    <a:pt x="26" y="290"/>
                  </a:lnTo>
                  <a:lnTo>
                    <a:pt x="10" y="281"/>
                  </a:lnTo>
                  <a:lnTo>
                    <a:pt x="10" y="281"/>
                  </a:lnTo>
                  <a:lnTo>
                    <a:pt x="3" y="276"/>
                  </a:lnTo>
                  <a:lnTo>
                    <a:pt x="0" y="268"/>
                  </a:lnTo>
                  <a:lnTo>
                    <a:pt x="0" y="259"/>
                  </a:lnTo>
                  <a:lnTo>
                    <a:pt x="2" y="250"/>
                  </a:lnTo>
                  <a:lnTo>
                    <a:pt x="5" y="240"/>
                  </a:lnTo>
                  <a:lnTo>
                    <a:pt x="10" y="230"/>
                  </a:lnTo>
                  <a:lnTo>
                    <a:pt x="24" y="208"/>
                  </a:lnTo>
                  <a:lnTo>
                    <a:pt x="39" y="187"/>
                  </a:lnTo>
                  <a:lnTo>
                    <a:pt x="56" y="170"/>
                  </a:lnTo>
                  <a:lnTo>
                    <a:pt x="70" y="156"/>
                  </a:lnTo>
                  <a:lnTo>
                    <a:pt x="80" y="148"/>
                  </a:lnTo>
                  <a:lnTo>
                    <a:pt x="80" y="148"/>
                  </a:lnTo>
                  <a:lnTo>
                    <a:pt x="82" y="148"/>
                  </a:lnTo>
                  <a:lnTo>
                    <a:pt x="84" y="144"/>
                  </a:lnTo>
                  <a:lnTo>
                    <a:pt x="87" y="139"/>
                  </a:lnTo>
                  <a:lnTo>
                    <a:pt x="89" y="131"/>
                  </a:lnTo>
                  <a:lnTo>
                    <a:pt x="89" y="59"/>
                  </a:lnTo>
                  <a:lnTo>
                    <a:pt x="89" y="59"/>
                  </a:lnTo>
                  <a:lnTo>
                    <a:pt x="84" y="57"/>
                  </a:lnTo>
                  <a:lnTo>
                    <a:pt x="80" y="55"/>
                  </a:lnTo>
                  <a:lnTo>
                    <a:pt x="77" y="52"/>
                  </a:lnTo>
                  <a:lnTo>
                    <a:pt x="77" y="50"/>
                  </a:lnTo>
                  <a:lnTo>
                    <a:pt x="77" y="16"/>
                  </a:lnTo>
                  <a:lnTo>
                    <a:pt x="77" y="16"/>
                  </a:lnTo>
                  <a:lnTo>
                    <a:pt x="77" y="12"/>
                  </a:lnTo>
                  <a:lnTo>
                    <a:pt x="80" y="11"/>
                  </a:lnTo>
                  <a:lnTo>
                    <a:pt x="91" y="4"/>
                  </a:lnTo>
                  <a:lnTo>
                    <a:pt x="104" y="0"/>
                  </a:lnTo>
                  <a:lnTo>
                    <a:pt x="122" y="0"/>
                  </a:lnTo>
                  <a:lnTo>
                    <a:pt x="122" y="0"/>
                  </a:lnTo>
                  <a:lnTo>
                    <a:pt x="139" y="0"/>
                  </a:lnTo>
                  <a:lnTo>
                    <a:pt x="152" y="4"/>
                  </a:lnTo>
                  <a:lnTo>
                    <a:pt x="163" y="11"/>
                  </a:lnTo>
                  <a:lnTo>
                    <a:pt x="164" y="12"/>
                  </a:lnTo>
                  <a:lnTo>
                    <a:pt x="166" y="16"/>
                  </a:lnTo>
                  <a:lnTo>
                    <a:pt x="166" y="50"/>
                  </a:lnTo>
                  <a:lnTo>
                    <a:pt x="166" y="50"/>
                  </a:lnTo>
                  <a:lnTo>
                    <a:pt x="164" y="52"/>
                  </a:lnTo>
                  <a:lnTo>
                    <a:pt x="163" y="55"/>
                  </a:lnTo>
                  <a:lnTo>
                    <a:pt x="159" y="57"/>
                  </a:lnTo>
                  <a:lnTo>
                    <a:pt x="152" y="59"/>
                  </a:lnTo>
                  <a:lnTo>
                    <a:pt x="152" y="131"/>
                  </a:lnTo>
                  <a:lnTo>
                    <a:pt x="152" y="131"/>
                  </a:lnTo>
                  <a:lnTo>
                    <a:pt x="154" y="139"/>
                  </a:lnTo>
                  <a:lnTo>
                    <a:pt x="158" y="144"/>
                  </a:lnTo>
                  <a:lnTo>
                    <a:pt x="161" y="148"/>
                  </a:lnTo>
                  <a:lnTo>
                    <a:pt x="163" y="148"/>
                  </a:lnTo>
                  <a:lnTo>
                    <a:pt x="163" y="148"/>
                  </a:lnTo>
                  <a:lnTo>
                    <a:pt x="171" y="156"/>
                  </a:lnTo>
                  <a:lnTo>
                    <a:pt x="187" y="170"/>
                  </a:lnTo>
                  <a:lnTo>
                    <a:pt x="202" y="187"/>
                  </a:lnTo>
                  <a:lnTo>
                    <a:pt x="219" y="208"/>
                  </a:lnTo>
                  <a:lnTo>
                    <a:pt x="233" y="230"/>
                  </a:lnTo>
                  <a:lnTo>
                    <a:pt x="238" y="240"/>
                  </a:lnTo>
                  <a:lnTo>
                    <a:pt x="242" y="250"/>
                  </a:lnTo>
                  <a:lnTo>
                    <a:pt x="243" y="259"/>
                  </a:lnTo>
                  <a:lnTo>
                    <a:pt x="242" y="268"/>
                  </a:lnTo>
                  <a:lnTo>
                    <a:pt x="238" y="276"/>
                  </a:lnTo>
                  <a:lnTo>
                    <a:pt x="233" y="281"/>
                  </a:lnTo>
                  <a:lnTo>
                    <a:pt x="233" y="281"/>
                  </a:lnTo>
                  <a:lnTo>
                    <a:pt x="218" y="290"/>
                  </a:lnTo>
                  <a:lnTo>
                    <a:pt x="202" y="297"/>
                  </a:lnTo>
                  <a:lnTo>
                    <a:pt x="185" y="300"/>
                  </a:lnTo>
                  <a:lnTo>
                    <a:pt x="168" y="304"/>
                  </a:lnTo>
                  <a:lnTo>
                    <a:pt x="139" y="305"/>
                  </a:lnTo>
                  <a:lnTo>
                    <a:pt x="122" y="305"/>
                  </a:lnTo>
                  <a:close/>
                </a:path>
              </a:pathLst>
            </a:custGeom>
            <a:solidFill>
              <a:srgbClr val="C5EFFA"/>
            </a:solidFill>
            <a:ln>
              <a:noFill/>
            </a:ln>
          </p:spPr>
          <p:txBody>
            <a:bodyPr vert="horz" wrap="square" lIns="91440" tIns="45720" rIns="91440" bIns="45720" numCol="1" anchor="t" anchorCtr="0" compatLnSpc="1"/>
            <a:lstStyle/>
            <a:p>
              <a:endParaRPr lang="en-US"/>
            </a:p>
          </p:txBody>
        </p:sp>
        <p:sp>
          <p:nvSpPr>
            <p:cNvPr id="90" name="Freeform 528"/>
            <p:cNvSpPr/>
            <p:nvPr/>
          </p:nvSpPr>
          <p:spPr bwMode="auto">
            <a:xfrm>
              <a:off x="6248401" y="5289551"/>
              <a:ext cx="193675" cy="241300"/>
            </a:xfrm>
            <a:custGeom>
              <a:avLst/>
              <a:gdLst>
                <a:gd name="T0" fmla="*/ 122 w 243"/>
                <a:gd name="T1" fmla="*/ 305 h 305"/>
                <a:gd name="T2" fmla="*/ 75 w 243"/>
                <a:gd name="T3" fmla="*/ 304 h 305"/>
                <a:gd name="T4" fmla="*/ 41 w 243"/>
                <a:gd name="T5" fmla="*/ 297 h 305"/>
                <a:gd name="T6" fmla="*/ 10 w 243"/>
                <a:gd name="T7" fmla="*/ 281 h 305"/>
                <a:gd name="T8" fmla="*/ 3 w 243"/>
                <a:gd name="T9" fmla="*/ 276 h 305"/>
                <a:gd name="T10" fmla="*/ 0 w 243"/>
                <a:gd name="T11" fmla="*/ 259 h 305"/>
                <a:gd name="T12" fmla="*/ 5 w 243"/>
                <a:gd name="T13" fmla="*/ 240 h 305"/>
                <a:gd name="T14" fmla="*/ 24 w 243"/>
                <a:gd name="T15" fmla="*/ 208 h 305"/>
                <a:gd name="T16" fmla="*/ 56 w 243"/>
                <a:gd name="T17" fmla="*/ 170 h 305"/>
                <a:gd name="T18" fmla="*/ 80 w 243"/>
                <a:gd name="T19" fmla="*/ 148 h 305"/>
                <a:gd name="T20" fmla="*/ 82 w 243"/>
                <a:gd name="T21" fmla="*/ 148 h 305"/>
                <a:gd name="T22" fmla="*/ 87 w 243"/>
                <a:gd name="T23" fmla="*/ 139 h 305"/>
                <a:gd name="T24" fmla="*/ 89 w 243"/>
                <a:gd name="T25" fmla="*/ 59 h 305"/>
                <a:gd name="T26" fmla="*/ 84 w 243"/>
                <a:gd name="T27" fmla="*/ 57 h 305"/>
                <a:gd name="T28" fmla="*/ 77 w 243"/>
                <a:gd name="T29" fmla="*/ 52 h 305"/>
                <a:gd name="T30" fmla="*/ 77 w 243"/>
                <a:gd name="T31" fmla="*/ 16 h 305"/>
                <a:gd name="T32" fmla="*/ 77 w 243"/>
                <a:gd name="T33" fmla="*/ 12 h 305"/>
                <a:gd name="T34" fmla="*/ 91 w 243"/>
                <a:gd name="T35" fmla="*/ 4 h 305"/>
                <a:gd name="T36" fmla="*/ 122 w 243"/>
                <a:gd name="T37" fmla="*/ 0 h 305"/>
                <a:gd name="T38" fmla="*/ 139 w 243"/>
                <a:gd name="T39" fmla="*/ 0 h 305"/>
                <a:gd name="T40" fmla="*/ 163 w 243"/>
                <a:gd name="T41" fmla="*/ 11 h 305"/>
                <a:gd name="T42" fmla="*/ 166 w 243"/>
                <a:gd name="T43" fmla="*/ 16 h 305"/>
                <a:gd name="T44" fmla="*/ 166 w 243"/>
                <a:gd name="T45" fmla="*/ 50 h 305"/>
                <a:gd name="T46" fmla="*/ 163 w 243"/>
                <a:gd name="T47" fmla="*/ 55 h 305"/>
                <a:gd name="T48" fmla="*/ 152 w 243"/>
                <a:gd name="T49" fmla="*/ 59 h 305"/>
                <a:gd name="T50" fmla="*/ 152 w 243"/>
                <a:gd name="T51" fmla="*/ 131 h 305"/>
                <a:gd name="T52" fmla="*/ 158 w 243"/>
                <a:gd name="T53" fmla="*/ 144 h 305"/>
                <a:gd name="T54" fmla="*/ 163 w 243"/>
                <a:gd name="T55" fmla="*/ 148 h 305"/>
                <a:gd name="T56" fmla="*/ 171 w 243"/>
                <a:gd name="T57" fmla="*/ 156 h 305"/>
                <a:gd name="T58" fmla="*/ 202 w 243"/>
                <a:gd name="T59" fmla="*/ 187 h 305"/>
                <a:gd name="T60" fmla="*/ 233 w 243"/>
                <a:gd name="T61" fmla="*/ 230 h 305"/>
                <a:gd name="T62" fmla="*/ 242 w 243"/>
                <a:gd name="T63" fmla="*/ 250 h 305"/>
                <a:gd name="T64" fmla="*/ 242 w 243"/>
                <a:gd name="T65" fmla="*/ 268 h 305"/>
                <a:gd name="T66" fmla="*/ 233 w 243"/>
                <a:gd name="T67" fmla="*/ 281 h 305"/>
                <a:gd name="T68" fmla="*/ 218 w 243"/>
                <a:gd name="T69" fmla="*/ 290 h 305"/>
                <a:gd name="T70" fmla="*/ 185 w 243"/>
                <a:gd name="T71" fmla="*/ 300 h 305"/>
                <a:gd name="T72" fmla="*/ 139 w 243"/>
                <a:gd name="T73" fmla="*/ 30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3" h="305">
                  <a:moveTo>
                    <a:pt x="122" y="305"/>
                  </a:moveTo>
                  <a:lnTo>
                    <a:pt x="122" y="305"/>
                  </a:lnTo>
                  <a:lnTo>
                    <a:pt x="104" y="305"/>
                  </a:lnTo>
                  <a:lnTo>
                    <a:pt x="75" y="304"/>
                  </a:lnTo>
                  <a:lnTo>
                    <a:pt x="58" y="300"/>
                  </a:lnTo>
                  <a:lnTo>
                    <a:pt x="41" y="297"/>
                  </a:lnTo>
                  <a:lnTo>
                    <a:pt x="26" y="290"/>
                  </a:lnTo>
                  <a:lnTo>
                    <a:pt x="10" y="281"/>
                  </a:lnTo>
                  <a:lnTo>
                    <a:pt x="10" y="281"/>
                  </a:lnTo>
                  <a:lnTo>
                    <a:pt x="3" y="276"/>
                  </a:lnTo>
                  <a:lnTo>
                    <a:pt x="0" y="268"/>
                  </a:lnTo>
                  <a:lnTo>
                    <a:pt x="0" y="259"/>
                  </a:lnTo>
                  <a:lnTo>
                    <a:pt x="2" y="250"/>
                  </a:lnTo>
                  <a:lnTo>
                    <a:pt x="5" y="240"/>
                  </a:lnTo>
                  <a:lnTo>
                    <a:pt x="10" y="230"/>
                  </a:lnTo>
                  <a:lnTo>
                    <a:pt x="24" y="208"/>
                  </a:lnTo>
                  <a:lnTo>
                    <a:pt x="39" y="187"/>
                  </a:lnTo>
                  <a:lnTo>
                    <a:pt x="56" y="170"/>
                  </a:lnTo>
                  <a:lnTo>
                    <a:pt x="70" y="156"/>
                  </a:lnTo>
                  <a:lnTo>
                    <a:pt x="80" y="148"/>
                  </a:lnTo>
                  <a:lnTo>
                    <a:pt x="80" y="148"/>
                  </a:lnTo>
                  <a:lnTo>
                    <a:pt x="82" y="148"/>
                  </a:lnTo>
                  <a:lnTo>
                    <a:pt x="84" y="144"/>
                  </a:lnTo>
                  <a:lnTo>
                    <a:pt x="87" y="139"/>
                  </a:lnTo>
                  <a:lnTo>
                    <a:pt x="89" y="131"/>
                  </a:lnTo>
                  <a:lnTo>
                    <a:pt x="89" y="59"/>
                  </a:lnTo>
                  <a:lnTo>
                    <a:pt x="89" y="59"/>
                  </a:lnTo>
                  <a:lnTo>
                    <a:pt x="84" y="57"/>
                  </a:lnTo>
                  <a:lnTo>
                    <a:pt x="80" y="55"/>
                  </a:lnTo>
                  <a:lnTo>
                    <a:pt x="77" y="52"/>
                  </a:lnTo>
                  <a:lnTo>
                    <a:pt x="77" y="50"/>
                  </a:lnTo>
                  <a:lnTo>
                    <a:pt x="77" y="16"/>
                  </a:lnTo>
                  <a:lnTo>
                    <a:pt x="77" y="16"/>
                  </a:lnTo>
                  <a:lnTo>
                    <a:pt x="77" y="12"/>
                  </a:lnTo>
                  <a:lnTo>
                    <a:pt x="80" y="11"/>
                  </a:lnTo>
                  <a:lnTo>
                    <a:pt x="91" y="4"/>
                  </a:lnTo>
                  <a:lnTo>
                    <a:pt x="104" y="0"/>
                  </a:lnTo>
                  <a:lnTo>
                    <a:pt x="122" y="0"/>
                  </a:lnTo>
                  <a:lnTo>
                    <a:pt x="122" y="0"/>
                  </a:lnTo>
                  <a:lnTo>
                    <a:pt x="139" y="0"/>
                  </a:lnTo>
                  <a:lnTo>
                    <a:pt x="152" y="4"/>
                  </a:lnTo>
                  <a:lnTo>
                    <a:pt x="163" y="11"/>
                  </a:lnTo>
                  <a:lnTo>
                    <a:pt x="164" y="12"/>
                  </a:lnTo>
                  <a:lnTo>
                    <a:pt x="166" y="16"/>
                  </a:lnTo>
                  <a:lnTo>
                    <a:pt x="166" y="50"/>
                  </a:lnTo>
                  <a:lnTo>
                    <a:pt x="166" y="50"/>
                  </a:lnTo>
                  <a:lnTo>
                    <a:pt x="164" y="52"/>
                  </a:lnTo>
                  <a:lnTo>
                    <a:pt x="163" y="55"/>
                  </a:lnTo>
                  <a:lnTo>
                    <a:pt x="159" y="57"/>
                  </a:lnTo>
                  <a:lnTo>
                    <a:pt x="152" y="59"/>
                  </a:lnTo>
                  <a:lnTo>
                    <a:pt x="152" y="131"/>
                  </a:lnTo>
                  <a:lnTo>
                    <a:pt x="152" y="131"/>
                  </a:lnTo>
                  <a:lnTo>
                    <a:pt x="154" y="139"/>
                  </a:lnTo>
                  <a:lnTo>
                    <a:pt x="158" y="144"/>
                  </a:lnTo>
                  <a:lnTo>
                    <a:pt x="161" y="148"/>
                  </a:lnTo>
                  <a:lnTo>
                    <a:pt x="163" y="148"/>
                  </a:lnTo>
                  <a:lnTo>
                    <a:pt x="163" y="148"/>
                  </a:lnTo>
                  <a:lnTo>
                    <a:pt x="171" y="156"/>
                  </a:lnTo>
                  <a:lnTo>
                    <a:pt x="187" y="170"/>
                  </a:lnTo>
                  <a:lnTo>
                    <a:pt x="202" y="187"/>
                  </a:lnTo>
                  <a:lnTo>
                    <a:pt x="219" y="208"/>
                  </a:lnTo>
                  <a:lnTo>
                    <a:pt x="233" y="230"/>
                  </a:lnTo>
                  <a:lnTo>
                    <a:pt x="238" y="240"/>
                  </a:lnTo>
                  <a:lnTo>
                    <a:pt x="242" y="250"/>
                  </a:lnTo>
                  <a:lnTo>
                    <a:pt x="243" y="259"/>
                  </a:lnTo>
                  <a:lnTo>
                    <a:pt x="242" y="268"/>
                  </a:lnTo>
                  <a:lnTo>
                    <a:pt x="238" y="276"/>
                  </a:lnTo>
                  <a:lnTo>
                    <a:pt x="233" y="281"/>
                  </a:lnTo>
                  <a:lnTo>
                    <a:pt x="233" y="281"/>
                  </a:lnTo>
                  <a:lnTo>
                    <a:pt x="218" y="290"/>
                  </a:lnTo>
                  <a:lnTo>
                    <a:pt x="202" y="297"/>
                  </a:lnTo>
                  <a:lnTo>
                    <a:pt x="185" y="300"/>
                  </a:lnTo>
                  <a:lnTo>
                    <a:pt x="168" y="304"/>
                  </a:lnTo>
                  <a:lnTo>
                    <a:pt x="139" y="305"/>
                  </a:lnTo>
                  <a:lnTo>
                    <a:pt x="122" y="305"/>
                  </a:lnTo>
                </a:path>
              </a:pathLst>
            </a:custGeom>
            <a:noFill/>
            <a:ln>
              <a:noFill/>
            </a:ln>
          </p:spPr>
          <p:txBody>
            <a:bodyPr vert="horz" wrap="square" lIns="91440" tIns="45720" rIns="91440" bIns="45720" numCol="1" anchor="t" anchorCtr="0" compatLnSpc="1"/>
            <a:lstStyle/>
            <a:p>
              <a:endParaRPr lang="en-US"/>
            </a:p>
          </p:txBody>
        </p:sp>
        <p:sp>
          <p:nvSpPr>
            <p:cNvPr id="91" name="Freeform 529"/>
            <p:cNvSpPr/>
            <p:nvPr/>
          </p:nvSpPr>
          <p:spPr bwMode="auto">
            <a:xfrm>
              <a:off x="6264276" y="5429251"/>
              <a:ext cx="50800" cy="84138"/>
            </a:xfrm>
            <a:custGeom>
              <a:avLst/>
              <a:gdLst>
                <a:gd name="T0" fmla="*/ 63 w 63"/>
                <a:gd name="T1" fmla="*/ 106 h 106"/>
                <a:gd name="T2" fmla="*/ 63 w 63"/>
                <a:gd name="T3" fmla="*/ 106 h 106"/>
                <a:gd name="T4" fmla="*/ 63 w 63"/>
                <a:gd name="T5" fmla="*/ 106 h 106"/>
                <a:gd name="T6" fmla="*/ 56 w 63"/>
                <a:gd name="T7" fmla="*/ 104 h 106"/>
                <a:gd name="T8" fmla="*/ 41 w 63"/>
                <a:gd name="T9" fmla="*/ 97 h 106"/>
                <a:gd name="T10" fmla="*/ 30 w 63"/>
                <a:gd name="T11" fmla="*/ 94 h 106"/>
                <a:gd name="T12" fmla="*/ 23 w 63"/>
                <a:gd name="T13" fmla="*/ 87 h 106"/>
                <a:gd name="T14" fmla="*/ 17 w 63"/>
                <a:gd name="T15" fmla="*/ 80 h 106"/>
                <a:gd name="T16" fmla="*/ 15 w 63"/>
                <a:gd name="T17" fmla="*/ 72 h 106"/>
                <a:gd name="T18" fmla="*/ 15 w 63"/>
                <a:gd name="T19" fmla="*/ 72 h 106"/>
                <a:gd name="T20" fmla="*/ 15 w 63"/>
                <a:gd name="T21" fmla="*/ 61 h 106"/>
                <a:gd name="T22" fmla="*/ 20 w 63"/>
                <a:gd name="T23" fmla="*/ 51 h 106"/>
                <a:gd name="T24" fmla="*/ 27 w 63"/>
                <a:gd name="T25" fmla="*/ 39 h 106"/>
                <a:gd name="T26" fmla="*/ 35 w 63"/>
                <a:gd name="T27" fmla="*/ 27 h 106"/>
                <a:gd name="T28" fmla="*/ 49 w 63"/>
                <a:gd name="T29" fmla="*/ 8 h 106"/>
                <a:gd name="T30" fmla="*/ 56 w 63"/>
                <a:gd name="T31" fmla="*/ 0 h 106"/>
                <a:gd name="T32" fmla="*/ 56 w 63"/>
                <a:gd name="T33" fmla="*/ 0 h 106"/>
                <a:gd name="T34" fmla="*/ 47 w 63"/>
                <a:gd name="T35" fmla="*/ 8 h 106"/>
                <a:gd name="T36" fmla="*/ 29 w 63"/>
                <a:gd name="T37" fmla="*/ 27 h 106"/>
                <a:gd name="T38" fmla="*/ 17 w 63"/>
                <a:gd name="T39" fmla="*/ 39 h 106"/>
                <a:gd name="T40" fmla="*/ 8 w 63"/>
                <a:gd name="T41" fmla="*/ 51 h 106"/>
                <a:gd name="T42" fmla="*/ 1 w 63"/>
                <a:gd name="T43" fmla="*/ 63 h 106"/>
                <a:gd name="T44" fmla="*/ 0 w 63"/>
                <a:gd name="T45" fmla="*/ 70 h 106"/>
                <a:gd name="T46" fmla="*/ 0 w 63"/>
                <a:gd name="T47" fmla="*/ 75 h 106"/>
                <a:gd name="T48" fmla="*/ 0 w 63"/>
                <a:gd name="T49" fmla="*/ 75 h 106"/>
                <a:gd name="T50" fmla="*/ 0 w 63"/>
                <a:gd name="T51" fmla="*/ 80 h 106"/>
                <a:gd name="T52" fmla="*/ 3 w 63"/>
                <a:gd name="T53" fmla="*/ 85 h 106"/>
                <a:gd name="T54" fmla="*/ 6 w 63"/>
                <a:gd name="T55" fmla="*/ 89 h 106"/>
                <a:gd name="T56" fmla="*/ 10 w 63"/>
                <a:gd name="T57" fmla="*/ 92 h 106"/>
                <a:gd name="T58" fmla="*/ 20 w 63"/>
                <a:gd name="T59" fmla="*/ 99 h 106"/>
                <a:gd name="T60" fmla="*/ 32 w 63"/>
                <a:gd name="T61" fmla="*/ 103 h 106"/>
                <a:gd name="T62" fmla="*/ 54 w 63"/>
                <a:gd name="T63" fmla="*/ 106 h 106"/>
                <a:gd name="T64" fmla="*/ 63 w 63"/>
                <a:gd name="T65"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3" h="106">
                  <a:moveTo>
                    <a:pt x="63" y="106"/>
                  </a:moveTo>
                  <a:lnTo>
                    <a:pt x="63" y="106"/>
                  </a:lnTo>
                  <a:lnTo>
                    <a:pt x="63" y="106"/>
                  </a:lnTo>
                  <a:lnTo>
                    <a:pt x="56" y="104"/>
                  </a:lnTo>
                  <a:lnTo>
                    <a:pt x="41" y="97"/>
                  </a:lnTo>
                  <a:lnTo>
                    <a:pt x="30" y="94"/>
                  </a:lnTo>
                  <a:lnTo>
                    <a:pt x="23" y="87"/>
                  </a:lnTo>
                  <a:lnTo>
                    <a:pt x="17" y="80"/>
                  </a:lnTo>
                  <a:lnTo>
                    <a:pt x="15" y="72"/>
                  </a:lnTo>
                  <a:lnTo>
                    <a:pt x="15" y="72"/>
                  </a:lnTo>
                  <a:lnTo>
                    <a:pt x="15" y="61"/>
                  </a:lnTo>
                  <a:lnTo>
                    <a:pt x="20" y="51"/>
                  </a:lnTo>
                  <a:lnTo>
                    <a:pt x="27" y="39"/>
                  </a:lnTo>
                  <a:lnTo>
                    <a:pt x="35" y="27"/>
                  </a:lnTo>
                  <a:lnTo>
                    <a:pt x="49" y="8"/>
                  </a:lnTo>
                  <a:lnTo>
                    <a:pt x="56" y="0"/>
                  </a:lnTo>
                  <a:lnTo>
                    <a:pt x="56" y="0"/>
                  </a:lnTo>
                  <a:lnTo>
                    <a:pt x="47" y="8"/>
                  </a:lnTo>
                  <a:lnTo>
                    <a:pt x="29" y="27"/>
                  </a:lnTo>
                  <a:lnTo>
                    <a:pt x="17" y="39"/>
                  </a:lnTo>
                  <a:lnTo>
                    <a:pt x="8" y="51"/>
                  </a:lnTo>
                  <a:lnTo>
                    <a:pt x="1" y="63"/>
                  </a:lnTo>
                  <a:lnTo>
                    <a:pt x="0" y="70"/>
                  </a:lnTo>
                  <a:lnTo>
                    <a:pt x="0" y="75"/>
                  </a:lnTo>
                  <a:lnTo>
                    <a:pt x="0" y="75"/>
                  </a:lnTo>
                  <a:lnTo>
                    <a:pt x="0" y="80"/>
                  </a:lnTo>
                  <a:lnTo>
                    <a:pt x="3" y="85"/>
                  </a:lnTo>
                  <a:lnTo>
                    <a:pt x="6" y="89"/>
                  </a:lnTo>
                  <a:lnTo>
                    <a:pt x="10" y="92"/>
                  </a:lnTo>
                  <a:lnTo>
                    <a:pt x="20" y="99"/>
                  </a:lnTo>
                  <a:lnTo>
                    <a:pt x="32" y="103"/>
                  </a:lnTo>
                  <a:lnTo>
                    <a:pt x="54" y="106"/>
                  </a:lnTo>
                  <a:lnTo>
                    <a:pt x="63" y="106"/>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92" name="Freeform 530"/>
            <p:cNvSpPr/>
            <p:nvPr/>
          </p:nvSpPr>
          <p:spPr bwMode="auto">
            <a:xfrm>
              <a:off x="6264276" y="5429251"/>
              <a:ext cx="50800" cy="84138"/>
            </a:xfrm>
            <a:custGeom>
              <a:avLst/>
              <a:gdLst>
                <a:gd name="T0" fmla="*/ 63 w 63"/>
                <a:gd name="T1" fmla="*/ 106 h 106"/>
                <a:gd name="T2" fmla="*/ 63 w 63"/>
                <a:gd name="T3" fmla="*/ 106 h 106"/>
                <a:gd name="T4" fmla="*/ 63 w 63"/>
                <a:gd name="T5" fmla="*/ 106 h 106"/>
                <a:gd name="T6" fmla="*/ 56 w 63"/>
                <a:gd name="T7" fmla="*/ 104 h 106"/>
                <a:gd name="T8" fmla="*/ 41 w 63"/>
                <a:gd name="T9" fmla="*/ 97 h 106"/>
                <a:gd name="T10" fmla="*/ 30 w 63"/>
                <a:gd name="T11" fmla="*/ 94 h 106"/>
                <a:gd name="T12" fmla="*/ 23 w 63"/>
                <a:gd name="T13" fmla="*/ 87 h 106"/>
                <a:gd name="T14" fmla="*/ 17 w 63"/>
                <a:gd name="T15" fmla="*/ 80 h 106"/>
                <a:gd name="T16" fmla="*/ 15 w 63"/>
                <a:gd name="T17" fmla="*/ 72 h 106"/>
                <a:gd name="T18" fmla="*/ 15 w 63"/>
                <a:gd name="T19" fmla="*/ 72 h 106"/>
                <a:gd name="T20" fmla="*/ 15 w 63"/>
                <a:gd name="T21" fmla="*/ 61 h 106"/>
                <a:gd name="T22" fmla="*/ 20 w 63"/>
                <a:gd name="T23" fmla="*/ 51 h 106"/>
                <a:gd name="T24" fmla="*/ 27 w 63"/>
                <a:gd name="T25" fmla="*/ 39 h 106"/>
                <a:gd name="T26" fmla="*/ 35 w 63"/>
                <a:gd name="T27" fmla="*/ 27 h 106"/>
                <a:gd name="T28" fmla="*/ 49 w 63"/>
                <a:gd name="T29" fmla="*/ 8 h 106"/>
                <a:gd name="T30" fmla="*/ 56 w 63"/>
                <a:gd name="T31" fmla="*/ 0 h 106"/>
                <a:gd name="T32" fmla="*/ 56 w 63"/>
                <a:gd name="T33" fmla="*/ 0 h 106"/>
                <a:gd name="T34" fmla="*/ 47 w 63"/>
                <a:gd name="T35" fmla="*/ 8 h 106"/>
                <a:gd name="T36" fmla="*/ 29 w 63"/>
                <a:gd name="T37" fmla="*/ 27 h 106"/>
                <a:gd name="T38" fmla="*/ 17 w 63"/>
                <a:gd name="T39" fmla="*/ 39 h 106"/>
                <a:gd name="T40" fmla="*/ 8 w 63"/>
                <a:gd name="T41" fmla="*/ 51 h 106"/>
                <a:gd name="T42" fmla="*/ 1 w 63"/>
                <a:gd name="T43" fmla="*/ 63 h 106"/>
                <a:gd name="T44" fmla="*/ 0 w 63"/>
                <a:gd name="T45" fmla="*/ 70 h 106"/>
                <a:gd name="T46" fmla="*/ 0 w 63"/>
                <a:gd name="T47" fmla="*/ 75 h 106"/>
                <a:gd name="T48" fmla="*/ 0 w 63"/>
                <a:gd name="T49" fmla="*/ 75 h 106"/>
                <a:gd name="T50" fmla="*/ 0 w 63"/>
                <a:gd name="T51" fmla="*/ 80 h 106"/>
                <a:gd name="T52" fmla="*/ 3 w 63"/>
                <a:gd name="T53" fmla="*/ 85 h 106"/>
                <a:gd name="T54" fmla="*/ 6 w 63"/>
                <a:gd name="T55" fmla="*/ 89 h 106"/>
                <a:gd name="T56" fmla="*/ 10 w 63"/>
                <a:gd name="T57" fmla="*/ 92 h 106"/>
                <a:gd name="T58" fmla="*/ 20 w 63"/>
                <a:gd name="T59" fmla="*/ 99 h 106"/>
                <a:gd name="T60" fmla="*/ 32 w 63"/>
                <a:gd name="T61" fmla="*/ 103 h 106"/>
                <a:gd name="T62" fmla="*/ 54 w 63"/>
                <a:gd name="T63" fmla="*/ 106 h 106"/>
                <a:gd name="T64" fmla="*/ 63 w 63"/>
                <a:gd name="T65"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3" h="106">
                  <a:moveTo>
                    <a:pt x="63" y="106"/>
                  </a:moveTo>
                  <a:lnTo>
                    <a:pt x="63" y="106"/>
                  </a:lnTo>
                  <a:lnTo>
                    <a:pt x="63" y="106"/>
                  </a:lnTo>
                  <a:lnTo>
                    <a:pt x="56" y="104"/>
                  </a:lnTo>
                  <a:lnTo>
                    <a:pt x="41" y="97"/>
                  </a:lnTo>
                  <a:lnTo>
                    <a:pt x="30" y="94"/>
                  </a:lnTo>
                  <a:lnTo>
                    <a:pt x="23" y="87"/>
                  </a:lnTo>
                  <a:lnTo>
                    <a:pt x="17" y="80"/>
                  </a:lnTo>
                  <a:lnTo>
                    <a:pt x="15" y="72"/>
                  </a:lnTo>
                  <a:lnTo>
                    <a:pt x="15" y="72"/>
                  </a:lnTo>
                  <a:lnTo>
                    <a:pt x="15" y="61"/>
                  </a:lnTo>
                  <a:lnTo>
                    <a:pt x="20" y="51"/>
                  </a:lnTo>
                  <a:lnTo>
                    <a:pt x="27" y="39"/>
                  </a:lnTo>
                  <a:lnTo>
                    <a:pt x="35" y="27"/>
                  </a:lnTo>
                  <a:lnTo>
                    <a:pt x="49" y="8"/>
                  </a:lnTo>
                  <a:lnTo>
                    <a:pt x="56" y="0"/>
                  </a:lnTo>
                  <a:lnTo>
                    <a:pt x="56" y="0"/>
                  </a:lnTo>
                  <a:lnTo>
                    <a:pt x="47" y="8"/>
                  </a:lnTo>
                  <a:lnTo>
                    <a:pt x="29" y="27"/>
                  </a:lnTo>
                  <a:lnTo>
                    <a:pt x="17" y="39"/>
                  </a:lnTo>
                  <a:lnTo>
                    <a:pt x="8" y="51"/>
                  </a:lnTo>
                  <a:lnTo>
                    <a:pt x="1" y="63"/>
                  </a:lnTo>
                  <a:lnTo>
                    <a:pt x="0" y="70"/>
                  </a:lnTo>
                  <a:lnTo>
                    <a:pt x="0" y="75"/>
                  </a:lnTo>
                  <a:lnTo>
                    <a:pt x="0" y="75"/>
                  </a:lnTo>
                  <a:lnTo>
                    <a:pt x="0" y="80"/>
                  </a:lnTo>
                  <a:lnTo>
                    <a:pt x="3" y="85"/>
                  </a:lnTo>
                  <a:lnTo>
                    <a:pt x="6" y="89"/>
                  </a:lnTo>
                  <a:lnTo>
                    <a:pt x="10" y="92"/>
                  </a:lnTo>
                  <a:lnTo>
                    <a:pt x="20" y="99"/>
                  </a:lnTo>
                  <a:lnTo>
                    <a:pt x="32" y="103"/>
                  </a:lnTo>
                  <a:lnTo>
                    <a:pt x="54" y="106"/>
                  </a:lnTo>
                  <a:lnTo>
                    <a:pt x="63" y="106"/>
                  </a:lnTo>
                </a:path>
              </a:pathLst>
            </a:custGeom>
            <a:noFill/>
            <a:ln>
              <a:noFill/>
            </a:ln>
          </p:spPr>
          <p:txBody>
            <a:bodyPr vert="horz" wrap="square" lIns="91440" tIns="45720" rIns="91440" bIns="45720" numCol="1" anchor="t" anchorCtr="0" compatLnSpc="1"/>
            <a:lstStyle/>
            <a:p>
              <a:endParaRPr lang="en-US"/>
            </a:p>
          </p:txBody>
        </p:sp>
      </p:grpSp>
      <p:grpSp>
        <p:nvGrpSpPr>
          <p:cNvPr id="93" name="Group 92"/>
          <p:cNvGrpSpPr/>
          <p:nvPr/>
        </p:nvGrpSpPr>
        <p:grpSpPr>
          <a:xfrm>
            <a:off x="5434200" y="4711700"/>
            <a:ext cx="326652" cy="404814"/>
            <a:chOff x="4200526" y="4740276"/>
            <a:chExt cx="444500" cy="550862"/>
          </a:xfrm>
        </p:grpSpPr>
        <p:sp>
          <p:nvSpPr>
            <p:cNvPr id="94" name="Freeform 533"/>
            <p:cNvSpPr/>
            <p:nvPr/>
          </p:nvSpPr>
          <p:spPr bwMode="auto">
            <a:xfrm>
              <a:off x="4200526" y="4764088"/>
              <a:ext cx="444500" cy="527050"/>
            </a:xfrm>
            <a:custGeom>
              <a:avLst/>
              <a:gdLst>
                <a:gd name="T0" fmla="*/ 558 w 558"/>
                <a:gd name="T1" fmla="*/ 601 h 665"/>
                <a:gd name="T2" fmla="*/ 558 w 558"/>
                <a:gd name="T3" fmla="*/ 601 h 665"/>
                <a:gd name="T4" fmla="*/ 557 w 558"/>
                <a:gd name="T5" fmla="*/ 615 h 665"/>
                <a:gd name="T6" fmla="*/ 553 w 558"/>
                <a:gd name="T7" fmla="*/ 627 h 665"/>
                <a:gd name="T8" fmla="*/ 546 w 558"/>
                <a:gd name="T9" fmla="*/ 637 h 665"/>
                <a:gd name="T10" fmla="*/ 540 w 558"/>
                <a:gd name="T11" fmla="*/ 646 h 665"/>
                <a:gd name="T12" fmla="*/ 531 w 558"/>
                <a:gd name="T13" fmla="*/ 654 h 665"/>
                <a:gd name="T14" fmla="*/ 519 w 558"/>
                <a:gd name="T15" fmla="*/ 660 h 665"/>
                <a:gd name="T16" fmla="*/ 507 w 558"/>
                <a:gd name="T17" fmla="*/ 663 h 665"/>
                <a:gd name="T18" fmla="*/ 495 w 558"/>
                <a:gd name="T19" fmla="*/ 665 h 665"/>
                <a:gd name="T20" fmla="*/ 61 w 558"/>
                <a:gd name="T21" fmla="*/ 665 h 665"/>
                <a:gd name="T22" fmla="*/ 61 w 558"/>
                <a:gd name="T23" fmla="*/ 665 h 665"/>
                <a:gd name="T24" fmla="*/ 49 w 558"/>
                <a:gd name="T25" fmla="*/ 663 h 665"/>
                <a:gd name="T26" fmla="*/ 37 w 558"/>
                <a:gd name="T27" fmla="*/ 660 h 665"/>
                <a:gd name="T28" fmla="*/ 27 w 558"/>
                <a:gd name="T29" fmla="*/ 654 h 665"/>
                <a:gd name="T30" fmla="*/ 19 w 558"/>
                <a:gd name="T31" fmla="*/ 646 h 665"/>
                <a:gd name="T32" fmla="*/ 10 w 558"/>
                <a:gd name="T33" fmla="*/ 637 h 665"/>
                <a:gd name="T34" fmla="*/ 5 w 558"/>
                <a:gd name="T35" fmla="*/ 627 h 665"/>
                <a:gd name="T36" fmla="*/ 1 w 558"/>
                <a:gd name="T37" fmla="*/ 615 h 665"/>
                <a:gd name="T38" fmla="*/ 0 w 558"/>
                <a:gd name="T39" fmla="*/ 601 h 665"/>
                <a:gd name="T40" fmla="*/ 0 w 558"/>
                <a:gd name="T41" fmla="*/ 62 h 665"/>
                <a:gd name="T42" fmla="*/ 0 w 558"/>
                <a:gd name="T43" fmla="*/ 62 h 665"/>
                <a:gd name="T44" fmla="*/ 1 w 558"/>
                <a:gd name="T45" fmla="*/ 50 h 665"/>
                <a:gd name="T46" fmla="*/ 5 w 558"/>
                <a:gd name="T47" fmla="*/ 38 h 665"/>
                <a:gd name="T48" fmla="*/ 10 w 558"/>
                <a:gd name="T49" fmla="*/ 27 h 665"/>
                <a:gd name="T50" fmla="*/ 19 w 558"/>
                <a:gd name="T51" fmla="*/ 17 h 665"/>
                <a:gd name="T52" fmla="*/ 27 w 558"/>
                <a:gd name="T53" fmla="*/ 10 h 665"/>
                <a:gd name="T54" fmla="*/ 37 w 558"/>
                <a:gd name="T55" fmla="*/ 3 h 665"/>
                <a:gd name="T56" fmla="*/ 49 w 558"/>
                <a:gd name="T57" fmla="*/ 0 h 665"/>
                <a:gd name="T58" fmla="*/ 61 w 558"/>
                <a:gd name="T59" fmla="*/ 0 h 665"/>
                <a:gd name="T60" fmla="*/ 495 w 558"/>
                <a:gd name="T61" fmla="*/ 0 h 665"/>
                <a:gd name="T62" fmla="*/ 495 w 558"/>
                <a:gd name="T63" fmla="*/ 0 h 665"/>
                <a:gd name="T64" fmla="*/ 507 w 558"/>
                <a:gd name="T65" fmla="*/ 0 h 665"/>
                <a:gd name="T66" fmla="*/ 519 w 558"/>
                <a:gd name="T67" fmla="*/ 3 h 665"/>
                <a:gd name="T68" fmla="*/ 531 w 558"/>
                <a:gd name="T69" fmla="*/ 10 h 665"/>
                <a:gd name="T70" fmla="*/ 540 w 558"/>
                <a:gd name="T71" fmla="*/ 17 h 665"/>
                <a:gd name="T72" fmla="*/ 546 w 558"/>
                <a:gd name="T73" fmla="*/ 27 h 665"/>
                <a:gd name="T74" fmla="*/ 553 w 558"/>
                <a:gd name="T75" fmla="*/ 38 h 665"/>
                <a:gd name="T76" fmla="*/ 557 w 558"/>
                <a:gd name="T77" fmla="*/ 50 h 665"/>
                <a:gd name="T78" fmla="*/ 558 w 558"/>
                <a:gd name="T79" fmla="*/ 62 h 665"/>
                <a:gd name="T80" fmla="*/ 558 w 558"/>
                <a:gd name="T81" fmla="*/ 601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8" h="665">
                  <a:moveTo>
                    <a:pt x="558" y="601"/>
                  </a:moveTo>
                  <a:lnTo>
                    <a:pt x="558" y="601"/>
                  </a:lnTo>
                  <a:lnTo>
                    <a:pt x="557" y="615"/>
                  </a:lnTo>
                  <a:lnTo>
                    <a:pt x="553" y="627"/>
                  </a:lnTo>
                  <a:lnTo>
                    <a:pt x="546" y="637"/>
                  </a:lnTo>
                  <a:lnTo>
                    <a:pt x="540" y="646"/>
                  </a:lnTo>
                  <a:lnTo>
                    <a:pt x="531" y="654"/>
                  </a:lnTo>
                  <a:lnTo>
                    <a:pt x="519" y="660"/>
                  </a:lnTo>
                  <a:lnTo>
                    <a:pt x="507" y="663"/>
                  </a:lnTo>
                  <a:lnTo>
                    <a:pt x="495" y="665"/>
                  </a:lnTo>
                  <a:lnTo>
                    <a:pt x="61" y="665"/>
                  </a:lnTo>
                  <a:lnTo>
                    <a:pt x="61" y="665"/>
                  </a:lnTo>
                  <a:lnTo>
                    <a:pt x="49" y="663"/>
                  </a:lnTo>
                  <a:lnTo>
                    <a:pt x="37" y="660"/>
                  </a:lnTo>
                  <a:lnTo>
                    <a:pt x="27" y="654"/>
                  </a:lnTo>
                  <a:lnTo>
                    <a:pt x="19" y="646"/>
                  </a:lnTo>
                  <a:lnTo>
                    <a:pt x="10" y="637"/>
                  </a:lnTo>
                  <a:lnTo>
                    <a:pt x="5" y="627"/>
                  </a:lnTo>
                  <a:lnTo>
                    <a:pt x="1" y="615"/>
                  </a:lnTo>
                  <a:lnTo>
                    <a:pt x="0" y="601"/>
                  </a:lnTo>
                  <a:lnTo>
                    <a:pt x="0" y="62"/>
                  </a:lnTo>
                  <a:lnTo>
                    <a:pt x="0" y="62"/>
                  </a:lnTo>
                  <a:lnTo>
                    <a:pt x="1" y="50"/>
                  </a:lnTo>
                  <a:lnTo>
                    <a:pt x="5" y="38"/>
                  </a:lnTo>
                  <a:lnTo>
                    <a:pt x="10" y="27"/>
                  </a:lnTo>
                  <a:lnTo>
                    <a:pt x="19" y="17"/>
                  </a:lnTo>
                  <a:lnTo>
                    <a:pt x="27" y="10"/>
                  </a:lnTo>
                  <a:lnTo>
                    <a:pt x="37" y="3"/>
                  </a:lnTo>
                  <a:lnTo>
                    <a:pt x="49" y="0"/>
                  </a:lnTo>
                  <a:lnTo>
                    <a:pt x="61" y="0"/>
                  </a:lnTo>
                  <a:lnTo>
                    <a:pt x="495" y="0"/>
                  </a:lnTo>
                  <a:lnTo>
                    <a:pt x="495" y="0"/>
                  </a:lnTo>
                  <a:lnTo>
                    <a:pt x="507" y="0"/>
                  </a:lnTo>
                  <a:lnTo>
                    <a:pt x="519" y="3"/>
                  </a:lnTo>
                  <a:lnTo>
                    <a:pt x="531" y="10"/>
                  </a:lnTo>
                  <a:lnTo>
                    <a:pt x="540" y="17"/>
                  </a:lnTo>
                  <a:lnTo>
                    <a:pt x="546" y="27"/>
                  </a:lnTo>
                  <a:lnTo>
                    <a:pt x="553" y="38"/>
                  </a:lnTo>
                  <a:lnTo>
                    <a:pt x="557" y="50"/>
                  </a:lnTo>
                  <a:lnTo>
                    <a:pt x="558" y="62"/>
                  </a:lnTo>
                  <a:lnTo>
                    <a:pt x="558" y="601"/>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95" name="Freeform 534"/>
            <p:cNvSpPr/>
            <p:nvPr/>
          </p:nvSpPr>
          <p:spPr bwMode="auto">
            <a:xfrm>
              <a:off x="4244976" y="4806951"/>
              <a:ext cx="354013" cy="430213"/>
            </a:xfrm>
            <a:custGeom>
              <a:avLst/>
              <a:gdLst>
                <a:gd name="T0" fmla="*/ 447 w 447"/>
                <a:gd name="T1" fmla="*/ 0 h 543"/>
                <a:gd name="T2" fmla="*/ 0 w 447"/>
                <a:gd name="T3" fmla="*/ 0 h 543"/>
                <a:gd name="T4" fmla="*/ 0 w 447"/>
                <a:gd name="T5" fmla="*/ 543 h 543"/>
                <a:gd name="T6" fmla="*/ 347 w 447"/>
                <a:gd name="T7" fmla="*/ 543 h 543"/>
                <a:gd name="T8" fmla="*/ 447 w 447"/>
                <a:gd name="T9" fmla="*/ 435 h 543"/>
                <a:gd name="T10" fmla="*/ 447 w 447"/>
                <a:gd name="T11" fmla="*/ 0 h 543"/>
              </a:gdLst>
              <a:ahLst/>
              <a:cxnLst>
                <a:cxn ang="0">
                  <a:pos x="T0" y="T1"/>
                </a:cxn>
                <a:cxn ang="0">
                  <a:pos x="T2" y="T3"/>
                </a:cxn>
                <a:cxn ang="0">
                  <a:pos x="T4" y="T5"/>
                </a:cxn>
                <a:cxn ang="0">
                  <a:pos x="T6" y="T7"/>
                </a:cxn>
                <a:cxn ang="0">
                  <a:pos x="T8" y="T9"/>
                </a:cxn>
                <a:cxn ang="0">
                  <a:pos x="T10" y="T11"/>
                </a:cxn>
              </a:cxnLst>
              <a:rect l="0" t="0" r="r" b="b"/>
              <a:pathLst>
                <a:path w="447" h="543">
                  <a:moveTo>
                    <a:pt x="447" y="0"/>
                  </a:moveTo>
                  <a:lnTo>
                    <a:pt x="0" y="0"/>
                  </a:lnTo>
                  <a:lnTo>
                    <a:pt x="0" y="543"/>
                  </a:lnTo>
                  <a:lnTo>
                    <a:pt x="347" y="543"/>
                  </a:lnTo>
                  <a:lnTo>
                    <a:pt x="447" y="435"/>
                  </a:lnTo>
                  <a:lnTo>
                    <a:pt x="447" y="0"/>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96" name="Freeform 535"/>
            <p:cNvSpPr/>
            <p:nvPr/>
          </p:nvSpPr>
          <p:spPr bwMode="auto">
            <a:xfrm>
              <a:off x="4287839" y="4876801"/>
              <a:ext cx="273050" cy="273050"/>
            </a:xfrm>
            <a:custGeom>
              <a:avLst/>
              <a:gdLst>
                <a:gd name="T0" fmla="*/ 343 w 345"/>
                <a:gd name="T1" fmla="*/ 196 h 345"/>
                <a:gd name="T2" fmla="*/ 340 w 345"/>
                <a:gd name="T3" fmla="*/ 209 h 345"/>
                <a:gd name="T4" fmla="*/ 331 w 345"/>
                <a:gd name="T5" fmla="*/ 237 h 345"/>
                <a:gd name="T6" fmla="*/ 326 w 345"/>
                <a:gd name="T7" fmla="*/ 249 h 345"/>
                <a:gd name="T8" fmla="*/ 307 w 345"/>
                <a:gd name="T9" fmla="*/ 278 h 345"/>
                <a:gd name="T10" fmla="*/ 285 w 345"/>
                <a:gd name="T11" fmla="*/ 303 h 345"/>
                <a:gd name="T12" fmla="*/ 257 w 345"/>
                <a:gd name="T13" fmla="*/ 322 h 345"/>
                <a:gd name="T14" fmla="*/ 227 w 345"/>
                <a:gd name="T15" fmla="*/ 336 h 345"/>
                <a:gd name="T16" fmla="*/ 196 w 345"/>
                <a:gd name="T17" fmla="*/ 343 h 345"/>
                <a:gd name="T18" fmla="*/ 162 w 345"/>
                <a:gd name="T19" fmla="*/ 345 h 345"/>
                <a:gd name="T20" fmla="*/ 129 w 345"/>
                <a:gd name="T21" fmla="*/ 339 h 345"/>
                <a:gd name="T22" fmla="*/ 96 w 345"/>
                <a:gd name="T23" fmla="*/ 326 h 345"/>
                <a:gd name="T24" fmla="*/ 81 w 345"/>
                <a:gd name="T25" fmla="*/ 317 h 345"/>
                <a:gd name="T26" fmla="*/ 54 w 345"/>
                <a:gd name="T27" fmla="*/ 297 h 345"/>
                <a:gd name="T28" fmla="*/ 31 w 345"/>
                <a:gd name="T29" fmla="*/ 271 h 345"/>
                <a:gd name="T30" fmla="*/ 16 w 345"/>
                <a:gd name="T31" fmla="*/ 242 h 345"/>
                <a:gd name="T32" fmla="*/ 6 w 345"/>
                <a:gd name="T33" fmla="*/ 211 h 345"/>
                <a:gd name="T34" fmla="*/ 0 w 345"/>
                <a:gd name="T35" fmla="*/ 178 h 345"/>
                <a:gd name="T36" fmla="*/ 2 w 345"/>
                <a:gd name="T37" fmla="*/ 146 h 345"/>
                <a:gd name="T38" fmla="*/ 11 w 345"/>
                <a:gd name="T39" fmla="*/ 112 h 345"/>
                <a:gd name="T40" fmla="*/ 18 w 345"/>
                <a:gd name="T41" fmla="*/ 96 h 345"/>
                <a:gd name="T42" fmla="*/ 36 w 345"/>
                <a:gd name="T43" fmla="*/ 67 h 345"/>
                <a:gd name="T44" fmla="*/ 60 w 345"/>
                <a:gd name="T45" fmla="*/ 41 h 345"/>
                <a:gd name="T46" fmla="*/ 88 w 345"/>
                <a:gd name="T47" fmla="*/ 23 h 345"/>
                <a:gd name="T48" fmla="*/ 117 w 345"/>
                <a:gd name="T49" fmla="*/ 9 h 345"/>
                <a:gd name="T50" fmla="*/ 150 w 345"/>
                <a:gd name="T51" fmla="*/ 2 h 345"/>
                <a:gd name="T52" fmla="*/ 182 w 345"/>
                <a:gd name="T53" fmla="*/ 0 h 345"/>
                <a:gd name="T54" fmla="*/ 216 w 345"/>
                <a:gd name="T55" fmla="*/ 5 h 345"/>
                <a:gd name="T56" fmla="*/ 249 w 345"/>
                <a:gd name="T57" fmla="*/ 19 h 345"/>
                <a:gd name="T58" fmla="*/ 261 w 345"/>
                <a:gd name="T59" fmla="*/ 24 h 345"/>
                <a:gd name="T60" fmla="*/ 283 w 345"/>
                <a:gd name="T61" fmla="*/ 41 h 345"/>
                <a:gd name="T62" fmla="*/ 302 w 345"/>
                <a:gd name="T63" fmla="*/ 60 h 345"/>
                <a:gd name="T64" fmla="*/ 324 w 345"/>
                <a:gd name="T65" fmla="*/ 93 h 345"/>
                <a:gd name="T66" fmla="*/ 338 w 345"/>
                <a:gd name="T67" fmla="*/ 129 h 345"/>
                <a:gd name="T68" fmla="*/ 343 w 345"/>
                <a:gd name="T69" fmla="*/ 156 h 345"/>
                <a:gd name="T70" fmla="*/ 343 w 345"/>
                <a:gd name="T71" fmla="*/ 182 h 345"/>
                <a:gd name="T72" fmla="*/ 172 w 345"/>
                <a:gd name="T73" fmla="*/ 172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5" h="345">
                  <a:moveTo>
                    <a:pt x="172" y="172"/>
                  </a:moveTo>
                  <a:lnTo>
                    <a:pt x="343" y="196"/>
                  </a:lnTo>
                  <a:lnTo>
                    <a:pt x="343" y="196"/>
                  </a:lnTo>
                  <a:lnTo>
                    <a:pt x="340" y="209"/>
                  </a:lnTo>
                  <a:lnTo>
                    <a:pt x="336" y="223"/>
                  </a:lnTo>
                  <a:lnTo>
                    <a:pt x="331" y="237"/>
                  </a:lnTo>
                  <a:lnTo>
                    <a:pt x="326" y="249"/>
                  </a:lnTo>
                  <a:lnTo>
                    <a:pt x="326" y="249"/>
                  </a:lnTo>
                  <a:lnTo>
                    <a:pt x="317" y="264"/>
                  </a:lnTo>
                  <a:lnTo>
                    <a:pt x="307" y="278"/>
                  </a:lnTo>
                  <a:lnTo>
                    <a:pt x="297" y="291"/>
                  </a:lnTo>
                  <a:lnTo>
                    <a:pt x="285" y="303"/>
                  </a:lnTo>
                  <a:lnTo>
                    <a:pt x="271" y="314"/>
                  </a:lnTo>
                  <a:lnTo>
                    <a:pt x="257" y="322"/>
                  </a:lnTo>
                  <a:lnTo>
                    <a:pt x="242" y="329"/>
                  </a:lnTo>
                  <a:lnTo>
                    <a:pt x="227" y="336"/>
                  </a:lnTo>
                  <a:lnTo>
                    <a:pt x="211" y="339"/>
                  </a:lnTo>
                  <a:lnTo>
                    <a:pt x="196" y="343"/>
                  </a:lnTo>
                  <a:lnTo>
                    <a:pt x="179" y="345"/>
                  </a:lnTo>
                  <a:lnTo>
                    <a:pt x="162" y="345"/>
                  </a:lnTo>
                  <a:lnTo>
                    <a:pt x="144" y="343"/>
                  </a:lnTo>
                  <a:lnTo>
                    <a:pt x="129" y="339"/>
                  </a:lnTo>
                  <a:lnTo>
                    <a:pt x="112" y="333"/>
                  </a:lnTo>
                  <a:lnTo>
                    <a:pt x="96" y="326"/>
                  </a:lnTo>
                  <a:lnTo>
                    <a:pt x="96" y="326"/>
                  </a:lnTo>
                  <a:lnTo>
                    <a:pt x="81" y="317"/>
                  </a:lnTo>
                  <a:lnTo>
                    <a:pt x="66" y="309"/>
                  </a:lnTo>
                  <a:lnTo>
                    <a:pt x="54" y="297"/>
                  </a:lnTo>
                  <a:lnTo>
                    <a:pt x="42" y="285"/>
                  </a:lnTo>
                  <a:lnTo>
                    <a:pt x="31" y="271"/>
                  </a:lnTo>
                  <a:lnTo>
                    <a:pt x="23" y="257"/>
                  </a:lnTo>
                  <a:lnTo>
                    <a:pt x="16" y="242"/>
                  </a:lnTo>
                  <a:lnTo>
                    <a:pt x="9" y="226"/>
                  </a:lnTo>
                  <a:lnTo>
                    <a:pt x="6" y="211"/>
                  </a:lnTo>
                  <a:lnTo>
                    <a:pt x="2" y="196"/>
                  </a:lnTo>
                  <a:lnTo>
                    <a:pt x="0" y="178"/>
                  </a:lnTo>
                  <a:lnTo>
                    <a:pt x="0" y="161"/>
                  </a:lnTo>
                  <a:lnTo>
                    <a:pt x="2" y="146"/>
                  </a:lnTo>
                  <a:lnTo>
                    <a:pt x="6" y="129"/>
                  </a:lnTo>
                  <a:lnTo>
                    <a:pt x="11" y="112"/>
                  </a:lnTo>
                  <a:lnTo>
                    <a:pt x="18" y="96"/>
                  </a:lnTo>
                  <a:lnTo>
                    <a:pt x="18" y="96"/>
                  </a:lnTo>
                  <a:lnTo>
                    <a:pt x="26" y="81"/>
                  </a:lnTo>
                  <a:lnTo>
                    <a:pt x="36" y="67"/>
                  </a:lnTo>
                  <a:lnTo>
                    <a:pt x="48" y="53"/>
                  </a:lnTo>
                  <a:lnTo>
                    <a:pt x="60" y="41"/>
                  </a:lnTo>
                  <a:lnTo>
                    <a:pt x="74" y="31"/>
                  </a:lnTo>
                  <a:lnTo>
                    <a:pt x="88" y="23"/>
                  </a:lnTo>
                  <a:lnTo>
                    <a:pt x="102" y="16"/>
                  </a:lnTo>
                  <a:lnTo>
                    <a:pt x="117" y="9"/>
                  </a:lnTo>
                  <a:lnTo>
                    <a:pt x="134" y="5"/>
                  </a:lnTo>
                  <a:lnTo>
                    <a:pt x="150" y="2"/>
                  </a:lnTo>
                  <a:lnTo>
                    <a:pt x="167" y="0"/>
                  </a:lnTo>
                  <a:lnTo>
                    <a:pt x="182" y="0"/>
                  </a:lnTo>
                  <a:lnTo>
                    <a:pt x="199" y="2"/>
                  </a:lnTo>
                  <a:lnTo>
                    <a:pt x="216" y="5"/>
                  </a:lnTo>
                  <a:lnTo>
                    <a:pt x="233" y="12"/>
                  </a:lnTo>
                  <a:lnTo>
                    <a:pt x="249" y="19"/>
                  </a:lnTo>
                  <a:lnTo>
                    <a:pt x="249" y="19"/>
                  </a:lnTo>
                  <a:lnTo>
                    <a:pt x="261" y="24"/>
                  </a:lnTo>
                  <a:lnTo>
                    <a:pt x="273" y="33"/>
                  </a:lnTo>
                  <a:lnTo>
                    <a:pt x="283" y="41"/>
                  </a:lnTo>
                  <a:lnTo>
                    <a:pt x="293" y="50"/>
                  </a:lnTo>
                  <a:lnTo>
                    <a:pt x="302" y="60"/>
                  </a:lnTo>
                  <a:lnTo>
                    <a:pt x="311" y="70"/>
                  </a:lnTo>
                  <a:lnTo>
                    <a:pt x="324" y="93"/>
                  </a:lnTo>
                  <a:lnTo>
                    <a:pt x="335" y="117"/>
                  </a:lnTo>
                  <a:lnTo>
                    <a:pt x="338" y="129"/>
                  </a:lnTo>
                  <a:lnTo>
                    <a:pt x="341" y="142"/>
                  </a:lnTo>
                  <a:lnTo>
                    <a:pt x="343" y="156"/>
                  </a:lnTo>
                  <a:lnTo>
                    <a:pt x="345" y="170"/>
                  </a:lnTo>
                  <a:lnTo>
                    <a:pt x="343" y="182"/>
                  </a:lnTo>
                  <a:lnTo>
                    <a:pt x="343" y="196"/>
                  </a:lnTo>
                  <a:lnTo>
                    <a:pt x="172" y="172"/>
                  </a:lnTo>
                  <a:close/>
                </a:path>
              </a:pathLst>
            </a:custGeom>
            <a:solidFill>
              <a:srgbClr val="B8F0D8"/>
            </a:solidFill>
            <a:ln>
              <a:noFill/>
            </a:ln>
          </p:spPr>
          <p:txBody>
            <a:bodyPr vert="horz" wrap="square" lIns="91440" tIns="45720" rIns="91440" bIns="45720" numCol="1" anchor="t" anchorCtr="0" compatLnSpc="1"/>
            <a:lstStyle/>
            <a:p>
              <a:endParaRPr lang="en-US"/>
            </a:p>
          </p:txBody>
        </p:sp>
        <p:sp>
          <p:nvSpPr>
            <p:cNvPr id="97" name="Freeform 536"/>
            <p:cNvSpPr/>
            <p:nvPr/>
          </p:nvSpPr>
          <p:spPr bwMode="auto">
            <a:xfrm>
              <a:off x="4521201" y="5151438"/>
              <a:ext cx="77788" cy="85725"/>
            </a:xfrm>
            <a:custGeom>
              <a:avLst/>
              <a:gdLst>
                <a:gd name="T0" fmla="*/ 0 w 100"/>
                <a:gd name="T1" fmla="*/ 108 h 108"/>
                <a:gd name="T2" fmla="*/ 100 w 100"/>
                <a:gd name="T3" fmla="*/ 0 h 108"/>
                <a:gd name="T4" fmla="*/ 0 w 100"/>
                <a:gd name="T5" fmla="*/ 0 h 108"/>
                <a:gd name="T6" fmla="*/ 0 w 100"/>
                <a:gd name="T7" fmla="*/ 108 h 108"/>
              </a:gdLst>
              <a:ahLst/>
              <a:cxnLst>
                <a:cxn ang="0">
                  <a:pos x="T0" y="T1"/>
                </a:cxn>
                <a:cxn ang="0">
                  <a:pos x="T2" y="T3"/>
                </a:cxn>
                <a:cxn ang="0">
                  <a:pos x="T4" y="T5"/>
                </a:cxn>
                <a:cxn ang="0">
                  <a:pos x="T6" y="T7"/>
                </a:cxn>
              </a:cxnLst>
              <a:rect l="0" t="0" r="r" b="b"/>
              <a:pathLst>
                <a:path w="100" h="108">
                  <a:moveTo>
                    <a:pt x="0" y="108"/>
                  </a:moveTo>
                  <a:lnTo>
                    <a:pt x="100" y="0"/>
                  </a:lnTo>
                  <a:lnTo>
                    <a:pt x="0" y="0"/>
                  </a:lnTo>
                  <a:lnTo>
                    <a:pt x="0" y="108"/>
                  </a:lnTo>
                  <a:close/>
                </a:path>
              </a:pathLst>
            </a:custGeom>
            <a:solidFill>
              <a:srgbClr val="CCCCCC"/>
            </a:solidFill>
            <a:ln>
              <a:noFill/>
            </a:ln>
          </p:spPr>
          <p:txBody>
            <a:bodyPr vert="horz" wrap="square" lIns="91440" tIns="45720" rIns="91440" bIns="45720" numCol="1" anchor="t" anchorCtr="0" compatLnSpc="1"/>
            <a:lstStyle/>
            <a:p>
              <a:endParaRPr lang="en-US"/>
            </a:p>
          </p:txBody>
        </p:sp>
        <p:sp>
          <p:nvSpPr>
            <p:cNvPr id="98" name="Freeform 537"/>
            <p:cNvSpPr/>
            <p:nvPr/>
          </p:nvSpPr>
          <p:spPr bwMode="auto">
            <a:xfrm>
              <a:off x="4521201" y="5151438"/>
              <a:ext cx="77788" cy="85725"/>
            </a:xfrm>
            <a:custGeom>
              <a:avLst/>
              <a:gdLst>
                <a:gd name="T0" fmla="*/ 100 w 100"/>
                <a:gd name="T1" fmla="*/ 0 h 108"/>
                <a:gd name="T2" fmla="*/ 0 w 100"/>
                <a:gd name="T3" fmla="*/ 108 h 108"/>
                <a:gd name="T4" fmla="*/ 100 w 100"/>
                <a:gd name="T5" fmla="*/ 0 h 108"/>
              </a:gdLst>
              <a:ahLst/>
              <a:cxnLst>
                <a:cxn ang="0">
                  <a:pos x="T0" y="T1"/>
                </a:cxn>
                <a:cxn ang="0">
                  <a:pos x="T2" y="T3"/>
                </a:cxn>
                <a:cxn ang="0">
                  <a:pos x="T4" y="T5"/>
                </a:cxn>
              </a:cxnLst>
              <a:rect l="0" t="0" r="r" b="b"/>
              <a:pathLst>
                <a:path w="100" h="108">
                  <a:moveTo>
                    <a:pt x="100" y="0"/>
                  </a:moveTo>
                  <a:lnTo>
                    <a:pt x="0" y="108"/>
                  </a:lnTo>
                  <a:lnTo>
                    <a:pt x="100" y="0"/>
                  </a:lnTo>
                  <a:close/>
                </a:path>
              </a:pathLst>
            </a:custGeom>
            <a:solidFill>
              <a:srgbClr val="F7EFDA"/>
            </a:solidFill>
            <a:ln>
              <a:noFill/>
            </a:ln>
          </p:spPr>
          <p:txBody>
            <a:bodyPr vert="horz" wrap="square" lIns="91440" tIns="45720" rIns="91440" bIns="45720" numCol="1" anchor="t" anchorCtr="0" compatLnSpc="1"/>
            <a:lstStyle/>
            <a:p>
              <a:endParaRPr lang="en-US"/>
            </a:p>
          </p:txBody>
        </p:sp>
        <p:sp>
          <p:nvSpPr>
            <p:cNvPr id="99" name="Rectangle 538"/>
            <p:cNvSpPr>
              <a:spLocks noChangeArrowheads="1"/>
            </p:cNvSpPr>
            <p:nvPr/>
          </p:nvSpPr>
          <p:spPr bwMode="auto">
            <a:xfrm>
              <a:off x="4332289" y="4754563"/>
              <a:ext cx="184150" cy="65088"/>
            </a:xfrm>
            <a:prstGeom prst="rect">
              <a:avLst/>
            </a:prstGeom>
            <a:solidFill>
              <a:srgbClr val="707B8C"/>
            </a:solidFill>
            <a:ln>
              <a:noFill/>
            </a:ln>
          </p:spPr>
          <p:txBody>
            <a:bodyPr vert="horz" wrap="square" lIns="91440" tIns="45720" rIns="91440" bIns="45720" numCol="1" anchor="t" anchorCtr="0" compatLnSpc="1"/>
            <a:lstStyle/>
            <a:p>
              <a:endParaRPr lang="en-US"/>
            </a:p>
          </p:txBody>
        </p:sp>
        <p:sp>
          <p:nvSpPr>
            <p:cNvPr id="100" name="Freeform 539"/>
            <p:cNvSpPr/>
            <p:nvPr/>
          </p:nvSpPr>
          <p:spPr bwMode="auto">
            <a:xfrm>
              <a:off x="4351339" y="4778376"/>
              <a:ext cx="19050" cy="19050"/>
            </a:xfrm>
            <a:custGeom>
              <a:avLst/>
              <a:gdLst>
                <a:gd name="T0" fmla="*/ 24 w 24"/>
                <a:gd name="T1" fmla="*/ 12 h 24"/>
                <a:gd name="T2" fmla="*/ 24 w 24"/>
                <a:gd name="T3" fmla="*/ 12 h 24"/>
                <a:gd name="T4" fmla="*/ 23 w 24"/>
                <a:gd name="T5" fmla="*/ 16 h 24"/>
                <a:gd name="T6" fmla="*/ 21 w 24"/>
                <a:gd name="T7" fmla="*/ 21 h 24"/>
                <a:gd name="T8" fmla="*/ 17 w 24"/>
                <a:gd name="T9" fmla="*/ 22 h 24"/>
                <a:gd name="T10" fmla="*/ 12 w 24"/>
                <a:gd name="T11" fmla="*/ 24 h 24"/>
                <a:gd name="T12" fmla="*/ 12 w 24"/>
                <a:gd name="T13" fmla="*/ 24 h 24"/>
                <a:gd name="T14" fmla="*/ 7 w 24"/>
                <a:gd name="T15" fmla="*/ 22 h 24"/>
                <a:gd name="T16" fmla="*/ 4 w 24"/>
                <a:gd name="T17" fmla="*/ 21 h 24"/>
                <a:gd name="T18" fmla="*/ 0 w 24"/>
                <a:gd name="T19" fmla="*/ 16 h 24"/>
                <a:gd name="T20" fmla="*/ 0 w 24"/>
                <a:gd name="T21" fmla="*/ 12 h 24"/>
                <a:gd name="T22" fmla="*/ 0 w 24"/>
                <a:gd name="T23" fmla="*/ 12 h 24"/>
                <a:gd name="T24" fmla="*/ 0 w 24"/>
                <a:gd name="T25" fmla="*/ 7 h 24"/>
                <a:gd name="T26" fmla="*/ 4 w 24"/>
                <a:gd name="T27" fmla="*/ 4 h 24"/>
                <a:gd name="T28" fmla="*/ 7 w 24"/>
                <a:gd name="T29" fmla="*/ 0 h 24"/>
                <a:gd name="T30" fmla="*/ 12 w 24"/>
                <a:gd name="T31" fmla="*/ 0 h 24"/>
                <a:gd name="T32" fmla="*/ 12 w 24"/>
                <a:gd name="T33" fmla="*/ 0 h 24"/>
                <a:gd name="T34" fmla="*/ 17 w 24"/>
                <a:gd name="T35" fmla="*/ 0 h 24"/>
                <a:gd name="T36" fmla="*/ 21 w 24"/>
                <a:gd name="T37" fmla="*/ 4 h 24"/>
                <a:gd name="T38" fmla="*/ 23 w 24"/>
                <a:gd name="T39" fmla="*/ 7 h 24"/>
                <a:gd name="T40" fmla="*/ 24 w 24"/>
                <a:gd name="T4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 h="24">
                  <a:moveTo>
                    <a:pt x="24" y="12"/>
                  </a:moveTo>
                  <a:lnTo>
                    <a:pt x="24" y="12"/>
                  </a:lnTo>
                  <a:lnTo>
                    <a:pt x="23" y="16"/>
                  </a:lnTo>
                  <a:lnTo>
                    <a:pt x="21" y="21"/>
                  </a:lnTo>
                  <a:lnTo>
                    <a:pt x="17" y="22"/>
                  </a:lnTo>
                  <a:lnTo>
                    <a:pt x="12" y="24"/>
                  </a:lnTo>
                  <a:lnTo>
                    <a:pt x="12" y="24"/>
                  </a:lnTo>
                  <a:lnTo>
                    <a:pt x="7" y="22"/>
                  </a:lnTo>
                  <a:lnTo>
                    <a:pt x="4" y="21"/>
                  </a:lnTo>
                  <a:lnTo>
                    <a:pt x="0" y="16"/>
                  </a:lnTo>
                  <a:lnTo>
                    <a:pt x="0" y="12"/>
                  </a:lnTo>
                  <a:lnTo>
                    <a:pt x="0" y="12"/>
                  </a:lnTo>
                  <a:lnTo>
                    <a:pt x="0" y="7"/>
                  </a:lnTo>
                  <a:lnTo>
                    <a:pt x="4" y="4"/>
                  </a:lnTo>
                  <a:lnTo>
                    <a:pt x="7" y="0"/>
                  </a:lnTo>
                  <a:lnTo>
                    <a:pt x="12" y="0"/>
                  </a:lnTo>
                  <a:lnTo>
                    <a:pt x="12" y="0"/>
                  </a:lnTo>
                  <a:lnTo>
                    <a:pt x="17" y="0"/>
                  </a:lnTo>
                  <a:lnTo>
                    <a:pt x="21" y="4"/>
                  </a:lnTo>
                  <a:lnTo>
                    <a:pt x="23" y="7"/>
                  </a:lnTo>
                  <a:lnTo>
                    <a:pt x="24" y="12"/>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101" name="Freeform 540"/>
            <p:cNvSpPr/>
            <p:nvPr/>
          </p:nvSpPr>
          <p:spPr bwMode="auto">
            <a:xfrm>
              <a:off x="4351339" y="4778376"/>
              <a:ext cx="19050" cy="19050"/>
            </a:xfrm>
            <a:custGeom>
              <a:avLst/>
              <a:gdLst>
                <a:gd name="T0" fmla="*/ 24 w 24"/>
                <a:gd name="T1" fmla="*/ 12 h 24"/>
                <a:gd name="T2" fmla="*/ 24 w 24"/>
                <a:gd name="T3" fmla="*/ 12 h 24"/>
                <a:gd name="T4" fmla="*/ 23 w 24"/>
                <a:gd name="T5" fmla="*/ 16 h 24"/>
                <a:gd name="T6" fmla="*/ 21 w 24"/>
                <a:gd name="T7" fmla="*/ 21 h 24"/>
                <a:gd name="T8" fmla="*/ 17 w 24"/>
                <a:gd name="T9" fmla="*/ 22 h 24"/>
                <a:gd name="T10" fmla="*/ 12 w 24"/>
                <a:gd name="T11" fmla="*/ 24 h 24"/>
                <a:gd name="T12" fmla="*/ 12 w 24"/>
                <a:gd name="T13" fmla="*/ 24 h 24"/>
                <a:gd name="T14" fmla="*/ 7 w 24"/>
                <a:gd name="T15" fmla="*/ 22 h 24"/>
                <a:gd name="T16" fmla="*/ 4 w 24"/>
                <a:gd name="T17" fmla="*/ 21 h 24"/>
                <a:gd name="T18" fmla="*/ 0 w 24"/>
                <a:gd name="T19" fmla="*/ 16 h 24"/>
                <a:gd name="T20" fmla="*/ 0 w 24"/>
                <a:gd name="T21" fmla="*/ 12 h 24"/>
                <a:gd name="T22" fmla="*/ 0 w 24"/>
                <a:gd name="T23" fmla="*/ 12 h 24"/>
                <a:gd name="T24" fmla="*/ 0 w 24"/>
                <a:gd name="T25" fmla="*/ 7 h 24"/>
                <a:gd name="T26" fmla="*/ 4 w 24"/>
                <a:gd name="T27" fmla="*/ 4 h 24"/>
                <a:gd name="T28" fmla="*/ 7 w 24"/>
                <a:gd name="T29" fmla="*/ 0 h 24"/>
                <a:gd name="T30" fmla="*/ 12 w 24"/>
                <a:gd name="T31" fmla="*/ 0 h 24"/>
                <a:gd name="T32" fmla="*/ 12 w 24"/>
                <a:gd name="T33" fmla="*/ 0 h 24"/>
                <a:gd name="T34" fmla="*/ 17 w 24"/>
                <a:gd name="T35" fmla="*/ 0 h 24"/>
                <a:gd name="T36" fmla="*/ 21 w 24"/>
                <a:gd name="T37" fmla="*/ 4 h 24"/>
                <a:gd name="T38" fmla="*/ 23 w 24"/>
                <a:gd name="T39" fmla="*/ 7 h 24"/>
                <a:gd name="T40" fmla="*/ 24 w 24"/>
                <a:gd name="T4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 h="24">
                  <a:moveTo>
                    <a:pt x="24" y="12"/>
                  </a:moveTo>
                  <a:lnTo>
                    <a:pt x="24" y="12"/>
                  </a:lnTo>
                  <a:lnTo>
                    <a:pt x="23" y="16"/>
                  </a:lnTo>
                  <a:lnTo>
                    <a:pt x="21" y="21"/>
                  </a:lnTo>
                  <a:lnTo>
                    <a:pt x="17" y="22"/>
                  </a:lnTo>
                  <a:lnTo>
                    <a:pt x="12" y="24"/>
                  </a:lnTo>
                  <a:lnTo>
                    <a:pt x="12" y="24"/>
                  </a:lnTo>
                  <a:lnTo>
                    <a:pt x="7" y="22"/>
                  </a:lnTo>
                  <a:lnTo>
                    <a:pt x="4" y="21"/>
                  </a:lnTo>
                  <a:lnTo>
                    <a:pt x="0" y="16"/>
                  </a:lnTo>
                  <a:lnTo>
                    <a:pt x="0" y="12"/>
                  </a:lnTo>
                  <a:lnTo>
                    <a:pt x="0" y="12"/>
                  </a:lnTo>
                  <a:lnTo>
                    <a:pt x="0" y="7"/>
                  </a:lnTo>
                  <a:lnTo>
                    <a:pt x="4" y="4"/>
                  </a:lnTo>
                  <a:lnTo>
                    <a:pt x="7" y="0"/>
                  </a:lnTo>
                  <a:lnTo>
                    <a:pt x="12" y="0"/>
                  </a:lnTo>
                  <a:lnTo>
                    <a:pt x="12" y="0"/>
                  </a:lnTo>
                  <a:lnTo>
                    <a:pt x="17" y="0"/>
                  </a:lnTo>
                  <a:lnTo>
                    <a:pt x="21" y="4"/>
                  </a:lnTo>
                  <a:lnTo>
                    <a:pt x="23" y="7"/>
                  </a:lnTo>
                  <a:lnTo>
                    <a:pt x="24" y="12"/>
                  </a:lnTo>
                </a:path>
              </a:pathLst>
            </a:custGeom>
            <a:noFill/>
            <a:ln>
              <a:noFill/>
            </a:ln>
          </p:spPr>
          <p:txBody>
            <a:bodyPr vert="horz" wrap="square" lIns="91440" tIns="45720" rIns="91440" bIns="45720" numCol="1" anchor="t" anchorCtr="0" compatLnSpc="1"/>
            <a:lstStyle/>
            <a:p>
              <a:endParaRPr lang="en-US"/>
            </a:p>
          </p:txBody>
        </p:sp>
        <p:sp>
          <p:nvSpPr>
            <p:cNvPr id="102" name="Freeform 541"/>
            <p:cNvSpPr/>
            <p:nvPr/>
          </p:nvSpPr>
          <p:spPr bwMode="auto">
            <a:xfrm>
              <a:off x="4479926" y="4778376"/>
              <a:ext cx="19050" cy="19050"/>
            </a:xfrm>
            <a:custGeom>
              <a:avLst/>
              <a:gdLst>
                <a:gd name="T0" fmla="*/ 24 w 24"/>
                <a:gd name="T1" fmla="*/ 12 h 24"/>
                <a:gd name="T2" fmla="*/ 24 w 24"/>
                <a:gd name="T3" fmla="*/ 12 h 24"/>
                <a:gd name="T4" fmla="*/ 22 w 24"/>
                <a:gd name="T5" fmla="*/ 16 h 24"/>
                <a:gd name="T6" fmla="*/ 21 w 24"/>
                <a:gd name="T7" fmla="*/ 21 h 24"/>
                <a:gd name="T8" fmla="*/ 17 w 24"/>
                <a:gd name="T9" fmla="*/ 22 h 24"/>
                <a:gd name="T10" fmla="*/ 12 w 24"/>
                <a:gd name="T11" fmla="*/ 24 h 24"/>
                <a:gd name="T12" fmla="*/ 12 w 24"/>
                <a:gd name="T13" fmla="*/ 24 h 24"/>
                <a:gd name="T14" fmla="*/ 7 w 24"/>
                <a:gd name="T15" fmla="*/ 22 h 24"/>
                <a:gd name="T16" fmla="*/ 3 w 24"/>
                <a:gd name="T17" fmla="*/ 21 h 24"/>
                <a:gd name="T18" fmla="*/ 0 w 24"/>
                <a:gd name="T19" fmla="*/ 16 h 24"/>
                <a:gd name="T20" fmla="*/ 0 w 24"/>
                <a:gd name="T21" fmla="*/ 12 h 24"/>
                <a:gd name="T22" fmla="*/ 0 w 24"/>
                <a:gd name="T23" fmla="*/ 12 h 24"/>
                <a:gd name="T24" fmla="*/ 0 w 24"/>
                <a:gd name="T25" fmla="*/ 7 h 24"/>
                <a:gd name="T26" fmla="*/ 3 w 24"/>
                <a:gd name="T27" fmla="*/ 4 h 24"/>
                <a:gd name="T28" fmla="*/ 7 w 24"/>
                <a:gd name="T29" fmla="*/ 0 h 24"/>
                <a:gd name="T30" fmla="*/ 12 w 24"/>
                <a:gd name="T31" fmla="*/ 0 h 24"/>
                <a:gd name="T32" fmla="*/ 12 w 24"/>
                <a:gd name="T33" fmla="*/ 0 h 24"/>
                <a:gd name="T34" fmla="*/ 17 w 24"/>
                <a:gd name="T35" fmla="*/ 0 h 24"/>
                <a:gd name="T36" fmla="*/ 21 w 24"/>
                <a:gd name="T37" fmla="*/ 4 h 24"/>
                <a:gd name="T38" fmla="*/ 22 w 24"/>
                <a:gd name="T39" fmla="*/ 7 h 24"/>
                <a:gd name="T40" fmla="*/ 24 w 24"/>
                <a:gd name="T4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 h="24">
                  <a:moveTo>
                    <a:pt x="24" y="12"/>
                  </a:moveTo>
                  <a:lnTo>
                    <a:pt x="24" y="12"/>
                  </a:lnTo>
                  <a:lnTo>
                    <a:pt x="22" y="16"/>
                  </a:lnTo>
                  <a:lnTo>
                    <a:pt x="21" y="21"/>
                  </a:lnTo>
                  <a:lnTo>
                    <a:pt x="17" y="22"/>
                  </a:lnTo>
                  <a:lnTo>
                    <a:pt x="12" y="24"/>
                  </a:lnTo>
                  <a:lnTo>
                    <a:pt x="12" y="24"/>
                  </a:lnTo>
                  <a:lnTo>
                    <a:pt x="7" y="22"/>
                  </a:lnTo>
                  <a:lnTo>
                    <a:pt x="3" y="21"/>
                  </a:lnTo>
                  <a:lnTo>
                    <a:pt x="0" y="16"/>
                  </a:lnTo>
                  <a:lnTo>
                    <a:pt x="0" y="12"/>
                  </a:lnTo>
                  <a:lnTo>
                    <a:pt x="0" y="12"/>
                  </a:lnTo>
                  <a:lnTo>
                    <a:pt x="0" y="7"/>
                  </a:lnTo>
                  <a:lnTo>
                    <a:pt x="3" y="4"/>
                  </a:lnTo>
                  <a:lnTo>
                    <a:pt x="7" y="0"/>
                  </a:lnTo>
                  <a:lnTo>
                    <a:pt x="12" y="0"/>
                  </a:lnTo>
                  <a:lnTo>
                    <a:pt x="12" y="0"/>
                  </a:lnTo>
                  <a:lnTo>
                    <a:pt x="17" y="0"/>
                  </a:lnTo>
                  <a:lnTo>
                    <a:pt x="21" y="4"/>
                  </a:lnTo>
                  <a:lnTo>
                    <a:pt x="22" y="7"/>
                  </a:lnTo>
                  <a:lnTo>
                    <a:pt x="24" y="12"/>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103" name="Freeform 542"/>
            <p:cNvSpPr/>
            <p:nvPr/>
          </p:nvSpPr>
          <p:spPr bwMode="auto">
            <a:xfrm>
              <a:off x="4479926" y="4778376"/>
              <a:ext cx="19050" cy="19050"/>
            </a:xfrm>
            <a:custGeom>
              <a:avLst/>
              <a:gdLst>
                <a:gd name="T0" fmla="*/ 24 w 24"/>
                <a:gd name="T1" fmla="*/ 12 h 24"/>
                <a:gd name="T2" fmla="*/ 24 w 24"/>
                <a:gd name="T3" fmla="*/ 12 h 24"/>
                <a:gd name="T4" fmla="*/ 22 w 24"/>
                <a:gd name="T5" fmla="*/ 16 h 24"/>
                <a:gd name="T6" fmla="*/ 21 w 24"/>
                <a:gd name="T7" fmla="*/ 21 h 24"/>
                <a:gd name="T8" fmla="*/ 17 w 24"/>
                <a:gd name="T9" fmla="*/ 22 h 24"/>
                <a:gd name="T10" fmla="*/ 12 w 24"/>
                <a:gd name="T11" fmla="*/ 24 h 24"/>
                <a:gd name="T12" fmla="*/ 12 w 24"/>
                <a:gd name="T13" fmla="*/ 24 h 24"/>
                <a:gd name="T14" fmla="*/ 7 w 24"/>
                <a:gd name="T15" fmla="*/ 22 h 24"/>
                <a:gd name="T16" fmla="*/ 3 w 24"/>
                <a:gd name="T17" fmla="*/ 21 h 24"/>
                <a:gd name="T18" fmla="*/ 0 w 24"/>
                <a:gd name="T19" fmla="*/ 16 h 24"/>
                <a:gd name="T20" fmla="*/ 0 w 24"/>
                <a:gd name="T21" fmla="*/ 12 h 24"/>
                <a:gd name="T22" fmla="*/ 0 w 24"/>
                <a:gd name="T23" fmla="*/ 12 h 24"/>
                <a:gd name="T24" fmla="*/ 0 w 24"/>
                <a:gd name="T25" fmla="*/ 7 h 24"/>
                <a:gd name="T26" fmla="*/ 3 w 24"/>
                <a:gd name="T27" fmla="*/ 4 h 24"/>
                <a:gd name="T28" fmla="*/ 7 w 24"/>
                <a:gd name="T29" fmla="*/ 0 h 24"/>
                <a:gd name="T30" fmla="*/ 12 w 24"/>
                <a:gd name="T31" fmla="*/ 0 h 24"/>
                <a:gd name="T32" fmla="*/ 12 w 24"/>
                <a:gd name="T33" fmla="*/ 0 h 24"/>
                <a:gd name="T34" fmla="*/ 17 w 24"/>
                <a:gd name="T35" fmla="*/ 0 h 24"/>
                <a:gd name="T36" fmla="*/ 21 w 24"/>
                <a:gd name="T37" fmla="*/ 4 h 24"/>
                <a:gd name="T38" fmla="*/ 22 w 24"/>
                <a:gd name="T39" fmla="*/ 7 h 24"/>
                <a:gd name="T40" fmla="*/ 24 w 24"/>
                <a:gd name="T4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 h="24">
                  <a:moveTo>
                    <a:pt x="24" y="12"/>
                  </a:moveTo>
                  <a:lnTo>
                    <a:pt x="24" y="12"/>
                  </a:lnTo>
                  <a:lnTo>
                    <a:pt x="22" y="16"/>
                  </a:lnTo>
                  <a:lnTo>
                    <a:pt x="21" y="21"/>
                  </a:lnTo>
                  <a:lnTo>
                    <a:pt x="17" y="22"/>
                  </a:lnTo>
                  <a:lnTo>
                    <a:pt x="12" y="24"/>
                  </a:lnTo>
                  <a:lnTo>
                    <a:pt x="12" y="24"/>
                  </a:lnTo>
                  <a:lnTo>
                    <a:pt x="7" y="22"/>
                  </a:lnTo>
                  <a:lnTo>
                    <a:pt x="3" y="21"/>
                  </a:lnTo>
                  <a:lnTo>
                    <a:pt x="0" y="16"/>
                  </a:lnTo>
                  <a:lnTo>
                    <a:pt x="0" y="12"/>
                  </a:lnTo>
                  <a:lnTo>
                    <a:pt x="0" y="12"/>
                  </a:lnTo>
                  <a:lnTo>
                    <a:pt x="0" y="7"/>
                  </a:lnTo>
                  <a:lnTo>
                    <a:pt x="3" y="4"/>
                  </a:lnTo>
                  <a:lnTo>
                    <a:pt x="7" y="0"/>
                  </a:lnTo>
                  <a:lnTo>
                    <a:pt x="12" y="0"/>
                  </a:lnTo>
                  <a:lnTo>
                    <a:pt x="12" y="0"/>
                  </a:lnTo>
                  <a:lnTo>
                    <a:pt x="17" y="0"/>
                  </a:lnTo>
                  <a:lnTo>
                    <a:pt x="21" y="4"/>
                  </a:lnTo>
                  <a:lnTo>
                    <a:pt x="22" y="7"/>
                  </a:lnTo>
                  <a:lnTo>
                    <a:pt x="24" y="12"/>
                  </a:lnTo>
                </a:path>
              </a:pathLst>
            </a:custGeom>
            <a:noFill/>
            <a:ln>
              <a:noFill/>
            </a:ln>
          </p:spPr>
          <p:txBody>
            <a:bodyPr vert="horz" wrap="square" lIns="91440" tIns="45720" rIns="91440" bIns="45720" numCol="1" anchor="t" anchorCtr="0" compatLnSpc="1"/>
            <a:lstStyle/>
            <a:p>
              <a:endParaRPr lang="en-US"/>
            </a:p>
          </p:txBody>
        </p:sp>
        <p:sp>
          <p:nvSpPr>
            <p:cNvPr id="104" name="Freeform 543"/>
            <p:cNvSpPr/>
            <p:nvPr/>
          </p:nvSpPr>
          <p:spPr bwMode="auto">
            <a:xfrm>
              <a:off x="4364039" y="4740276"/>
              <a:ext cx="120650" cy="47625"/>
            </a:xfrm>
            <a:custGeom>
              <a:avLst/>
              <a:gdLst>
                <a:gd name="T0" fmla="*/ 122 w 151"/>
                <a:gd name="T1" fmla="*/ 60 h 60"/>
                <a:gd name="T2" fmla="*/ 31 w 151"/>
                <a:gd name="T3" fmla="*/ 60 h 60"/>
                <a:gd name="T4" fmla="*/ 0 w 151"/>
                <a:gd name="T5" fmla="*/ 0 h 60"/>
                <a:gd name="T6" fmla="*/ 151 w 151"/>
                <a:gd name="T7" fmla="*/ 0 h 60"/>
                <a:gd name="T8" fmla="*/ 122 w 151"/>
                <a:gd name="T9" fmla="*/ 60 h 60"/>
              </a:gdLst>
              <a:ahLst/>
              <a:cxnLst>
                <a:cxn ang="0">
                  <a:pos x="T0" y="T1"/>
                </a:cxn>
                <a:cxn ang="0">
                  <a:pos x="T2" y="T3"/>
                </a:cxn>
                <a:cxn ang="0">
                  <a:pos x="T4" y="T5"/>
                </a:cxn>
                <a:cxn ang="0">
                  <a:pos x="T6" y="T7"/>
                </a:cxn>
                <a:cxn ang="0">
                  <a:pos x="T8" y="T9"/>
                </a:cxn>
              </a:cxnLst>
              <a:rect l="0" t="0" r="r" b="b"/>
              <a:pathLst>
                <a:path w="151" h="60">
                  <a:moveTo>
                    <a:pt x="122" y="60"/>
                  </a:moveTo>
                  <a:lnTo>
                    <a:pt x="31" y="60"/>
                  </a:lnTo>
                  <a:lnTo>
                    <a:pt x="0" y="0"/>
                  </a:lnTo>
                  <a:lnTo>
                    <a:pt x="151" y="0"/>
                  </a:lnTo>
                  <a:lnTo>
                    <a:pt x="122" y="60"/>
                  </a:lnTo>
                  <a:close/>
                </a:path>
              </a:pathLst>
            </a:custGeom>
            <a:solidFill>
              <a:srgbClr val="343F51"/>
            </a:solidFill>
            <a:ln>
              <a:noFill/>
            </a:ln>
          </p:spPr>
          <p:txBody>
            <a:bodyPr vert="horz" wrap="square" lIns="91440" tIns="45720" rIns="91440" bIns="45720" numCol="1" anchor="t" anchorCtr="0" compatLnSpc="1"/>
            <a:lstStyle/>
            <a:p>
              <a:endParaRPr lang="en-US"/>
            </a:p>
          </p:txBody>
        </p:sp>
        <p:sp>
          <p:nvSpPr>
            <p:cNvPr id="105" name="Freeform 544"/>
            <p:cNvSpPr/>
            <p:nvPr/>
          </p:nvSpPr>
          <p:spPr bwMode="auto">
            <a:xfrm>
              <a:off x="4287839" y="4876801"/>
              <a:ext cx="136525" cy="179388"/>
            </a:xfrm>
            <a:custGeom>
              <a:avLst/>
              <a:gdLst>
                <a:gd name="T0" fmla="*/ 172 w 172"/>
                <a:gd name="T1" fmla="*/ 172 h 226"/>
                <a:gd name="T2" fmla="*/ 9 w 172"/>
                <a:gd name="T3" fmla="*/ 226 h 226"/>
                <a:gd name="T4" fmla="*/ 9 w 172"/>
                <a:gd name="T5" fmla="*/ 226 h 226"/>
                <a:gd name="T6" fmla="*/ 6 w 172"/>
                <a:gd name="T7" fmla="*/ 213 h 226"/>
                <a:gd name="T8" fmla="*/ 2 w 172"/>
                <a:gd name="T9" fmla="*/ 201 h 226"/>
                <a:gd name="T10" fmla="*/ 0 w 172"/>
                <a:gd name="T11" fmla="*/ 187 h 226"/>
                <a:gd name="T12" fmla="*/ 0 w 172"/>
                <a:gd name="T13" fmla="*/ 172 h 226"/>
                <a:gd name="T14" fmla="*/ 0 w 172"/>
                <a:gd name="T15" fmla="*/ 172 h 226"/>
                <a:gd name="T16" fmla="*/ 0 w 172"/>
                <a:gd name="T17" fmla="*/ 154 h 226"/>
                <a:gd name="T18" fmla="*/ 4 w 172"/>
                <a:gd name="T19" fmla="*/ 137 h 226"/>
                <a:gd name="T20" fmla="*/ 7 w 172"/>
                <a:gd name="T21" fmla="*/ 122 h 226"/>
                <a:gd name="T22" fmla="*/ 14 w 172"/>
                <a:gd name="T23" fmla="*/ 105 h 226"/>
                <a:gd name="T24" fmla="*/ 21 w 172"/>
                <a:gd name="T25" fmla="*/ 91 h 226"/>
                <a:gd name="T26" fmla="*/ 30 w 172"/>
                <a:gd name="T27" fmla="*/ 76 h 226"/>
                <a:gd name="T28" fmla="*/ 40 w 172"/>
                <a:gd name="T29" fmla="*/ 64 h 226"/>
                <a:gd name="T30" fmla="*/ 50 w 172"/>
                <a:gd name="T31" fmla="*/ 52 h 226"/>
                <a:gd name="T32" fmla="*/ 62 w 172"/>
                <a:gd name="T33" fmla="*/ 40 h 226"/>
                <a:gd name="T34" fmla="*/ 76 w 172"/>
                <a:gd name="T35" fmla="*/ 29 h 226"/>
                <a:gd name="T36" fmla="*/ 90 w 172"/>
                <a:gd name="T37" fmla="*/ 21 h 226"/>
                <a:gd name="T38" fmla="*/ 105 w 172"/>
                <a:gd name="T39" fmla="*/ 14 h 226"/>
                <a:gd name="T40" fmla="*/ 120 w 172"/>
                <a:gd name="T41" fmla="*/ 9 h 226"/>
                <a:gd name="T42" fmla="*/ 138 w 172"/>
                <a:gd name="T43" fmla="*/ 4 h 226"/>
                <a:gd name="T44" fmla="*/ 155 w 172"/>
                <a:gd name="T45" fmla="*/ 2 h 226"/>
                <a:gd name="T46" fmla="*/ 172 w 172"/>
                <a:gd name="T47" fmla="*/ 0 h 226"/>
                <a:gd name="T48" fmla="*/ 172 w 172"/>
                <a:gd name="T49" fmla="*/ 17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2" h="226">
                  <a:moveTo>
                    <a:pt x="172" y="172"/>
                  </a:moveTo>
                  <a:lnTo>
                    <a:pt x="9" y="226"/>
                  </a:lnTo>
                  <a:lnTo>
                    <a:pt x="9" y="226"/>
                  </a:lnTo>
                  <a:lnTo>
                    <a:pt x="6" y="213"/>
                  </a:lnTo>
                  <a:lnTo>
                    <a:pt x="2" y="201"/>
                  </a:lnTo>
                  <a:lnTo>
                    <a:pt x="0" y="187"/>
                  </a:lnTo>
                  <a:lnTo>
                    <a:pt x="0" y="172"/>
                  </a:lnTo>
                  <a:lnTo>
                    <a:pt x="0" y="172"/>
                  </a:lnTo>
                  <a:lnTo>
                    <a:pt x="0" y="154"/>
                  </a:lnTo>
                  <a:lnTo>
                    <a:pt x="4" y="137"/>
                  </a:lnTo>
                  <a:lnTo>
                    <a:pt x="7" y="122"/>
                  </a:lnTo>
                  <a:lnTo>
                    <a:pt x="14" y="105"/>
                  </a:lnTo>
                  <a:lnTo>
                    <a:pt x="21" y="91"/>
                  </a:lnTo>
                  <a:lnTo>
                    <a:pt x="30" y="76"/>
                  </a:lnTo>
                  <a:lnTo>
                    <a:pt x="40" y="64"/>
                  </a:lnTo>
                  <a:lnTo>
                    <a:pt x="50" y="52"/>
                  </a:lnTo>
                  <a:lnTo>
                    <a:pt x="62" y="40"/>
                  </a:lnTo>
                  <a:lnTo>
                    <a:pt x="76" y="29"/>
                  </a:lnTo>
                  <a:lnTo>
                    <a:pt x="90" y="21"/>
                  </a:lnTo>
                  <a:lnTo>
                    <a:pt x="105" y="14"/>
                  </a:lnTo>
                  <a:lnTo>
                    <a:pt x="120" y="9"/>
                  </a:lnTo>
                  <a:lnTo>
                    <a:pt x="138" y="4"/>
                  </a:lnTo>
                  <a:lnTo>
                    <a:pt x="155" y="2"/>
                  </a:lnTo>
                  <a:lnTo>
                    <a:pt x="172" y="0"/>
                  </a:lnTo>
                  <a:lnTo>
                    <a:pt x="172" y="172"/>
                  </a:lnTo>
                  <a:close/>
                </a:path>
              </a:pathLst>
            </a:custGeom>
            <a:solidFill>
              <a:srgbClr val="E66337"/>
            </a:solidFill>
            <a:ln>
              <a:noFill/>
            </a:ln>
          </p:spPr>
          <p:txBody>
            <a:bodyPr vert="horz" wrap="square" lIns="91440" tIns="45720" rIns="91440" bIns="45720" numCol="1" anchor="t" anchorCtr="0" compatLnSpc="1"/>
            <a:lstStyle/>
            <a:p>
              <a:endParaRPr lang="en-US"/>
            </a:p>
          </p:txBody>
        </p:sp>
        <p:sp>
          <p:nvSpPr>
            <p:cNvPr id="106" name="Freeform 545"/>
            <p:cNvSpPr/>
            <p:nvPr/>
          </p:nvSpPr>
          <p:spPr bwMode="auto">
            <a:xfrm>
              <a:off x="4424364" y="4876801"/>
              <a:ext cx="125413" cy="136525"/>
            </a:xfrm>
            <a:custGeom>
              <a:avLst/>
              <a:gdLst>
                <a:gd name="T0" fmla="*/ 0 w 157"/>
                <a:gd name="T1" fmla="*/ 172 h 172"/>
                <a:gd name="T2" fmla="*/ 0 w 157"/>
                <a:gd name="T3" fmla="*/ 0 h 172"/>
                <a:gd name="T4" fmla="*/ 0 w 157"/>
                <a:gd name="T5" fmla="*/ 0 h 172"/>
                <a:gd name="T6" fmla="*/ 14 w 157"/>
                <a:gd name="T7" fmla="*/ 0 h 172"/>
                <a:gd name="T8" fmla="*/ 27 w 157"/>
                <a:gd name="T9" fmla="*/ 2 h 172"/>
                <a:gd name="T10" fmla="*/ 41 w 157"/>
                <a:gd name="T11" fmla="*/ 5 h 172"/>
                <a:gd name="T12" fmla="*/ 55 w 157"/>
                <a:gd name="T13" fmla="*/ 9 h 172"/>
                <a:gd name="T14" fmla="*/ 55 w 157"/>
                <a:gd name="T15" fmla="*/ 9 h 172"/>
                <a:gd name="T16" fmla="*/ 72 w 157"/>
                <a:gd name="T17" fmla="*/ 16 h 172"/>
                <a:gd name="T18" fmla="*/ 87 w 157"/>
                <a:gd name="T19" fmla="*/ 24 h 172"/>
                <a:gd name="T20" fmla="*/ 103 w 157"/>
                <a:gd name="T21" fmla="*/ 35 h 172"/>
                <a:gd name="T22" fmla="*/ 116 w 157"/>
                <a:gd name="T23" fmla="*/ 45 h 172"/>
                <a:gd name="T24" fmla="*/ 128 w 157"/>
                <a:gd name="T25" fmla="*/ 58 h 172"/>
                <a:gd name="T26" fmla="*/ 140 w 157"/>
                <a:gd name="T27" fmla="*/ 72 h 172"/>
                <a:gd name="T28" fmla="*/ 149 w 157"/>
                <a:gd name="T29" fmla="*/ 88 h 172"/>
                <a:gd name="T30" fmla="*/ 157 w 157"/>
                <a:gd name="T31" fmla="*/ 103 h 172"/>
                <a:gd name="T32" fmla="*/ 0 w 157"/>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172">
                  <a:moveTo>
                    <a:pt x="0" y="172"/>
                  </a:moveTo>
                  <a:lnTo>
                    <a:pt x="0" y="0"/>
                  </a:lnTo>
                  <a:lnTo>
                    <a:pt x="0" y="0"/>
                  </a:lnTo>
                  <a:lnTo>
                    <a:pt x="14" y="0"/>
                  </a:lnTo>
                  <a:lnTo>
                    <a:pt x="27" y="2"/>
                  </a:lnTo>
                  <a:lnTo>
                    <a:pt x="41" y="5"/>
                  </a:lnTo>
                  <a:lnTo>
                    <a:pt x="55" y="9"/>
                  </a:lnTo>
                  <a:lnTo>
                    <a:pt x="55" y="9"/>
                  </a:lnTo>
                  <a:lnTo>
                    <a:pt x="72" y="16"/>
                  </a:lnTo>
                  <a:lnTo>
                    <a:pt x="87" y="24"/>
                  </a:lnTo>
                  <a:lnTo>
                    <a:pt x="103" y="35"/>
                  </a:lnTo>
                  <a:lnTo>
                    <a:pt x="116" y="45"/>
                  </a:lnTo>
                  <a:lnTo>
                    <a:pt x="128" y="58"/>
                  </a:lnTo>
                  <a:lnTo>
                    <a:pt x="140" y="72"/>
                  </a:lnTo>
                  <a:lnTo>
                    <a:pt x="149" y="88"/>
                  </a:lnTo>
                  <a:lnTo>
                    <a:pt x="157" y="103"/>
                  </a:lnTo>
                  <a:lnTo>
                    <a:pt x="0" y="172"/>
                  </a:lnTo>
                  <a:close/>
                </a:path>
              </a:pathLst>
            </a:custGeom>
            <a:solidFill>
              <a:srgbClr val="1573AD"/>
            </a:solidFill>
            <a:ln>
              <a:noFill/>
            </a:ln>
          </p:spPr>
          <p:txBody>
            <a:bodyPr vert="horz" wrap="square" lIns="91440" tIns="45720" rIns="91440" bIns="45720" numCol="1" anchor="t" anchorCtr="0" compatLnSpc="1"/>
            <a:lstStyle/>
            <a:p>
              <a:endParaRPr lang="en-US"/>
            </a:p>
          </p:txBody>
        </p:sp>
        <p:sp>
          <p:nvSpPr>
            <p:cNvPr id="107" name="Freeform 546"/>
            <p:cNvSpPr/>
            <p:nvPr/>
          </p:nvSpPr>
          <p:spPr bwMode="auto">
            <a:xfrm>
              <a:off x="4424364" y="4959351"/>
              <a:ext cx="136525" cy="73025"/>
            </a:xfrm>
            <a:custGeom>
              <a:avLst/>
              <a:gdLst>
                <a:gd name="T0" fmla="*/ 0 w 173"/>
                <a:gd name="T1" fmla="*/ 69 h 93"/>
                <a:gd name="T2" fmla="*/ 157 w 173"/>
                <a:gd name="T3" fmla="*/ 0 h 93"/>
                <a:gd name="T4" fmla="*/ 157 w 173"/>
                <a:gd name="T5" fmla="*/ 0 h 93"/>
                <a:gd name="T6" fmla="*/ 163 w 173"/>
                <a:gd name="T7" fmla="*/ 14 h 93"/>
                <a:gd name="T8" fmla="*/ 166 w 173"/>
                <a:gd name="T9" fmla="*/ 26 h 93"/>
                <a:gd name="T10" fmla="*/ 169 w 173"/>
                <a:gd name="T11" fmla="*/ 39 h 93"/>
                <a:gd name="T12" fmla="*/ 171 w 173"/>
                <a:gd name="T13" fmla="*/ 53 h 93"/>
                <a:gd name="T14" fmla="*/ 171 w 173"/>
                <a:gd name="T15" fmla="*/ 53 h 93"/>
                <a:gd name="T16" fmla="*/ 173 w 173"/>
                <a:gd name="T17" fmla="*/ 74 h 93"/>
                <a:gd name="T18" fmla="*/ 171 w 173"/>
                <a:gd name="T19" fmla="*/ 93 h 93"/>
                <a:gd name="T20" fmla="*/ 0 w 173"/>
                <a:gd name="T21" fmla="*/ 6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3">
                  <a:moveTo>
                    <a:pt x="0" y="69"/>
                  </a:moveTo>
                  <a:lnTo>
                    <a:pt x="157" y="0"/>
                  </a:lnTo>
                  <a:lnTo>
                    <a:pt x="157" y="0"/>
                  </a:lnTo>
                  <a:lnTo>
                    <a:pt x="163" y="14"/>
                  </a:lnTo>
                  <a:lnTo>
                    <a:pt x="166" y="26"/>
                  </a:lnTo>
                  <a:lnTo>
                    <a:pt x="169" y="39"/>
                  </a:lnTo>
                  <a:lnTo>
                    <a:pt x="171" y="53"/>
                  </a:lnTo>
                  <a:lnTo>
                    <a:pt x="171" y="53"/>
                  </a:lnTo>
                  <a:lnTo>
                    <a:pt x="173" y="74"/>
                  </a:lnTo>
                  <a:lnTo>
                    <a:pt x="171" y="93"/>
                  </a:lnTo>
                  <a:lnTo>
                    <a:pt x="0" y="69"/>
                  </a:lnTo>
                  <a:close/>
                </a:path>
              </a:pathLst>
            </a:custGeom>
            <a:solidFill>
              <a:srgbClr val="F5C962"/>
            </a:solidFill>
            <a:ln>
              <a:noFill/>
            </a:ln>
          </p:spPr>
          <p:txBody>
            <a:bodyPr vert="horz" wrap="square" lIns="91440" tIns="45720" rIns="91440" bIns="45720" numCol="1" anchor="t" anchorCtr="0" compatLnSpc="1"/>
            <a:lstStyle/>
            <a:p>
              <a:endParaRPr lang="en-US"/>
            </a:p>
          </p:txBody>
        </p:sp>
      </p:grpSp>
      <p:grpSp>
        <p:nvGrpSpPr>
          <p:cNvPr id="169" name="Group 168"/>
          <p:cNvGrpSpPr/>
          <p:nvPr/>
        </p:nvGrpSpPr>
        <p:grpSpPr>
          <a:xfrm>
            <a:off x="5774269" y="3668266"/>
            <a:ext cx="643464" cy="571334"/>
            <a:chOff x="5503863" y="3444876"/>
            <a:chExt cx="538163" cy="477838"/>
          </a:xfrm>
        </p:grpSpPr>
        <p:sp>
          <p:nvSpPr>
            <p:cNvPr id="170" name="Freeform 1479"/>
            <p:cNvSpPr>
              <a:spLocks noEditPoints="1"/>
            </p:cNvSpPr>
            <p:nvPr/>
          </p:nvSpPr>
          <p:spPr bwMode="auto">
            <a:xfrm>
              <a:off x="5503863" y="3444876"/>
              <a:ext cx="538163" cy="477838"/>
            </a:xfrm>
            <a:custGeom>
              <a:avLst/>
              <a:gdLst>
                <a:gd name="T0" fmla="*/ 237 w 339"/>
                <a:gd name="T1" fmla="*/ 47 h 301"/>
                <a:gd name="T2" fmla="*/ 237 w 339"/>
                <a:gd name="T3" fmla="*/ 46 h 301"/>
                <a:gd name="T4" fmla="*/ 235 w 339"/>
                <a:gd name="T5" fmla="*/ 39 h 301"/>
                <a:gd name="T6" fmla="*/ 228 w 339"/>
                <a:gd name="T7" fmla="*/ 37 h 301"/>
                <a:gd name="T8" fmla="*/ 228 w 339"/>
                <a:gd name="T9" fmla="*/ 37 h 301"/>
                <a:gd name="T10" fmla="*/ 225 w 339"/>
                <a:gd name="T11" fmla="*/ 23 h 301"/>
                <a:gd name="T12" fmla="*/ 217 w 339"/>
                <a:gd name="T13" fmla="*/ 11 h 301"/>
                <a:gd name="T14" fmla="*/ 206 w 339"/>
                <a:gd name="T15" fmla="*/ 3 h 301"/>
                <a:gd name="T16" fmla="*/ 192 w 339"/>
                <a:gd name="T17" fmla="*/ 0 h 301"/>
                <a:gd name="T18" fmla="*/ 138 w 339"/>
                <a:gd name="T19" fmla="*/ 0 h 301"/>
                <a:gd name="T20" fmla="*/ 123 w 339"/>
                <a:gd name="T21" fmla="*/ 4 h 301"/>
                <a:gd name="T22" fmla="*/ 112 w 339"/>
                <a:gd name="T23" fmla="*/ 11 h 301"/>
                <a:gd name="T24" fmla="*/ 104 w 339"/>
                <a:gd name="T25" fmla="*/ 23 h 301"/>
                <a:gd name="T26" fmla="*/ 101 w 339"/>
                <a:gd name="T27" fmla="*/ 38 h 301"/>
                <a:gd name="T28" fmla="*/ 98 w 339"/>
                <a:gd name="T29" fmla="*/ 38 h 301"/>
                <a:gd name="T30" fmla="*/ 96 w 339"/>
                <a:gd name="T31" fmla="*/ 43 h 301"/>
                <a:gd name="T32" fmla="*/ 94 w 339"/>
                <a:gd name="T33" fmla="*/ 49 h 301"/>
                <a:gd name="T34" fmla="*/ 8 w 339"/>
                <a:gd name="T35" fmla="*/ 49 h 301"/>
                <a:gd name="T36" fmla="*/ 3 w 339"/>
                <a:gd name="T37" fmla="*/ 51 h 301"/>
                <a:gd name="T38" fmla="*/ 0 w 339"/>
                <a:gd name="T39" fmla="*/ 57 h 301"/>
                <a:gd name="T40" fmla="*/ 0 w 339"/>
                <a:gd name="T41" fmla="*/ 281 h 301"/>
                <a:gd name="T42" fmla="*/ 3 w 339"/>
                <a:gd name="T43" fmla="*/ 288 h 301"/>
                <a:gd name="T44" fmla="*/ 9 w 339"/>
                <a:gd name="T45" fmla="*/ 290 h 301"/>
                <a:gd name="T46" fmla="*/ 21 w 339"/>
                <a:gd name="T47" fmla="*/ 293 h 301"/>
                <a:gd name="T48" fmla="*/ 21 w 339"/>
                <a:gd name="T49" fmla="*/ 296 h 301"/>
                <a:gd name="T50" fmla="*/ 27 w 339"/>
                <a:gd name="T51" fmla="*/ 301 h 301"/>
                <a:gd name="T52" fmla="*/ 48 w 339"/>
                <a:gd name="T53" fmla="*/ 301 h 301"/>
                <a:gd name="T54" fmla="*/ 52 w 339"/>
                <a:gd name="T55" fmla="*/ 301 h 301"/>
                <a:gd name="T56" fmla="*/ 57 w 339"/>
                <a:gd name="T57" fmla="*/ 296 h 301"/>
                <a:gd name="T58" fmla="*/ 58 w 339"/>
                <a:gd name="T59" fmla="*/ 290 h 301"/>
                <a:gd name="T60" fmla="*/ 282 w 339"/>
                <a:gd name="T61" fmla="*/ 292 h 301"/>
                <a:gd name="T62" fmla="*/ 282 w 339"/>
                <a:gd name="T63" fmla="*/ 296 h 301"/>
                <a:gd name="T64" fmla="*/ 287 w 339"/>
                <a:gd name="T65" fmla="*/ 300 h 301"/>
                <a:gd name="T66" fmla="*/ 309 w 339"/>
                <a:gd name="T67" fmla="*/ 301 h 301"/>
                <a:gd name="T68" fmla="*/ 313 w 339"/>
                <a:gd name="T69" fmla="*/ 300 h 301"/>
                <a:gd name="T70" fmla="*/ 317 w 339"/>
                <a:gd name="T71" fmla="*/ 296 h 301"/>
                <a:gd name="T72" fmla="*/ 318 w 339"/>
                <a:gd name="T73" fmla="*/ 289 h 301"/>
                <a:gd name="T74" fmla="*/ 331 w 339"/>
                <a:gd name="T75" fmla="*/ 289 h 301"/>
                <a:gd name="T76" fmla="*/ 336 w 339"/>
                <a:gd name="T77" fmla="*/ 286 h 301"/>
                <a:gd name="T78" fmla="*/ 339 w 339"/>
                <a:gd name="T79" fmla="*/ 281 h 301"/>
                <a:gd name="T80" fmla="*/ 339 w 339"/>
                <a:gd name="T81" fmla="*/ 57 h 301"/>
                <a:gd name="T82" fmla="*/ 336 w 339"/>
                <a:gd name="T83" fmla="*/ 50 h 301"/>
                <a:gd name="T84" fmla="*/ 329 w 339"/>
                <a:gd name="T85" fmla="*/ 47 h 301"/>
                <a:gd name="T86" fmla="*/ 192 w 339"/>
                <a:gd name="T87" fmla="*/ 15 h 301"/>
                <a:gd name="T88" fmla="*/ 196 w 339"/>
                <a:gd name="T89" fmla="*/ 16 h 301"/>
                <a:gd name="T90" fmla="*/ 206 w 339"/>
                <a:gd name="T91" fmla="*/ 22 h 301"/>
                <a:gd name="T92" fmla="*/ 213 w 339"/>
                <a:gd name="T93" fmla="*/ 32 h 301"/>
                <a:gd name="T94" fmla="*/ 209 w 339"/>
                <a:gd name="T95" fmla="*/ 37 h 301"/>
                <a:gd name="T96" fmla="*/ 206 w 339"/>
                <a:gd name="T97" fmla="*/ 38 h 301"/>
                <a:gd name="T98" fmla="*/ 201 w 339"/>
                <a:gd name="T99" fmla="*/ 42 h 301"/>
                <a:gd name="T100" fmla="*/ 201 w 339"/>
                <a:gd name="T101" fmla="*/ 47 h 301"/>
                <a:gd name="T102" fmla="*/ 131 w 339"/>
                <a:gd name="T103" fmla="*/ 46 h 301"/>
                <a:gd name="T104" fmla="*/ 131 w 339"/>
                <a:gd name="T105" fmla="*/ 42 h 301"/>
                <a:gd name="T106" fmla="*/ 125 w 339"/>
                <a:gd name="T107" fmla="*/ 38 h 301"/>
                <a:gd name="T108" fmla="*/ 116 w 339"/>
                <a:gd name="T109" fmla="*/ 37 h 301"/>
                <a:gd name="T110" fmla="*/ 116 w 339"/>
                <a:gd name="T111" fmla="*/ 32 h 301"/>
                <a:gd name="T112" fmla="*/ 123 w 339"/>
                <a:gd name="T113" fmla="*/ 22 h 301"/>
                <a:gd name="T114" fmla="*/ 133 w 339"/>
                <a:gd name="T115" fmla="*/ 16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9" h="301">
                  <a:moveTo>
                    <a:pt x="329" y="47"/>
                  </a:moveTo>
                  <a:lnTo>
                    <a:pt x="237" y="47"/>
                  </a:lnTo>
                  <a:lnTo>
                    <a:pt x="237" y="46"/>
                  </a:lnTo>
                  <a:lnTo>
                    <a:pt x="237" y="46"/>
                  </a:lnTo>
                  <a:lnTo>
                    <a:pt x="236" y="42"/>
                  </a:lnTo>
                  <a:lnTo>
                    <a:pt x="235" y="39"/>
                  </a:lnTo>
                  <a:lnTo>
                    <a:pt x="232" y="38"/>
                  </a:lnTo>
                  <a:lnTo>
                    <a:pt x="228" y="37"/>
                  </a:lnTo>
                  <a:lnTo>
                    <a:pt x="228" y="37"/>
                  </a:lnTo>
                  <a:lnTo>
                    <a:pt x="228" y="37"/>
                  </a:lnTo>
                  <a:lnTo>
                    <a:pt x="228" y="30"/>
                  </a:lnTo>
                  <a:lnTo>
                    <a:pt x="225" y="23"/>
                  </a:lnTo>
                  <a:lnTo>
                    <a:pt x="221" y="16"/>
                  </a:lnTo>
                  <a:lnTo>
                    <a:pt x="217" y="11"/>
                  </a:lnTo>
                  <a:lnTo>
                    <a:pt x="212" y="7"/>
                  </a:lnTo>
                  <a:lnTo>
                    <a:pt x="206" y="3"/>
                  </a:lnTo>
                  <a:lnTo>
                    <a:pt x="198" y="1"/>
                  </a:lnTo>
                  <a:lnTo>
                    <a:pt x="192" y="0"/>
                  </a:lnTo>
                  <a:lnTo>
                    <a:pt x="138" y="0"/>
                  </a:lnTo>
                  <a:lnTo>
                    <a:pt x="138" y="0"/>
                  </a:lnTo>
                  <a:lnTo>
                    <a:pt x="131" y="1"/>
                  </a:lnTo>
                  <a:lnTo>
                    <a:pt x="123" y="4"/>
                  </a:lnTo>
                  <a:lnTo>
                    <a:pt x="117" y="7"/>
                  </a:lnTo>
                  <a:lnTo>
                    <a:pt x="112" y="11"/>
                  </a:lnTo>
                  <a:lnTo>
                    <a:pt x="108" y="16"/>
                  </a:lnTo>
                  <a:lnTo>
                    <a:pt x="104" y="23"/>
                  </a:lnTo>
                  <a:lnTo>
                    <a:pt x="101" y="30"/>
                  </a:lnTo>
                  <a:lnTo>
                    <a:pt x="101" y="38"/>
                  </a:lnTo>
                  <a:lnTo>
                    <a:pt x="101" y="38"/>
                  </a:lnTo>
                  <a:lnTo>
                    <a:pt x="98" y="38"/>
                  </a:lnTo>
                  <a:lnTo>
                    <a:pt x="97" y="41"/>
                  </a:lnTo>
                  <a:lnTo>
                    <a:pt x="96" y="43"/>
                  </a:lnTo>
                  <a:lnTo>
                    <a:pt x="94" y="46"/>
                  </a:lnTo>
                  <a:lnTo>
                    <a:pt x="94" y="49"/>
                  </a:lnTo>
                  <a:lnTo>
                    <a:pt x="8" y="49"/>
                  </a:lnTo>
                  <a:lnTo>
                    <a:pt x="8" y="49"/>
                  </a:lnTo>
                  <a:lnTo>
                    <a:pt x="5" y="49"/>
                  </a:lnTo>
                  <a:lnTo>
                    <a:pt x="3" y="51"/>
                  </a:lnTo>
                  <a:lnTo>
                    <a:pt x="0" y="54"/>
                  </a:lnTo>
                  <a:lnTo>
                    <a:pt x="0" y="57"/>
                  </a:lnTo>
                  <a:lnTo>
                    <a:pt x="0" y="281"/>
                  </a:lnTo>
                  <a:lnTo>
                    <a:pt x="0" y="281"/>
                  </a:lnTo>
                  <a:lnTo>
                    <a:pt x="1" y="285"/>
                  </a:lnTo>
                  <a:lnTo>
                    <a:pt x="3" y="288"/>
                  </a:lnTo>
                  <a:lnTo>
                    <a:pt x="5" y="289"/>
                  </a:lnTo>
                  <a:lnTo>
                    <a:pt x="9" y="290"/>
                  </a:lnTo>
                  <a:lnTo>
                    <a:pt x="21" y="290"/>
                  </a:lnTo>
                  <a:lnTo>
                    <a:pt x="21" y="293"/>
                  </a:lnTo>
                  <a:lnTo>
                    <a:pt x="21" y="293"/>
                  </a:lnTo>
                  <a:lnTo>
                    <a:pt x="21" y="296"/>
                  </a:lnTo>
                  <a:lnTo>
                    <a:pt x="24" y="298"/>
                  </a:lnTo>
                  <a:lnTo>
                    <a:pt x="27" y="301"/>
                  </a:lnTo>
                  <a:lnTo>
                    <a:pt x="30" y="301"/>
                  </a:lnTo>
                  <a:lnTo>
                    <a:pt x="48" y="301"/>
                  </a:lnTo>
                  <a:lnTo>
                    <a:pt x="48" y="301"/>
                  </a:lnTo>
                  <a:lnTo>
                    <a:pt x="52" y="301"/>
                  </a:lnTo>
                  <a:lnTo>
                    <a:pt x="55" y="298"/>
                  </a:lnTo>
                  <a:lnTo>
                    <a:pt x="57" y="296"/>
                  </a:lnTo>
                  <a:lnTo>
                    <a:pt x="58" y="293"/>
                  </a:lnTo>
                  <a:lnTo>
                    <a:pt x="58" y="290"/>
                  </a:lnTo>
                  <a:lnTo>
                    <a:pt x="282" y="289"/>
                  </a:lnTo>
                  <a:lnTo>
                    <a:pt x="282" y="292"/>
                  </a:lnTo>
                  <a:lnTo>
                    <a:pt x="282" y="292"/>
                  </a:lnTo>
                  <a:lnTo>
                    <a:pt x="282" y="296"/>
                  </a:lnTo>
                  <a:lnTo>
                    <a:pt x="283" y="298"/>
                  </a:lnTo>
                  <a:lnTo>
                    <a:pt x="287" y="300"/>
                  </a:lnTo>
                  <a:lnTo>
                    <a:pt x="290" y="301"/>
                  </a:lnTo>
                  <a:lnTo>
                    <a:pt x="309" y="301"/>
                  </a:lnTo>
                  <a:lnTo>
                    <a:pt x="309" y="301"/>
                  </a:lnTo>
                  <a:lnTo>
                    <a:pt x="313" y="300"/>
                  </a:lnTo>
                  <a:lnTo>
                    <a:pt x="316" y="298"/>
                  </a:lnTo>
                  <a:lnTo>
                    <a:pt x="317" y="296"/>
                  </a:lnTo>
                  <a:lnTo>
                    <a:pt x="318" y="292"/>
                  </a:lnTo>
                  <a:lnTo>
                    <a:pt x="318" y="289"/>
                  </a:lnTo>
                  <a:lnTo>
                    <a:pt x="331" y="289"/>
                  </a:lnTo>
                  <a:lnTo>
                    <a:pt x="331" y="289"/>
                  </a:lnTo>
                  <a:lnTo>
                    <a:pt x="333" y="289"/>
                  </a:lnTo>
                  <a:lnTo>
                    <a:pt x="336" y="286"/>
                  </a:lnTo>
                  <a:lnTo>
                    <a:pt x="339" y="284"/>
                  </a:lnTo>
                  <a:lnTo>
                    <a:pt x="339" y="281"/>
                  </a:lnTo>
                  <a:lnTo>
                    <a:pt x="339" y="57"/>
                  </a:lnTo>
                  <a:lnTo>
                    <a:pt x="339" y="57"/>
                  </a:lnTo>
                  <a:lnTo>
                    <a:pt x="337" y="53"/>
                  </a:lnTo>
                  <a:lnTo>
                    <a:pt x="336" y="50"/>
                  </a:lnTo>
                  <a:lnTo>
                    <a:pt x="333" y="49"/>
                  </a:lnTo>
                  <a:lnTo>
                    <a:pt x="329" y="47"/>
                  </a:lnTo>
                  <a:close/>
                  <a:moveTo>
                    <a:pt x="138" y="15"/>
                  </a:moveTo>
                  <a:lnTo>
                    <a:pt x="192" y="15"/>
                  </a:lnTo>
                  <a:lnTo>
                    <a:pt x="192" y="15"/>
                  </a:lnTo>
                  <a:lnTo>
                    <a:pt x="196" y="16"/>
                  </a:lnTo>
                  <a:lnTo>
                    <a:pt x="200" y="16"/>
                  </a:lnTo>
                  <a:lnTo>
                    <a:pt x="206" y="22"/>
                  </a:lnTo>
                  <a:lnTo>
                    <a:pt x="212" y="28"/>
                  </a:lnTo>
                  <a:lnTo>
                    <a:pt x="213" y="32"/>
                  </a:lnTo>
                  <a:lnTo>
                    <a:pt x="213" y="37"/>
                  </a:lnTo>
                  <a:lnTo>
                    <a:pt x="209" y="37"/>
                  </a:lnTo>
                  <a:lnTo>
                    <a:pt x="209" y="37"/>
                  </a:lnTo>
                  <a:lnTo>
                    <a:pt x="206" y="38"/>
                  </a:lnTo>
                  <a:lnTo>
                    <a:pt x="204" y="39"/>
                  </a:lnTo>
                  <a:lnTo>
                    <a:pt x="201" y="42"/>
                  </a:lnTo>
                  <a:lnTo>
                    <a:pt x="201" y="46"/>
                  </a:lnTo>
                  <a:lnTo>
                    <a:pt x="201" y="47"/>
                  </a:lnTo>
                  <a:lnTo>
                    <a:pt x="131" y="49"/>
                  </a:lnTo>
                  <a:lnTo>
                    <a:pt x="131" y="46"/>
                  </a:lnTo>
                  <a:lnTo>
                    <a:pt x="131" y="46"/>
                  </a:lnTo>
                  <a:lnTo>
                    <a:pt x="131" y="42"/>
                  </a:lnTo>
                  <a:lnTo>
                    <a:pt x="128" y="39"/>
                  </a:lnTo>
                  <a:lnTo>
                    <a:pt x="125" y="38"/>
                  </a:lnTo>
                  <a:lnTo>
                    <a:pt x="123" y="37"/>
                  </a:lnTo>
                  <a:lnTo>
                    <a:pt x="116" y="37"/>
                  </a:lnTo>
                  <a:lnTo>
                    <a:pt x="116" y="37"/>
                  </a:lnTo>
                  <a:lnTo>
                    <a:pt x="116" y="32"/>
                  </a:lnTo>
                  <a:lnTo>
                    <a:pt x="117" y="28"/>
                  </a:lnTo>
                  <a:lnTo>
                    <a:pt x="123" y="22"/>
                  </a:lnTo>
                  <a:lnTo>
                    <a:pt x="129" y="18"/>
                  </a:lnTo>
                  <a:lnTo>
                    <a:pt x="133" y="16"/>
                  </a:lnTo>
                  <a:lnTo>
                    <a:pt x="138" y="15"/>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171" name="Freeform 1480"/>
            <p:cNvSpPr/>
            <p:nvPr/>
          </p:nvSpPr>
          <p:spPr bwMode="auto">
            <a:xfrm>
              <a:off x="5503863" y="3444876"/>
              <a:ext cx="538163" cy="477838"/>
            </a:xfrm>
            <a:custGeom>
              <a:avLst/>
              <a:gdLst>
                <a:gd name="T0" fmla="*/ 237 w 339"/>
                <a:gd name="T1" fmla="*/ 47 h 301"/>
                <a:gd name="T2" fmla="*/ 237 w 339"/>
                <a:gd name="T3" fmla="*/ 46 h 301"/>
                <a:gd name="T4" fmla="*/ 235 w 339"/>
                <a:gd name="T5" fmla="*/ 39 h 301"/>
                <a:gd name="T6" fmla="*/ 228 w 339"/>
                <a:gd name="T7" fmla="*/ 37 h 301"/>
                <a:gd name="T8" fmla="*/ 228 w 339"/>
                <a:gd name="T9" fmla="*/ 37 h 301"/>
                <a:gd name="T10" fmla="*/ 225 w 339"/>
                <a:gd name="T11" fmla="*/ 23 h 301"/>
                <a:gd name="T12" fmla="*/ 217 w 339"/>
                <a:gd name="T13" fmla="*/ 11 h 301"/>
                <a:gd name="T14" fmla="*/ 206 w 339"/>
                <a:gd name="T15" fmla="*/ 3 h 301"/>
                <a:gd name="T16" fmla="*/ 192 w 339"/>
                <a:gd name="T17" fmla="*/ 0 h 301"/>
                <a:gd name="T18" fmla="*/ 138 w 339"/>
                <a:gd name="T19" fmla="*/ 0 h 301"/>
                <a:gd name="T20" fmla="*/ 123 w 339"/>
                <a:gd name="T21" fmla="*/ 4 h 301"/>
                <a:gd name="T22" fmla="*/ 112 w 339"/>
                <a:gd name="T23" fmla="*/ 11 h 301"/>
                <a:gd name="T24" fmla="*/ 104 w 339"/>
                <a:gd name="T25" fmla="*/ 23 h 301"/>
                <a:gd name="T26" fmla="*/ 101 w 339"/>
                <a:gd name="T27" fmla="*/ 38 h 301"/>
                <a:gd name="T28" fmla="*/ 98 w 339"/>
                <a:gd name="T29" fmla="*/ 38 h 301"/>
                <a:gd name="T30" fmla="*/ 96 w 339"/>
                <a:gd name="T31" fmla="*/ 43 h 301"/>
                <a:gd name="T32" fmla="*/ 94 w 339"/>
                <a:gd name="T33" fmla="*/ 49 h 301"/>
                <a:gd name="T34" fmla="*/ 8 w 339"/>
                <a:gd name="T35" fmla="*/ 49 h 301"/>
                <a:gd name="T36" fmla="*/ 3 w 339"/>
                <a:gd name="T37" fmla="*/ 51 h 301"/>
                <a:gd name="T38" fmla="*/ 0 w 339"/>
                <a:gd name="T39" fmla="*/ 57 h 301"/>
                <a:gd name="T40" fmla="*/ 0 w 339"/>
                <a:gd name="T41" fmla="*/ 281 h 301"/>
                <a:gd name="T42" fmla="*/ 3 w 339"/>
                <a:gd name="T43" fmla="*/ 288 h 301"/>
                <a:gd name="T44" fmla="*/ 9 w 339"/>
                <a:gd name="T45" fmla="*/ 290 h 301"/>
                <a:gd name="T46" fmla="*/ 21 w 339"/>
                <a:gd name="T47" fmla="*/ 293 h 301"/>
                <a:gd name="T48" fmla="*/ 21 w 339"/>
                <a:gd name="T49" fmla="*/ 296 h 301"/>
                <a:gd name="T50" fmla="*/ 27 w 339"/>
                <a:gd name="T51" fmla="*/ 301 h 301"/>
                <a:gd name="T52" fmla="*/ 48 w 339"/>
                <a:gd name="T53" fmla="*/ 301 h 301"/>
                <a:gd name="T54" fmla="*/ 52 w 339"/>
                <a:gd name="T55" fmla="*/ 301 h 301"/>
                <a:gd name="T56" fmla="*/ 57 w 339"/>
                <a:gd name="T57" fmla="*/ 296 h 301"/>
                <a:gd name="T58" fmla="*/ 58 w 339"/>
                <a:gd name="T59" fmla="*/ 290 h 301"/>
                <a:gd name="T60" fmla="*/ 282 w 339"/>
                <a:gd name="T61" fmla="*/ 292 h 301"/>
                <a:gd name="T62" fmla="*/ 282 w 339"/>
                <a:gd name="T63" fmla="*/ 296 h 301"/>
                <a:gd name="T64" fmla="*/ 287 w 339"/>
                <a:gd name="T65" fmla="*/ 300 h 301"/>
                <a:gd name="T66" fmla="*/ 309 w 339"/>
                <a:gd name="T67" fmla="*/ 301 h 301"/>
                <a:gd name="T68" fmla="*/ 313 w 339"/>
                <a:gd name="T69" fmla="*/ 300 h 301"/>
                <a:gd name="T70" fmla="*/ 317 w 339"/>
                <a:gd name="T71" fmla="*/ 296 h 301"/>
                <a:gd name="T72" fmla="*/ 318 w 339"/>
                <a:gd name="T73" fmla="*/ 289 h 301"/>
                <a:gd name="T74" fmla="*/ 331 w 339"/>
                <a:gd name="T75" fmla="*/ 289 h 301"/>
                <a:gd name="T76" fmla="*/ 336 w 339"/>
                <a:gd name="T77" fmla="*/ 286 h 301"/>
                <a:gd name="T78" fmla="*/ 339 w 339"/>
                <a:gd name="T79" fmla="*/ 281 h 301"/>
                <a:gd name="T80" fmla="*/ 339 w 339"/>
                <a:gd name="T81" fmla="*/ 57 h 301"/>
                <a:gd name="T82" fmla="*/ 336 w 339"/>
                <a:gd name="T83" fmla="*/ 50 h 301"/>
                <a:gd name="T84" fmla="*/ 329 w 339"/>
                <a:gd name="T85" fmla="*/ 4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9" h="301">
                  <a:moveTo>
                    <a:pt x="329" y="47"/>
                  </a:moveTo>
                  <a:lnTo>
                    <a:pt x="237" y="47"/>
                  </a:lnTo>
                  <a:lnTo>
                    <a:pt x="237" y="46"/>
                  </a:lnTo>
                  <a:lnTo>
                    <a:pt x="237" y="46"/>
                  </a:lnTo>
                  <a:lnTo>
                    <a:pt x="236" y="42"/>
                  </a:lnTo>
                  <a:lnTo>
                    <a:pt x="235" y="39"/>
                  </a:lnTo>
                  <a:lnTo>
                    <a:pt x="232" y="38"/>
                  </a:lnTo>
                  <a:lnTo>
                    <a:pt x="228" y="37"/>
                  </a:lnTo>
                  <a:lnTo>
                    <a:pt x="228" y="37"/>
                  </a:lnTo>
                  <a:lnTo>
                    <a:pt x="228" y="37"/>
                  </a:lnTo>
                  <a:lnTo>
                    <a:pt x="228" y="30"/>
                  </a:lnTo>
                  <a:lnTo>
                    <a:pt x="225" y="23"/>
                  </a:lnTo>
                  <a:lnTo>
                    <a:pt x="221" y="16"/>
                  </a:lnTo>
                  <a:lnTo>
                    <a:pt x="217" y="11"/>
                  </a:lnTo>
                  <a:lnTo>
                    <a:pt x="212" y="7"/>
                  </a:lnTo>
                  <a:lnTo>
                    <a:pt x="206" y="3"/>
                  </a:lnTo>
                  <a:lnTo>
                    <a:pt x="198" y="1"/>
                  </a:lnTo>
                  <a:lnTo>
                    <a:pt x="192" y="0"/>
                  </a:lnTo>
                  <a:lnTo>
                    <a:pt x="138" y="0"/>
                  </a:lnTo>
                  <a:lnTo>
                    <a:pt x="138" y="0"/>
                  </a:lnTo>
                  <a:lnTo>
                    <a:pt x="131" y="1"/>
                  </a:lnTo>
                  <a:lnTo>
                    <a:pt x="123" y="4"/>
                  </a:lnTo>
                  <a:lnTo>
                    <a:pt x="117" y="7"/>
                  </a:lnTo>
                  <a:lnTo>
                    <a:pt x="112" y="11"/>
                  </a:lnTo>
                  <a:lnTo>
                    <a:pt x="108" y="16"/>
                  </a:lnTo>
                  <a:lnTo>
                    <a:pt x="104" y="23"/>
                  </a:lnTo>
                  <a:lnTo>
                    <a:pt x="101" y="30"/>
                  </a:lnTo>
                  <a:lnTo>
                    <a:pt x="101" y="38"/>
                  </a:lnTo>
                  <a:lnTo>
                    <a:pt x="101" y="38"/>
                  </a:lnTo>
                  <a:lnTo>
                    <a:pt x="98" y="38"/>
                  </a:lnTo>
                  <a:lnTo>
                    <a:pt x="97" y="41"/>
                  </a:lnTo>
                  <a:lnTo>
                    <a:pt x="96" y="43"/>
                  </a:lnTo>
                  <a:lnTo>
                    <a:pt x="94" y="46"/>
                  </a:lnTo>
                  <a:lnTo>
                    <a:pt x="94" y="49"/>
                  </a:lnTo>
                  <a:lnTo>
                    <a:pt x="8" y="49"/>
                  </a:lnTo>
                  <a:lnTo>
                    <a:pt x="8" y="49"/>
                  </a:lnTo>
                  <a:lnTo>
                    <a:pt x="5" y="49"/>
                  </a:lnTo>
                  <a:lnTo>
                    <a:pt x="3" y="51"/>
                  </a:lnTo>
                  <a:lnTo>
                    <a:pt x="0" y="54"/>
                  </a:lnTo>
                  <a:lnTo>
                    <a:pt x="0" y="57"/>
                  </a:lnTo>
                  <a:lnTo>
                    <a:pt x="0" y="281"/>
                  </a:lnTo>
                  <a:lnTo>
                    <a:pt x="0" y="281"/>
                  </a:lnTo>
                  <a:lnTo>
                    <a:pt x="1" y="285"/>
                  </a:lnTo>
                  <a:lnTo>
                    <a:pt x="3" y="288"/>
                  </a:lnTo>
                  <a:lnTo>
                    <a:pt x="5" y="289"/>
                  </a:lnTo>
                  <a:lnTo>
                    <a:pt x="9" y="290"/>
                  </a:lnTo>
                  <a:lnTo>
                    <a:pt x="21" y="290"/>
                  </a:lnTo>
                  <a:lnTo>
                    <a:pt x="21" y="293"/>
                  </a:lnTo>
                  <a:lnTo>
                    <a:pt x="21" y="293"/>
                  </a:lnTo>
                  <a:lnTo>
                    <a:pt x="21" y="296"/>
                  </a:lnTo>
                  <a:lnTo>
                    <a:pt x="24" y="298"/>
                  </a:lnTo>
                  <a:lnTo>
                    <a:pt x="27" y="301"/>
                  </a:lnTo>
                  <a:lnTo>
                    <a:pt x="30" y="301"/>
                  </a:lnTo>
                  <a:lnTo>
                    <a:pt x="48" y="301"/>
                  </a:lnTo>
                  <a:lnTo>
                    <a:pt x="48" y="301"/>
                  </a:lnTo>
                  <a:lnTo>
                    <a:pt x="52" y="301"/>
                  </a:lnTo>
                  <a:lnTo>
                    <a:pt x="55" y="298"/>
                  </a:lnTo>
                  <a:lnTo>
                    <a:pt x="57" y="296"/>
                  </a:lnTo>
                  <a:lnTo>
                    <a:pt x="58" y="293"/>
                  </a:lnTo>
                  <a:lnTo>
                    <a:pt x="58" y="290"/>
                  </a:lnTo>
                  <a:lnTo>
                    <a:pt x="282" y="289"/>
                  </a:lnTo>
                  <a:lnTo>
                    <a:pt x="282" y="292"/>
                  </a:lnTo>
                  <a:lnTo>
                    <a:pt x="282" y="292"/>
                  </a:lnTo>
                  <a:lnTo>
                    <a:pt x="282" y="296"/>
                  </a:lnTo>
                  <a:lnTo>
                    <a:pt x="283" y="298"/>
                  </a:lnTo>
                  <a:lnTo>
                    <a:pt x="287" y="300"/>
                  </a:lnTo>
                  <a:lnTo>
                    <a:pt x="290" y="301"/>
                  </a:lnTo>
                  <a:lnTo>
                    <a:pt x="309" y="301"/>
                  </a:lnTo>
                  <a:lnTo>
                    <a:pt x="309" y="301"/>
                  </a:lnTo>
                  <a:lnTo>
                    <a:pt x="313" y="300"/>
                  </a:lnTo>
                  <a:lnTo>
                    <a:pt x="316" y="298"/>
                  </a:lnTo>
                  <a:lnTo>
                    <a:pt x="317" y="296"/>
                  </a:lnTo>
                  <a:lnTo>
                    <a:pt x="318" y="292"/>
                  </a:lnTo>
                  <a:lnTo>
                    <a:pt x="318" y="289"/>
                  </a:lnTo>
                  <a:lnTo>
                    <a:pt x="331" y="289"/>
                  </a:lnTo>
                  <a:lnTo>
                    <a:pt x="331" y="289"/>
                  </a:lnTo>
                  <a:lnTo>
                    <a:pt x="333" y="289"/>
                  </a:lnTo>
                  <a:lnTo>
                    <a:pt x="336" y="286"/>
                  </a:lnTo>
                  <a:lnTo>
                    <a:pt x="339" y="284"/>
                  </a:lnTo>
                  <a:lnTo>
                    <a:pt x="339" y="281"/>
                  </a:lnTo>
                  <a:lnTo>
                    <a:pt x="339" y="57"/>
                  </a:lnTo>
                  <a:lnTo>
                    <a:pt x="339" y="57"/>
                  </a:lnTo>
                  <a:lnTo>
                    <a:pt x="337" y="53"/>
                  </a:lnTo>
                  <a:lnTo>
                    <a:pt x="336" y="50"/>
                  </a:lnTo>
                  <a:lnTo>
                    <a:pt x="333" y="49"/>
                  </a:lnTo>
                  <a:lnTo>
                    <a:pt x="329" y="47"/>
                  </a:lnTo>
                </a:path>
              </a:pathLst>
            </a:custGeom>
            <a:noFill/>
            <a:ln>
              <a:noFill/>
            </a:ln>
          </p:spPr>
          <p:txBody>
            <a:bodyPr vert="horz" wrap="square" lIns="91440" tIns="45720" rIns="91440" bIns="45720" numCol="1" anchor="t" anchorCtr="0" compatLnSpc="1"/>
            <a:lstStyle/>
            <a:p>
              <a:endParaRPr lang="en-US"/>
            </a:p>
          </p:txBody>
        </p:sp>
        <p:sp>
          <p:nvSpPr>
            <p:cNvPr id="172" name="Freeform 1481"/>
            <p:cNvSpPr/>
            <p:nvPr/>
          </p:nvSpPr>
          <p:spPr bwMode="auto">
            <a:xfrm>
              <a:off x="5688013" y="3468688"/>
              <a:ext cx="153988" cy="53975"/>
            </a:xfrm>
            <a:custGeom>
              <a:avLst/>
              <a:gdLst>
                <a:gd name="T0" fmla="*/ 22 w 97"/>
                <a:gd name="T1" fmla="*/ 0 h 34"/>
                <a:gd name="T2" fmla="*/ 76 w 97"/>
                <a:gd name="T3" fmla="*/ 0 h 34"/>
                <a:gd name="T4" fmla="*/ 76 w 97"/>
                <a:gd name="T5" fmla="*/ 0 h 34"/>
                <a:gd name="T6" fmla="*/ 80 w 97"/>
                <a:gd name="T7" fmla="*/ 1 h 34"/>
                <a:gd name="T8" fmla="*/ 84 w 97"/>
                <a:gd name="T9" fmla="*/ 1 h 34"/>
                <a:gd name="T10" fmla="*/ 90 w 97"/>
                <a:gd name="T11" fmla="*/ 7 h 34"/>
                <a:gd name="T12" fmla="*/ 96 w 97"/>
                <a:gd name="T13" fmla="*/ 13 h 34"/>
                <a:gd name="T14" fmla="*/ 97 w 97"/>
                <a:gd name="T15" fmla="*/ 17 h 34"/>
                <a:gd name="T16" fmla="*/ 97 w 97"/>
                <a:gd name="T17" fmla="*/ 22 h 34"/>
                <a:gd name="T18" fmla="*/ 93 w 97"/>
                <a:gd name="T19" fmla="*/ 22 h 34"/>
                <a:gd name="T20" fmla="*/ 93 w 97"/>
                <a:gd name="T21" fmla="*/ 22 h 34"/>
                <a:gd name="T22" fmla="*/ 90 w 97"/>
                <a:gd name="T23" fmla="*/ 23 h 34"/>
                <a:gd name="T24" fmla="*/ 88 w 97"/>
                <a:gd name="T25" fmla="*/ 24 h 34"/>
                <a:gd name="T26" fmla="*/ 85 w 97"/>
                <a:gd name="T27" fmla="*/ 27 h 34"/>
                <a:gd name="T28" fmla="*/ 85 w 97"/>
                <a:gd name="T29" fmla="*/ 31 h 34"/>
                <a:gd name="T30" fmla="*/ 85 w 97"/>
                <a:gd name="T31" fmla="*/ 32 h 34"/>
                <a:gd name="T32" fmla="*/ 15 w 97"/>
                <a:gd name="T33" fmla="*/ 34 h 34"/>
                <a:gd name="T34" fmla="*/ 15 w 97"/>
                <a:gd name="T35" fmla="*/ 31 h 34"/>
                <a:gd name="T36" fmla="*/ 15 w 97"/>
                <a:gd name="T37" fmla="*/ 31 h 34"/>
                <a:gd name="T38" fmla="*/ 15 w 97"/>
                <a:gd name="T39" fmla="*/ 27 h 34"/>
                <a:gd name="T40" fmla="*/ 12 w 97"/>
                <a:gd name="T41" fmla="*/ 24 h 34"/>
                <a:gd name="T42" fmla="*/ 9 w 97"/>
                <a:gd name="T43" fmla="*/ 23 h 34"/>
                <a:gd name="T44" fmla="*/ 7 w 97"/>
                <a:gd name="T45" fmla="*/ 22 h 34"/>
                <a:gd name="T46" fmla="*/ 0 w 97"/>
                <a:gd name="T47" fmla="*/ 22 h 34"/>
                <a:gd name="T48" fmla="*/ 0 w 97"/>
                <a:gd name="T49" fmla="*/ 22 h 34"/>
                <a:gd name="T50" fmla="*/ 0 w 97"/>
                <a:gd name="T51" fmla="*/ 17 h 34"/>
                <a:gd name="T52" fmla="*/ 1 w 97"/>
                <a:gd name="T53" fmla="*/ 13 h 34"/>
                <a:gd name="T54" fmla="*/ 7 w 97"/>
                <a:gd name="T55" fmla="*/ 7 h 34"/>
                <a:gd name="T56" fmla="*/ 13 w 97"/>
                <a:gd name="T57" fmla="*/ 3 h 34"/>
                <a:gd name="T58" fmla="*/ 17 w 97"/>
                <a:gd name="T59" fmla="*/ 1 h 34"/>
                <a:gd name="T60" fmla="*/ 22 w 97"/>
                <a:gd name="T6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34">
                  <a:moveTo>
                    <a:pt x="22" y="0"/>
                  </a:moveTo>
                  <a:lnTo>
                    <a:pt x="76" y="0"/>
                  </a:lnTo>
                  <a:lnTo>
                    <a:pt x="76" y="0"/>
                  </a:lnTo>
                  <a:lnTo>
                    <a:pt x="80" y="1"/>
                  </a:lnTo>
                  <a:lnTo>
                    <a:pt x="84" y="1"/>
                  </a:lnTo>
                  <a:lnTo>
                    <a:pt x="90" y="7"/>
                  </a:lnTo>
                  <a:lnTo>
                    <a:pt x="96" y="13"/>
                  </a:lnTo>
                  <a:lnTo>
                    <a:pt x="97" y="17"/>
                  </a:lnTo>
                  <a:lnTo>
                    <a:pt x="97" y="22"/>
                  </a:lnTo>
                  <a:lnTo>
                    <a:pt x="93" y="22"/>
                  </a:lnTo>
                  <a:lnTo>
                    <a:pt x="93" y="22"/>
                  </a:lnTo>
                  <a:lnTo>
                    <a:pt x="90" y="23"/>
                  </a:lnTo>
                  <a:lnTo>
                    <a:pt x="88" y="24"/>
                  </a:lnTo>
                  <a:lnTo>
                    <a:pt x="85" y="27"/>
                  </a:lnTo>
                  <a:lnTo>
                    <a:pt x="85" y="31"/>
                  </a:lnTo>
                  <a:lnTo>
                    <a:pt x="85" y="32"/>
                  </a:lnTo>
                  <a:lnTo>
                    <a:pt x="15" y="34"/>
                  </a:lnTo>
                  <a:lnTo>
                    <a:pt x="15" y="31"/>
                  </a:lnTo>
                  <a:lnTo>
                    <a:pt x="15" y="31"/>
                  </a:lnTo>
                  <a:lnTo>
                    <a:pt x="15" y="27"/>
                  </a:lnTo>
                  <a:lnTo>
                    <a:pt x="12" y="24"/>
                  </a:lnTo>
                  <a:lnTo>
                    <a:pt x="9" y="23"/>
                  </a:lnTo>
                  <a:lnTo>
                    <a:pt x="7" y="22"/>
                  </a:lnTo>
                  <a:lnTo>
                    <a:pt x="0" y="22"/>
                  </a:lnTo>
                  <a:lnTo>
                    <a:pt x="0" y="22"/>
                  </a:lnTo>
                  <a:lnTo>
                    <a:pt x="0" y="17"/>
                  </a:lnTo>
                  <a:lnTo>
                    <a:pt x="1" y="13"/>
                  </a:lnTo>
                  <a:lnTo>
                    <a:pt x="7" y="7"/>
                  </a:lnTo>
                  <a:lnTo>
                    <a:pt x="13" y="3"/>
                  </a:lnTo>
                  <a:lnTo>
                    <a:pt x="17" y="1"/>
                  </a:lnTo>
                  <a:lnTo>
                    <a:pt x="22" y="0"/>
                  </a:lnTo>
                </a:path>
              </a:pathLst>
            </a:custGeom>
            <a:noFill/>
            <a:ln>
              <a:noFill/>
            </a:ln>
          </p:spPr>
          <p:txBody>
            <a:bodyPr vert="horz" wrap="square" lIns="91440" tIns="45720" rIns="91440" bIns="45720" numCol="1" anchor="t" anchorCtr="0" compatLnSpc="1"/>
            <a:lstStyle/>
            <a:p>
              <a:endParaRPr lang="en-US"/>
            </a:p>
          </p:txBody>
        </p:sp>
        <p:sp>
          <p:nvSpPr>
            <p:cNvPr id="173" name="Freeform 1482"/>
            <p:cNvSpPr/>
            <p:nvPr/>
          </p:nvSpPr>
          <p:spPr bwMode="auto">
            <a:xfrm>
              <a:off x="5503863" y="3575051"/>
              <a:ext cx="538163" cy="271463"/>
            </a:xfrm>
            <a:custGeom>
              <a:avLst/>
              <a:gdLst>
                <a:gd name="T0" fmla="*/ 0 w 339"/>
                <a:gd name="T1" fmla="*/ 171 h 171"/>
                <a:gd name="T2" fmla="*/ 339 w 339"/>
                <a:gd name="T3" fmla="*/ 169 h 171"/>
                <a:gd name="T4" fmla="*/ 339 w 339"/>
                <a:gd name="T5" fmla="*/ 0 h 171"/>
                <a:gd name="T6" fmla="*/ 0 w 339"/>
                <a:gd name="T7" fmla="*/ 0 h 171"/>
                <a:gd name="T8" fmla="*/ 0 w 339"/>
                <a:gd name="T9" fmla="*/ 171 h 171"/>
              </a:gdLst>
              <a:ahLst/>
              <a:cxnLst>
                <a:cxn ang="0">
                  <a:pos x="T0" y="T1"/>
                </a:cxn>
                <a:cxn ang="0">
                  <a:pos x="T2" y="T3"/>
                </a:cxn>
                <a:cxn ang="0">
                  <a:pos x="T4" y="T5"/>
                </a:cxn>
                <a:cxn ang="0">
                  <a:pos x="T6" y="T7"/>
                </a:cxn>
                <a:cxn ang="0">
                  <a:pos x="T8" y="T9"/>
                </a:cxn>
              </a:cxnLst>
              <a:rect l="0" t="0" r="r" b="b"/>
              <a:pathLst>
                <a:path w="339" h="171">
                  <a:moveTo>
                    <a:pt x="0" y="171"/>
                  </a:moveTo>
                  <a:lnTo>
                    <a:pt x="339" y="169"/>
                  </a:lnTo>
                  <a:lnTo>
                    <a:pt x="339" y="0"/>
                  </a:lnTo>
                  <a:lnTo>
                    <a:pt x="0" y="0"/>
                  </a:lnTo>
                  <a:lnTo>
                    <a:pt x="0" y="171"/>
                  </a:lnTo>
                  <a:close/>
                </a:path>
              </a:pathLst>
            </a:custGeom>
            <a:solidFill>
              <a:srgbClr val="F13B48"/>
            </a:solidFill>
            <a:ln>
              <a:noFill/>
            </a:ln>
          </p:spPr>
          <p:txBody>
            <a:bodyPr vert="horz" wrap="square" lIns="91440" tIns="45720" rIns="91440" bIns="45720" numCol="1" anchor="t" anchorCtr="0" compatLnSpc="1"/>
            <a:lstStyle/>
            <a:p>
              <a:endParaRPr lang="en-US"/>
            </a:p>
          </p:txBody>
        </p:sp>
        <p:sp>
          <p:nvSpPr>
            <p:cNvPr id="174" name="Freeform 1483"/>
            <p:cNvSpPr/>
            <p:nvPr/>
          </p:nvSpPr>
          <p:spPr bwMode="auto">
            <a:xfrm>
              <a:off x="5503863" y="3817938"/>
              <a:ext cx="538163" cy="11113"/>
            </a:xfrm>
            <a:custGeom>
              <a:avLst/>
              <a:gdLst>
                <a:gd name="T0" fmla="*/ 0 w 339"/>
                <a:gd name="T1" fmla="*/ 7 h 7"/>
                <a:gd name="T2" fmla="*/ 339 w 339"/>
                <a:gd name="T3" fmla="*/ 7 h 7"/>
                <a:gd name="T4" fmla="*/ 339 w 339"/>
                <a:gd name="T5" fmla="*/ 0 h 7"/>
                <a:gd name="T6" fmla="*/ 0 w 339"/>
                <a:gd name="T7" fmla="*/ 1 h 7"/>
                <a:gd name="T8" fmla="*/ 0 w 339"/>
                <a:gd name="T9" fmla="*/ 7 h 7"/>
              </a:gdLst>
              <a:ahLst/>
              <a:cxnLst>
                <a:cxn ang="0">
                  <a:pos x="T0" y="T1"/>
                </a:cxn>
                <a:cxn ang="0">
                  <a:pos x="T2" y="T3"/>
                </a:cxn>
                <a:cxn ang="0">
                  <a:pos x="T4" y="T5"/>
                </a:cxn>
                <a:cxn ang="0">
                  <a:pos x="T6" y="T7"/>
                </a:cxn>
                <a:cxn ang="0">
                  <a:pos x="T8" y="T9"/>
                </a:cxn>
              </a:cxnLst>
              <a:rect l="0" t="0" r="r" b="b"/>
              <a:pathLst>
                <a:path w="339" h="7">
                  <a:moveTo>
                    <a:pt x="0" y="7"/>
                  </a:moveTo>
                  <a:lnTo>
                    <a:pt x="339" y="7"/>
                  </a:lnTo>
                  <a:lnTo>
                    <a:pt x="339" y="0"/>
                  </a:lnTo>
                  <a:lnTo>
                    <a:pt x="0" y="1"/>
                  </a:lnTo>
                  <a:lnTo>
                    <a:pt x="0" y="7"/>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75" name="Freeform 1484"/>
            <p:cNvSpPr/>
            <p:nvPr/>
          </p:nvSpPr>
          <p:spPr bwMode="auto">
            <a:xfrm>
              <a:off x="5503863" y="3803651"/>
              <a:ext cx="538163" cy="9525"/>
            </a:xfrm>
            <a:custGeom>
              <a:avLst/>
              <a:gdLst>
                <a:gd name="T0" fmla="*/ 0 w 339"/>
                <a:gd name="T1" fmla="*/ 6 h 6"/>
                <a:gd name="T2" fmla="*/ 339 w 339"/>
                <a:gd name="T3" fmla="*/ 5 h 6"/>
                <a:gd name="T4" fmla="*/ 339 w 339"/>
                <a:gd name="T5" fmla="*/ 0 h 6"/>
                <a:gd name="T6" fmla="*/ 0 w 339"/>
                <a:gd name="T7" fmla="*/ 0 h 6"/>
                <a:gd name="T8" fmla="*/ 0 w 339"/>
                <a:gd name="T9" fmla="*/ 6 h 6"/>
              </a:gdLst>
              <a:ahLst/>
              <a:cxnLst>
                <a:cxn ang="0">
                  <a:pos x="T0" y="T1"/>
                </a:cxn>
                <a:cxn ang="0">
                  <a:pos x="T2" y="T3"/>
                </a:cxn>
                <a:cxn ang="0">
                  <a:pos x="T4" y="T5"/>
                </a:cxn>
                <a:cxn ang="0">
                  <a:pos x="T6" y="T7"/>
                </a:cxn>
                <a:cxn ang="0">
                  <a:pos x="T8" y="T9"/>
                </a:cxn>
              </a:cxnLst>
              <a:rect l="0" t="0" r="r" b="b"/>
              <a:pathLst>
                <a:path w="339" h="6">
                  <a:moveTo>
                    <a:pt x="0" y="6"/>
                  </a:moveTo>
                  <a:lnTo>
                    <a:pt x="339" y="5"/>
                  </a:lnTo>
                  <a:lnTo>
                    <a:pt x="339" y="0"/>
                  </a:lnTo>
                  <a:lnTo>
                    <a:pt x="0" y="0"/>
                  </a:lnTo>
                  <a:lnTo>
                    <a:pt x="0" y="6"/>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76" name="Freeform 1485"/>
            <p:cNvSpPr/>
            <p:nvPr/>
          </p:nvSpPr>
          <p:spPr bwMode="auto">
            <a:xfrm>
              <a:off x="5503863" y="3584576"/>
              <a:ext cx="538163" cy="11113"/>
            </a:xfrm>
            <a:custGeom>
              <a:avLst/>
              <a:gdLst>
                <a:gd name="T0" fmla="*/ 0 w 339"/>
                <a:gd name="T1" fmla="*/ 7 h 7"/>
                <a:gd name="T2" fmla="*/ 339 w 339"/>
                <a:gd name="T3" fmla="*/ 7 h 7"/>
                <a:gd name="T4" fmla="*/ 339 w 339"/>
                <a:gd name="T5" fmla="*/ 0 h 7"/>
                <a:gd name="T6" fmla="*/ 0 w 339"/>
                <a:gd name="T7" fmla="*/ 1 h 7"/>
                <a:gd name="T8" fmla="*/ 0 w 339"/>
                <a:gd name="T9" fmla="*/ 7 h 7"/>
              </a:gdLst>
              <a:ahLst/>
              <a:cxnLst>
                <a:cxn ang="0">
                  <a:pos x="T0" y="T1"/>
                </a:cxn>
                <a:cxn ang="0">
                  <a:pos x="T2" y="T3"/>
                </a:cxn>
                <a:cxn ang="0">
                  <a:pos x="T4" y="T5"/>
                </a:cxn>
                <a:cxn ang="0">
                  <a:pos x="T6" y="T7"/>
                </a:cxn>
                <a:cxn ang="0">
                  <a:pos x="T8" y="T9"/>
                </a:cxn>
              </a:cxnLst>
              <a:rect l="0" t="0" r="r" b="b"/>
              <a:pathLst>
                <a:path w="339" h="7">
                  <a:moveTo>
                    <a:pt x="0" y="7"/>
                  </a:moveTo>
                  <a:lnTo>
                    <a:pt x="339" y="7"/>
                  </a:lnTo>
                  <a:lnTo>
                    <a:pt x="339" y="0"/>
                  </a:lnTo>
                  <a:lnTo>
                    <a:pt x="0" y="1"/>
                  </a:lnTo>
                  <a:lnTo>
                    <a:pt x="0" y="7"/>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77" name="Freeform 1486"/>
            <p:cNvSpPr/>
            <p:nvPr/>
          </p:nvSpPr>
          <p:spPr bwMode="auto">
            <a:xfrm>
              <a:off x="5700713" y="3635376"/>
              <a:ext cx="130175" cy="131763"/>
            </a:xfrm>
            <a:custGeom>
              <a:avLst/>
              <a:gdLst>
                <a:gd name="T0" fmla="*/ 80 w 82"/>
                <a:gd name="T1" fmla="*/ 29 h 83"/>
                <a:gd name="T2" fmla="*/ 54 w 82"/>
                <a:gd name="T3" fmla="*/ 29 h 83"/>
                <a:gd name="T4" fmla="*/ 54 w 82"/>
                <a:gd name="T5" fmla="*/ 3 h 83"/>
                <a:gd name="T6" fmla="*/ 54 w 82"/>
                <a:gd name="T7" fmla="*/ 3 h 83"/>
                <a:gd name="T8" fmla="*/ 53 w 82"/>
                <a:gd name="T9" fmla="*/ 0 h 83"/>
                <a:gd name="T10" fmla="*/ 51 w 82"/>
                <a:gd name="T11" fmla="*/ 0 h 83"/>
                <a:gd name="T12" fmla="*/ 31 w 82"/>
                <a:gd name="T13" fmla="*/ 0 h 83"/>
                <a:gd name="T14" fmla="*/ 31 w 82"/>
                <a:gd name="T15" fmla="*/ 0 h 83"/>
                <a:gd name="T16" fmla="*/ 28 w 82"/>
                <a:gd name="T17" fmla="*/ 0 h 83"/>
                <a:gd name="T18" fmla="*/ 28 w 82"/>
                <a:gd name="T19" fmla="*/ 3 h 83"/>
                <a:gd name="T20" fmla="*/ 28 w 82"/>
                <a:gd name="T21" fmla="*/ 29 h 83"/>
                <a:gd name="T22" fmla="*/ 3 w 82"/>
                <a:gd name="T23" fmla="*/ 29 h 83"/>
                <a:gd name="T24" fmla="*/ 3 w 82"/>
                <a:gd name="T25" fmla="*/ 29 h 83"/>
                <a:gd name="T26" fmla="*/ 0 w 82"/>
                <a:gd name="T27" fmla="*/ 30 h 83"/>
                <a:gd name="T28" fmla="*/ 0 w 82"/>
                <a:gd name="T29" fmla="*/ 31 h 83"/>
                <a:gd name="T30" fmla="*/ 0 w 82"/>
                <a:gd name="T31" fmla="*/ 52 h 83"/>
                <a:gd name="T32" fmla="*/ 0 w 82"/>
                <a:gd name="T33" fmla="*/ 52 h 83"/>
                <a:gd name="T34" fmla="*/ 0 w 82"/>
                <a:gd name="T35" fmla="*/ 53 h 83"/>
                <a:gd name="T36" fmla="*/ 3 w 82"/>
                <a:gd name="T37" fmla="*/ 54 h 83"/>
                <a:gd name="T38" fmla="*/ 28 w 82"/>
                <a:gd name="T39" fmla="*/ 54 h 83"/>
                <a:gd name="T40" fmla="*/ 28 w 82"/>
                <a:gd name="T41" fmla="*/ 80 h 83"/>
                <a:gd name="T42" fmla="*/ 28 w 82"/>
                <a:gd name="T43" fmla="*/ 80 h 83"/>
                <a:gd name="T44" fmla="*/ 30 w 82"/>
                <a:gd name="T45" fmla="*/ 83 h 83"/>
                <a:gd name="T46" fmla="*/ 31 w 82"/>
                <a:gd name="T47" fmla="*/ 83 h 83"/>
                <a:gd name="T48" fmla="*/ 51 w 82"/>
                <a:gd name="T49" fmla="*/ 83 h 83"/>
                <a:gd name="T50" fmla="*/ 51 w 82"/>
                <a:gd name="T51" fmla="*/ 83 h 83"/>
                <a:gd name="T52" fmla="*/ 53 w 82"/>
                <a:gd name="T53" fmla="*/ 81 h 83"/>
                <a:gd name="T54" fmla="*/ 54 w 82"/>
                <a:gd name="T55" fmla="*/ 80 h 83"/>
                <a:gd name="T56" fmla="*/ 54 w 82"/>
                <a:gd name="T57" fmla="*/ 54 h 83"/>
                <a:gd name="T58" fmla="*/ 80 w 82"/>
                <a:gd name="T59" fmla="*/ 54 h 83"/>
                <a:gd name="T60" fmla="*/ 80 w 82"/>
                <a:gd name="T61" fmla="*/ 54 h 83"/>
                <a:gd name="T62" fmla="*/ 81 w 82"/>
                <a:gd name="T63" fmla="*/ 53 h 83"/>
                <a:gd name="T64" fmla="*/ 82 w 82"/>
                <a:gd name="T65" fmla="*/ 52 h 83"/>
                <a:gd name="T66" fmla="*/ 82 w 82"/>
                <a:gd name="T67" fmla="*/ 31 h 83"/>
                <a:gd name="T68" fmla="*/ 82 w 82"/>
                <a:gd name="T69" fmla="*/ 31 h 83"/>
                <a:gd name="T70" fmla="*/ 81 w 82"/>
                <a:gd name="T71" fmla="*/ 29 h 83"/>
                <a:gd name="T72" fmla="*/ 80 w 82"/>
                <a:gd name="T73" fmla="*/ 2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2" h="83">
                  <a:moveTo>
                    <a:pt x="80" y="29"/>
                  </a:moveTo>
                  <a:lnTo>
                    <a:pt x="54" y="29"/>
                  </a:lnTo>
                  <a:lnTo>
                    <a:pt x="54" y="3"/>
                  </a:lnTo>
                  <a:lnTo>
                    <a:pt x="54" y="3"/>
                  </a:lnTo>
                  <a:lnTo>
                    <a:pt x="53" y="0"/>
                  </a:lnTo>
                  <a:lnTo>
                    <a:pt x="51" y="0"/>
                  </a:lnTo>
                  <a:lnTo>
                    <a:pt x="31" y="0"/>
                  </a:lnTo>
                  <a:lnTo>
                    <a:pt x="31" y="0"/>
                  </a:lnTo>
                  <a:lnTo>
                    <a:pt x="28" y="0"/>
                  </a:lnTo>
                  <a:lnTo>
                    <a:pt x="28" y="3"/>
                  </a:lnTo>
                  <a:lnTo>
                    <a:pt x="28" y="29"/>
                  </a:lnTo>
                  <a:lnTo>
                    <a:pt x="3" y="29"/>
                  </a:lnTo>
                  <a:lnTo>
                    <a:pt x="3" y="29"/>
                  </a:lnTo>
                  <a:lnTo>
                    <a:pt x="0" y="30"/>
                  </a:lnTo>
                  <a:lnTo>
                    <a:pt x="0" y="31"/>
                  </a:lnTo>
                  <a:lnTo>
                    <a:pt x="0" y="52"/>
                  </a:lnTo>
                  <a:lnTo>
                    <a:pt x="0" y="52"/>
                  </a:lnTo>
                  <a:lnTo>
                    <a:pt x="0" y="53"/>
                  </a:lnTo>
                  <a:lnTo>
                    <a:pt x="3" y="54"/>
                  </a:lnTo>
                  <a:lnTo>
                    <a:pt x="28" y="54"/>
                  </a:lnTo>
                  <a:lnTo>
                    <a:pt x="28" y="80"/>
                  </a:lnTo>
                  <a:lnTo>
                    <a:pt x="28" y="80"/>
                  </a:lnTo>
                  <a:lnTo>
                    <a:pt x="30" y="83"/>
                  </a:lnTo>
                  <a:lnTo>
                    <a:pt x="31" y="83"/>
                  </a:lnTo>
                  <a:lnTo>
                    <a:pt x="51" y="83"/>
                  </a:lnTo>
                  <a:lnTo>
                    <a:pt x="51" y="83"/>
                  </a:lnTo>
                  <a:lnTo>
                    <a:pt x="53" y="81"/>
                  </a:lnTo>
                  <a:lnTo>
                    <a:pt x="54" y="80"/>
                  </a:lnTo>
                  <a:lnTo>
                    <a:pt x="54" y="54"/>
                  </a:lnTo>
                  <a:lnTo>
                    <a:pt x="80" y="54"/>
                  </a:lnTo>
                  <a:lnTo>
                    <a:pt x="80" y="54"/>
                  </a:lnTo>
                  <a:lnTo>
                    <a:pt x="81" y="53"/>
                  </a:lnTo>
                  <a:lnTo>
                    <a:pt x="82" y="52"/>
                  </a:lnTo>
                  <a:lnTo>
                    <a:pt x="82" y="31"/>
                  </a:lnTo>
                  <a:lnTo>
                    <a:pt x="82" y="31"/>
                  </a:lnTo>
                  <a:lnTo>
                    <a:pt x="81" y="29"/>
                  </a:lnTo>
                  <a:lnTo>
                    <a:pt x="80" y="29"/>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78" name="Freeform 1487"/>
            <p:cNvSpPr/>
            <p:nvPr/>
          </p:nvSpPr>
          <p:spPr bwMode="auto">
            <a:xfrm>
              <a:off x="5700713" y="3635376"/>
              <a:ext cx="130175" cy="131763"/>
            </a:xfrm>
            <a:custGeom>
              <a:avLst/>
              <a:gdLst>
                <a:gd name="T0" fmla="*/ 80 w 82"/>
                <a:gd name="T1" fmla="*/ 29 h 83"/>
                <a:gd name="T2" fmla="*/ 54 w 82"/>
                <a:gd name="T3" fmla="*/ 29 h 83"/>
                <a:gd name="T4" fmla="*/ 54 w 82"/>
                <a:gd name="T5" fmla="*/ 3 h 83"/>
                <a:gd name="T6" fmla="*/ 54 w 82"/>
                <a:gd name="T7" fmla="*/ 3 h 83"/>
                <a:gd name="T8" fmla="*/ 53 w 82"/>
                <a:gd name="T9" fmla="*/ 0 h 83"/>
                <a:gd name="T10" fmla="*/ 51 w 82"/>
                <a:gd name="T11" fmla="*/ 0 h 83"/>
                <a:gd name="T12" fmla="*/ 31 w 82"/>
                <a:gd name="T13" fmla="*/ 0 h 83"/>
                <a:gd name="T14" fmla="*/ 31 w 82"/>
                <a:gd name="T15" fmla="*/ 0 h 83"/>
                <a:gd name="T16" fmla="*/ 28 w 82"/>
                <a:gd name="T17" fmla="*/ 0 h 83"/>
                <a:gd name="T18" fmla="*/ 28 w 82"/>
                <a:gd name="T19" fmla="*/ 3 h 83"/>
                <a:gd name="T20" fmla="*/ 28 w 82"/>
                <a:gd name="T21" fmla="*/ 29 h 83"/>
                <a:gd name="T22" fmla="*/ 3 w 82"/>
                <a:gd name="T23" fmla="*/ 29 h 83"/>
                <a:gd name="T24" fmla="*/ 3 w 82"/>
                <a:gd name="T25" fmla="*/ 29 h 83"/>
                <a:gd name="T26" fmla="*/ 0 w 82"/>
                <a:gd name="T27" fmla="*/ 30 h 83"/>
                <a:gd name="T28" fmla="*/ 0 w 82"/>
                <a:gd name="T29" fmla="*/ 31 h 83"/>
                <a:gd name="T30" fmla="*/ 0 w 82"/>
                <a:gd name="T31" fmla="*/ 52 h 83"/>
                <a:gd name="T32" fmla="*/ 0 w 82"/>
                <a:gd name="T33" fmla="*/ 52 h 83"/>
                <a:gd name="T34" fmla="*/ 0 w 82"/>
                <a:gd name="T35" fmla="*/ 53 h 83"/>
                <a:gd name="T36" fmla="*/ 3 w 82"/>
                <a:gd name="T37" fmla="*/ 54 h 83"/>
                <a:gd name="T38" fmla="*/ 28 w 82"/>
                <a:gd name="T39" fmla="*/ 54 h 83"/>
                <a:gd name="T40" fmla="*/ 28 w 82"/>
                <a:gd name="T41" fmla="*/ 80 h 83"/>
                <a:gd name="T42" fmla="*/ 28 w 82"/>
                <a:gd name="T43" fmla="*/ 80 h 83"/>
                <a:gd name="T44" fmla="*/ 30 w 82"/>
                <a:gd name="T45" fmla="*/ 83 h 83"/>
                <a:gd name="T46" fmla="*/ 31 w 82"/>
                <a:gd name="T47" fmla="*/ 83 h 83"/>
                <a:gd name="T48" fmla="*/ 51 w 82"/>
                <a:gd name="T49" fmla="*/ 83 h 83"/>
                <a:gd name="T50" fmla="*/ 51 w 82"/>
                <a:gd name="T51" fmla="*/ 83 h 83"/>
                <a:gd name="T52" fmla="*/ 53 w 82"/>
                <a:gd name="T53" fmla="*/ 81 h 83"/>
                <a:gd name="T54" fmla="*/ 54 w 82"/>
                <a:gd name="T55" fmla="*/ 80 h 83"/>
                <a:gd name="T56" fmla="*/ 54 w 82"/>
                <a:gd name="T57" fmla="*/ 54 h 83"/>
                <a:gd name="T58" fmla="*/ 80 w 82"/>
                <a:gd name="T59" fmla="*/ 54 h 83"/>
                <a:gd name="T60" fmla="*/ 80 w 82"/>
                <a:gd name="T61" fmla="*/ 54 h 83"/>
                <a:gd name="T62" fmla="*/ 81 w 82"/>
                <a:gd name="T63" fmla="*/ 53 h 83"/>
                <a:gd name="T64" fmla="*/ 82 w 82"/>
                <a:gd name="T65" fmla="*/ 52 h 83"/>
                <a:gd name="T66" fmla="*/ 82 w 82"/>
                <a:gd name="T67" fmla="*/ 31 h 83"/>
                <a:gd name="T68" fmla="*/ 82 w 82"/>
                <a:gd name="T69" fmla="*/ 31 h 83"/>
                <a:gd name="T70" fmla="*/ 81 w 82"/>
                <a:gd name="T71" fmla="*/ 29 h 83"/>
                <a:gd name="T72" fmla="*/ 80 w 82"/>
                <a:gd name="T73" fmla="*/ 2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2" h="83">
                  <a:moveTo>
                    <a:pt x="80" y="29"/>
                  </a:moveTo>
                  <a:lnTo>
                    <a:pt x="54" y="29"/>
                  </a:lnTo>
                  <a:lnTo>
                    <a:pt x="54" y="3"/>
                  </a:lnTo>
                  <a:lnTo>
                    <a:pt x="54" y="3"/>
                  </a:lnTo>
                  <a:lnTo>
                    <a:pt x="53" y="0"/>
                  </a:lnTo>
                  <a:lnTo>
                    <a:pt x="51" y="0"/>
                  </a:lnTo>
                  <a:lnTo>
                    <a:pt x="31" y="0"/>
                  </a:lnTo>
                  <a:lnTo>
                    <a:pt x="31" y="0"/>
                  </a:lnTo>
                  <a:lnTo>
                    <a:pt x="28" y="0"/>
                  </a:lnTo>
                  <a:lnTo>
                    <a:pt x="28" y="3"/>
                  </a:lnTo>
                  <a:lnTo>
                    <a:pt x="28" y="29"/>
                  </a:lnTo>
                  <a:lnTo>
                    <a:pt x="3" y="29"/>
                  </a:lnTo>
                  <a:lnTo>
                    <a:pt x="3" y="29"/>
                  </a:lnTo>
                  <a:lnTo>
                    <a:pt x="0" y="30"/>
                  </a:lnTo>
                  <a:lnTo>
                    <a:pt x="0" y="31"/>
                  </a:lnTo>
                  <a:lnTo>
                    <a:pt x="0" y="52"/>
                  </a:lnTo>
                  <a:lnTo>
                    <a:pt x="0" y="52"/>
                  </a:lnTo>
                  <a:lnTo>
                    <a:pt x="0" y="53"/>
                  </a:lnTo>
                  <a:lnTo>
                    <a:pt x="3" y="54"/>
                  </a:lnTo>
                  <a:lnTo>
                    <a:pt x="28" y="54"/>
                  </a:lnTo>
                  <a:lnTo>
                    <a:pt x="28" y="80"/>
                  </a:lnTo>
                  <a:lnTo>
                    <a:pt x="28" y="80"/>
                  </a:lnTo>
                  <a:lnTo>
                    <a:pt x="30" y="83"/>
                  </a:lnTo>
                  <a:lnTo>
                    <a:pt x="31" y="83"/>
                  </a:lnTo>
                  <a:lnTo>
                    <a:pt x="51" y="83"/>
                  </a:lnTo>
                  <a:lnTo>
                    <a:pt x="51" y="83"/>
                  </a:lnTo>
                  <a:lnTo>
                    <a:pt x="53" y="81"/>
                  </a:lnTo>
                  <a:lnTo>
                    <a:pt x="54" y="80"/>
                  </a:lnTo>
                  <a:lnTo>
                    <a:pt x="54" y="54"/>
                  </a:lnTo>
                  <a:lnTo>
                    <a:pt x="80" y="54"/>
                  </a:lnTo>
                  <a:lnTo>
                    <a:pt x="80" y="54"/>
                  </a:lnTo>
                  <a:lnTo>
                    <a:pt x="81" y="53"/>
                  </a:lnTo>
                  <a:lnTo>
                    <a:pt x="82" y="52"/>
                  </a:lnTo>
                  <a:lnTo>
                    <a:pt x="82" y="31"/>
                  </a:lnTo>
                  <a:lnTo>
                    <a:pt x="82" y="31"/>
                  </a:lnTo>
                  <a:lnTo>
                    <a:pt x="81" y="29"/>
                  </a:lnTo>
                  <a:lnTo>
                    <a:pt x="80" y="29"/>
                  </a:lnTo>
                </a:path>
              </a:pathLst>
            </a:custGeom>
            <a:noFill/>
            <a:ln>
              <a:noFill/>
            </a:ln>
          </p:spPr>
          <p:txBody>
            <a:bodyPr vert="horz" wrap="square" lIns="91440" tIns="45720" rIns="91440" bIns="45720" numCol="1" anchor="t" anchorCtr="0" compatLnSpc="1"/>
            <a:lstStyle/>
            <a:p>
              <a:endParaRPr lang="en-US"/>
            </a:p>
          </p:txBody>
        </p:sp>
      </p:grpSp>
      <p:grpSp>
        <p:nvGrpSpPr>
          <p:cNvPr id="179" name="Group 178"/>
          <p:cNvGrpSpPr/>
          <p:nvPr/>
        </p:nvGrpSpPr>
        <p:grpSpPr>
          <a:xfrm>
            <a:off x="6489596" y="4741305"/>
            <a:ext cx="339618" cy="310362"/>
            <a:chOff x="5014913" y="4337050"/>
            <a:chExt cx="423863" cy="387351"/>
          </a:xfrm>
        </p:grpSpPr>
        <p:pic>
          <p:nvPicPr>
            <p:cNvPr id="180" name="Picture 156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4125" y="4338638"/>
              <a:ext cx="96838" cy="385763"/>
            </a:xfrm>
            <a:prstGeom prst="rect">
              <a:avLst/>
            </a:prstGeom>
            <a:noFill/>
            <a:ln>
              <a:noFill/>
            </a:ln>
          </p:spPr>
        </p:pic>
        <p:pic>
          <p:nvPicPr>
            <p:cNvPr id="181" name="Picture 156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0013" y="4338638"/>
              <a:ext cx="96838" cy="385763"/>
            </a:xfrm>
            <a:prstGeom prst="rect">
              <a:avLst/>
            </a:prstGeom>
            <a:noFill/>
            <a:ln>
              <a:noFill/>
            </a:ln>
          </p:spPr>
        </p:pic>
        <p:pic>
          <p:nvPicPr>
            <p:cNvPr id="182" name="Picture 156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95900" y="4338638"/>
              <a:ext cx="96838" cy="385763"/>
            </a:xfrm>
            <a:prstGeom prst="rect">
              <a:avLst/>
            </a:prstGeom>
            <a:noFill/>
            <a:ln>
              <a:noFill/>
            </a:ln>
          </p:spPr>
        </p:pic>
        <p:sp>
          <p:nvSpPr>
            <p:cNvPr id="183" name="Freeform 1565"/>
            <p:cNvSpPr/>
            <p:nvPr/>
          </p:nvSpPr>
          <p:spPr bwMode="auto">
            <a:xfrm>
              <a:off x="5080000" y="4540250"/>
              <a:ext cx="65088" cy="165100"/>
            </a:xfrm>
            <a:custGeom>
              <a:avLst/>
              <a:gdLst>
                <a:gd name="T0" fmla="*/ 0 w 41"/>
                <a:gd name="T1" fmla="*/ 0 h 104"/>
                <a:gd name="T2" fmla="*/ 0 w 41"/>
                <a:gd name="T3" fmla="*/ 82 h 104"/>
                <a:gd name="T4" fmla="*/ 0 w 41"/>
                <a:gd name="T5" fmla="*/ 82 h 104"/>
                <a:gd name="T6" fmla="*/ 0 w 41"/>
                <a:gd name="T7" fmla="*/ 86 h 104"/>
                <a:gd name="T8" fmla="*/ 1 w 41"/>
                <a:gd name="T9" fmla="*/ 90 h 104"/>
                <a:gd name="T10" fmla="*/ 5 w 41"/>
                <a:gd name="T11" fmla="*/ 97 h 104"/>
                <a:gd name="T12" fmla="*/ 12 w 41"/>
                <a:gd name="T13" fmla="*/ 101 h 104"/>
                <a:gd name="T14" fmla="*/ 16 w 41"/>
                <a:gd name="T15" fmla="*/ 103 h 104"/>
                <a:gd name="T16" fmla="*/ 20 w 41"/>
                <a:gd name="T17" fmla="*/ 104 h 104"/>
                <a:gd name="T18" fmla="*/ 20 w 41"/>
                <a:gd name="T19" fmla="*/ 104 h 104"/>
                <a:gd name="T20" fmla="*/ 25 w 41"/>
                <a:gd name="T21" fmla="*/ 103 h 104"/>
                <a:gd name="T22" fmla="*/ 29 w 41"/>
                <a:gd name="T23" fmla="*/ 101 h 104"/>
                <a:gd name="T24" fmla="*/ 36 w 41"/>
                <a:gd name="T25" fmla="*/ 97 h 104"/>
                <a:gd name="T26" fmla="*/ 40 w 41"/>
                <a:gd name="T27" fmla="*/ 90 h 104"/>
                <a:gd name="T28" fmla="*/ 41 w 41"/>
                <a:gd name="T29" fmla="*/ 86 h 104"/>
                <a:gd name="T30" fmla="*/ 41 w 41"/>
                <a:gd name="T31" fmla="*/ 82 h 104"/>
                <a:gd name="T32" fmla="*/ 41 w 41"/>
                <a:gd name="T33" fmla="*/ 0 h 104"/>
                <a:gd name="T34" fmla="*/ 0 w 41"/>
                <a:gd name="T3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104">
                  <a:moveTo>
                    <a:pt x="0" y="0"/>
                  </a:moveTo>
                  <a:lnTo>
                    <a:pt x="0" y="82"/>
                  </a:lnTo>
                  <a:lnTo>
                    <a:pt x="0" y="82"/>
                  </a:lnTo>
                  <a:lnTo>
                    <a:pt x="0" y="86"/>
                  </a:lnTo>
                  <a:lnTo>
                    <a:pt x="1" y="90"/>
                  </a:lnTo>
                  <a:lnTo>
                    <a:pt x="5" y="97"/>
                  </a:lnTo>
                  <a:lnTo>
                    <a:pt x="12" y="101"/>
                  </a:lnTo>
                  <a:lnTo>
                    <a:pt x="16" y="103"/>
                  </a:lnTo>
                  <a:lnTo>
                    <a:pt x="20" y="104"/>
                  </a:lnTo>
                  <a:lnTo>
                    <a:pt x="20" y="104"/>
                  </a:lnTo>
                  <a:lnTo>
                    <a:pt x="25" y="103"/>
                  </a:lnTo>
                  <a:lnTo>
                    <a:pt x="29" y="101"/>
                  </a:lnTo>
                  <a:lnTo>
                    <a:pt x="36" y="97"/>
                  </a:lnTo>
                  <a:lnTo>
                    <a:pt x="40" y="90"/>
                  </a:lnTo>
                  <a:lnTo>
                    <a:pt x="41" y="86"/>
                  </a:lnTo>
                  <a:lnTo>
                    <a:pt x="41" y="82"/>
                  </a:lnTo>
                  <a:lnTo>
                    <a:pt x="41" y="0"/>
                  </a:lnTo>
                  <a:lnTo>
                    <a:pt x="0" y="0"/>
                  </a:lnTo>
                  <a:close/>
                </a:path>
              </a:pathLst>
            </a:custGeom>
            <a:solidFill>
              <a:srgbClr val="FC8681"/>
            </a:solidFill>
            <a:ln>
              <a:noFill/>
            </a:ln>
          </p:spPr>
          <p:txBody>
            <a:bodyPr vert="horz" wrap="square" lIns="91440" tIns="45720" rIns="91440" bIns="45720" numCol="1" anchor="t" anchorCtr="0" compatLnSpc="1"/>
            <a:lstStyle/>
            <a:p>
              <a:endParaRPr lang="en-US"/>
            </a:p>
          </p:txBody>
        </p:sp>
        <p:sp>
          <p:nvSpPr>
            <p:cNvPr id="184" name="Freeform 1566"/>
            <p:cNvSpPr/>
            <p:nvPr/>
          </p:nvSpPr>
          <p:spPr bwMode="auto">
            <a:xfrm>
              <a:off x="5194300" y="4502150"/>
              <a:ext cx="66675" cy="203200"/>
            </a:xfrm>
            <a:custGeom>
              <a:avLst/>
              <a:gdLst>
                <a:gd name="T0" fmla="*/ 0 w 42"/>
                <a:gd name="T1" fmla="*/ 0 h 128"/>
                <a:gd name="T2" fmla="*/ 0 w 42"/>
                <a:gd name="T3" fmla="*/ 106 h 128"/>
                <a:gd name="T4" fmla="*/ 0 w 42"/>
                <a:gd name="T5" fmla="*/ 106 h 128"/>
                <a:gd name="T6" fmla="*/ 0 w 42"/>
                <a:gd name="T7" fmla="*/ 110 h 128"/>
                <a:gd name="T8" fmla="*/ 2 w 42"/>
                <a:gd name="T9" fmla="*/ 114 h 128"/>
                <a:gd name="T10" fmla="*/ 6 w 42"/>
                <a:gd name="T11" fmla="*/ 121 h 128"/>
                <a:gd name="T12" fmla="*/ 13 w 42"/>
                <a:gd name="T13" fmla="*/ 125 h 128"/>
                <a:gd name="T14" fmla="*/ 17 w 42"/>
                <a:gd name="T15" fmla="*/ 127 h 128"/>
                <a:gd name="T16" fmla="*/ 22 w 42"/>
                <a:gd name="T17" fmla="*/ 128 h 128"/>
                <a:gd name="T18" fmla="*/ 22 w 42"/>
                <a:gd name="T19" fmla="*/ 128 h 128"/>
                <a:gd name="T20" fmla="*/ 26 w 42"/>
                <a:gd name="T21" fmla="*/ 127 h 128"/>
                <a:gd name="T22" fmla="*/ 30 w 42"/>
                <a:gd name="T23" fmla="*/ 125 h 128"/>
                <a:gd name="T24" fmla="*/ 37 w 42"/>
                <a:gd name="T25" fmla="*/ 121 h 128"/>
                <a:gd name="T26" fmla="*/ 41 w 42"/>
                <a:gd name="T27" fmla="*/ 114 h 128"/>
                <a:gd name="T28" fmla="*/ 42 w 42"/>
                <a:gd name="T29" fmla="*/ 110 h 128"/>
                <a:gd name="T30" fmla="*/ 42 w 42"/>
                <a:gd name="T31" fmla="*/ 106 h 128"/>
                <a:gd name="T32" fmla="*/ 42 w 42"/>
                <a:gd name="T33" fmla="*/ 0 h 128"/>
                <a:gd name="T34" fmla="*/ 0 w 42"/>
                <a:gd name="T3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 h="128">
                  <a:moveTo>
                    <a:pt x="0" y="0"/>
                  </a:moveTo>
                  <a:lnTo>
                    <a:pt x="0" y="106"/>
                  </a:lnTo>
                  <a:lnTo>
                    <a:pt x="0" y="106"/>
                  </a:lnTo>
                  <a:lnTo>
                    <a:pt x="0" y="110"/>
                  </a:lnTo>
                  <a:lnTo>
                    <a:pt x="2" y="114"/>
                  </a:lnTo>
                  <a:lnTo>
                    <a:pt x="6" y="121"/>
                  </a:lnTo>
                  <a:lnTo>
                    <a:pt x="13" y="125"/>
                  </a:lnTo>
                  <a:lnTo>
                    <a:pt x="17" y="127"/>
                  </a:lnTo>
                  <a:lnTo>
                    <a:pt x="22" y="128"/>
                  </a:lnTo>
                  <a:lnTo>
                    <a:pt x="22" y="128"/>
                  </a:lnTo>
                  <a:lnTo>
                    <a:pt x="26" y="127"/>
                  </a:lnTo>
                  <a:lnTo>
                    <a:pt x="30" y="125"/>
                  </a:lnTo>
                  <a:lnTo>
                    <a:pt x="37" y="121"/>
                  </a:lnTo>
                  <a:lnTo>
                    <a:pt x="41" y="114"/>
                  </a:lnTo>
                  <a:lnTo>
                    <a:pt x="42" y="110"/>
                  </a:lnTo>
                  <a:lnTo>
                    <a:pt x="42" y="106"/>
                  </a:lnTo>
                  <a:lnTo>
                    <a:pt x="42" y="0"/>
                  </a:lnTo>
                  <a:lnTo>
                    <a:pt x="0" y="0"/>
                  </a:lnTo>
                  <a:close/>
                </a:path>
              </a:pathLst>
            </a:custGeom>
            <a:solidFill>
              <a:srgbClr val="FFD399"/>
            </a:solidFill>
            <a:ln>
              <a:noFill/>
            </a:ln>
          </p:spPr>
          <p:txBody>
            <a:bodyPr vert="horz" wrap="square" lIns="91440" tIns="45720" rIns="91440" bIns="45720" numCol="1" anchor="t" anchorCtr="0" compatLnSpc="1"/>
            <a:lstStyle/>
            <a:p>
              <a:endParaRPr lang="en-US"/>
            </a:p>
          </p:txBody>
        </p:sp>
        <p:sp>
          <p:nvSpPr>
            <p:cNvPr id="185" name="Freeform 1567"/>
            <p:cNvSpPr/>
            <p:nvPr/>
          </p:nvSpPr>
          <p:spPr bwMode="auto">
            <a:xfrm>
              <a:off x="5310188" y="4572000"/>
              <a:ext cx="66675" cy="133350"/>
            </a:xfrm>
            <a:custGeom>
              <a:avLst/>
              <a:gdLst>
                <a:gd name="T0" fmla="*/ 0 w 42"/>
                <a:gd name="T1" fmla="*/ 0 h 84"/>
                <a:gd name="T2" fmla="*/ 0 w 42"/>
                <a:gd name="T3" fmla="*/ 62 h 84"/>
                <a:gd name="T4" fmla="*/ 0 w 42"/>
                <a:gd name="T5" fmla="*/ 62 h 84"/>
                <a:gd name="T6" fmla="*/ 0 w 42"/>
                <a:gd name="T7" fmla="*/ 66 h 84"/>
                <a:gd name="T8" fmla="*/ 2 w 42"/>
                <a:gd name="T9" fmla="*/ 70 h 84"/>
                <a:gd name="T10" fmla="*/ 6 w 42"/>
                <a:gd name="T11" fmla="*/ 77 h 84"/>
                <a:gd name="T12" fmla="*/ 12 w 42"/>
                <a:gd name="T13" fmla="*/ 81 h 84"/>
                <a:gd name="T14" fmla="*/ 17 w 42"/>
                <a:gd name="T15" fmla="*/ 83 h 84"/>
                <a:gd name="T16" fmla="*/ 22 w 42"/>
                <a:gd name="T17" fmla="*/ 84 h 84"/>
                <a:gd name="T18" fmla="*/ 22 w 42"/>
                <a:gd name="T19" fmla="*/ 84 h 84"/>
                <a:gd name="T20" fmla="*/ 26 w 42"/>
                <a:gd name="T21" fmla="*/ 83 h 84"/>
                <a:gd name="T22" fmla="*/ 30 w 42"/>
                <a:gd name="T23" fmla="*/ 81 h 84"/>
                <a:gd name="T24" fmla="*/ 37 w 42"/>
                <a:gd name="T25" fmla="*/ 77 h 84"/>
                <a:gd name="T26" fmla="*/ 41 w 42"/>
                <a:gd name="T27" fmla="*/ 70 h 84"/>
                <a:gd name="T28" fmla="*/ 42 w 42"/>
                <a:gd name="T29" fmla="*/ 66 h 84"/>
                <a:gd name="T30" fmla="*/ 42 w 42"/>
                <a:gd name="T31" fmla="*/ 62 h 84"/>
                <a:gd name="T32" fmla="*/ 42 w 42"/>
                <a:gd name="T33" fmla="*/ 0 h 84"/>
                <a:gd name="T34" fmla="*/ 0 w 42"/>
                <a:gd name="T3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 h="84">
                  <a:moveTo>
                    <a:pt x="0" y="0"/>
                  </a:moveTo>
                  <a:lnTo>
                    <a:pt x="0" y="62"/>
                  </a:lnTo>
                  <a:lnTo>
                    <a:pt x="0" y="62"/>
                  </a:lnTo>
                  <a:lnTo>
                    <a:pt x="0" y="66"/>
                  </a:lnTo>
                  <a:lnTo>
                    <a:pt x="2" y="70"/>
                  </a:lnTo>
                  <a:lnTo>
                    <a:pt x="6" y="77"/>
                  </a:lnTo>
                  <a:lnTo>
                    <a:pt x="12" y="81"/>
                  </a:lnTo>
                  <a:lnTo>
                    <a:pt x="17" y="83"/>
                  </a:lnTo>
                  <a:lnTo>
                    <a:pt x="22" y="84"/>
                  </a:lnTo>
                  <a:lnTo>
                    <a:pt x="22" y="84"/>
                  </a:lnTo>
                  <a:lnTo>
                    <a:pt x="26" y="83"/>
                  </a:lnTo>
                  <a:lnTo>
                    <a:pt x="30" y="81"/>
                  </a:lnTo>
                  <a:lnTo>
                    <a:pt x="37" y="77"/>
                  </a:lnTo>
                  <a:lnTo>
                    <a:pt x="41" y="70"/>
                  </a:lnTo>
                  <a:lnTo>
                    <a:pt x="42" y="66"/>
                  </a:lnTo>
                  <a:lnTo>
                    <a:pt x="42" y="62"/>
                  </a:lnTo>
                  <a:lnTo>
                    <a:pt x="42" y="0"/>
                  </a:lnTo>
                  <a:lnTo>
                    <a:pt x="0" y="0"/>
                  </a:lnTo>
                  <a:close/>
                </a:path>
              </a:pathLst>
            </a:custGeom>
            <a:solidFill>
              <a:srgbClr val="2BB3EF"/>
            </a:solidFill>
            <a:ln>
              <a:noFill/>
            </a:ln>
          </p:spPr>
          <p:txBody>
            <a:bodyPr vert="horz" wrap="square" lIns="91440" tIns="45720" rIns="91440" bIns="45720" numCol="1" anchor="t" anchorCtr="0" compatLnSpc="1"/>
            <a:lstStyle/>
            <a:p>
              <a:endParaRPr lang="en-US"/>
            </a:p>
          </p:txBody>
        </p:sp>
        <p:sp>
          <p:nvSpPr>
            <p:cNvPr id="186" name="Freeform 1568"/>
            <p:cNvSpPr>
              <a:spLocks noEditPoints="1"/>
            </p:cNvSpPr>
            <p:nvPr/>
          </p:nvSpPr>
          <p:spPr bwMode="auto">
            <a:xfrm>
              <a:off x="5089525" y="4551363"/>
              <a:ext cx="17463" cy="15875"/>
            </a:xfrm>
            <a:custGeom>
              <a:avLst/>
              <a:gdLst>
                <a:gd name="T0" fmla="*/ 6 w 11"/>
                <a:gd name="T1" fmla="*/ 10 h 10"/>
                <a:gd name="T2" fmla="*/ 6 w 11"/>
                <a:gd name="T3" fmla="*/ 10 h 10"/>
                <a:gd name="T4" fmla="*/ 4 w 11"/>
                <a:gd name="T5" fmla="*/ 10 h 10"/>
                <a:gd name="T6" fmla="*/ 2 w 11"/>
                <a:gd name="T7" fmla="*/ 9 h 10"/>
                <a:gd name="T8" fmla="*/ 2 w 11"/>
                <a:gd name="T9" fmla="*/ 8 h 10"/>
                <a:gd name="T10" fmla="*/ 0 w 11"/>
                <a:gd name="T11" fmla="*/ 5 h 10"/>
                <a:gd name="T12" fmla="*/ 0 w 11"/>
                <a:gd name="T13" fmla="*/ 5 h 10"/>
                <a:gd name="T14" fmla="*/ 2 w 11"/>
                <a:gd name="T15" fmla="*/ 4 h 10"/>
                <a:gd name="T16" fmla="*/ 2 w 11"/>
                <a:gd name="T17" fmla="*/ 1 h 10"/>
                <a:gd name="T18" fmla="*/ 4 w 11"/>
                <a:gd name="T19" fmla="*/ 1 h 10"/>
                <a:gd name="T20" fmla="*/ 6 w 11"/>
                <a:gd name="T21" fmla="*/ 0 h 10"/>
                <a:gd name="T22" fmla="*/ 6 w 11"/>
                <a:gd name="T23" fmla="*/ 0 h 10"/>
                <a:gd name="T24" fmla="*/ 8 w 11"/>
                <a:gd name="T25" fmla="*/ 1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6 w 11"/>
                <a:gd name="T41" fmla="*/ 10 h 10"/>
                <a:gd name="T42" fmla="*/ 6 w 11"/>
                <a:gd name="T43" fmla="*/ 1 h 10"/>
                <a:gd name="T44" fmla="*/ 6 w 11"/>
                <a:gd name="T45" fmla="*/ 1 h 10"/>
                <a:gd name="T46" fmla="*/ 3 w 11"/>
                <a:gd name="T47" fmla="*/ 2 h 10"/>
                <a:gd name="T48" fmla="*/ 3 w 11"/>
                <a:gd name="T49" fmla="*/ 5 h 10"/>
                <a:gd name="T50" fmla="*/ 3 w 11"/>
                <a:gd name="T51" fmla="*/ 5 h 10"/>
                <a:gd name="T52" fmla="*/ 3 w 11"/>
                <a:gd name="T53" fmla="*/ 8 h 10"/>
                <a:gd name="T54" fmla="*/ 6 w 11"/>
                <a:gd name="T55" fmla="*/ 9 h 10"/>
                <a:gd name="T56" fmla="*/ 6 w 11"/>
                <a:gd name="T57" fmla="*/ 9 h 10"/>
                <a:gd name="T58" fmla="*/ 8 w 11"/>
                <a:gd name="T59" fmla="*/ 8 h 10"/>
                <a:gd name="T60" fmla="*/ 10 w 11"/>
                <a:gd name="T61" fmla="*/ 5 h 10"/>
                <a:gd name="T62" fmla="*/ 10 w 11"/>
                <a:gd name="T63" fmla="*/ 5 h 10"/>
                <a:gd name="T64" fmla="*/ 8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4" y="10"/>
                  </a:lnTo>
                  <a:lnTo>
                    <a:pt x="2" y="9"/>
                  </a:lnTo>
                  <a:lnTo>
                    <a:pt x="2" y="8"/>
                  </a:lnTo>
                  <a:lnTo>
                    <a:pt x="0" y="5"/>
                  </a:lnTo>
                  <a:lnTo>
                    <a:pt x="0" y="5"/>
                  </a:lnTo>
                  <a:lnTo>
                    <a:pt x="2" y="4"/>
                  </a:lnTo>
                  <a:lnTo>
                    <a:pt x="2" y="1"/>
                  </a:lnTo>
                  <a:lnTo>
                    <a:pt x="4" y="1"/>
                  </a:lnTo>
                  <a:lnTo>
                    <a:pt x="6" y="0"/>
                  </a:lnTo>
                  <a:lnTo>
                    <a:pt x="6" y="0"/>
                  </a:lnTo>
                  <a:lnTo>
                    <a:pt x="8" y="1"/>
                  </a:lnTo>
                  <a:lnTo>
                    <a:pt x="10" y="1"/>
                  </a:lnTo>
                  <a:lnTo>
                    <a:pt x="11" y="4"/>
                  </a:lnTo>
                  <a:lnTo>
                    <a:pt x="11" y="5"/>
                  </a:lnTo>
                  <a:lnTo>
                    <a:pt x="11" y="5"/>
                  </a:lnTo>
                  <a:lnTo>
                    <a:pt x="11" y="8"/>
                  </a:lnTo>
                  <a:lnTo>
                    <a:pt x="10" y="9"/>
                  </a:lnTo>
                  <a:lnTo>
                    <a:pt x="8" y="10"/>
                  </a:lnTo>
                  <a:lnTo>
                    <a:pt x="6" y="10"/>
                  </a:lnTo>
                  <a:close/>
                  <a:moveTo>
                    <a:pt x="6" y="1"/>
                  </a:moveTo>
                  <a:lnTo>
                    <a:pt x="6" y="1"/>
                  </a:lnTo>
                  <a:lnTo>
                    <a:pt x="3" y="2"/>
                  </a:lnTo>
                  <a:lnTo>
                    <a:pt x="3" y="5"/>
                  </a:lnTo>
                  <a:lnTo>
                    <a:pt x="3" y="5"/>
                  </a:lnTo>
                  <a:lnTo>
                    <a:pt x="3" y="8"/>
                  </a:lnTo>
                  <a:lnTo>
                    <a:pt x="6" y="9"/>
                  </a:lnTo>
                  <a:lnTo>
                    <a:pt x="6" y="9"/>
                  </a:lnTo>
                  <a:lnTo>
                    <a:pt x="8" y="8"/>
                  </a:lnTo>
                  <a:lnTo>
                    <a:pt x="10" y="5"/>
                  </a:lnTo>
                  <a:lnTo>
                    <a:pt x="10" y="5"/>
                  </a:lnTo>
                  <a:lnTo>
                    <a:pt x="8"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87" name="Freeform 1569"/>
            <p:cNvSpPr/>
            <p:nvPr/>
          </p:nvSpPr>
          <p:spPr bwMode="auto">
            <a:xfrm>
              <a:off x="5089525" y="4551363"/>
              <a:ext cx="17463" cy="15875"/>
            </a:xfrm>
            <a:custGeom>
              <a:avLst/>
              <a:gdLst>
                <a:gd name="T0" fmla="*/ 6 w 11"/>
                <a:gd name="T1" fmla="*/ 10 h 10"/>
                <a:gd name="T2" fmla="*/ 6 w 11"/>
                <a:gd name="T3" fmla="*/ 10 h 10"/>
                <a:gd name="T4" fmla="*/ 4 w 11"/>
                <a:gd name="T5" fmla="*/ 10 h 10"/>
                <a:gd name="T6" fmla="*/ 2 w 11"/>
                <a:gd name="T7" fmla="*/ 9 h 10"/>
                <a:gd name="T8" fmla="*/ 2 w 11"/>
                <a:gd name="T9" fmla="*/ 8 h 10"/>
                <a:gd name="T10" fmla="*/ 0 w 11"/>
                <a:gd name="T11" fmla="*/ 5 h 10"/>
                <a:gd name="T12" fmla="*/ 0 w 11"/>
                <a:gd name="T13" fmla="*/ 5 h 10"/>
                <a:gd name="T14" fmla="*/ 2 w 11"/>
                <a:gd name="T15" fmla="*/ 4 h 10"/>
                <a:gd name="T16" fmla="*/ 2 w 11"/>
                <a:gd name="T17" fmla="*/ 1 h 10"/>
                <a:gd name="T18" fmla="*/ 4 w 11"/>
                <a:gd name="T19" fmla="*/ 1 h 10"/>
                <a:gd name="T20" fmla="*/ 6 w 11"/>
                <a:gd name="T21" fmla="*/ 0 h 10"/>
                <a:gd name="T22" fmla="*/ 6 w 11"/>
                <a:gd name="T23" fmla="*/ 0 h 10"/>
                <a:gd name="T24" fmla="*/ 8 w 11"/>
                <a:gd name="T25" fmla="*/ 1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4" y="10"/>
                  </a:lnTo>
                  <a:lnTo>
                    <a:pt x="2" y="9"/>
                  </a:lnTo>
                  <a:lnTo>
                    <a:pt x="2" y="8"/>
                  </a:lnTo>
                  <a:lnTo>
                    <a:pt x="0" y="5"/>
                  </a:lnTo>
                  <a:lnTo>
                    <a:pt x="0" y="5"/>
                  </a:lnTo>
                  <a:lnTo>
                    <a:pt x="2" y="4"/>
                  </a:lnTo>
                  <a:lnTo>
                    <a:pt x="2" y="1"/>
                  </a:lnTo>
                  <a:lnTo>
                    <a:pt x="4" y="1"/>
                  </a:lnTo>
                  <a:lnTo>
                    <a:pt x="6" y="0"/>
                  </a:lnTo>
                  <a:lnTo>
                    <a:pt x="6" y="0"/>
                  </a:lnTo>
                  <a:lnTo>
                    <a:pt x="8" y="1"/>
                  </a:lnTo>
                  <a:lnTo>
                    <a:pt x="10" y="1"/>
                  </a:lnTo>
                  <a:lnTo>
                    <a:pt x="11" y="4"/>
                  </a:lnTo>
                  <a:lnTo>
                    <a:pt x="11" y="5"/>
                  </a:lnTo>
                  <a:lnTo>
                    <a:pt x="11" y="5"/>
                  </a:lnTo>
                  <a:lnTo>
                    <a:pt x="11" y="8"/>
                  </a:lnTo>
                  <a:lnTo>
                    <a:pt x="10" y="9"/>
                  </a:lnTo>
                  <a:lnTo>
                    <a:pt x="8" y="10"/>
                  </a:lnTo>
                  <a:lnTo>
                    <a:pt x="6" y="10"/>
                  </a:lnTo>
                </a:path>
              </a:pathLst>
            </a:custGeom>
            <a:noFill/>
            <a:ln>
              <a:noFill/>
            </a:ln>
          </p:spPr>
          <p:txBody>
            <a:bodyPr vert="horz" wrap="square" lIns="91440" tIns="45720" rIns="91440" bIns="45720" numCol="1" anchor="t" anchorCtr="0" compatLnSpc="1"/>
            <a:lstStyle/>
            <a:p>
              <a:endParaRPr lang="en-US"/>
            </a:p>
          </p:txBody>
        </p:sp>
        <p:sp>
          <p:nvSpPr>
            <p:cNvPr id="188" name="Freeform 1570"/>
            <p:cNvSpPr/>
            <p:nvPr/>
          </p:nvSpPr>
          <p:spPr bwMode="auto">
            <a:xfrm>
              <a:off x="5094288" y="4552950"/>
              <a:ext cx="11113" cy="12700"/>
            </a:xfrm>
            <a:custGeom>
              <a:avLst/>
              <a:gdLst>
                <a:gd name="T0" fmla="*/ 3 w 7"/>
                <a:gd name="T1" fmla="*/ 0 h 8"/>
                <a:gd name="T2" fmla="*/ 3 w 7"/>
                <a:gd name="T3" fmla="*/ 0 h 8"/>
                <a:gd name="T4" fmla="*/ 0 w 7"/>
                <a:gd name="T5" fmla="*/ 1 h 8"/>
                <a:gd name="T6" fmla="*/ 0 w 7"/>
                <a:gd name="T7" fmla="*/ 4 h 8"/>
                <a:gd name="T8" fmla="*/ 0 w 7"/>
                <a:gd name="T9" fmla="*/ 4 h 8"/>
                <a:gd name="T10" fmla="*/ 0 w 7"/>
                <a:gd name="T11" fmla="*/ 7 h 8"/>
                <a:gd name="T12" fmla="*/ 3 w 7"/>
                <a:gd name="T13" fmla="*/ 8 h 8"/>
                <a:gd name="T14" fmla="*/ 3 w 7"/>
                <a:gd name="T15" fmla="*/ 8 h 8"/>
                <a:gd name="T16" fmla="*/ 5 w 7"/>
                <a:gd name="T17" fmla="*/ 7 h 8"/>
                <a:gd name="T18" fmla="*/ 7 w 7"/>
                <a:gd name="T19" fmla="*/ 4 h 8"/>
                <a:gd name="T20" fmla="*/ 7 w 7"/>
                <a:gd name="T21" fmla="*/ 4 h 8"/>
                <a:gd name="T22" fmla="*/ 5 w 7"/>
                <a:gd name="T23" fmla="*/ 1 h 8"/>
                <a:gd name="T24" fmla="*/ 3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3" y="0"/>
                  </a:moveTo>
                  <a:lnTo>
                    <a:pt x="3" y="0"/>
                  </a:lnTo>
                  <a:lnTo>
                    <a:pt x="0" y="1"/>
                  </a:lnTo>
                  <a:lnTo>
                    <a:pt x="0" y="4"/>
                  </a:lnTo>
                  <a:lnTo>
                    <a:pt x="0" y="4"/>
                  </a:lnTo>
                  <a:lnTo>
                    <a:pt x="0" y="7"/>
                  </a:lnTo>
                  <a:lnTo>
                    <a:pt x="3" y="8"/>
                  </a:lnTo>
                  <a:lnTo>
                    <a:pt x="3" y="8"/>
                  </a:lnTo>
                  <a:lnTo>
                    <a:pt x="5" y="7"/>
                  </a:lnTo>
                  <a:lnTo>
                    <a:pt x="7" y="4"/>
                  </a:lnTo>
                  <a:lnTo>
                    <a:pt x="7" y="4"/>
                  </a:lnTo>
                  <a:lnTo>
                    <a:pt x="5" y="1"/>
                  </a:lnTo>
                  <a:lnTo>
                    <a:pt x="3" y="0"/>
                  </a:lnTo>
                </a:path>
              </a:pathLst>
            </a:custGeom>
            <a:noFill/>
            <a:ln>
              <a:noFill/>
            </a:ln>
          </p:spPr>
          <p:txBody>
            <a:bodyPr vert="horz" wrap="square" lIns="91440" tIns="45720" rIns="91440" bIns="45720" numCol="1" anchor="t" anchorCtr="0" compatLnSpc="1"/>
            <a:lstStyle/>
            <a:p>
              <a:endParaRPr lang="en-US"/>
            </a:p>
          </p:txBody>
        </p:sp>
        <p:sp>
          <p:nvSpPr>
            <p:cNvPr id="189" name="Freeform 1571"/>
            <p:cNvSpPr>
              <a:spLocks noEditPoints="1"/>
            </p:cNvSpPr>
            <p:nvPr/>
          </p:nvSpPr>
          <p:spPr bwMode="auto">
            <a:xfrm>
              <a:off x="5114925"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9 w 11"/>
                <a:gd name="T27" fmla="*/ 1 h 10"/>
                <a:gd name="T28" fmla="*/ 10 w 11"/>
                <a:gd name="T29" fmla="*/ 4 h 10"/>
                <a:gd name="T30" fmla="*/ 11 w 11"/>
                <a:gd name="T31" fmla="*/ 5 h 10"/>
                <a:gd name="T32" fmla="*/ 11 w 11"/>
                <a:gd name="T33" fmla="*/ 5 h 10"/>
                <a:gd name="T34" fmla="*/ 10 w 11"/>
                <a:gd name="T35" fmla="*/ 8 h 10"/>
                <a:gd name="T36" fmla="*/ 9 w 11"/>
                <a:gd name="T37" fmla="*/ 9 h 10"/>
                <a:gd name="T38" fmla="*/ 7 w 11"/>
                <a:gd name="T39" fmla="*/ 10 h 10"/>
                <a:gd name="T40" fmla="*/ 6 w 11"/>
                <a:gd name="T41" fmla="*/ 10 h 10"/>
                <a:gd name="T42" fmla="*/ 6 w 11"/>
                <a:gd name="T43" fmla="*/ 1 h 10"/>
                <a:gd name="T44" fmla="*/ 6 w 11"/>
                <a:gd name="T45" fmla="*/ 1 h 10"/>
                <a:gd name="T46" fmla="*/ 3 w 11"/>
                <a:gd name="T47" fmla="*/ 2 h 10"/>
                <a:gd name="T48" fmla="*/ 2 w 11"/>
                <a:gd name="T49" fmla="*/ 5 h 10"/>
                <a:gd name="T50" fmla="*/ 2 w 11"/>
                <a:gd name="T51" fmla="*/ 5 h 10"/>
                <a:gd name="T52" fmla="*/ 3 w 11"/>
                <a:gd name="T53" fmla="*/ 8 h 10"/>
                <a:gd name="T54" fmla="*/ 6 w 11"/>
                <a:gd name="T55" fmla="*/ 9 h 10"/>
                <a:gd name="T56" fmla="*/ 6 w 11"/>
                <a:gd name="T57" fmla="*/ 9 h 10"/>
                <a:gd name="T58" fmla="*/ 7 w 11"/>
                <a:gd name="T59" fmla="*/ 8 h 10"/>
                <a:gd name="T60" fmla="*/ 9 w 11"/>
                <a:gd name="T61" fmla="*/ 5 h 10"/>
                <a:gd name="T62" fmla="*/ 9 w 11"/>
                <a:gd name="T63" fmla="*/ 5 h 10"/>
                <a:gd name="T64" fmla="*/ 7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9" y="1"/>
                  </a:lnTo>
                  <a:lnTo>
                    <a:pt x="10" y="4"/>
                  </a:lnTo>
                  <a:lnTo>
                    <a:pt x="11" y="5"/>
                  </a:lnTo>
                  <a:lnTo>
                    <a:pt x="11" y="5"/>
                  </a:lnTo>
                  <a:lnTo>
                    <a:pt x="10" y="8"/>
                  </a:lnTo>
                  <a:lnTo>
                    <a:pt x="9" y="9"/>
                  </a:lnTo>
                  <a:lnTo>
                    <a:pt x="7" y="10"/>
                  </a:lnTo>
                  <a:lnTo>
                    <a:pt x="6" y="10"/>
                  </a:lnTo>
                  <a:close/>
                  <a:moveTo>
                    <a:pt x="6" y="1"/>
                  </a:moveTo>
                  <a:lnTo>
                    <a:pt x="6" y="1"/>
                  </a:lnTo>
                  <a:lnTo>
                    <a:pt x="3" y="2"/>
                  </a:lnTo>
                  <a:lnTo>
                    <a:pt x="2" y="5"/>
                  </a:lnTo>
                  <a:lnTo>
                    <a:pt x="2" y="5"/>
                  </a:lnTo>
                  <a:lnTo>
                    <a:pt x="3" y="8"/>
                  </a:lnTo>
                  <a:lnTo>
                    <a:pt x="6" y="9"/>
                  </a:lnTo>
                  <a:lnTo>
                    <a:pt x="6" y="9"/>
                  </a:lnTo>
                  <a:lnTo>
                    <a:pt x="7" y="8"/>
                  </a:lnTo>
                  <a:lnTo>
                    <a:pt x="9" y="5"/>
                  </a:lnTo>
                  <a:lnTo>
                    <a:pt x="9" y="5"/>
                  </a:lnTo>
                  <a:lnTo>
                    <a:pt x="7"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0" name="Freeform 1572"/>
            <p:cNvSpPr/>
            <p:nvPr/>
          </p:nvSpPr>
          <p:spPr bwMode="auto">
            <a:xfrm>
              <a:off x="5114925"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9 w 11"/>
                <a:gd name="T27" fmla="*/ 1 h 10"/>
                <a:gd name="T28" fmla="*/ 10 w 11"/>
                <a:gd name="T29" fmla="*/ 4 h 10"/>
                <a:gd name="T30" fmla="*/ 11 w 11"/>
                <a:gd name="T31" fmla="*/ 5 h 10"/>
                <a:gd name="T32" fmla="*/ 11 w 11"/>
                <a:gd name="T33" fmla="*/ 5 h 10"/>
                <a:gd name="T34" fmla="*/ 10 w 11"/>
                <a:gd name="T35" fmla="*/ 8 h 10"/>
                <a:gd name="T36" fmla="*/ 9 w 11"/>
                <a:gd name="T37" fmla="*/ 9 h 10"/>
                <a:gd name="T38" fmla="*/ 7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9" y="1"/>
                  </a:lnTo>
                  <a:lnTo>
                    <a:pt x="10" y="4"/>
                  </a:lnTo>
                  <a:lnTo>
                    <a:pt x="11" y="5"/>
                  </a:lnTo>
                  <a:lnTo>
                    <a:pt x="11" y="5"/>
                  </a:lnTo>
                  <a:lnTo>
                    <a:pt x="10" y="8"/>
                  </a:lnTo>
                  <a:lnTo>
                    <a:pt x="9"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191" name="Freeform 1573"/>
            <p:cNvSpPr/>
            <p:nvPr/>
          </p:nvSpPr>
          <p:spPr bwMode="auto">
            <a:xfrm>
              <a:off x="5118100" y="4576763"/>
              <a:ext cx="11113" cy="12700"/>
            </a:xfrm>
            <a:custGeom>
              <a:avLst/>
              <a:gdLst>
                <a:gd name="T0" fmla="*/ 4 w 7"/>
                <a:gd name="T1" fmla="*/ 0 h 8"/>
                <a:gd name="T2" fmla="*/ 4 w 7"/>
                <a:gd name="T3" fmla="*/ 0 h 8"/>
                <a:gd name="T4" fmla="*/ 1 w 7"/>
                <a:gd name="T5" fmla="*/ 1 h 8"/>
                <a:gd name="T6" fmla="*/ 0 w 7"/>
                <a:gd name="T7" fmla="*/ 4 h 8"/>
                <a:gd name="T8" fmla="*/ 0 w 7"/>
                <a:gd name="T9" fmla="*/ 4 h 8"/>
                <a:gd name="T10" fmla="*/ 1 w 7"/>
                <a:gd name="T11" fmla="*/ 7 h 8"/>
                <a:gd name="T12" fmla="*/ 4 w 7"/>
                <a:gd name="T13" fmla="*/ 8 h 8"/>
                <a:gd name="T14" fmla="*/ 4 w 7"/>
                <a:gd name="T15" fmla="*/ 8 h 8"/>
                <a:gd name="T16" fmla="*/ 5 w 7"/>
                <a:gd name="T17" fmla="*/ 7 h 8"/>
                <a:gd name="T18" fmla="*/ 7 w 7"/>
                <a:gd name="T19" fmla="*/ 4 h 8"/>
                <a:gd name="T20" fmla="*/ 7 w 7"/>
                <a:gd name="T21" fmla="*/ 4 h 8"/>
                <a:gd name="T22" fmla="*/ 5 w 7"/>
                <a:gd name="T23" fmla="*/ 1 h 8"/>
                <a:gd name="T24" fmla="*/ 4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4" y="0"/>
                  </a:moveTo>
                  <a:lnTo>
                    <a:pt x="4" y="0"/>
                  </a:lnTo>
                  <a:lnTo>
                    <a:pt x="1" y="1"/>
                  </a:lnTo>
                  <a:lnTo>
                    <a:pt x="0" y="4"/>
                  </a:lnTo>
                  <a:lnTo>
                    <a:pt x="0" y="4"/>
                  </a:lnTo>
                  <a:lnTo>
                    <a:pt x="1" y="7"/>
                  </a:lnTo>
                  <a:lnTo>
                    <a:pt x="4" y="8"/>
                  </a:lnTo>
                  <a:lnTo>
                    <a:pt x="4" y="8"/>
                  </a:lnTo>
                  <a:lnTo>
                    <a:pt x="5" y="7"/>
                  </a:lnTo>
                  <a:lnTo>
                    <a:pt x="7" y="4"/>
                  </a:lnTo>
                  <a:lnTo>
                    <a:pt x="7" y="4"/>
                  </a:lnTo>
                  <a:lnTo>
                    <a:pt x="5" y="1"/>
                  </a:lnTo>
                  <a:lnTo>
                    <a:pt x="4" y="0"/>
                  </a:lnTo>
                </a:path>
              </a:pathLst>
            </a:custGeom>
            <a:noFill/>
            <a:ln>
              <a:noFill/>
            </a:ln>
          </p:spPr>
          <p:txBody>
            <a:bodyPr vert="horz" wrap="square" lIns="91440" tIns="45720" rIns="91440" bIns="45720" numCol="1" anchor="t" anchorCtr="0" compatLnSpc="1"/>
            <a:lstStyle/>
            <a:p>
              <a:endParaRPr lang="en-US"/>
            </a:p>
          </p:txBody>
        </p:sp>
        <p:sp>
          <p:nvSpPr>
            <p:cNvPr id="192" name="Freeform 1574"/>
            <p:cNvSpPr>
              <a:spLocks noEditPoints="1"/>
            </p:cNvSpPr>
            <p:nvPr/>
          </p:nvSpPr>
          <p:spPr bwMode="auto">
            <a:xfrm>
              <a:off x="5092700" y="4597400"/>
              <a:ext cx="15875" cy="17463"/>
            </a:xfrm>
            <a:custGeom>
              <a:avLst/>
              <a:gdLst>
                <a:gd name="T0" fmla="*/ 5 w 10"/>
                <a:gd name="T1" fmla="*/ 11 h 11"/>
                <a:gd name="T2" fmla="*/ 5 w 10"/>
                <a:gd name="T3" fmla="*/ 11 h 11"/>
                <a:gd name="T4" fmla="*/ 4 w 10"/>
                <a:gd name="T5" fmla="*/ 11 h 11"/>
                <a:gd name="T6" fmla="*/ 1 w 10"/>
                <a:gd name="T7" fmla="*/ 10 h 11"/>
                <a:gd name="T8" fmla="*/ 1 w 10"/>
                <a:gd name="T9" fmla="*/ 7 h 11"/>
                <a:gd name="T10" fmla="*/ 0 w 10"/>
                <a:gd name="T11" fmla="*/ 6 h 11"/>
                <a:gd name="T12" fmla="*/ 0 w 10"/>
                <a:gd name="T13" fmla="*/ 6 h 11"/>
                <a:gd name="T14" fmla="*/ 1 w 10"/>
                <a:gd name="T15" fmla="*/ 3 h 11"/>
                <a:gd name="T16" fmla="*/ 1 w 10"/>
                <a:gd name="T17" fmla="*/ 2 h 11"/>
                <a:gd name="T18" fmla="*/ 4 w 10"/>
                <a:gd name="T19" fmla="*/ 0 h 11"/>
                <a:gd name="T20" fmla="*/ 5 w 10"/>
                <a:gd name="T21" fmla="*/ 0 h 11"/>
                <a:gd name="T22" fmla="*/ 5 w 10"/>
                <a:gd name="T23" fmla="*/ 0 h 11"/>
                <a:gd name="T24" fmla="*/ 8 w 10"/>
                <a:gd name="T25" fmla="*/ 0 h 11"/>
                <a:gd name="T26" fmla="*/ 9 w 10"/>
                <a:gd name="T27" fmla="*/ 2 h 11"/>
                <a:gd name="T28" fmla="*/ 10 w 10"/>
                <a:gd name="T29" fmla="*/ 3 h 11"/>
                <a:gd name="T30" fmla="*/ 10 w 10"/>
                <a:gd name="T31" fmla="*/ 6 h 11"/>
                <a:gd name="T32" fmla="*/ 10 w 10"/>
                <a:gd name="T33" fmla="*/ 6 h 11"/>
                <a:gd name="T34" fmla="*/ 10 w 10"/>
                <a:gd name="T35" fmla="*/ 7 h 11"/>
                <a:gd name="T36" fmla="*/ 9 w 10"/>
                <a:gd name="T37" fmla="*/ 10 h 11"/>
                <a:gd name="T38" fmla="*/ 8 w 10"/>
                <a:gd name="T39" fmla="*/ 11 h 11"/>
                <a:gd name="T40" fmla="*/ 5 w 10"/>
                <a:gd name="T41" fmla="*/ 11 h 11"/>
                <a:gd name="T42" fmla="*/ 5 w 10"/>
                <a:gd name="T43" fmla="*/ 2 h 11"/>
                <a:gd name="T44" fmla="*/ 5 w 10"/>
                <a:gd name="T45" fmla="*/ 2 h 11"/>
                <a:gd name="T46" fmla="*/ 2 w 10"/>
                <a:gd name="T47" fmla="*/ 3 h 11"/>
                <a:gd name="T48" fmla="*/ 2 w 10"/>
                <a:gd name="T49" fmla="*/ 6 h 11"/>
                <a:gd name="T50" fmla="*/ 2 w 10"/>
                <a:gd name="T51" fmla="*/ 6 h 11"/>
                <a:gd name="T52" fmla="*/ 2 w 10"/>
                <a:gd name="T53" fmla="*/ 8 h 11"/>
                <a:gd name="T54" fmla="*/ 5 w 10"/>
                <a:gd name="T55" fmla="*/ 10 h 11"/>
                <a:gd name="T56" fmla="*/ 5 w 10"/>
                <a:gd name="T57" fmla="*/ 10 h 11"/>
                <a:gd name="T58" fmla="*/ 8 w 10"/>
                <a:gd name="T59" fmla="*/ 8 h 11"/>
                <a:gd name="T60" fmla="*/ 9 w 10"/>
                <a:gd name="T61" fmla="*/ 6 h 11"/>
                <a:gd name="T62" fmla="*/ 9 w 10"/>
                <a:gd name="T63" fmla="*/ 6 h 11"/>
                <a:gd name="T64" fmla="*/ 8 w 10"/>
                <a:gd name="T65" fmla="*/ 3 h 11"/>
                <a:gd name="T66" fmla="*/ 5 w 10"/>
                <a:gd name="T67"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 h="11">
                  <a:moveTo>
                    <a:pt x="5" y="11"/>
                  </a:moveTo>
                  <a:lnTo>
                    <a:pt x="5" y="11"/>
                  </a:lnTo>
                  <a:lnTo>
                    <a:pt x="4" y="11"/>
                  </a:lnTo>
                  <a:lnTo>
                    <a:pt x="1" y="10"/>
                  </a:lnTo>
                  <a:lnTo>
                    <a:pt x="1" y="7"/>
                  </a:lnTo>
                  <a:lnTo>
                    <a:pt x="0" y="6"/>
                  </a:lnTo>
                  <a:lnTo>
                    <a:pt x="0" y="6"/>
                  </a:lnTo>
                  <a:lnTo>
                    <a:pt x="1" y="3"/>
                  </a:lnTo>
                  <a:lnTo>
                    <a:pt x="1" y="2"/>
                  </a:lnTo>
                  <a:lnTo>
                    <a:pt x="4" y="0"/>
                  </a:lnTo>
                  <a:lnTo>
                    <a:pt x="5" y="0"/>
                  </a:lnTo>
                  <a:lnTo>
                    <a:pt x="5" y="0"/>
                  </a:lnTo>
                  <a:lnTo>
                    <a:pt x="8" y="0"/>
                  </a:lnTo>
                  <a:lnTo>
                    <a:pt x="9" y="2"/>
                  </a:lnTo>
                  <a:lnTo>
                    <a:pt x="10" y="3"/>
                  </a:lnTo>
                  <a:lnTo>
                    <a:pt x="10" y="6"/>
                  </a:lnTo>
                  <a:lnTo>
                    <a:pt x="10" y="6"/>
                  </a:lnTo>
                  <a:lnTo>
                    <a:pt x="10" y="7"/>
                  </a:lnTo>
                  <a:lnTo>
                    <a:pt x="9" y="10"/>
                  </a:lnTo>
                  <a:lnTo>
                    <a:pt x="8" y="11"/>
                  </a:lnTo>
                  <a:lnTo>
                    <a:pt x="5" y="11"/>
                  </a:lnTo>
                  <a:close/>
                  <a:moveTo>
                    <a:pt x="5" y="2"/>
                  </a:moveTo>
                  <a:lnTo>
                    <a:pt x="5" y="2"/>
                  </a:lnTo>
                  <a:lnTo>
                    <a:pt x="2" y="3"/>
                  </a:lnTo>
                  <a:lnTo>
                    <a:pt x="2" y="6"/>
                  </a:lnTo>
                  <a:lnTo>
                    <a:pt x="2" y="6"/>
                  </a:lnTo>
                  <a:lnTo>
                    <a:pt x="2" y="8"/>
                  </a:lnTo>
                  <a:lnTo>
                    <a:pt x="5" y="10"/>
                  </a:lnTo>
                  <a:lnTo>
                    <a:pt x="5" y="10"/>
                  </a:lnTo>
                  <a:lnTo>
                    <a:pt x="8" y="8"/>
                  </a:lnTo>
                  <a:lnTo>
                    <a:pt x="9" y="6"/>
                  </a:lnTo>
                  <a:lnTo>
                    <a:pt x="9" y="6"/>
                  </a:lnTo>
                  <a:lnTo>
                    <a:pt x="8" y="3"/>
                  </a:lnTo>
                  <a:lnTo>
                    <a:pt x="5" y="2"/>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3" name="Freeform 1575"/>
            <p:cNvSpPr/>
            <p:nvPr/>
          </p:nvSpPr>
          <p:spPr bwMode="auto">
            <a:xfrm>
              <a:off x="5092700" y="4597400"/>
              <a:ext cx="15875" cy="17463"/>
            </a:xfrm>
            <a:custGeom>
              <a:avLst/>
              <a:gdLst>
                <a:gd name="T0" fmla="*/ 5 w 10"/>
                <a:gd name="T1" fmla="*/ 11 h 11"/>
                <a:gd name="T2" fmla="*/ 5 w 10"/>
                <a:gd name="T3" fmla="*/ 11 h 11"/>
                <a:gd name="T4" fmla="*/ 4 w 10"/>
                <a:gd name="T5" fmla="*/ 11 h 11"/>
                <a:gd name="T6" fmla="*/ 1 w 10"/>
                <a:gd name="T7" fmla="*/ 10 h 11"/>
                <a:gd name="T8" fmla="*/ 1 w 10"/>
                <a:gd name="T9" fmla="*/ 7 h 11"/>
                <a:gd name="T10" fmla="*/ 0 w 10"/>
                <a:gd name="T11" fmla="*/ 6 h 11"/>
                <a:gd name="T12" fmla="*/ 0 w 10"/>
                <a:gd name="T13" fmla="*/ 6 h 11"/>
                <a:gd name="T14" fmla="*/ 1 w 10"/>
                <a:gd name="T15" fmla="*/ 3 h 11"/>
                <a:gd name="T16" fmla="*/ 1 w 10"/>
                <a:gd name="T17" fmla="*/ 2 h 11"/>
                <a:gd name="T18" fmla="*/ 4 w 10"/>
                <a:gd name="T19" fmla="*/ 0 h 11"/>
                <a:gd name="T20" fmla="*/ 5 w 10"/>
                <a:gd name="T21" fmla="*/ 0 h 11"/>
                <a:gd name="T22" fmla="*/ 5 w 10"/>
                <a:gd name="T23" fmla="*/ 0 h 11"/>
                <a:gd name="T24" fmla="*/ 8 w 10"/>
                <a:gd name="T25" fmla="*/ 0 h 11"/>
                <a:gd name="T26" fmla="*/ 9 w 10"/>
                <a:gd name="T27" fmla="*/ 2 h 11"/>
                <a:gd name="T28" fmla="*/ 10 w 10"/>
                <a:gd name="T29" fmla="*/ 3 h 11"/>
                <a:gd name="T30" fmla="*/ 10 w 10"/>
                <a:gd name="T31" fmla="*/ 6 h 11"/>
                <a:gd name="T32" fmla="*/ 10 w 10"/>
                <a:gd name="T33" fmla="*/ 6 h 11"/>
                <a:gd name="T34" fmla="*/ 10 w 10"/>
                <a:gd name="T35" fmla="*/ 7 h 11"/>
                <a:gd name="T36" fmla="*/ 9 w 10"/>
                <a:gd name="T37" fmla="*/ 10 h 11"/>
                <a:gd name="T38" fmla="*/ 8 w 10"/>
                <a:gd name="T39" fmla="*/ 11 h 11"/>
                <a:gd name="T40" fmla="*/ 5 w 10"/>
                <a:gd name="T41"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1">
                  <a:moveTo>
                    <a:pt x="5" y="11"/>
                  </a:moveTo>
                  <a:lnTo>
                    <a:pt x="5" y="11"/>
                  </a:lnTo>
                  <a:lnTo>
                    <a:pt x="4" y="11"/>
                  </a:lnTo>
                  <a:lnTo>
                    <a:pt x="1" y="10"/>
                  </a:lnTo>
                  <a:lnTo>
                    <a:pt x="1" y="7"/>
                  </a:lnTo>
                  <a:lnTo>
                    <a:pt x="0" y="6"/>
                  </a:lnTo>
                  <a:lnTo>
                    <a:pt x="0" y="6"/>
                  </a:lnTo>
                  <a:lnTo>
                    <a:pt x="1" y="3"/>
                  </a:lnTo>
                  <a:lnTo>
                    <a:pt x="1" y="2"/>
                  </a:lnTo>
                  <a:lnTo>
                    <a:pt x="4" y="0"/>
                  </a:lnTo>
                  <a:lnTo>
                    <a:pt x="5" y="0"/>
                  </a:lnTo>
                  <a:lnTo>
                    <a:pt x="5" y="0"/>
                  </a:lnTo>
                  <a:lnTo>
                    <a:pt x="8" y="0"/>
                  </a:lnTo>
                  <a:lnTo>
                    <a:pt x="9" y="2"/>
                  </a:lnTo>
                  <a:lnTo>
                    <a:pt x="10" y="3"/>
                  </a:lnTo>
                  <a:lnTo>
                    <a:pt x="10" y="6"/>
                  </a:lnTo>
                  <a:lnTo>
                    <a:pt x="10" y="6"/>
                  </a:lnTo>
                  <a:lnTo>
                    <a:pt x="10" y="7"/>
                  </a:lnTo>
                  <a:lnTo>
                    <a:pt x="9" y="10"/>
                  </a:lnTo>
                  <a:lnTo>
                    <a:pt x="8" y="11"/>
                  </a:lnTo>
                  <a:lnTo>
                    <a:pt x="5" y="11"/>
                  </a:lnTo>
                </a:path>
              </a:pathLst>
            </a:custGeom>
            <a:noFill/>
            <a:ln>
              <a:noFill/>
            </a:ln>
          </p:spPr>
          <p:txBody>
            <a:bodyPr vert="horz" wrap="square" lIns="91440" tIns="45720" rIns="91440" bIns="45720" numCol="1" anchor="t" anchorCtr="0" compatLnSpc="1"/>
            <a:lstStyle/>
            <a:p>
              <a:endParaRPr lang="en-US"/>
            </a:p>
          </p:txBody>
        </p:sp>
        <p:sp>
          <p:nvSpPr>
            <p:cNvPr id="194" name="Freeform 1576"/>
            <p:cNvSpPr/>
            <p:nvPr/>
          </p:nvSpPr>
          <p:spPr bwMode="auto">
            <a:xfrm>
              <a:off x="5095875" y="4600575"/>
              <a:ext cx="11113" cy="12700"/>
            </a:xfrm>
            <a:custGeom>
              <a:avLst/>
              <a:gdLst>
                <a:gd name="T0" fmla="*/ 3 w 7"/>
                <a:gd name="T1" fmla="*/ 0 h 8"/>
                <a:gd name="T2" fmla="*/ 3 w 7"/>
                <a:gd name="T3" fmla="*/ 0 h 8"/>
                <a:gd name="T4" fmla="*/ 0 w 7"/>
                <a:gd name="T5" fmla="*/ 1 h 8"/>
                <a:gd name="T6" fmla="*/ 0 w 7"/>
                <a:gd name="T7" fmla="*/ 4 h 8"/>
                <a:gd name="T8" fmla="*/ 0 w 7"/>
                <a:gd name="T9" fmla="*/ 4 h 8"/>
                <a:gd name="T10" fmla="*/ 0 w 7"/>
                <a:gd name="T11" fmla="*/ 6 h 8"/>
                <a:gd name="T12" fmla="*/ 3 w 7"/>
                <a:gd name="T13" fmla="*/ 8 h 8"/>
                <a:gd name="T14" fmla="*/ 3 w 7"/>
                <a:gd name="T15" fmla="*/ 8 h 8"/>
                <a:gd name="T16" fmla="*/ 6 w 7"/>
                <a:gd name="T17" fmla="*/ 6 h 8"/>
                <a:gd name="T18" fmla="*/ 7 w 7"/>
                <a:gd name="T19" fmla="*/ 4 h 8"/>
                <a:gd name="T20" fmla="*/ 7 w 7"/>
                <a:gd name="T21" fmla="*/ 4 h 8"/>
                <a:gd name="T22" fmla="*/ 6 w 7"/>
                <a:gd name="T23" fmla="*/ 1 h 8"/>
                <a:gd name="T24" fmla="*/ 3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3" y="0"/>
                  </a:moveTo>
                  <a:lnTo>
                    <a:pt x="3" y="0"/>
                  </a:lnTo>
                  <a:lnTo>
                    <a:pt x="0" y="1"/>
                  </a:lnTo>
                  <a:lnTo>
                    <a:pt x="0" y="4"/>
                  </a:lnTo>
                  <a:lnTo>
                    <a:pt x="0" y="4"/>
                  </a:lnTo>
                  <a:lnTo>
                    <a:pt x="0" y="6"/>
                  </a:lnTo>
                  <a:lnTo>
                    <a:pt x="3" y="8"/>
                  </a:lnTo>
                  <a:lnTo>
                    <a:pt x="3" y="8"/>
                  </a:lnTo>
                  <a:lnTo>
                    <a:pt x="6" y="6"/>
                  </a:lnTo>
                  <a:lnTo>
                    <a:pt x="7" y="4"/>
                  </a:lnTo>
                  <a:lnTo>
                    <a:pt x="7" y="4"/>
                  </a:lnTo>
                  <a:lnTo>
                    <a:pt x="6" y="1"/>
                  </a:lnTo>
                  <a:lnTo>
                    <a:pt x="3" y="0"/>
                  </a:lnTo>
                </a:path>
              </a:pathLst>
            </a:custGeom>
            <a:noFill/>
            <a:ln>
              <a:noFill/>
            </a:ln>
          </p:spPr>
          <p:txBody>
            <a:bodyPr vert="horz" wrap="square" lIns="91440" tIns="45720" rIns="91440" bIns="45720" numCol="1" anchor="t" anchorCtr="0" compatLnSpc="1"/>
            <a:lstStyle/>
            <a:p>
              <a:endParaRPr lang="en-US"/>
            </a:p>
          </p:txBody>
        </p:sp>
        <p:sp>
          <p:nvSpPr>
            <p:cNvPr id="195" name="Freeform 1577"/>
            <p:cNvSpPr>
              <a:spLocks noEditPoints="1"/>
            </p:cNvSpPr>
            <p:nvPr/>
          </p:nvSpPr>
          <p:spPr bwMode="auto">
            <a:xfrm>
              <a:off x="5114925" y="4551363"/>
              <a:ext cx="15875" cy="15875"/>
            </a:xfrm>
            <a:custGeom>
              <a:avLst/>
              <a:gdLst>
                <a:gd name="T0" fmla="*/ 6 w 10"/>
                <a:gd name="T1" fmla="*/ 10 h 10"/>
                <a:gd name="T2" fmla="*/ 6 w 10"/>
                <a:gd name="T3" fmla="*/ 10 h 10"/>
                <a:gd name="T4" fmla="*/ 3 w 10"/>
                <a:gd name="T5" fmla="*/ 10 h 10"/>
                <a:gd name="T6" fmla="*/ 2 w 10"/>
                <a:gd name="T7" fmla="*/ 9 h 10"/>
                <a:gd name="T8" fmla="*/ 0 w 10"/>
                <a:gd name="T9" fmla="*/ 8 h 10"/>
                <a:gd name="T10" fmla="*/ 0 w 10"/>
                <a:gd name="T11" fmla="*/ 5 h 10"/>
                <a:gd name="T12" fmla="*/ 0 w 10"/>
                <a:gd name="T13" fmla="*/ 5 h 10"/>
                <a:gd name="T14" fmla="*/ 0 w 10"/>
                <a:gd name="T15" fmla="*/ 4 h 10"/>
                <a:gd name="T16" fmla="*/ 2 w 10"/>
                <a:gd name="T17" fmla="*/ 1 h 10"/>
                <a:gd name="T18" fmla="*/ 3 w 10"/>
                <a:gd name="T19" fmla="*/ 1 h 10"/>
                <a:gd name="T20" fmla="*/ 6 w 10"/>
                <a:gd name="T21" fmla="*/ 0 h 10"/>
                <a:gd name="T22" fmla="*/ 6 w 10"/>
                <a:gd name="T23" fmla="*/ 0 h 10"/>
                <a:gd name="T24" fmla="*/ 7 w 10"/>
                <a:gd name="T25" fmla="*/ 1 h 10"/>
                <a:gd name="T26" fmla="*/ 9 w 10"/>
                <a:gd name="T27" fmla="*/ 1 h 10"/>
                <a:gd name="T28" fmla="*/ 10 w 10"/>
                <a:gd name="T29" fmla="*/ 4 h 10"/>
                <a:gd name="T30" fmla="*/ 10 w 10"/>
                <a:gd name="T31" fmla="*/ 5 h 10"/>
                <a:gd name="T32" fmla="*/ 10 w 10"/>
                <a:gd name="T33" fmla="*/ 5 h 10"/>
                <a:gd name="T34" fmla="*/ 10 w 10"/>
                <a:gd name="T35" fmla="*/ 8 h 10"/>
                <a:gd name="T36" fmla="*/ 9 w 10"/>
                <a:gd name="T37" fmla="*/ 9 h 10"/>
                <a:gd name="T38" fmla="*/ 7 w 10"/>
                <a:gd name="T39" fmla="*/ 10 h 10"/>
                <a:gd name="T40" fmla="*/ 6 w 10"/>
                <a:gd name="T41" fmla="*/ 10 h 10"/>
                <a:gd name="T42" fmla="*/ 6 w 10"/>
                <a:gd name="T43" fmla="*/ 1 h 10"/>
                <a:gd name="T44" fmla="*/ 6 w 10"/>
                <a:gd name="T45" fmla="*/ 1 h 10"/>
                <a:gd name="T46" fmla="*/ 3 w 10"/>
                <a:gd name="T47" fmla="*/ 2 h 10"/>
                <a:gd name="T48" fmla="*/ 2 w 10"/>
                <a:gd name="T49" fmla="*/ 5 h 10"/>
                <a:gd name="T50" fmla="*/ 2 w 10"/>
                <a:gd name="T51" fmla="*/ 5 h 10"/>
                <a:gd name="T52" fmla="*/ 3 w 10"/>
                <a:gd name="T53" fmla="*/ 8 h 10"/>
                <a:gd name="T54" fmla="*/ 6 w 10"/>
                <a:gd name="T55" fmla="*/ 9 h 10"/>
                <a:gd name="T56" fmla="*/ 6 w 10"/>
                <a:gd name="T57" fmla="*/ 9 h 10"/>
                <a:gd name="T58" fmla="*/ 7 w 10"/>
                <a:gd name="T59" fmla="*/ 8 h 10"/>
                <a:gd name="T60" fmla="*/ 9 w 10"/>
                <a:gd name="T61" fmla="*/ 5 h 10"/>
                <a:gd name="T62" fmla="*/ 9 w 10"/>
                <a:gd name="T63" fmla="*/ 5 h 10"/>
                <a:gd name="T64" fmla="*/ 7 w 10"/>
                <a:gd name="T65" fmla="*/ 2 h 10"/>
                <a:gd name="T66" fmla="*/ 6 w 10"/>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 h="10">
                  <a:moveTo>
                    <a:pt x="6" y="10"/>
                  </a:moveTo>
                  <a:lnTo>
                    <a:pt x="6" y="10"/>
                  </a:lnTo>
                  <a:lnTo>
                    <a:pt x="3" y="10"/>
                  </a:lnTo>
                  <a:lnTo>
                    <a:pt x="2" y="9"/>
                  </a:lnTo>
                  <a:lnTo>
                    <a:pt x="0" y="8"/>
                  </a:lnTo>
                  <a:lnTo>
                    <a:pt x="0" y="5"/>
                  </a:lnTo>
                  <a:lnTo>
                    <a:pt x="0" y="5"/>
                  </a:lnTo>
                  <a:lnTo>
                    <a:pt x="0" y="4"/>
                  </a:lnTo>
                  <a:lnTo>
                    <a:pt x="2" y="1"/>
                  </a:lnTo>
                  <a:lnTo>
                    <a:pt x="3" y="1"/>
                  </a:lnTo>
                  <a:lnTo>
                    <a:pt x="6" y="0"/>
                  </a:lnTo>
                  <a:lnTo>
                    <a:pt x="6" y="0"/>
                  </a:lnTo>
                  <a:lnTo>
                    <a:pt x="7" y="1"/>
                  </a:lnTo>
                  <a:lnTo>
                    <a:pt x="9" y="1"/>
                  </a:lnTo>
                  <a:lnTo>
                    <a:pt x="10" y="4"/>
                  </a:lnTo>
                  <a:lnTo>
                    <a:pt x="10" y="5"/>
                  </a:lnTo>
                  <a:lnTo>
                    <a:pt x="10" y="5"/>
                  </a:lnTo>
                  <a:lnTo>
                    <a:pt x="10" y="8"/>
                  </a:lnTo>
                  <a:lnTo>
                    <a:pt x="9" y="9"/>
                  </a:lnTo>
                  <a:lnTo>
                    <a:pt x="7" y="10"/>
                  </a:lnTo>
                  <a:lnTo>
                    <a:pt x="6" y="10"/>
                  </a:lnTo>
                  <a:close/>
                  <a:moveTo>
                    <a:pt x="6" y="1"/>
                  </a:moveTo>
                  <a:lnTo>
                    <a:pt x="6" y="1"/>
                  </a:lnTo>
                  <a:lnTo>
                    <a:pt x="3" y="2"/>
                  </a:lnTo>
                  <a:lnTo>
                    <a:pt x="2" y="5"/>
                  </a:lnTo>
                  <a:lnTo>
                    <a:pt x="2" y="5"/>
                  </a:lnTo>
                  <a:lnTo>
                    <a:pt x="3" y="8"/>
                  </a:lnTo>
                  <a:lnTo>
                    <a:pt x="6" y="9"/>
                  </a:lnTo>
                  <a:lnTo>
                    <a:pt x="6" y="9"/>
                  </a:lnTo>
                  <a:lnTo>
                    <a:pt x="7" y="8"/>
                  </a:lnTo>
                  <a:lnTo>
                    <a:pt x="9" y="5"/>
                  </a:lnTo>
                  <a:lnTo>
                    <a:pt x="9" y="5"/>
                  </a:lnTo>
                  <a:lnTo>
                    <a:pt x="7"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6" name="Freeform 1578"/>
            <p:cNvSpPr/>
            <p:nvPr/>
          </p:nvSpPr>
          <p:spPr bwMode="auto">
            <a:xfrm>
              <a:off x="5114925" y="4551363"/>
              <a:ext cx="15875" cy="15875"/>
            </a:xfrm>
            <a:custGeom>
              <a:avLst/>
              <a:gdLst>
                <a:gd name="T0" fmla="*/ 6 w 10"/>
                <a:gd name="T1" fmla="*/ 10 h 10"/>
                <a:gd name="T2" fmla="*/ 6 w 10"/>
                <a:gd name="T3" fmla="*/ 10 h 10"/>
                <a:gd name="T4" fmla="*/ 3 w 10"/>
                <a:gd name="T5" fmla="*/ 10 h 10"/>
                <a:gd name="T6" fmla="*/ 2 w 10"/>
                <a:gd name="T7" fmla="*/ 9 h 10"/>
                <a:gd name="T8" fmla="*/ 0 w 10"/>
                <a:gd name="T9" fmla="*/ 8 h 10"/>
                <a:gd name="T10" fmla="*/ 0 w 10"/>
                <a:gd name="T11" fmla="*/ 5 h 10"/>
                <a:gd name="T12" fmla="*/ 0 w 10"/>
                <a:gd name="T13" fmla="*/ 5 h 10"/>
                <a:gd name="T14" fmla="*/ 0 w 10"/>
                <a:gd name="T15" fmla="*/ 4 h 10"/>
                <a:gd name="T16" fmla="*/ 2 w 10"/>
                <a:gd name="T17" fmla="*/ 1 h 10"/>
                <a:gd name="T18" fmla="*/ 3 w 10"/>
                <a:gd name="T19" fmla="*/ 1 h 10"/>
                <a:gd name="T20" fmla="*/ 6 w 10"/>
                <a:gd name="T21" fmla="*/ 0 h 10"/>
                <a:gd name="T22" fmla="*/ 6 w 10"/>
                <a:gd name="T23" fmla="*/ 0 h 10"/>
                <a:gd name="T24" fmla="*/ 7 w 10"/>
                <a:gd name="T25" fmla="*/ 1 h 10"/>
                <a:gd name="T26" fmla="*/ 9 w 10"/>
                <a:gd name="T27" fmla="*/ 1 h 10"/>
                <a:gd name="T28" fmla="*/ 10 w 10"/>
                <a:gd name="T29" fmla="*/ 4 h 10"/>
                <a:gd name="T30" fmla="*/ 10 w 10"/>
                <a:gd name="T31" fmla="*/ 5 h 10"/>
                <a:gd name="T32" fmla="*/ 10 w 10"/>
                <a:gd name="T33" fmla="*/ 5 h 10"/>
                <a:gd name="T34" fmla="*/ 10 w 10"/>
                <a:gd name="T35" fmla="*/ 8 h 10"/>
                <a:gd name="T36" fmla="*/ 9 w 10"/>
                <a:gd name="T37" fmla="*/ 9 h 10"/>
                <a:gd name="T38" fmla="*/ 7 w 10"/>
                <a:gd name="T39" fmla="*/ 10 h 10"/>
                <a:gd name="T40" fmla="*/ 6 w 10"/>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0">
                  <a:moveTo>
                    <a:pt x="6" y="10"/>
                  </a:moveTo>
                  <a:lnTo>
                    <a:pt x="6" y="10"/>
                  </a:lnTo>
                  <a:lnTo>
                    <a:pt x="3" y="10"/>
                  </a:lnTo>
                  <a:lnTo>
                    <a:pt x="2" y="9"/>
                  </a:lnTo>
                  <a:lnTo>
                    <a:pt x="0" y="8"/>
                  </a:lnTo>
                  <a:lnTo>
                    <a:pt x="0" y="5"/>
                  </a:lnTo>
                  <a:lnTo>
                    <a:pt x="0" y="5"/>
                  </a:lnTo>
                  <a:lnTo>
                    <a:pt x="0" y="4"/>
                  </a:lnTo>
                  <a:lnTo>
                    <a:pt x="2" y="1"/>
                  </a:lnTo>
                  <a:lnTo>
                    <a:pt x="3" y="1"/>
                  </a:lnTo>
                  <a:lnTo>
                    <a:pt x="6" y="0"/>
                  </a:lnTo>
                  <a:lnTo>
                    <a:pt x="6" y="0"/>
                  </a:lnTo>
                  <a:lnTo>
                    <a:pt x="7" y="1"/>
                  </a:lnTo>
                  <a:lnTo>
                    <a:pt x="9" y="1"/>
                  </a:lnTo>
                  <a:lnTo>
                    <a:pt x="10" y="4"/>
                  </a:lnTo>
                  <a:lnTo>
                    <a:pt x="10" y="5"/>
                  </a:lnTo>
                  <a:lnTo>
                    <a:pt x="10" y="5"/>
                  </a:lnTo>
                  <a:lnTo>
                    <a:pt x="10" y="8"/>
                  </a:lnTo>
                  <a:lnTo>
                    <a:pt x="9"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197" name="Freeform 1579"/>
            <p:cNvSpPr/>
            <p:nvPr/>
          </p:nvSpPr>
          <p:spPr bwMode="auto">
            <a:xfrm>
              <a:off x="5118100" y="4552950"/>
              <a:ext cx="11113" cy="12700"/>
            </a:xfrm>
            <a:custGeom>
              <a:avLst/>
              <a:gdLst>
                <a:gd name="T0" fmla="*/ 4 w 7"/>
                <a:gd name="T1" fmla="*/ 0 h 8"/>
                <a:gd name="T2" fmla="*/ 4 w 7"/>
                <a:gd name="T3" fmla="*/ 0 h 8"/>
                <a:gd name="T4" fmla="*/ 1 w 7"/>
                <a:gd name="T5" fmla="*/ 1 h 8"/>
                <a:gd name="T6" fmla="*/ 0 w 7"/>
                <a:gd name="T7" fmla="*/ 4 h 8"/>
                <a:gd name="T8" fmla="*/ 0 w 7"/>
                <a:gd name="T9" fmla="*/ 4 h 8"/>
                <a:gd name="T10" fmla="*/ 1 w 7"/>
                <a:gd name="T11" fmla="*/ 7 h 8"/>
                <a:gd name="T12" fmla="*/ 4 w 7"/>
                <a:gd name="T13" fmla="*/ 8 h 8"/>
                <a:gd name="T14" fmla="*/ 4 w 7"/>
                <a:gd name="T15" fmla="*/ 8 h 8"/>
                <a:gd name="T16" fmla="*/ 5 w 7"/>
                <a:gd name="T17" fmla="*/ 7 h 8"/>
                <a:gd name="T18" fmla="*/ 7 w 7"/>
                <a:gd name="T19" fmla="*/ 4 h 8"/>
                <a:gd name="T20" fmla="*/ 7 w 7"/>
                <a:gd name="T21" fmla="*/ 4 h 8"/>
                <a:gd name="T22" fmla="*/ 5 w 7"/>
                <a:gd name="T23" fmla="*/ 1 h 8"/>
                <a:gd name="T24" fmla="*/ 4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4" y="0"/>
                  </a:moveTo>
                  <a:lnTo>
                    <a:pt x="4" y="0"/>
                  </a:lnTo>
                  <a:lnTo>
                    <a:pt x="1" y="1"/>
                  </a:lnTo>
                  <a:lnTo>
                    <a:pt x="0" y="4"/>
                  </a:lnTo>
                  <a:lnTo>
                    <a:pt x="0" y="4"/>
                  </a:lnTo>
                  <a:lnTo>
                    <a:pt x="1" y="7"/>
                  </a:lnTo>
                  <a:lnTo>
                    <a:pt x="4" y="8"/>
                  </a:lnTo>
                  <a:lnTo>
                    <a:pt x="4" y="8"/>
                  </a:lnTo>
                  <a:lnTo>
                    <a:pt x="5" y="7"/>
                  </a:lnTo>
                  <a:lnTo>
                    <a:pt x="7" y="4"/>
                  </a:lnTo>
                  <a:lnTo>
                    <a:pt x="7" y="4"/>
                  </a:lnTo>
                  <a:lnTo>
                    <a:pt x="5" y="1"/>
                  </a:lnTo>
                  <a:lnTo>
                    <a:pt x="4" y="0"/>
                  </a:lnTo>
                </a:path>
              </a:pathLst>
            </a:custGeom>
            <a:noFill/>
            <a:ln>
              <a:noFill/>
            </a:ln>
          </p:spPr>
          <p:txBody>
            <a:bodyPr vert="horz" wrap="square" lIns="91440" tIns="45720" rIns="91440" bIns="45720" numCol="1" anchor="t" anchorCtr="0" compatLnSpc="1"/>
            <a:lstStyle/>
            <a:p>
              <a:endParaRPr lang="en-US"/>
            </a:p>
          </p:txBody>
        </p:sp>
        <p:sp>
          <p:nvSpPr>
            <p:cNvPr id="198" name="Freeform 1580"/>
            <p:cNvSpPr>
              <a:spLocks noEditPoints="1"/>
            </p:cNvSpPr>
            <p:nvPr/>
          </p:nvSpPr>
          <p:spPr bwMode="auto">
            <a:xfrm>
              <a:off x="5205413" y="4551363"/>
              <a:ext cx="17463" cy="15875"/>
            </a:xfrm>
            <a:custGeom>
              <a:avLst/>
              <a:gdLst>
                <a:gd name="T0" fmla="*/ 6 w 11"/>
                <a:gd name="T1" fmla="*/ 10 h 10"/>
                <a:gd name="T2" fmla="*/ 6 w 11"/>
                <a:gd name="T3" fmla="*/ 10 h 10"/>
                <a:gd name="T4" fmla="*/ 4 w 11"/>
                <a:gd name="T5" fmla="*/ 10 h 10"/>
                <a:gd name="T6" fmla="*/ 3 w 11"/>
                <a:gd name="T7" fmla="*/ 9 h 10"/>
                <a:gd name="T8" fmla="*/ 2 w 11"/>
                <a:gd name="T9" fmla="*/ 8 h 10"/>
                <a:gd name="T10" fmla="*/ 0 w 11"/>
                <a:gd name="T11" fmla="*/ 5 h 10"/>
                <a:gd name="T12" fmla="*/ 0 w 11"/>
                <a:gd name="T13" fmla="*/ 5 h 10"/>
                <a:gd name="T14" fmla="*/ 2 w 11"/>
                <a:gd name="T15" fmla="*/ 4 h 10"/>
                <a:gd name="T16" fmla="*/ 3 w 11"/>
                <a:gd name="T17" fmla="*/ 1 h 10"/>
                <a:gd name="T18" fmla="*/ 4 w 11"/>
                <a:gd name="T19" fmla="*/ 0 h 10"/>
                <a:gd name="T20" fmla="*/ 6 w 11"/>
                <a:gd name="T21" fmla="*/ 0 h 10"/>
                <a:gd name="T22" fmla="*/ 6 w 11"/>
                <a:gd name="T23" fmla="*/ 0 h 10"/>
                <a:gd name="T24" fmla="*/ 8 w 11"/>
                <a:gd name="T25" fmla="*/ 0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6 w 11"/>
                <a:gd name="T41" fmla="*/ 10 h 10"/>
                <a:gd name="T42" fmla="*/ 6 w 11"/>
                <a:gd name="T43" fmla="*/ 1 h 10"/>
                <a:gd name="T44" fmla="*/ 6 w 11"/>
                <a:gd name="T45" fmla="*/ 1 h 10"/>
                <a:gd name="T46" fmla="*/ 3 w 11"/>
                <a:gd name="T47" fmla="*/ 2 h 10"/>
                <a:gd name="T48" fmla="*/ 3 w 11"/>
                <a:gd name="T49" fmla="*/ 5 h 10"/>
                <a:gd name="T50" fmla="*/ 3 w 11"/>
                <a:gd name="T51" fmla="*/ 5 h 10"/>
                <a:gd name="T52" fmla="*/ 3 w 11"/>
                <a:gd name="T53" fmla="*/ 8 h 10"/>
                <a:gd name="T54" fmla="*/ 6 w 11"/>
                <a:gd name="T55" fmla="*/ 9 h 10"/>
                <a:gd name="T56" fmla="*/ 6 w 11"/>
                <a:gd name="T57" fmla="*/ 9 h 10"/>
                <a:gd name="T58" fmla="*/ 8 w 11"/>
                <a:gd name="T59" fmla="*/ 8 h 10"/>
                <a:gd name="T60" fmla="*/ 10 w 11"/>
                <a:gd name="T61" fmla="*/ 5 h 10"/>
                <a:gd name="T62" fmla="*/ 10 w 11"/>
                <a:gd name="T63" fmla="*/ 5 h 10"/>
                <a:gd name="T64" fmla="*/ 8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4" y="10"/>
                  </a:lnTo>
                  <a:lnTo>
                    <a:pt x="3" y="9"/>
                  </a:lnTo>
                  <a:lnTo>
                    <a:pt x="2" y="8"/>
                  </a:lnTo>
                  <a:lnTo>
                    <a:pt x="0" y="5"/>
                  </a:lnTo>
                  <a:lnTo>
                    <a:pt x="0" y="5"/>
                  </a:lnTo>
                  <a:lnTo>
                    <a:pt x="2" y="4"/>
                  </a:lnTo>
                  <a:lnTo>
                    <a:pt x="3" y="1"/>
                  </a:lnTo>
                  <a:lnTo>
                    <a:pt x="4" y="0"/>
                  </a:lnTo>
                  <a:lnTo>
                    <a:pt x="6" y="0"/>
                  </a:lnTo>
                  <a:lnTo>
                    <a:pt x="6" y="0"/>
                  </a:lnTo>
                  <a:lnTo>
                    <a:pt x="8" y="0"/>
                  </a:lnTo>
                  <a:lnTo>
                    <a:pt x="10" y="1"/>
                  </a:lnTo>
                  <a:lnTo>
                    <a:pt x="11" y="4"/>
                  </a:lnTo>
                  <a:lnTo>
                    <a:pt x="11" y="5"/>
                  </a:lnTo>
                  <a:lnTo>
                    <a:pt x="11" y="5"/>
                  </a:lnTo>
                  <a:lnTo>
                    <a:pt x="11" y="8"/>
                  </a:lnTo>
                  <a:lnTo>
                    <a:pt x="10" y="9"/>
                  </a:lnTo>
                  <a:lnTo>
                    <a:pt x="8" y="10"/>
                  </a:lnTo>
                  <a:lnTo>
                    <a:pt x="6" y="10"/>
                  </a:lnTo>
                  <a:close/>
                  <a:moveTo>
                    <a:pt x="6" y="1"/>
                  </a:moveTo>
                  <a:lnTo>
                    <a:pt x="6" y="1"/>
                  </a:lnTo>
                  <a:lnTo>
                    <a:pt x="3" y="2"/>
                  </a:lnTo>
                  <a:lnTo>
                    <a:pt x="3" y="5"/>
                  </a:lnTo>
                  <a:lnTo>
                    <a:pt x="3" y="5"/>
                  </a:lnTo>
                  <a:lnTo>
                    <a:pt x="3" y="8"/>
                  </a:lnTo>
                  <a:lnTo>
                    <a:pt x="6" y="9"/>
                  </a:lnTo>
                  <a:lnTo>
                    <a:pt x="6" y="9"/>
                  </a:lnTo>
                  <a:lnTo>
                    <a:pt x="8" y="8"/>
                  </a:lnTo>
                  <a:lnTo>
                    <a:pt x="10" y="5"/>
                  </a:lnTo>
                  <a:lnTo>
                    <a:pt x="10" y="5"/>
                  </a:lnTo>
                  <a:lnTo>
                    <a:pt x="8"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199" name="Freeform 1581"/>
            <p:cNvSpPr/>
            <p:nvPr/>
          </p:nvSpPr>
          <p:spPr bwMode="auto">
            <a:xfrm>
              <a:off x="5205413" y="4551363"/>
              <a:ext cx="17463" cy="15875"/>
            </a:xfrm>
            <a:custGeom>
              <a:avLst/>
              <a:gdLst>
                <a:gd name="T0" fmla="*/ 6 w 11"/>
                <a:gd name="T1" fmla="*/ 10 h 10"/>
                <a:gd name="T2" fmla="*/ 6 w 11"/>
                <a:gd name="T3" fmla="*/ 10 h 10"/>
                <a:gd name="T4" fmla="*/ 4 w 11"/>
                <a:gd name="T5" fmla="*/ 10 h 10"/>
                <a:gd name="T6" fmla="*/ 3 w 11"/>
                <a:gd name="T7" fmla="*/ 9 h 10"/>
                <a:gd name="T8" fmla="*/ 2 w 11"/>
                <a:gd name="T9" fmla="*/ 8 h 10"/>
                <a:gd name="T10" fmla="*/ 0 w 11"/>
                <a:gd name="T11" fmla="*/ 5 h 10"/>
                <a:gd name="T12" fmla="*/ 0 w 11"/>
                <a:gd name="T13" fmla="*/ 5 h 10"/>
                <a:gd name="T14" fmla="*/ 2 w 11"/>
                <a:gd name="T15" fmla="*/ 4 h 10"/>
                <a:gd name="T16" fmla="*/ 3 w 11"/>
                <a:gd name="T17" fmla="*/ 1 h 10"/>
                <a:gd name="T18" fmla="*/ 4 w 11"/>
                <a:gd name="T19" fmla="*/ 0 h 10"/>
                <a:gd name="T20" fmla="*/ 6 w 11"/>
                <a:gd name="T21" fmla="*/ 0 h 10"/>
                <a:gd name="T22" fmla="*/ 6 w 11"/>
                <a:gd name="T23" fmla="*/ 0 h 10"/>
                <a:gd name="T24" fmla="*/ 8 w 11"/>
                <a:gd name="T25" fmla="*/ 0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4" y="10"/>
                  </a:lnTo>
                  <a:lnTo>
                    <a:pt x="3" y="9"/>
                  </a:lnTo>
                  <a:lnTo>
                    <a:pt x="2" y="8"/>
                  </a:lnTo>
                  <a:lnTo>
                    <a:pt x="0" y="5"/>
                  </a:lnTo>
                  <a:lnTo>
                    <a:pt x="0" y="5"/>
                  </a:lnTo>
                  <a:lnTo>
                    <a:pt x="2" y="4"/>
                  </a:lnTo>
                  <a:lnTo>
                    <a:pt x="3" y="1"/>
                  </a:lnTo>
                  <a:lnTo>
                    <a:pt x="4" y="0"/>
                  </a:lnTo>
                  <a:lnTo>
                    <a:pt x="6" y="0"/>
                  </a:lnTo>
                  <a:lnTo>
                    <a:pt x="6" y="0"/>
                  </a:lnTo>
                  <a:lnTo>
                    <a:pt x="8" y="0"/>
                  </a:lnTo>
                  <a:lnTo>
                    <a:pt x="10" y="1"/>
                  </a:lnTo>
                  <a:lnTo>
                    <a:pt x="11" y="4"/>
                  </a:lnTo>
                  <a:lnTo>
                    <a:pt x="11" y="5"/>
                  </a:lnTo>
                  <a:lnTo>
                    <a:pt x="11" y="5"/>
                  </a:lnTo>
                  <a:lnTo>
                    <a:pt x="11" y="8"/>
                  </a:lnTo>
                  <a:lnTo>
                    <a:pt x="10" y="9"/>
                  </a:lnTo>
                  <a:lnTo>
                    <a:pt x="8" y="10"/>
                  </a:lnTo>
                  <a:lnTo>
                    <a:pt x="6" y="10"/>
                  </a:lnTo>
                </a:path>
              </a:pathLst>
            </a:custGeom>
            <a:noFill/>
            <a:ln>
              <a:noFill/>
            </a:ln>
          </p:spPr>
          <p:txBody>
            <a:bodyPr vert="horz" wrap="square" lIns="91440" tIns="45720" rIns="91440" bIns="45720" numCol="1" anchor="t" anchorCtr="0" compatLnSpc="1"/>
            <a:lstStyle/>
            <a:p>
              <a:endParaRPr lang="en-US"/>
            </a:p>
          </p:txBody>
        </p:sp>
        <p:sp>
          <p:nvSpPr>
            <p:cNvPr id="200" name="Freeform 1582"/>
            <p:cNvSpPr/>
            <p:nvPr/>
          </p:nvSpPr>
          <p:spPr bwMode="auto">
            <a:xfrm>
              <a:off x="5210175" y="4552950"/>
              <a:ext cx="11113" cy="12700"/>
            </a:xfrm>
            <a:custGeom>
              <a:avLst/>
              <a:gdLst>
                <a:gd name="T0" fmla="*/ 3 w 7"/>
                <a:gd name="T1" fmla="*/ 0 h 8"/>
                <a:gd name="T2" fmla="*/ 3 w 7"/>
                <a:gd name="T3" fmla="*/ 0 h 8"/>
                <a:gd name="T4" fmla="*/ 0 w 7"/>
                <a:gd name="T5" fmla="*/ 1 h 8"/>
                <a:gd name="T6" fmla="*/ 0 w 7"/>
                <a:gd name="T7" fmla="*/ 4 h 8"/>
                <a:gd name="T8" fmla="*/ 0 w 7"/>
                <a:gd name="T9" fmla="*/ 4 h 8"/>
                <a:gd name="T10" fmla="*/ 0 w 7"/>
                <a:gd name="T11" fmla="*/ 7 h 8"/>
                <a:gd name="T12" fmla="*/ 3 w 7"/>
                <a:gd name="T13" fmla="*/ 8 h 8"/>
                <a:gd name="T14" fmla="*/ 3 w 7"/>
                <a:gd name="T15" fmla="*/ 8 h 8"/>
                <a:gd name="T16" fmla="*/ 5 w 7"/>
                <a:gd name="T17" fmla="*/ 7 h 8"/>
                <a:gd name="T18" fmla="*/ 7 w 7"/>
                <a:gd name="T19" fmla="*/ 4 h 8"/>
                <a:gd name="T20" fmla="*/ 7 w 7"/>
                <a:gd name="T21" fmla="*/ 4 h 8"/>
                <a:gd name="T22" fmla="*/ 5 w 7"/>
                <a:gd name="T23" fmla="*/ 1 h 8"/>
                <a:gd name="T24" fmla="*/ 3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3" y="0"/>
                  </a:moveTo>
                  <a:lnTo>
                    <a:pt x="3" y="0"/>
                  </a:lnTo>
                  <a:lnTo>
                    <a:pt x="0" y="1"/>
                  </a:lnTo>
                  <a:lnTo>
                    <a:pt x="0" y="4"/>
                  </a:lnTo>
                  <a:lnTo>
                    <a:pt x="0" y="4"/>
                  </a:lnTo>
                  <a:lnTo>
                    <a:pt x="0" y="7"/>
                  </a:lnTo>
                  <a:lnTo>
                    <a:pt x="3" y="8"/>
                  </a:lnTo>
                  <a:lnTo>
                    <a:pt x="3" y="8"/>
                  </a:lnTo>
                  <a:lnTo>
                    <a:pt x="5" y="7"/>
                  </a:lnTo>
                  <a:lnTo>
                    <a:pt x="7" y="4"/>
                  </a:lnTo>
                  <a:lnTo>
                    <a:pt x="7" y="4"/>
                  </a:lnTo>
                  <a:lnTo>
                    <a:pt x="5" y="1"/>
                  </a:lnTo>
                  <a:lnTo>
                    <a:pt x="3" y="0"/>
                  </a:lnTo>
                </a:path>
              </a:pathLst>
            </a:custGeom>
            <a:noFill/>
            <a:ln>
              <a:noFill/>
            </a:ln>
          </p:spPr>
          <p:txBody>
            <a:bodyPr vert="horz" wrap="square" lIns="91440" tIns="45720" rIns="91440" bIns="45720" numCol="1" anchor="t" anchorCtr="0" compatLnSpc="1"/>
            <a:lstStyle/>
            <a:p>
              <a:endParaRPr lang="en-US"/>
            </a:p>
          </p:txBody>
        </p:sp>
        <p:sp>
          <p:nvSpPr>
            <p:cNvPr id="201" name="Freeform 1583"/>
            <p:cNvSpPr>
              <a:spLocks noEditPoints="1"/>
            </p:cNvSpPr>
            <p:nvPr/>
          </p:nvSpPr>
          <p:spPr bwMode="auto">
            <a:xfrm>
              <a:off x="5230813"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 name="T42" fmla="*/ 6 w 11"/>
                <a:gd name="T43" fmla="*/ 1 h 10"/>
                <a:gd name="T44" fmla="*/ 6 w 11"/>
                <a:gd name="T45" fmla="*/ 1 h 10"/>
                <a:gd name="T46" fmla="*/ 3 w 11"/>
                <a:gd name="T47" fmla="*/ 2 h 10"/>
                <a:gd name="T48" fmla="*/ 2 w 11"/>
                <a:gd name="T49" fmla="*/ 5 h 10"/>
                <a:gd name="T50" fmla="*/ 2 w 11"/>
                <a:gd name="T51" fmla="*/ 5 h 10"/>
                <a:gd name="T52" fmla="*/ 3 w 11"/>
                <a:gd name="T53" fmla="*/ 8 h 10"/>
                <a:gd name="T54" fmla="*/ 6 w 11"/>
                <a:gd name="T55" fmla="*/ 9 h 10"/>
                <a:gd name="T56" fmla="*/ 6 w 11"/>
                <a:gd name="T57" fmla="*/ 9 h 10"/>
                <a:gd name="T58" fmla="*/ 7 w 11"/>
                <a:gd name="T59" fmla="*/ 8 h 10"/>
                <a:gd name="T60" fmla="*/ 8 w 11"/>
                <a:gd name="T61" fmla="*/ 5 h 10"/>
                <a:gd name="T62" fmla="*/ 8 w 11"/>
                <a:gd name="T63" fmla="*/ 5 h 10"/>
                <a:gd name="T64" fmla="*/ 7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close/>
                  <a:moveTo>
                    <a:pt x="6" y="1"/>
                  </a:moveTo>
                  <a:lnTo>
                    <a:pt x="6" y="1"/>
                  </a:lnTo>
                  <a:lnTo>
                    <a:pt x="3" y="2"/>
                  </a:lnTo>
                  <a:lnTo>
                    <a:pt x="2" y="5"/>
                  </a:lnTo>
                  <a:lnTo>
                    <a:pt x="2" y="5"/>
                  </a:lnTo>
                  <a:lnTo>
                    <a:pt x="3" y="8"/>
                  </a:lnTo>
                  <a:lnTo>
                    <a:pt x="6" y="9"/>
                  </a:lnTo>
                  <a:lnTo>
                    <a:pt x="6" y="9"/>
                  </a:lnTo>
                  <a:lnTo>
                    <a:pt x="7" y="8"/>
                  </a:lnTo>
                  <a:lnTo>
                    <a:pt x="8" y="5"/>
                  </a:lnTo>
                  <a:lnTo>
                    <a:pt x="8" y="5"/>
                  </a:lnTo>
                  <a:lnTo>
                    <a:pt x="7"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2" name="Freeform 1584"/>
            <p:cNvSpPr/>
            <p:nvPr/>
          </p:nvSpPr>
          <p:spPr bwMode="auto">
            <a:xfrm>
              <a:off x="5230813"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203" name="Freeform 1585"/>
            <p:cNvSpPr/>
            <p:nvPr/>
          </p:nvSpPr>
          <p:spPr bwMode="auto">
            <a:xfrm>
              <a:off x="5233988" y="4576763"/>
              <a:ext cx="9525" cy="12700"/>
            </a:xfrm>
            <a:custGeom>
              <a:avLst/>
              <a:gdLst>
                <a:gd name="T0" fmla="*/ 4 w 6"/>
                <a:gd name="T1" fmla="*/ 0 h 8"/>
                <a:gd name="T2" fmla="*/ 4 w 6"/>
                <a:gd name="T3" fmla="*/ 0 h 8"/>
                <a:gd name="T4" fmla="*/ 1 w 6"/>
                <a:gd name="T5" fmla="*/ 1 h 8"/>
                <a:gd name="T6" fmla="*/ 0 w 6"/>
                <a:gd name="T7" fmla="*/ 4 h 8"/>
                <a:gd name="T8" fmla="*/ 0 w 6"/>
                <a:gd name="T9" fmla="*/ 4 h 8"/>
                <a:gd name="T10" fmla="*/ 1 w 6"/>
                <a:gd name="T11" fmla="*/ 7 h 8"/>
                <a:gd name="T12" fmla="*/ 4 w 6"/>
                <a:gd name="T13" fmla="*/ 8 h 8"/>
                <a:gd name="T14" fmla="*/ 4 w 6"/>
                <a:gd name="T15" fmla="*/ 8 h 8"/>
                <a:gd name="T16" fmla="*/ 5 w 6"/>
                <a:gd name="T17" fmla="*/ 7 h 8"/>
                <a:gd name="T18" fmla="*/ 6 w 6"/>
                <a:gd name="T19" fmla="*/ 4 h 8"/>
                <a:gd name="T20" fmla="*/ 6 w 6"/>
                <a:gd name="T21" fmla="*/ 4 h 8"/>
                <a:gd name="T22" fmla="*/ 5 w 6"/>
                <a:gd name="T23" fmla="*/ 1 h 8"/>
                <a:gd name="T24" fmla="*/ 4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4" y="0"/>
                  </a:moveTo>
                  <a:lnTo>
                    <a:pt x="4" y="0"/>
                  </a:lnTo>
                  <a:lnTo>
                    <a:pt x="1" y="1"/>
                  </a:lnTo>
                  <a:lnTo>
                    <a:pt x="0" y="4"/>
                  </a:lnTo>
                  <a:lnTo>
                    <a:pt x="0" y="4"/>
                  </a:lnTo>
                  <a:lnTo>
                    <a:pt x="1" y="7"/>
                  </a:lnTo>
                  <a:lnTo>
                    <a:pt x="4" y="8"/>
                  </a:lnTo>
                  <a:lnTo>
                    <a:pt x="4" y="8"/>
                  </a:lnTo>
                  <a:lnTo>
                    <a:pt x="5" y="7"/>
                  </a:lnTo>
                  <a:lnTo>
                    <a:pt x="6" y="4"/>
                  </a:lnTo>
                  <a:lnTo>
                    <a:pt x="6" y="4"/>
                  </a:lnTo>
                  <a:lnTo>
                    <a:pt x="5" y="1"/>
                  </a:lnTo>
                  <a:lnTo>
                    <a:pt x="4" y="0"/>
                  </a:lnTo>
                </a:path>
              </a:pathLst>
            </a:custGeom>
            <a:noFill/>
            <a:ln>
              <a:noFill/>
            </a:ln>
          </p:spPr>
          <p:txBody>
            <a:bodyPr vert="horz" wrap="square" lIns="91440" tIns="45720" rIns="91440" bIns="45720" numCol="1" anchor="t" anchorCtr="0" compatLnSpc="1"/>
            <a:lstStyle/>
            <a:p>
              <a:endParaRPr lang="en-US"/>
            </a:p>
          </p:txBody>
        </p:sp>
        <p:sp>
          <p:nvSpPr>
            <p:cNvPr id="204" name="Freeform 1586"/>
            <p:cNvSpPr>
              <a:spLocks noEditPoints="1"/>
            </p:cNvSpPr>
            <p:nvPr/>
          </p:nvSpPr>
          <p:spPr bwMode="auto">
            <a:xfrm>
              <a:off x="5208588" y="4597400"/>
              <a:ext cx="15875" cy="17463"/>
            </a:xfrm>
            <a:custGeom>
              <a:avLst/>
              <a:gdLst>
                <a:gd name="T0" fmla="*/ 5 w 10"/>
                <a:gd name="T1" fmla="*/ 11 h 11"/>
                <a:gd name="T2" fmla="*/ 5 w 10"/>
                <a:gd name="T3" fmla="*/ 11 h 11"/>
                <a:gd name="T4" fmla="*/ 4 w 10"/>
                <a:gd name="T5" fmla="*/ 11 h 11"/>
                <a:gd name="T6" fmla="*/ 1 w 10"/>
                <a:gd name="T7" fmla="*/ 10 h 11"/>
                <a:gd name="T8" fmla="*/ 1 w 10"/>
                <a:gd name="T9" fmla="*/ 7 h 11"/>
                <a:gd name="T10" fmla="*/ 0 w 10"/>
                <a:gd name="T11" fmla="*/ 6 h 11"/>
                <a:gd name="T12" fmla="*/ 0 w 10"/>
                <a:gd name="T13" fmla="*/ 6 h 11"/>
                <a:gd name="T14" fmla="*/ 1 w 10"/>
                <a:gd name="T15" fmla="*/ 3 h 11"/>
                <a:gd name="T16" fmla="*/ 1 w 10"/>
                <a:gd name="T17" fmla="*/ 2 h 11"/>
                <a:gd name="T18" fmla="*/ 4 w 10"/>
                <a:gd name="T19" fmla="*/ 0 h 11"/>
                <a:gd name="T20" fmla="*/ 5 w 10"/>
                <a:gd name="T21" fmla="*/ 0 h 11"/>
                <a:gd name="T22" fmla="*/ 5 w 10"/>
                <a:gd name="T23" fmla="*/ 0 h 11"/>
                <a:gd name="T24" fmla="*/ 8 w 10"/>
                <a:gd name="T25" fmla="*/ 0 h 11"/>
                <a:gd name="T26" fmla="*/ 9 w 10"/>
                <a:gd name="T27" fmla="*/ 2 h 11"/>
                <a:gd name="T28" fmla="*/ 10 w 10"/>
                <a:gd name="T29" fmla="*/ 3 h 11"/>
                <a:gd name="T30" fmla="*/ 10 w 10"/>
                <a:gd name="T31" fmla="*/ 6 h 11"/>
                <a:gd name="T32" fmla="*/ 10 w 10"/>
                <a:gd name="T33" fmla="*/ 6 h 11"/>
                <a:gd name="T34" fmla="*/ 10 w 10"/>
                <a:gd name="T35" fmla="*/ 7 h 11"/>
                <a:gd name="T36" fmla="*/ 9 w 10"/>
                <a:gd name="T37" fmla="*/ 10 h 11"/>
                <a:gd name="T38" fmla="*/ 8 w 10"/>
                <a:gd name="T39" fmla="*/ 11 h 11"/>
                <a:gd name="T40" fmla="*/ 5 w 10"/>
                <a:gd name="T41" fmla="*/ 11 h 11"/>
                <a:gd name="T42" fmla="*/ 5 w 10"/>
                <a:gd name="T43" fmla="*/ 2 h 11"/>
                <a:gd name="T44" fmla="*/ 5 w 10"/>
                <a:gd name="T45" fmla="*/ 2 h 11"/>
                <a:gd name="T46" fmla="*/ 2 w 10"/>
                <a:gd name="T47" fmla="*/ 3 h 11"/>
                <a:gd name="T48" fmla="*/ 2 w 10"/>
                <a:gd name="T49" fmla="*/ 6 h 11"/>
                <a:gd name="T50" fmla="*/ 2 w 10"/>
                <a:gd name="T51" fmla="*/ 6 h 11"/>
                <a:gd name="T52" fmla="*/ 2 w 10"/>
                <a:gd name="T53" fmla="*/ 8 h 11"/>
                <a:gd name="T54" fmla="*/ 5 w 10"/>
                <a:gd name="T55" fmla="*/ 10 h 11"/>
                <a:gd name="T56" fmla="*/ 5 w 10"/>
                <a:gd name="T57" fmla="*/ 10 h 11"/>
                <a:gd name="T58" fmla="*/ 8 w 10"/>
                <a:gd name="T59" fmla="*/ 8 h 11"/>
                <a:gd name="T60" fmla="*/ 9 w 10"/>
                <a:gd name="T61" fmla="*/ 6 h 11"/>
                <a:gd name="T62" fmla="*/ 9 w 10"/>
                <a:gd name="T63" fmla="*/ 6 h 11"/>
                <a:gd name="T64" fmla="*/ 8 w 10"/>
                <a:gd name="T65" fmla="*/ 3 h 11"/>
                <a:gd name="T66" fmla="*/ 5 w 10"/>
                <a:gd name="T67"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 h="11">
                  <a:moveTo>
                    <a:pt x="5" y="11"/>
                  </a:moveTo>
                  <a:lnTo>
                    <a:pt x="5" y="11"/>
                  </a:lnTo>
                  <a:lnTo>
                    <a:pt x="4" y="11"/>
                  </a:lnTo>
                  <a:lnTo>
                    <a:pt x="1" y="10"/>
                  </a:lnTo>
                  <a:lnTo>
                    <a:pt x="1" y="7"/>
                  </a:lnTo>
                  <a:lnTo>
                    <a:pt x="0" y="6"/>
                  </a:lnTo>
                  <a:lnTo>
                    <a:pt x="0" y="6"/>
                  </a:lnTo>
                  <a:lnTo>
                    <a:pt x="1" y="3"/>
                  </a:lnTo>
                  <a:lnTo>
                    <a:pt x="1" y="2"/>
                  </a:lnTo>
                  <a:lnTo>
                    <a:pt x="4" y="0"/>
                  </a:lnTo>
                  <a:lnTo>
                    <a:pt x="5" y="0"/>
                  </a:lnTo>
                  <a:lnTo>
                    <a:pt x="5" y="0"/>
                  </a:lnTo>
                  <a:lnTo>
                    <a:pt x="8" y="0"/>
                  </a:lnTo>
                  <a:lnTo>
                    <a:pt x="9" y="2"/>
                  </a:lnTo>
                  <a:lnTo>
                    <a:pt x="10" y="3"/>
                  </a:lnTo>
                  <a:lnTo>
                    <a:pt x="10" y="6"/>
                  </a:lnTo>
                  <a:lnTo>
                    <a:pt x="10" y="6"/>
                  </a:lnTo>
                  <a:lnTo>
                    <a:pt x="10" y="7"/>
                  </a:lnTo>
                  <a:lnTo>
                    <a:pt x="9" y="10"/>
                  </a:lnTo>
                  <a:lnTo>
                    <a:pt x="8" y="11"/>
                  </a:lnTo>
                  <a:lnTo>
                    <a:pt x="5" y="11"/>
                  </a:lnTo>
                  <a:close/>
                  <a:moveTo>
                    <a:pt x="5" y="2"/>
                  </a:moveTo>
                  <a:lnTo>
                    <a:pt x="5" y="2"/>
                  </a:lnTo>
                  <a:lnTo>
                    <a:pt x="2" y="3"/>
                  </a:lnTo>
                  <a:lnTo>
                    <a:pt x="2" y="6"/>
                  </a:lnTo>
                  <a:lnTo>
                    <a:pt x="2" y="6"/>
                  </a:lnTo>
                  <a:lnTo>
                    <a:pt x="2" y="8"/>
                  </a:lnTo>
                  <a:lnTo>
                    <a:pt x="5" y="10"/>
                  </a:lnTo>
                  <a:lnTo>
                    <a:pt x="5" y="10"/>
                  </a:lnTo>
                  <a:lnTo>
                    <a:pt x="8" y="8"/>
                  </a:lnTo>
                  <a:lnTo>
                    <a:pt x="9" y="6"/>
                  </a:lnTo>
                  <a:lnTo>
                    <a:pt x="9" y="6"/>
                  </a:lnTo>
                  <a:lnTo>
                    <a:pt x="8" y="3"/>
                  </a:lnTo>
                  <a:lnTo>
                    <a:pt x="5" y="2"/>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5" name="Freeform 1587"/>
            <p:cNvSpPr/>
            <p:nvPr/>
          </p:nvSpPr>
          <p:spPr bwMode="auto">
            <a:xfrm>
              <a:off x="5208588" y="4597400"/>
              <a:ext cx="15875" cy="17463"/>
            </a:xfrm>
            <a:custGeom>
              <a:avLst/>
              <a:gdLst>
                <a:gd name="T0" fmla="*/ 5 w 10"/>
                <a:gd name="T1" fmla="*/ 11 h 11"/>
                <a:gd name="T2" fmla="*/ 5 w 10"/>
                <a:gd name="T3" fmla="*/ 11 h 11"/>
                <a:gd name="T4" fmla="*/ 4 w 10"/>
                <a:gd name="T5" fmla="*/ 11 h 11"/>
                <a:gd name="T6" fmla="*/ 1 w 10"/>
                <a:gd name="T7" fmla="*/ 10 h 11"/>
                <a:gd name="T8" fmla="*/ 1 w 10"/>
                <a:gd name="T9" fmla="*/ 7 h 11"/>
                <a:gd name="T10" fmla="*/ 0 w 10"/>
                <a:gd name="T11" fmla="*/ 6 h 11"/>
                <a:gd name="T12" fmla="*/ 0 w 10"/>
                <a:gd name="T13" fmla="*/ 6 h 11"/>
                <a:gd name="T14" fmla="*/ 1 w 10"/>
                <a:gd name="T15" fmla="*/ 3 h 11"/>
                <a:gd name="T16" fmla="*/ 1 w 10"/>
                <a:gd name="T17" fmla="*/ 2 h 11"/>
                <a:gd name="T18" fmla="*/ 4 w 10"/>
                <a:gd name="T19" fmla="*/ 0 h 11"/>
                <a:gd name="T20" fmla="*/ 5 w 10"/>
                <a:gd name="T21" fmla="*/ 0 h 11"/>
                <a:gd name="T22" fmla="*/ 5 w 10"/>
                <a:gd name="T23" fmla="*/ 0 h 11"/>
                <a:gd name="T24" fmla="*/ 8 w 10"/>
                <a:gd name="T25" fmla="*/ 0 h 11"/>
                <a:gd name="T26" fmla="*/ 9 w 10"/>
                <a:gd name="T27" fmla="*/ 2 h 11"/>
                <a:gd name="T28" fmla="*/ 10 w 10"/>
                <a:gd name="T29" fmla="*/ 3 h 11"/>
                <a:gd name="T30" fmla="*/ 10 w 10"/>
                <a:gd name="T31" fmla="*/ 6 h 11"/>
                <a:gd name="T32" fmla="*/ 10 w 10"/>
                <a:gd name="T33" fmla="*/ 6 h 11"/>
                <a:gd name="T34" fmla="*/ 10 w 10"/>
                <a:gd name="T35" fmla="*/ 7 h 11"/>
                <a:gd name="T36" fmla="*/ 9 w 10"/>
                <a:gd name="T37" fmla="*/ 10 h 11"/>
                <a:gd name="T38" fmla="*/ 8 w 10"/>
                <a:gd name="T39" fmla="*/ 11 h 11"/>
                <a:gd name="T40" fmla="*/ 5 w 10"/>
                <a:gd name="T41"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1">
                  <a:moveTo>
                    <a:pt x="5" y="11"/>
                  </a:moveTo>
                  <a:lnTo>
                    <a:pt x="5" y="11"/>
                  </a:lnTo>
                  <a:lnTo>
                    <a:pt x="4" y="11"/>
                  </a:lnTo>
                  <a:lnTo>
                    <a:pt x="1" y="10"/>
                  </a:lnTo>
                  <a:lnTo>
                    <a:pt x="1" y="7"/>
                  </a:lnTo>
                  <a:lnTo>
                    <a:pt x="0" y="6"/>
                  </a:lnTo>
                  <a:lnTo>
                    <a:pt x="0" y="6"/>
                  </a:lnTo>
                  <a:lnTo>
                    <a:pt x="1" y="3"/>
                  </a:lnTo>
                  <a:lnTo>
                    <a:pt x="1" y="2"/>
                  </a:lnTo>
                  <a:lnTo>
                    <a:pt x="4" y="0"/>
                  </a:lnTo>
                  <a:lnTo>
                    <a:pt x="5" y="0"/>
                  </a:lnTo>
                  <a:lnTo>
                    <a:pt x="5" y="0"/>
                  </a:lnTo>
                  <a:lnTo>
                    <a:pt x="8" y="0"/>
                  </a:lnTo>
                  <a:lnTo>
                    <a:pt x="9" y="2"/>
                  </a:lnTo>
                  <a:lnTo>
                    <a:pt x="10" y="3"/>
                  </a:lnTo>
                  <a:lnTo>
                    <a:pt x="10" y="6"/>
                  </a:lnTo>
                  <a:lnTo>
                    <a:pt x="10" y="6"/>
                  </a:lnTo>
                  <a:lnTo>
                    <a:pt x="10" y="7"/>
                  </a:lnTo>
                  <a:lnTo>
                    <a:pt x="9" y="10"/>
                  </a:lnTo>
                  <a:lnTo>
                    <a:pt x="8" y="11"/>
                  </a:lnTo>
                  <a:lnTo>
                    <a:pt x="5" y="11"/>
                  </a:lnTo>
                </a:path>
              </a:pathLst>
            </a:custGeom>
            <a:noFill/>
            <a:ln>
              <a:noFill/>
            </a:ln>
          </p:spPr>
          <p:txBody>
            <a:bodyPr vert="horz" wrap="square" lIns="91440" tIns="45720" rIns="91440" bIns="45720" numCol="1" anchor="t" anchorCtr="0" compatLnSpc="1"/>
            <a:lstStyle/>
            <a:p>
              <a:endParaRPr lang="en-US"/>
            </a:p>
          </p:txBody>
        </p:sp>
        <p:sp>
          <p:nvSpPr>
            <p:cNvPr id="206" name="Freeform 1588"/>
            <p:cNvSpPr/>
            <p:nvPr/>
          </p:nvSpPr>
          <p:spPr bwMode="auto">
            <a:xfrm>
              <a:off x="5211763" y="4600575"/>
              <a:ext cx="11113" cy="12700"/>
            </a:xfrm>
            <a:custGeom>
              <a:avLst/>
              <a:gdLst>
                <a:gd name="T0" fmla="*/ 3 w 7"/>
                <a:gd name="T1" fmla="*/ 0 h 8"/>
                <a:gd name="T2" fmla="*/ 3 w 7"/>
                <a:gd name="T3" fmla="*/ 0 h 8"/>
                <a:gd name="T4" fmla="*/ 0 w 7"/>
                <a:gd name="T5" fmla="*/ 1 h 8"/>
                <a:gd name="T6" fmla="*/ 0 w 7"/>
                <a:gd name="T7" fmla="*/ 4 h 8"/>
                <a:gd name="T8" fmla="*/ 0 w 7"/>
                <a:gd name="T9" fmla="*/ 4 h 8"/>
                <a:gd name="T10" fmla="*/ 0 w 7"/>
                <a:gd name="T11" fmla="*/ 6 h 8"/>
                <a:gd name="T12" fmla="*/ 3 w 7"/>
                <a:gd name="T13" fmla="*/ 8 h 8"/>
                <a:gd name="T14" fmla="*/ 3 w 7"/>
                <a:gd name="T15" fmla="*/ 8 h 8"/>
                <a:gd name="T16" fmla="*/ 6 w 7"/>
                <a:gd name="T17" fmla="*/ 6 h 8"/>
                <a:gd name="T18" fmla="*/ 7 w 7"/>
                <a:gd name="T19" fmla="*/ 4 h 8"/>
                <a:gd name="T20" fmla="*/ 7 w 7"/>
                <a:gd name="T21" fmla="*/ 4 h 8"/>
                <a:gd name="T22" fmla="*/ 6 w 7"/>
                <a:gd name="T23" fmla="*/ 1 h 8"/>
                <a:gd name="T24" fmla="*/ 3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3" y="0"/>
                  </a:moveTo>
                  <a:lnTo>
                    <a:pt x="3" y="0"/>
                  </a:lnTo>
                  <a:lnTo>
                    <a:pt x="0" y="1"/>
                  </a:lnTo>
                  <a:lnTo>
                    <a:pt x="0" y="4"/>
                  </a:lnTo>
                  <a:lnTo>
                    <a:pt x="0" y="4"/>
                  </a:lnTo>
                  <a:lnTo>
                    <a:pt x="0" y="6"/>
                  </a:lnTo>
                  <a:lnTo>
                    <a:pt x="3" y="8"/>
                  </a:lnTo>
                  <a:lnTo>
                    <a:pt x="3" y="8"/>
                  </a:lnTo>
                  <a:lnTo>
                    <a:pt x="6" y="6"/>
                  </a:lnTo>
                  <a:lnTo>
                    <a:pt x="7" y="4"/>
                  </a:lnTo>
                  <a:lnTo>
                    <a:pt x="7" y="4"/>
                  </a:lnTo>
                  <a:lnTo>
                    <a:pt x="6" y="1"/>
                  </a:lnTo>
                  <a:lnTo>
                    <a:pt x="3" y="0"/>
                  </a:lnTo>
                </a:path>
              </a:pathLst>
            </a:custGeom>
            <a:noFill/>
            <a:ln>
              <a:noFill/>
            </a:ln>
          </p:spPr>
          <p:txBody>
            <a:bodyPr vert="horz" wrap="square" lIns="91440" tIns="45720" rIns="91440" bIns="45720" numCol="1" anchor="t" anchorCtr="0" compatLnSpc="1"/>
            <a:lstStyle/>
            <a:p>
              <a:endParaRPr lang="en-US"/>
            </a:p>
          </p:txBody>
        </p:sp>
        <p:sp>
          <p:nvSpPr>
            <p:cNvPr id="207" name="Freeform 1589"/>
            <p:cNvSpPr>
              <a:spLocks noEditPoints="1"/>
            </p:cNvSpPr>
            <p:nvPr/>
          </p:nvSpPr>
          <p:spPr bwMode="auto">
            <a:xfrm>
              <a:off x="5230813" y="4551363"/>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 name="T42" fmla="*/ 6 w 11"/>
                <a:gd name="T43" fmla="*/ 1 h 10"/>
                <a:gd name="T44" fmla="*/ 6 w 11"/>
                <a:gd name="T45" fmla="*/ 1 h 10"/>
                <a:gd name="T46" fmla="*/ 3 w 11"/>
                <a:gd name="T47" fmla="*/ 2 h 10"/>
                <a:gd name="T48" fmla="*/ 2 w 11"/>
                <a:gd name="T49" fmla="*/ 5 h 10"/>
                <a:gd name="T50" fmla="*/ 2 w 11"/>
                <a:gd name="T51" fmla="*/ 5 h 10"/>
                <a:gd name="T52" fmla="*/ 3 w 11"/>
                <a:gd name="T53" fmla="*/ 8 h 10"/>
                <a:gd name="T54" fmla="*/ 6 w 11"/>
                <a:gd name="T55" fmla="*/ 9 h 10"/>
                <a:gd name="T56" fmla="*/ 6 w 11"/>
                <a:gd name="T57" fmla="*/ 9 h 10"/>
                <a:gd name="T58" fmla="*/ 7 w 11"/>
                <a:gd name="T59" fmla="*/ 8 h 10"/>
                <a:gd name="T60" fmla="*/ 8 w 11"/>
                <a:gd name="T61" fmla="*/ 5 h 10"/>
                <a:gd name="T62" fmla="*/ 8 w 11"/>
                <a:gd name="T63" fmla="*/ 5 h 10"/>
                <a:gd name="T64" fmla="*/ 7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close/>
                  <a:moveTo>
                    <a:pt x="6" y="1"/>
                  </a:moveTo>
                  <a:lnTo>
                    <a:pt x="6" y="1"/>
                  </a:lnTo>
                  <a:lnTo>
                    <a:pt x="3" y="2"/>
                  </a:lnTo>
                  <a:lnTo>
                    <a:pt x="2" y="5"/>
                  </a:lnTo>
                  <a:lnTo>
                    <a:pt x="2" y="5"/>
                  </a:lnTo>
                  <a:lnTo>
                    <a:pt x="3" y="8"/>
                  </a:lnTo>
                  <a:lnTo>
                    <a:pt x="6" y="9"/>
                  </a:lnTo>
                  <a:lnTo>
                    <a:pt x="6" y="9"/>
                  </a:lnTo>
                  <a:lnTo>
                    <a:pt x="7" y="8"/>
                  </a:lnTo>
                  <a:lnTo>
                    <a:pt x="8" y="5"/>
                  </a:lnTo>
                  <a:lnTo>
                    <a:pt x="8" y="5"/>
                  </a:lnTo>
                  <a:lnTo>
                    <a:pt x="7"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08" name="Freeform 1590"/>
            <p:cNvSpPr/>
            <p:nvPr/>
          </p:nvSpPr>
          <p:spPr bwMode="auto">
            <a:xfrm>
              <a:off x="5230813" y="4551363"/>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209" name="Freeform 1591"/>
            <p:cNvSpPr/>
            <p:nvPr/>
          </p:nvSpPr>
          <p:spPr bwMode="auto">
            <a:xfrm>
              <a:off x="5233988" y="4552950"/>
              <a:ext cx="9525" cy="12700"/>
            </a:xfrm>
            <a:custGeom>
              <a:avLst/>
              <a:gdLst>
                <a:gd name="T0" fmla="*/ 4 w 6"/>
                <a:gd name="T1" fmla="*/ 0 h 8"/>
                <a:gd name="T2" fmla="*/ 4 w 6"/>
                <a:gd name="T3" fmla="*/ 0 h 8"/>
                <a:gd name="T4" fmla="*/ 1 w 6"/>
                <a:gd name="T5" fmla="*/ 1 h 8"/>
                <a:gd name="T6" fmla="*/ 0 w 6"/>
                <a:gd name="T7" fmla="*/ 4 h 8"/>
                <a:gd name="T8" fmla="*/ 0 w 6"/>
                <a:gd name="T9" fmla="*/ 4 h 8"/>
                <a:gd name="T10" fmla="*/ 1 w 6"/>
                <a:gd name="T11" fmla="*/ 7 h 8"/>
                <a:gd name="T12" fmla="*/ 4 w 6"/>
                <a:gd name="T13" fmla="*/ 8 h 8"/>
                <a:gd name="T14" fmla="*/ 4 w 6"/>
                <a:gd name="T15" fmla="*/ 8 h 8"/>
                <a:gd name="T16" fmla="*/ 5 w 6"/>
                <a:gd name="T17" fmla="*/ 7 h 8"/>
                <a:gd name="T18" fmla="*/ 6 w 6"/>
                <a:gd name="T19" fmla="*/ 4 h 8"/>
                <a:gd name="T20" fmla="*/ 6 w 6"/>
                <a:gd name="T21" fmla="*/ 4 h 8"/>
                <a:gd name="T22" fmla="*/ 5 w 6"/>
                <a:gd name="T23" fmla="*/ 1 h 8"/>
                <a:gd name="T24" fmla="*/ 4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4" y="0"/>
                  </a:moveTo>
                  <a:lnTo>
                    <a:pt x="4" y="0"/>
                  </a:lnTo>
                  <a:lnTo>
                    <a:pt x="1" y="1"/>
                  </a:lnTo>
                  <a:lnTo>
                    <a:pt x="0" y="4"/>
                  </a:lnTo>
                  <a:lnTo>
                    <a:pt x="0" y="4"/>
                  </a:lnTo>
                  <a:lnTo>
                    <a:pt x="1" y="7"/>
                  </a:lnTo>
                  <a:lnTo>
                    <a:pt x="4" y="8"/>
                  </a:lnTo>
                  <a:lnTo>
                    <a:pt x="4" y="8"/>
                  </a:lnTo>
                  <a:lnTo>
                    <a:pt x="5" y="7"/>
                  </a:lnTo>
                  <a:lnTo>
                    <a:pt x="6" y="4"/>
                  </a:lnTo>
                  <a:lnTo>
                    <a:pt x="6" y="4"/>
                  </a:lnTo>
                  <a:lnTo>
                    <a:pt x="5" y="1"/>
                  </a:lnTo>
                  <a:lnTo>
                    <a:pt x="4" y="0"/>
                  </a:lnTo>
                </a:path>
              </a:pathLst>
            </a:custGeom>
            <a:noFill/>
            <a:ln>
              <a:noFill/>
            </a:ln>
          </p:spPr>
          <p:txBody>
            <a:bodyPr vert="horz" wrap="square" lIns="91440" tIns="45720" rIns="91440" bIns="45720" numCol="1" anchor="t" anchorCtr="0" compatLnSpc="1"/>
            <a:lstStyle/>
            <a:p>
              <a:endParaRPr lang="en-US"/>
            </a:p>
          </p:txBody>
        </p:sp>
        <p:sp>
          <p:nvSpPr>
            <p:cNvPr id="210" name="Freeform 1592"/>
            <p:cNvSpPr>
              <a:spLocks noEditPoints="1"/>
            </p:cNvSpPr>
            <p:nvPr/>
          </p:nvSpPr>
          <p:spPr bwMode="auto">
            <a:xfrm>
              <a:off x="5321300" y="4551363"/>
              <a:ext cx="17463" cy="15875"/>
            </a:xfrm>
            <a:custGeom>
              <a:avLst/>
              <a:gdLst>
                <a:gd name="T0" fmla="*/ 5 w 11"/>
                <a:gd name="T1" fmla="*/ 10 h 10"/>
                <a:gd name="T2" fmla="*/ 5 w 11"/>
                <a:gd name="T3" fmla="*/ 10 h 10"/>
                <a:gd name="T4" fmla="*/ 4 w 11"/>
                <a:gd name="T5" fmla="*/ 10 h 10"/>
                <a:gd name="T6" fmla="*/ 3 w 11"/>
                <a:gd name="T7" fmla="*/ 9 h 10"/>
                <a:gd name="T8" fmla="*/ 1 w 11"/>
                <a:gd name="T9" fmla="*/ 8 h 10"/>
                <a:gd name="T10" fmla="*/ 0 w 11"/>
                <a:gd name="T11" fmla="*/ 5 h 10"/>
                <a:gd name="T12" fmla="*/ 0 w 11"/>
                <a:gd name="T13" fmla="*/ 5 h 10"/>
                <a:gd name="T14" fmla="*/ 1 w 11"/>
                <a:gd name="T15" fmla="*/ 4 h 10"/>
                <a:gd name="T16" fmla="*/ 3 w 11"/>
                <a:gd name="T17" fmla="*/ 1 h 10"/>
                <a:gd name="T18" fmla="*/ 4 w 11"/>
                <a:gd name="T19" fmla="*/ 0 h 10"/>
                <a:gd name="T20" fmla="*/ 5 w 11"/>
                <a:gd name="T21" fmla="*/ 0 h 10"/>
                <a:gd name="T22" fmla="*/ 5 w 11"/>
                <a:gd name="T23" fmla="*/ 0 h 10"/>
                <a:gd name="T24" fmla="*/ 8 w 11"/>
                <a:gd name="T25" fmla="*/ 0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5 w 11"/>
                <a:gd name="T41" fmla="*/ 10 h 10"/>
                <a:gd name="T42" fmla="*/ 5 w 11"/>
                <a:gd name="T43" fmla="*/ 1 h 10"/>
                <a:gd name="T44" fmla="*/ 5 w 11"/>
                <a:gd name="T45" fmla="*/ 1 h 10"/>
                <a:gd name="T46" fmla="*/ 3 w 11"/>
                <a:gd name="T47" fmla="*/ 2 h 10"/>
                <a:gd name="T48" fmla="*/ 3 w 11"/>
                <a:gd name="T49" fmla="*/ 5 h 10"/>
                <a:gd name="T50" fmla="*/ 3 w 11"/>
                <a:gd name="T51" fmla="*/ 5 h 10"/>
                <a:gd name="T52" fmla="*/ 3 w 11"/>
                <a:gd name="T53" fmla="*/ 8 h 10"/>
                <a:gd name="T54" fmla="*/ 5 w 11"/>
                <a:gd name="T55" fmla="*/ 9 h 10"/>
                <a:gd name="T56" fmla="*/ 5 w 11"/>
                <a:gd name="T57" fmla="*/ 9 h 10"/>
                <a:gd name="T58" fmla="*/ 8 w 11"/>
                <a:gd name="T59" fmla="*/ 8 h 10"/>
                <a:gd name="T60" fmla="*/ 10 w 11"/>
                <a:gd name="T61" fmla="*/ 5 h 10"/>
                <a:gd name="T62" fmla="*/ 10 w 11"/>
                <a:gd name="T63" fmla="*/ 5 h 10"/>
                <a:gd name="T64" fmla="*/ 8 w 11"/>
                <a:gd name="T65" fmla="*/ 2 h 10"/>
                <a:gd name="T66" fmla="*/ 5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5" y="10"/>
                  </a:moveTo>
                  <a:lnTo>
                    <a:pt x="5" y="10"/>
                  </a:lnTo>
                  <a:lnTo>
                    <a:pt x="4" y="10"/>
                  </a:lnTo>
                  <a:lnTo>
                    <a:pt x="3" y="9"/>
                  </a:lnTo>
                  <a:lnTo>
                    <a:pt x="1" y="8"/>
                  </a:lnTo>
                  <a:lnTo>
                    <a:pt x="0" y="5"/>
                  </a:lnTo>
                  <a:lnTo>
                    <a:pt x="0" y="5"/>
                  </a:lnTo>
                  <a:lnTo>
                    <a:pt x="1" y="4"/>
                  </a:lnTo>
                  <a:lnTo>
                    <a:pt x="3" y="1"/>
                  </a:lnTo>
                  <a:lnTo>
                    <a:pt x="4" y="0"/>
                  </a:lnTo>
                  <a:lnTo>
                    <a:pt x="5" y="0"/>
                  </a:lnTo>
                  <a:lnTo>
                    <a:pt x="5" y="0"/>
                  </a:lnTo>
                  <a:lnTo>
                    <a:pt x="8" y="0"/>
                  </a:lnTo>
                  <a:lnTo>
                    <a:pt x="10" y="1"/>
                  </a:lnTo>
                  <a:lnTo>
                    <a:pt x="11" y="4"/>
                  </a:lnTo>
                  <a:lnTo>
                    <a:pt x="11" y="5"/>
                  </a:lnTo>
                  <a:lnTo>
                    <a:pt x="11" y="5"/>
                  </a:lnTo>
                  <a:lnTo>
                    <a:pt x="11" y="8"/>
                  </a:lnTo>
                  <a:lnTo>
                    <a:pt x="10" y="9"/>
                  </a:lnTo>
                  <a:lnTo>
                    <a:pt x="8" y="10"/>
                  </a:lnTo>
                  <a:lnTo>
                    <a:pt x="5" y="10"/>
                  </a:lnTo>
                  <a:close/>
                  <a:moveTo>
                    <a:pt x="5" y="1"/>
                  </a:moveTo>
                  <a:lnTo>
                    <a:pt x="5" y="1"/>
                  </a:lnTo>
                  <a:lnTo>
                    <a:pt x="3" y="2"/>
                  </a:lnTo>
                  <a:lnTo>
                    <a:pt x="3" y="5"/>
                  </a:lnTo>
                  <a:lnTo>
                    <a:pt x="3" y="5"/>
                  </a:lnTo>
                  <a:lnTo>
                    <a:pt x="3" y="8"/>
                  </a:lnTo>
                  <a:lnTo>
                    <a:pt x="5" y="9"/>
                  </a:lnTo>
                  <a:lnTo>
                    <a:pt x="5" y="9"/>
                  </a:lnTo>
                  <a:lnTo>
                    <a:pt x="8" y="8"/>
                  </a:lnTo>
                  <a:lnTo>
                    <a:pt x="10" y="5"/>
                  </a:lnTo>
                  <a:lnTo>
                    <a:pt x="10" y="5"/>
                  </a:lnTo>
                  <a:lnTo>
                    <a:pt x="8" y="2"/>
                  </a:lnTo>
                  <a:lnTo>
                    <a:pt x="5"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1" name="Freeform 1593"/>
            <p:cNvSpPr/>
            <p:nvPr/>
          </p:nvSpPr>
          <p:spPr bwMode="auto">
            <a:xfrm>
              <a:off x="5321300" y="4551363"/>
              <a:ext cx="17463" cy="15875"/>
            </a:xfrm>
            <a:custGeom>
              <a:avLst/>
              <a:gdLst>
                <a:gd name="T0" fmla="*/ 5 w 11"/>
                <a:gd name="T1" fmla="*/ 10 h 10"/>
                <a:gd name="T2" fmla="*/ 5 w 11"/>
                <a:gd name="T3" fmla="*/ 10 h 10"/>
                <a:gd name="T4" fmla="*/ 4 w 11"/>
                <a:gd name="T5" fmla="*/ 10 h 10"/>
                <a:gd name="T6" fmla="*/ 3 w 11"/>
                <a:gd name="T7" fmla="*/ 9 h 10"/>
                <a:gd name="T8" fmla="*/ 1 w 11"/>
                <a:gd name="T9" fmla="*/ 8 h 10"/>
                <a:gd name="T10" fmla="*/ 0 w 11"/>
                <a:gd name="T11" fmla="*/ 5 h 10"/>
                <a:gd name="T12" fmla="*/ 0 w 11"/>
                <a:gd name="T13" fmla="*/ 5 h 10"/>
                <a:gd name="T14" fmla="*/ 1 w 11"/>
                <a:gd name="T15" fmla="*/ 4 h 10"/>
                <a:gd name="T16" fmla="*/ 3 w 11"/>
                <a:gd name="T17" fmla="*/ 1 h 10"/>
                <a:gd name="T18" fmla="*/ 4 w 11"/>
                <a:gd name="T19" fmla="*/ 0 h 10"/>
                <a:gd name="T20" fmla="*/ 5 w 11"/>
                <a:gd name="T21" fmla="*/ 0 h 10"/>
                <a:gd name="T22" fmla="*/ 5 w 11"/>
                <a:gd name="T23" fmla="*/ 0 h 10"/>
                <a:gd name="T24" fmla="*/ 8 w 11"/>
                <a:gd name="T25" fmla="*/ 0 h 10"/>
                <a:gd name="T26" fmla="*/ 10 w 11"/>
                <a:gd name="T27" fmla="*/ 1 h 10"/>
                <a:gd name="T28" fmla="*/ 11 w 11"/>
                <a:gd name="T29" fmla="*/ 4 h 10"/>
                <a:gd name="T30" fmla="*/ 11 w 11"/>
                <a:gd name="T31" fmla="*/ 5 h 10"/>
                <a:gd name="T32" fmla="*/ 11 w 11"/>
                <a:gd name="T33" fmla="*/ 5 h 10"/>
                <a:gd name="T34" fmla="*/ 11 w 11"/>
                <a:gd name="T35" fmla="*/ 8 h 10"/>
                <a:gd name="T36" fmla="*/ 10 w 11"/>
                <a:gd name="T37" fmla="*/ 9 h 10"/>
                <a:gd name="T38" fmla="*/ 8 w 11"/>
                <a:gd name="T39" fmla="*/ 10 h 10"/>
                <a:gd name="T40" fmla="*/ 5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5" y="10"/>
                  </a:moveTo>
                  <a:lnTo>
                    <a:pt x="5" y="10"/>
                  </a:lnTo>
                  <a:lnTo>
                    <a:pt x="4" y="10"/>
                  </a:lnTo>
                  <a:lnTo>
                    <a:pt x="3" y="9"/>
                  </a:lnTo>
                  <a:lnTo>
                    <a:pt x="1" y="8"/>
                  </a:lnTo>
                  <a:lnTo>
                    <a:pt x="0" y="5"/>
                  </a:lnTo>
                  <a:lnTo>
                    <a:pt x="0" y="5"/>
                  </a:lnTo>
                  <a:lnTo>
                    <a:pt x="1" y="4"/>
                  </a:lnTo>
                  <a:lnTo>
                    <a:pt x="3" y="1"/>
                  </a:lnTo>
                  <a:lnTo>
                    <a:pt x="4" y="0"/>
                  </a:lnTo>
                  <a:lnTo>
                    <a:pt x="5" y="0"/>
                  </a:lnTo>
                  <a:lnTo>
                    <a:pt x="5" y="0"/>
                  </a:lnTo>
                  <a:lnTo>
                    <a:pt x="8" y="0"/>
                  </a:lnTo>
                  <a:lnTo>
                    <a:pt x="10" y="1"/>
                  </a:lnTo>
                  <a:lnTo>
                    <a:pt x="11" y="4"/>
                  </a:lnTo>
                  <a:lnTo>
                    <a:pt x="11" y="5"/>
                  </a:lnTo>
                  <a:lnTo>
                    <a:pt x="11" y="5"/>
                  </a:lnTo>
                  <a:lnTo>
                    <a:pt x="11" y="8"/>
                  </a:lnTo>
                  <a:lnTo>
                    <a:pt x="10" y="9"/>
                  </a:lnTo>
                  <a:lnTo>
                    <a:pt x="8" y="10"/>
                  </a:lnTo>
                  <a:lnTo>
                    <a:pt x="5" y="10"/>
                  </a:lnTo>
                </a:path>
              </a:pathLst>
            </a:custGeom>
            <a:noFill/>
            <a:ln>
              <a:noFill/>
            </a:ln>
          </p:spPr>
          <p:txBody>
            <a:bodyPr vert="horz" wrap="square" lIns="91440" tIns="45720" rIns="91440" bIns="45720" numCol="1" anchor="t" anchorCtr="0" compatLnSpc="1"/>
            <a:lstStyle/>
            <a:p>
              <a:endParaRPr lang="en-US"/>
            </a:p>
          </p:txBody>
        </p:sp>
        <p:sp>
          <p:nvSpPr>
            <p:cNvPr id="212" name="Freeform 1594"/>
            <p:cNvSpPr/>
            <p:nvPr/>
          </p:nvSpPr>
          <p:spPr bwMode="auto">
            <a:xfrm>
              <a:off x="5326063" y="4552950"/>
              <a:ext cx="11113" cy="12700"/>
            </a:xfrm>
            <a:custGeom>
              <a:avLst/>
              <a:gdLst>
                <a:gd name="T0" fmla="*/ 2 w 7"/>
                <a:gd name="T1" fmla="*/ 0 h 8"/>
                <a:gd name="T2" fmla="*/ 2 w 7"/>
                <a:gd name="T3" fmla="*/ 0 h 8"/>
                <a:gd name="T4" fmla="*/ 0 w 7"/>
                <a:gd name="T5" fmla="*/ 1 h 8"/>
                <a:gd name="T6" fmla="*/ 0 w 7"/>
                <a:gd name="T7" fmla="*/ 4 h 8"/>
                <a:gd name="T8" fmla="*/ 0 w 7"/>
                <a:gd name="T9" fmla="*/ 4 h 8"/>
                <a:gd name="T10" fmla="*/ 0 w 7"/>
                <a:gd name="T11" fmla="*/ 7 h 8"/>
                <a:gd name="T12" fmla="*/ 2 w 7"/>
                <a:gd name="T13" fmla="*/ 8 h 8"/>
                <a:gd name="T14" fmla="*/ 2 w 7"/>
                <a:gd name="T15" fmla="*/ 8 h 8"/>
                <a:gd name="T16" fmla="*/ 5 w 7"/>
                <a:gd name="T17" fmla="*/ 7 h 8"/>
                <a:gd name="T18" fmla="*/ 7 w 7"/>
                <a:gd name="T19" fmla="*/ 4 h 8"/>
                <a:gd name="T20" fmla="*/ 7 w 7"/>
                <a:gd name="T21" fmla="*/ 4 h 8"/>
                <a:gd name="T22" fmla="*/ 5 w 7"/>
                <a:gd name="T23" fmla="*/ 1 h 8"/>
                <a:gd name="T24" fmla="*/ 2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2" y="0"/>
                  </a:moveTo>
                  <a:lnTo>
                    <a:pt x="2" y="0"/>
                  </a:lnTo>
                  <a:lnTo>
                    <a:pt x="0" y="1"/>
                  </a:lnTo>
                  <a:lnTo>
                    <a:pt x="0" y="4"/>
                  </a:lnTo>
                  <a:lnTo>
                    <a:pt x="0" y="4"/>
                  </a:lnTo>
                  <a:lnTo>
                    <a:pt x="0" y="7"/>
                  </a:lnTo>
                  <a:lnTo>
                    <a:pt x="2" y="8"/>
                  </a:lnTo>
                  <a:lnTo>
                    <a:pt x="2" y="8"/>
                  </a:lnTo>
                  <a:lnTo>
                    <a:pt x="5" y="7"/>
                  </a:lnTo>
                  <a:lnTo>
                    <a:pt x="7" y="4"/>
                  </a:lnTo>
                  <a:lnTo>
                    <a:pt x="7" y="4"/>
                  </a:lnTo>
                  <a:lnTo>
                    <a:pt x="5" y="1"/>
                  </a:lnTo>
                  <a:lnTo>
                    <a:pt x="2" y="0"/>
                  </a:lnTo>
                </a:path>
              </a:pathLst>
            </a:custGeom>
            <a:noFill/>
            <a:ln>
              <a:noFill/>
            </a:ln>
          </p:spPr>
          <p:txBody>
            <a:bodyPr vert="horz" wrap="square" lIns="91440" tIns="45720" rIns="91440" bIns="45720" numCol="1" anchor="t" anchorCtr="0" compatLnSpc="1"/>
            <a:lstStyle/>
            <a:p>
              <a:endParaRPr lang="en-US"/>
            </a:p>
          </p:txBody>
        </p:sp>
        <p:sp>
          <p:nvSpPr>
            <p:cNvPr id="213" name="Freeform 1595"/>
            <p:cNvSpPr>
              <a:spLocks noEditPoints="1"/>
            </p:cNvSpPr>
            <p:nvPr/>
          </p:nvSpPr>
          <p:spPr bwMode="auto">
            <a:xfrm>
              <a:off x="5346700"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2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2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 name="T42" fmla="*/ 6 w 11"/>
                <a:gd name="T43" fmla="*/ 1 h 10"/>
                <a:gd name="T44" fmla="*/ 6 w 11"/>
                <a:gd name="T45" fmla="*/ 1 h 10"/>
                <a:gd name="T46" fmla="*/ 3 w 11"/>
                <a:gd name="T47" fmla="*/ 2 h 10"/>
                <a:gd name="T48" fmla="*/ 2 w 11"/>
                <a:gd name="T49" fmla="*/ 5 h 10"/>
                <a:gd name="T50" fmla="*/ 2 w 11"/>
                <a:gd name="T51" fmla="*/ 5 h 10"/>
                <a:gd name="T52" fmla="*/ 3 w 11"/>
                <a:gd name="T53" fmla="*/ 8 h 10"/>
                <a:gd name="T54" fmla="*/ 6 w 11"/>
                <a:gd name="T55" fmla="*/ 9 h 10"/>
                <a:gd name="T56" fmla="*/ 6 w 11"/>
                <a:gd name="T57" fmla="*/ 9 h 10"/>
                <a:gd name="T58" fmla="*/ 8 w 11"/>
                <a:gd name="T59" fmla="*/ 8 h 10"/>
                <a:gd name="T60" fmla="*/ 8 w 11"/>
                <a:gd name="T61" fmla="*/ 5 h 10"/>
                <a:gd name="T62" fmla="*/ 8 w 11"/>
                <a:gd name="T63" fmla="*/ 5 h 10"/>
                <a:gd name="T64" fmla="*/ 8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3" y="10"/>
                  </a:lnTo>
                  <a:lnTo>
                    <a:pt x="2" y="9"/>
                  </a:lnTo>
                  <a:lnTo>
                    <a:pt x="0" y="8"/>
                  </a:lnTo>
                  <a:lnTo>
                    <a:pt x="0" y="5"/>
                  </a:lnTo>
                  <a:lnTo>
                    <a:pt x="0" y="5"/>
                  </a:lnTo>
                  <a:lnTo>
                    <a:pt x="0" y="2"/>
                  </a:lnTo>
                  <a:lnTo>
                    <a:pt x="2" y="1"/>
                  </a:lnTo>
                  <a:lnTo>
                    <a:pt x="3" y="0"/>
                  </a:lnTo>
                  <a:lnTo>
                    <a:pt x="6" y="0"/>
                  </a:lnTo>
                  <a:lnTo>
                    <a:pt x="6" y="0"/>
                  </a:lnTo>
                  <a:lnTo>
                    <a:pt x="7" y="0"/>
                  </a:lnTo>
                  <a:lnTo>
                    <a:pt x="8" y="1"/>
                  </a:lnTo>
                  <a:lnTo>
                    <a:pt x="10" y="2"/>
                  </a:lnTo>
                  <a:lnTo>
                    <a:pt x="11" y="5"/>
                  </a:lnTo>
                  <a:lnTo>
                    <a:pt x="11" y="5"/>
                  </a:lnTo>
                  <a:lnTo>
                    <a:pt x="10" y="8"/>
                  </a:lnTo>
                  <a:lnTo>
                    <a:pt x="8" y="9"/>
                  </a:lnTo>
                  <a:lnTo>
                    <a:pt x="7" y="10"/>
                  </a:lnTo>
                  <a:lnTo>
                    <a:pt x="6" y="10"/>
                  </a:lnTo>
                  <a:close/>
                  <a:moveTo>
                    <a:pt x="6" y="1"/>
                  </a:moveTo>
                  <a:lnTo>
                    <a:pt x="6" y="1"/>
                  </a:lnTo>
                  <a:lnTo>
                    <a:pt x="3" y="2"/>
                  </a:lnTo>
                  <a:lnTo>
                    <a:pt x="2" y="5"/>
                  </a:lnTo>
                  <a:lnTo>
                    <a:pt x="2" y="5"/>
                  </a:lnTo>
                  <a:lnTo>
                    <a:pt x="3" y="8"/>
                  </a:lnTo>
                  <a:lnTo>
                    <a:pt x="6" y="9"/>
                  </a:lnTo>
                  <a:lnTo>
                    <a:pt x="6" y="9"/>
                  </a:lnTo>
                  <a:lnTo>
                    <a:pt x="8" y="8"/>
                  </a:lnTo>
                  <a:lnTo>
                    <a:pt x="8" y="5"/>
                  </a:lnTo>
                  <a:lnTo>
                    <a:pt x="8" y="5"/>
                  </a:lnTo>
                  <a:lnTo>
                    <a:pt x="8"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4" name="Freeform 1596"/>
            <p:cNvSpPr/>
            <p:nvPr/>
          </p:nvSpPr>
          <p:spPr bwMode="auto">
            <a:xfrm>
              <a:off x="5346700" y="4575175"/>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2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2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3" y="10"/>
                  </a:lnTo>
                  <a:lnTo>
                    <a:pt x="2" y="9"/>
                  </a:lnTo>
                  <a:lnTo>
                    <a:pt x="0" y="8"/>
                  </a:lnTo>
                  <a:lnTo>
                    <a:pt x="0" y="5"/>
                  </a:lnTo>
                  <a:lnTo>
                    <a:pt x="0" y="5"/>
                  </a:lnTo>
                  <a:lnTo>
                    <a:pt x="0" y="2"/>
                  </a:lnTo>
                  <a:lnTo>
                    <a:pt x="2" y="1"/>
                  </a:lnTo>
                  <a:lnTo>
                    <a:pt x="3" y="0"/>
                  </a:lnTo>
                  <a:lnTo>
                    <a:pt x="6" y="0"/>
                  </a:lnTo>
                  <a:lnTo>
                    <a:pt x="6" y="0"/>
                  </a:lnTo>
                  <a:lnTo>
                    <a:pt x="7" y="0"/>
                  </a:lnTo>
                  <a:lnTo>
                    <a:pt x="8" y="1"/>
                  </a:lnTo>
                  <a:lnTo>
                    <a:pt x="10" y="2"/>
                  </a:lnTo>
                  <a:lnTo>
                    <a:pt x="11" y="5"/>
                  </a:lnTo>
                  <a:lnTo>
                    <a:pt x="11" y="5"/>
                  </a:lnTo>
                  <a:lnTo>
                    <a:pt x="10" y="8"/>
                  </a:lnTo>
                  <a:lnTo>
                    <a:pt x="8"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215" name="Freeform 1597"/>
            <p:cNvSpPr/>
            <p:nvPr/>
          </p:nvSpPr>
          <p:spPr bwMode="auto">
            <a:xfrm>
              <a:off x="5349875" y="4576763"/>
              <a:ext cx="9525" cy="12700"/>
            </a:xfrm>
            <a:custGeom>
              <a:avLst/>
              <a:gdLst>
                <a:gd name="T0" fmla="*/ 4 w 6"/>
                <a:gd name="T1" fmla="*/ 0 h 8"/>
                <a:gd name="T2" fmla="*/ 4 w 6"/>
                <a:gd name="T3" fmla="*/ 0 h 8"/>
                <a:gd name="T4" fmla="*/ 1 w 6"/>
                <a:gd name="T5" fmla="*/ 1 h 8"/>
                <a:gd name="T6" fmla="*/ 0 w 6"/>
                <a:gd name="T7" fmla="*/ 4 h 8"/>
                <a:gd name="T8" fmla="*/ 0 w 6"/>
                <a:gd name="T9" fmla="*/ 4 h 8"/>
                <a:gd name="T10" fmla="*/ 1 w 6"/>
                <a:gd name="T11" fmla="*/ 7 h 8"/>
                <a:gd name="T12" fmla="*/ 4 w 6"/>
                <a:gd name="T13" fmla="*/ 8 h 8"/>
                <a:gd name="T14" fmla="*/ 4 w 6"/>
                <a:gd name="T15" fmla="*/ 8 h 8"/>
                <a:gd name="T16" fmla="*/ 6 w 6"/>
                <a:gd name="T17" fmla="*/ 7 h 8"/>
                <a:gd name="T18" fmla="*/ 6 w 6"/>
                <a:gd name="T19" fmla="*/ 4 h 8"/>
                <a:gd name="T20" fmla="*/ 6 w 6"/>
                <a:gd name="T21" fmla="*/ 4 h 8"/>
                <a:gd name="T22" fmla="*/ 6 w 6"/>
                <a:gd name="T23" fmla="*/ 1 h 8"/>
                <a:gd name="T24" fmla="*/ 4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4" y="0"/>
                  </a:moveTo>
                  <a:lnTo>
                    <a:pt x="4" y="0"/>
                  </a:lnTo>
                  <a:lnTo>
                    <a:pt x="1" y="1"/>
                  </a:lnTo>
                  <a:lnTo>
                    <a:pt x="0" y="4"/>
                  </a:lnTo>
                  <a:lnTo>
                    <a:pt x="0" y="4"/>
                  </a:lnTo>
                  <a:lnTo>
                    <a:pt x="1" y="7"/>
                  </a:lnTo>
                  <a:lnTo>
                    <a:pt x="4" y="8"/>
                  </a:lnTo>
                  <a:lnTo>
                    <a:pt x="4" y="8"/>
                  </a:lnTo>
                  <a:lnTo>
                    <a:pt x="6" y="7"/>
                  </a:lnTo>
                  <a:lnTo>
                    <a:pt x="6" y="4"/>
                  </a:lnTo>
                  <a:lnTo>
                    <a:pt x="6" y="4"/>
                  </a:lnTo>
                  <a:lnTo>
                    <a:pt x="6" y="1"/>
                  </a:lnTo>
                  <a:lnTo>
                    <a:pt x="4" y="0"/>
                  </a:lnTo>
                </a:path>
              </a:pathLst>
            </a:custGeom>
            <a:noFill/>
            <a:ln>
              <a:noFill/>
            </a:ln>
          </p:spPr>
          <p:txBody>
            <a:bodyPr vert="horz" wrap="square" lIns="91440" tIns="45720" rIns="91440" bIns="45720" numCol="1" anchor="t" anchorCtr="0" compatLnSpc="1"/>
            <a:lstStyle/>
            <a:p>
              <a:endParaRPr lang="en-US"/>
            </a:p>
          </p:txBody>
        </p:sp>
        <p:sp>
          <p:nvSpPr>
            <p:cNvPr id="216" name="Freeform 1598"/>
            <p:cNvSpPr>
              <a:spLocks noEditPoints="1"/>
            </p:cNvSpPr>
            <p:nvPr/>
          </p:nvSpPr>
          <p:spPr bwMode="auto">
            <a:xfrm>
              <a:off x="5322888" y="4597400"/>
              <a:ext cx="17463" cy="17463"/>
            </a:xfrm>
            <a:custGeom>
              <a:avLst/>
              <a:gdLst>
                <a:gd name="T0" fmla="*/ 6 w 11"/>
                <a:gd name="T1" fmla="*/ 11 h 11"/>
                <a:gd name="T2" fmla="*/ 6 w 11"/>
                <a:gd name="T3" fmla="*/ 11 h 11"/>
                <a:gd name="T4" fmla="*/ 4 w 11"/>
                <a:gd name="T5" fmla="*/ 11 h 11"/>
                <a:gd name="T6" fmla="*/ 3 w 11"/>
                <a:gd name="T7" fmla="*/ 10 h 11"/>
                <a:gd name="T8" fmla="*/ 2 w 11"/>
                <a:gd name="T9" fmla="*/ 7 h 11"/>
                <a:gd name="T10" fmla="*/ 0 w 11"/>
                <a:gd name="T11" fmla="*/ 6 h 11"/>
                <a:gd name="T12" fmla="*/ 0 w 11"/>
                <a:gd name="T13" fmla="*/ 6 h 11"/>
                <a:gd name="T14" fmla="*/ 2 w 11"/>
                <a:gd name="T15" fmla="*/ 3 h 11"/>
                <a:gd name="T16" fmla="*/ 3 w 11"/>
                <a:gd name="T17" fmla="*/ 2 h 11"/>
                <a:gd name="T18" fmla="*/ 4 w 11"/>
                <a:gd name="T19" fmla="*/ 0 h 11"/>
                <a:gd name="T20" fmla="*/ 6 w 11"/>
                <a:gd name="T21" fmla="*/ 0 h 11"/>
                <a:gd name="T22" fmla="*/ 6 w 11"/>
                <a:gd name="T23" fmla="*/ 0 h 11"/>
                <a:gd name="T24" fmla="*/ 9 w 11"/>
                <a:gd name="T25" fmla="*/ 0 h 11"/>
                <a:gd name="T26" fmla="*/ 10 w 11"/>
                <a:gd name="T27" fmla="*/ 2 h 11"/>
                <a:gd name="T28" fmla="*/ 11 w 11"/>
                <a:gd name="T29" fmla="*/ 3 h 11"/>
                <a:gd name="T30" fmla="*/ 11 w 11"/>
                <a:gd name="T31" fmla="*/ 6 h 11"/>
                <a:gd name="T32" fmla="*/ 11 w 11"/>
                <a:gd name="T33" fmla="*/ 6 h 11"/>
                <a:gd name="T34" fmla="*/ 11 w 11"/>
                <a:gd name="T35" fmla="*/ 7 h 11"/>
                <a:gd name="T36" fmla="*/ 10 w 11"/>
                <a:gd name="T37" fmla="*/ 10 h 11"/>
                <a:gd name="T38" fmla="*/ 9 w 11"/>
                <a:gd name="T39" fmla="*/ 11 h 11"/>
                <a:gd name="T40" fmla="*/ 6 w 11"/>
                <a:gd name="T41" fmla="*/ 11 h 11"/>
                <a:gd name="T42" fmla="*/ 6 w 11"/>
                <a:gd name="T43" fmla="*/ 2 h 11"/>
                <a:gd name="T44" fmla="*/ 6 w 11"/>
                <a:gd name="T45" fmla="*/ 2 h 11"/>
                <a:gd name="T46" fmla="*/ 3 w 11"/>
                <a:gd name="T47" fmla="*/ 3 h 11"/>
                <a:gd name="T48" fmla="*/ 3 w 11"/>
                <a:gd name="T49" fmla="*/ 6 h 11"/>
                <a:gd name="T50" fmla="*/ 3 w 11"/>
                <a:gd name="T51" fmla="*/ 6 h 11"/>
                <a:gd name="T52" fmla="*/ 3 w 11"/>
                <a:gd name="T53" fmla="*/ 8 h 11"/>
                <a:gd name="T54" fmla="*/ 6 w 11"/>
                <a:gd name="T55" fmla="*/ 10 h 11"/>
                <a:gd name="T56" fmla="*/ 6 w 11"/>
                <a:gd name="T57" fmla="*/ 10 h 11"/>
                <a:gd name="T58" fmla="*/ 9 w 11"/>
                <a:gd name="T59" fmla="*/ 8 h 11"/>
                <a:gd name="T60" fmla="*/ 10 w 11"/>
                <a:gd name="T61" fmla="*/ 6 h 11"/>
                <a:gd name="T62" fmla="*/ 10 w 11"/>
                <a:gd name="T63" fmla="*/ 6 h 11"/>
                <a:gd name="T64" fmla="*/ 9 w 11"/>
                <a:gd name="T65" fmla="*/ 3 h 11"/>
                <a:gd name="T66" fmla="*/ 6 w 11"/>
                <a:gd name="T67"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1">
                  <a:moveTo>
                    <a:pt x="6" y="11"/>
                  </a:moveTo>
                  <a:lnTo>
                    <a:pt x="6" y="11"/>
                  </a:lnTo>
                  <a:lnTo>
                    <a:pt x="4" y="11"/>
                  </a:lnTo>
                  <a:lnTo>
                    <a:pt x="3" y="10"/>
                  </a:lnTo>
                  <a:lnTo>
                    <a:pt x="2" y="7"/>
                  </a:lnTo>
                  <a:lnTo>
                    <a:pt x="0" y="6"/>
                  </a:lnTo>
                  <a:lnTo>
                    <a:pt x="0" y="6"/>
                  </a:lnTo>
                  <a:lnTo>
                    <a:pt x="2" y="3"/>
                  </a:lnTo>
                  <a:lnTo>
                    <a:pt x="3" y="2"/>
                  </a:lnTo>
                  <a:lnTo>
                    <a:pt x="4" y="0"/>
                  </a:lnTo>
                  <a:lnTo>
                    <a:pt x="6" y="0"/>
                  </a:lnTo>
                  <a:lnTo>
                    <a:pt x="6" y="0"/>
                  </a:lnTo>
                  <a:lnTo>
                    <a:pt x="9" y="0"/>
                  </a:lnTo>
                  <a:lnTo>
                    <a:pt x="10" y="2"/>
                  </a:lnTo>
                  <a:lnTo>
                    <a:pt x="11" y="3"/>
                  </a:lnTo>
                  <a:lnTo>
                    <a:pt x="11" y="6"/>
                  </a:lnTo>
                  <a:lnTo>
                    <a:pt x="11" y="6"/>
                  </a:lnTo>
                  <a:lnTo>
                    <a:pt x="11" y="7"/>
                  </a:lnTo>
                  <a:lnTo>
                    <a:pt x="10" y="10"/>
                  </a:lnTo>
                  <a:lnTo>
                    <a:pt x="9" y="11"/>
                  </a:lnTo>
                  <a:lnTo>
                    <a:pt x="6" y="11"/>
                  </a:lnTo>
                  <a:close/>
                  <a:moveTo>
                    <a:pt x="6" y="2"/>
                  </a:moveTo>
                  <a:lnTo>
                    <a:pt x="6" y="2"/>
                  </a:lnTo>
                  <a:lnTo>
                    <a:pt x="3" y="3"/>
                  </a:lnTo>
                  <a:lnTo>
                    <a:pt x="3" y="6"/>
                  </a:lnTo>
                  <a:lnTo>
                    <a:pt x="3" y="6"/>
                  </a:lnTo>
                  <a:lnTo>
                    <a:pt x="3" y="8"/>
                  </a:lnTo>
                  <a:lnTo>
                    <a:pt x="6" y="10"/>
                  </a:lnTo>
                  <a:lnTo>
                    <a:pt x="6" y="10"/>
                  </a:lnTo>
                  <a:lnTo>
                    <a:pt x="9" y="8"/>
                  </a:lnTo>
                  <a:lnTo>
                    <a:pt x="10" y="6"/>
                  </a:lnTo>
                  <a:lnTo>
                    <a:pt x="10" y="6"/>
                  </a:lnTo>
                  <a:lnTo>
                    <a:pt x="9" y="3"/>
                  </a:lnTo>
                  <a:lnTo>
                    <a:pt x="6" y="2"/>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17" name="Freeform 1599"/>
            <p:cNvSpPr/>
            <p:nvPr/>
          </p:nvSpPr>
          <p:spPr bwMode="auto">
            <a:xfrm>
              <a:off x="5322888" y="4597400"/>
              <a:ext cx="17463" cy="17463"/>
            </a:xfrm>
            <a:custGeom>
              <a:avLst/>
              <a:gdLst>
                <a:gd name="T0" fmla="*/ 6 w 11"/>
                <a:gd name="T1" fmla="*/ 11 h 11"/>
                <a:gd name="T2" fmla="*/ 6 w 11"/>
                <a:gd name="T3" fmla="*/ 11 h 11"/>
                <a:gd name="T4" fmla="*/ 4 w 11"/>
                <a:gd name="T5" fmla="*/ 11 h 11"/>
                <a:gd name="T6" fmla="*/ 3 w 11"/>
                <a:gd name="T7" fmla="*/ 10 h 11"/>
                <a:gd name="T8" fmla="*/ 2 w 11"/>
                <a:gd name="T9" fmla="*/ 7 h 11"/>
                <a:gd name="T10" fmla="*/ 0 w 11"/>
                <a:gd name="T11" fmla="*/ 6 h 11"/>
                <a:gd name="T12" fmla="*/ 0 w 11"/>
                <a:gd name="T13" fmla="*/ 6 h 11"/>
                <a:gd name="T14" fmla="*/ 2 w 11"/>
                <a:gd name="T15" fmla="*/ 3 h 11"/>
                <a:gd name="T16" fmla="*/ 3 w 11"/>
                <a:gd name="T17" fmla="*/ 2 h 11"/>
                <a:gd name="T18" fmla="*/ 4 w 11"/>
                <a:gd name="T19" fmla="*/ 0 h 11"/>
                <a:gd name="T20" fmla="*/ 6 w 11"/>
                <a:gd name="T21" fmla="*/ 0 h 11"/>
                <a:gd name="T22" fmla="*/ 6 w 11"/>
                <a:gd name="T23" fmla="*/ 0 h 11"/>
                <a:gd name="T24" fmla="*/ 9 w 11"/>
                <a:gd name="T25" fmla="*/ 0 h 11"/>
                <a:gd name="T26" fmla="*/ 10 w 11"/>
                <a:gd name="T27" fmla="*/ 2 h 11"/>
                <a:gd name="T28" fmla="*/ 11 w 11"/>
                <a:gd name="T29" fmla="*/ 3 h 11"/>
                <a:gd name="T30" fmla="*/ 11 w 11"/>
                <a:gd name="T31" fmla="*/ 6 h 11"/>
                <a:gd name="T32" fmla="*/ 11 w 11"/>
                <a:gd name="T33" fmla="*/ 6 h 11"/>
                <a:gd name="T34" fmla="*/ 11 w 11"/>
                <a:gd name="T35" fmla="*/ 7 h 11"/>
                <a:gd name="T36" fmla="*/ 10 w 11"/>
                <a:gd name="T37" fmla="*/ 10 h 11"/>
                <a:gd name="T38" fmla="*/ 9 w 11"/>
                <a:gd name="T39" fmla="*/ 11 h 11"/>
                <a:gd name="T40" fmla="*/ 6 w 11"/>
                <a:gd name="T41"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1">
                  <a:moveTo>
                    <a:pt x="6" y="11"/>
                  </a:moveTo>
                  <a:lnTo>
                    <a:pt x="6" y="11"/>
                  </a:lnTo>
                  <a:lnTo>
                    <a:pt x="4" y="11"/>
                  </a:lnTo>
                  <a:lnTo>
                    <a:pt x="3" y="10"/>
                  </a:lnTo>
                  <a:lnTo>
                    <a:pt x="2" y="7"/>
                  </a:lnTo>
                  <a:lnTo>
                    <a:pt x="0" y="6"/>
                  </a:lnTo>
                  <a:lnTo>
                    <a:pt x="0" y="6"/>
                  </a:lnTo>
                  <a:lnTo>
                    <a:pt x="2" y="3"/>
                  </a:lnTo>
                  <a:lnTo>
                    <a:pt x="3" y="2"/>
                  </a:lnTo>
                  <a:lnTo>
                    <a:pt x="4" y="0"/>
                  </a:lnTo>
                  <a:lnTo>
                    <a:pt x="6" y="0"/>
                  </a:lnTo>
                  <a:lnTo>
                    <a:pt x="6" y="0"/>
                  </a:lnTo>
                  <a:lnTo>
                    <a:pt x="9" y="0"/>
                  </a:lnTo>
                  <a:lnTo>
                    <a:pt x="10" y="2"/>
                  </a:lnTo>
                  <a:lnTo>
                    <a:pt x="11" y="3"/>
                  </a:lnTo>
                  <a:lnTo>
                    <a:pt x="11" y="6"/>
                  </a:lnTo>
                  <a:lnTo>
                    <a:pt x="11" y="6"/>
                  </a:lnTo>
                  <a:lnTo>
                    <a:pt x="11" y="7"/>
                  </a:lnTo>
                  <a:lnTo>
                    <a:pt x="10" y="10"/>
                  </a:lnTo>
                  <a:lnTo>
                    <a:pt x="9" y="11"/>
                  </a:lnTo>
                  <a:lnTo>
                    <a:pt x="6" y="11"/>
                  </a:lnTo>
                </a:path>
              </a:pathLst>
            </a:custGeom>
            <a:noFill/>
            <a:ln>
              <a:noFill/>
            </a:ln>
          </p:spPr>
          <p:txBody>
            <a:bodyPr vert="horz" wrap="square" lIns="91440" tIns="45720" rIns="91440" bIns="45720" numCol="1" anchor="t" anchorCtr="0" compatLnSpc="1"/>
            <a:lstStyle/>
            <a:p>
              <a:endParaRPr lang="en-US"/>
            </a:p>
          </p:txBody>
        </p:sp>
        <p:sp>
          <p:nvSpPr>
            <p:cNvPr id="218" name="Freeform 1600"/>
            <p:cNvSpPr/>
            <p:nvPr/>
          </p:nvSpPr>
          <p:spPr bwMode="auto">
            <a:xfrm>
              <a:off x="5327650" y="4600575"/>
              <a:ext cx="11113" cy="12700"/>
            </a:xfrm>
            <a:custGeom>
              <a:avLst/>
              <a:gdLst>
                <a:gd name="T0" fmla="*/ 3 w 7"/>
                <a:gd name="T1" fmla="*/ 0 h 8"/>
                <a:gd name="T2" fmla="*/ 3 w 7"/>
                <a:gd name="T3" fmla="*/ 0 h 8"/>
                <a:gd name="T4" fmla="*/ 0 w 7"/>
                <a:gd name="T5" fmla="*/ 1 h 8"/>
                <a:gd name="T6" fmla="*/ 0 w 7"/>
                <a:gd name="T7" fmla="*/ 4 h 8"/>
                <a:gd name="T8" fmla="*/ 0 w 7"/>
                <a:gd name="T9" fmla="*/ 4 h 8"/>
                <a:gd name="T10" fmla="*/ 0 w 7"/>
                <a:gd name="T11" fmla="*/ 6 h 8"/>
                <a:gd name="T12" fmla="*/ 3 w 7"/>
                <a:gd name="T13" fmla="*/ 8 h 8"/>
                <a:gd name="T14" fmla="*/ 3 w 7"/>
                <a:gd name="T15" fmla="*/ 8 h 8"/>
                <a:gd name="T16" fmla="*/ 6 w 7"/>
                <a:gd name="T17" fmla="*/ 6 h 8"/>
                <a:gd name="T18" fmla="*/ 7 w 7"/>
                <a:gd name="T19" fmla="*/ 4 h 8"/>
                <a:gd name="T20" fmla="*/ 7 w 7"/>
                <a:gd name="T21" fmla="*/ 4 h 8"/>
                <a:gd name="T22" fmla="*/ 6 w 7"/>
                <a:gd name="T23" fmla="*/ 1 h 8"/>
                <a:gd name="T24" fmla="*/ 3 w 7"/>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8">
                  <a:moveTo>
                    <a:pt x="3" y="0"/>
                  </a:moveTo>
                  <a:lnTo>
                    <a:pt x="3" y="0"/>
                  </a:lnTo>
                  <a:lnTo>
                    <a:pt x="0" y="1"/>
                  </a:lnTo>
                  <a:lnTo>
                    <a:pt x="0" y="4"/>
                  </a:lnTo>
                  <a:lnTo>
                    <a:pt x="0" y="4"/>
                  </a:lnTo>
                  <a:lnTo>
                    <a:pt x="0" y="6"/>
                  </a:lnTo>
                  <a:lnTo>
                    <a:pt x="3" y="8"/>
                  </a:lnTo>
                  <a:lnTo>
                    <a:pt x="3" y="8"/>
                  </a:lnTo>
                  <a:lnTo>
                    <a:pt x="6" y="6"/>
                  </a:lnTo>
                  <a:lnTo>
                    <a:pt x="7" y="4"/>
                  </a:lnTo>
                  <a:lnTo>
                    <a:pt x="7" y="4"/>
                  </a:lnTo>
                  <a:lnTo>
                    <a:pt x="6" y="1"/>
                  </a:lnTo>
                  <a:lnTo>
                    <a:pt x="3" y="0"/>
                  </a:lnTo>
                </a:path>
              </a:pathLst>
            </a:custGeom>
            <a:noFill/>
            <a:ln>
              <a:noFill/>
            </a:ln>
          </p:spPr>
          <p:txBody>
            <a:bodyPr vert="horz" wrap="square" lIns="91440" tIns="45720" rIns="91440" bIns="45720" numCol="1" anchor="t" anchorCtr="0" compatLnSpc="1"/>
            <a:lstStyle/>
            <a:p>
              <a:endParaRPr lang="en-US"/>
            </a:p>
          </p:txBody>
        </p:sp>
        <p:sp>
          <p:nvSpPr>
            <p:cNvPr id="219" name="Freeform 1601"/>
            <p:cNvSpPr>
              <a:spLocks noEditPoints="1"/>
            </p:cNvSpPr>
            <p:nvPr/>
          </p:nvSpPr>
          <p:spPr bwMode="auto">
            <a:xfrm>
              <a:off x="5346700" y="4551363"/>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 name="T42" fmla="*/ 6 w 11"/>
                <a:gd name="T43" fmla="*/ 1 h 10"/>
                <a:gd name="T44" fmla="*/ 6 w 11"/>
                <a:gd name="T45" fmla="*/ 1 h 10"/>
                <a:gd name="T46" fmla="*/ 3 w 11"/>
                <a:gd name="T47" fmla="*/ 2 h 10"/>
                <a:gd name="T48" fmla="*/ 2 w 11"/>
                <a:gd name="T49" fmla="*/ 5 h 10"/>
                <a:gd name="T50" fmla="*/ 2 w 11"/>
                <a:gd name="T51" fmla="*/ 5 h 10"/>
                <a:gd name="T52" fmla="*/ 3 w 11"/>
                <a:gd name="T53" fmla="*/ 8 h 10"/>
                <a:gd name="T54" fmla="*/ 6 w 11"/>
                <a:gd name="T55" fmla="*/ 9 h 10"/>
                <a:gd name="T56" fmla="*/ 6 w 11"/>
                <a:gd name="T57" fmla="*/ 9 h 10"/>
                <a:gd name="T58" fmla="*/ 7 w 11"/>
                <a:gd name="T59" fmla="*/ 8 h 10"/>
                <a:gd name="T60" fmla="*/ 8 w 11"/>
                <a:gd name="T61" fmla="*/ 5 h 10"/>
                <a:gd name="T62" fmla="*/ 8 w 11"/>
                <a:gd name="T63" fmla="*/ 5 h 10"/>
                <a:gd name="T64" fmla="*/ 7 w 11"/>
                <a:gd name="T65" fmla="*/ 2 h 10"/>
                <a:gd name="T66" fmla="*/ 6 w 11"/>
                <a:gd name="T6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close/>
                  <a:moveTo>
                    <a:pt x="6" y="1"/>
                  </a:moveTo>
                  <a:lnTo>
                    <a:pt x="6" y="1"/>
                  </a:lnTo>
                  <a:lnTo>
                    <a:pt x="3" y="2"/>
                  </a:lnTo>
                  <a:lnTo>
                    <a:pt x="2" y="5"/>
                  </a:lnTo>
                  <a:lnTo>
                    <a:pt x="2" y="5"/>
                  </a:lnTo>
                  <a:lnTo>
                    <a:pt x="3" y="8"/>
                  </a:lnTo>
                  <a:lnTo>
                    <a:pt x="6" y="9"/>
                  </a:lnTo>
                  <a:lnTo>
                    <a:pt x="6" y="9"/>
                  </a:lnTo>
                  <a:lnTo>
                    <a:pt x="7" y="8"/>
                  </a:lnTo>
                  <a:lnTo>
                    <a:pt x="8" y="5"/>
                  </a:lnTo>
                  <a:lnTo>
                    <a:pt x="8" y="5"/>
                  </a:lnTo>
                  <a:lnTo>
                    <a:pt x="7" y="2"/>
                  </a:lnTo>
                  <a:lnTo>
                    <a:pt x="6" y="1"/>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0" name="Freeform 1602"/>
            <p:cNvSpPr/>
            <p:nvPr/>
          </p:nvSpPr>
          <p:spPr bwMode="auto">
            <a:xfrm>
              <a:off x="5346700" y="4551363"/>
              <a:ext cx="17463" cy="15875"/>
            </a:xfrm>
            <a:custGeom>
              <a:avLst/>
              <a:gdLst>
                <a:gd name="T0" fmla="*/ 6 w 11"/>
                <a:gd name="T1" fmla="*/ 10 h 10"/>
                <a:gd name="T2" fmla="*/ 6 w 11"/>
                <a:gd name="T3" fmla="*/ 10 h 10"/>
                <a:gd name="T4" fmla="*/ 3 w 11"/>
                <a:gd name="T5" fmla="*/ 10 h 10"/>
                <a:gd name="T6" fmla="*/ 2 w 11"/>
                <a:gd name="T7" fmla="*/ 9 h 10"/>
                <a:gd name="T8" fmla="*/ 0 w 11"/>
                <a:gd name="T9" fmla="*/ 8 h 10"/>
                <a:gd name="T10" fmla="*/ 0 w 11"/>
                <a:gd name="T11" fmla="*/ 5 h 10"/>
                <a:gd name="T12" fmla="*/ 0 w 11"/>
                <a:gd name="T13" fmla="*/ 5 h 10"/>
                <a:gd name="T14" fmla="*/ 0 w 11"/>
                <a:gd name="T15" fmla="*/ 4 h 10"/>
                <a:gd name="T16" fmla="*/ 2 w 11"/>
                <a:gd name="T17" fmla="*/ 1 h 10"/>
                <a:gd name="T18" fmla="*/ 3 w 11"/>
                <a:gd name="T19" fmla="*/ 0 h 10"/>
                <a:gd name="T20" fmla="*/ 6 w 11"/>
                <a:gd name="T21" fmla="*/ 0 h 10"/>
                <a:gd name="T22" fmla="*/ 6 w 11"/>
                <a:gd name="T23" fmla="*/ 0 h 10"/>
                <a:gd name="T24" fmla="*/ 7 w 11"/>
                <a:gd name="T25" fmla="*/ 0 h 10"/>
                <a:gd name="T26" fmla="*/ 8 w 11"/>
                <a:gd name="T27" fmla="*/ 1 h 10"/>
                <a:gd name="T28" fmla="*/ 10 w 11"/>
                <a:gd name="T29" fmla="*/ 4 h 10"/>
                <a:gd name="T30" fmla="*/ 11 w 11"/>
                <a:gd name="T31" fmla="*/ 5 h 10"/>
                <a:gd name="T32" fmla="*/ 11 w 11"/>
                <a:gd name="T33" fmla="*/ 5 h 10"/>
                <a:gd name="T34" fmla="*/ 10 w 11"/>
                <a:gd name="T35" fmla="*/ 8 h 10"/>
                <a:gd name="T36" fmla="*/ 8 w 11"/>
                <a:gd name="T37" fmla="*/ 9 h 10"/>
                <a:gd name="T38" fmla="*/ 7 w 11"/>
                <a:gd name="T39" fmla="*/ 10 h 10"/>
                <a:gd name="T40" fmla="*/ 6 w 11"/>
                <a:gd name="T4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10"/>
                  </a:moveTo>
                  <a:lnTo>
                    <a:pt x="6" y="10"/>
                  </a:lnTo>
                  <a:lnTo>
                    <a:pt x="3" y="10"/>
                  </a:lnTo>
                  <a:lnTo>
                    <a:pt x="2" y="9"/>
                  </a:lnTo>
                  <a:lnTo>
                    <a:pt x="0" y="8"/>
                  </a:lnTo>
                  <a:lnTo>
                    <a:pt x="0" y="5"/>
                  </a:lnTo>
                  <a:lnTo>
                    <a:pt x="0" y="5"/>
                  </a:lnTo>
                  <a:lnTo>
                    <a:pt x="0" y="4"/>
                  </a:lnTo>
                  <a:lnTo>
                    <a:pt x="2" y="1"/>
                  </a:lnTo>
                  <a:lnTo>
                    <a:pt x="3" y="0"/>
                  </a:lnTo>
                  <a:lnTo>
                    <a:pt x="6" y="0"/>
                  </a:lnTo>
                  <a:lnTo>
                    <a:pt x="6" y="0"/>
                  </a:lnTo>
                  <a:lnTo>
                    <a:pt x="7" y="0"/>
                  </a:lnTo>
                  <a:lnTo>
                    <a:pt x="8" y="1"/>
                  </a:lnTo>
                  <a:lnTo>
                    <a:pt x="10" y="4"/>
                  </a:lnTo>
                  <a:lnTo>
                    <a:pt x="11" y="5"/>
                  </a:lnTo>
                  <a:lnTo>
                    <a:pt x="11" y="5"/>
                  </a:lnTo>
                  <a:lnTo>
                    <a:pt x="10" y="8"/>
                  </a:lnTo>
                  <a:lnTo>
                    <a:pt x="8" y="9"/>
                  </a:lnTo>
                  <a:lnTo>
                    <a:pt x="7" y="10"/>
                  </a:lnTo>
                  <a:lnTo>
                    <a:pt x="6" y="10"/>
                  </a:lnTo>
                </a:path>
              </a:pathLst>
            </a:custGeom>
            <a:noFill/>
            <a:ln>
              <a:noFill/>
            </a:ln>
          </p:spPr>
          <p:txBody>
            <a:bodyPr vert="horz" wrap="square" lIns="91440" tIns="45720" rIns="91440" bIns="45720" numCol="1" anchor="t" anchorCtr="0" compatLnSpc="1"/>
            <a:lstStyle/>
            <a:p>
              <a:endParaRPr lang="en-US"/>
            </a:p>
          </p:txBody>
        </p:sp>
        <p:sp>
          <p:nvSpPr>
            <p:cNvPr id="221" name="Freeform 1603"/>
            <p:cNvSpPr/>
            <p:nvPr/>
          </p:nvSpPr>
          <p:spPr bwMode="auto">
            <a:xfrm>
              <a:off x="5349875" y="4552950"/>
              <a:ext cx="9525" cy="12700"/>
            </a:xfrm>
            <a:custGeom>
              <a:avLst/>
              <a:gdLst>
                <a:gd name="T0" fmla="*/ 4 w 6"/>
                <a:gd name="T1" fmla="*/ 0 h 8"/>
                <a:gd name="T2" fmla="*/ 4 w 6"/>
                <a:gd name="T3" fmla="*/ 0 h 8"/>
                <a:gd name="T4" fmla="*/ 1 w 6"/>
                <a:gd name="T5" fmla="*/ 1 h 8"/>
                <a:gd name="T6" fmla="*/ 0 w 6"/>
                <a:gd name="T7" fmla="*/ 4 h 8"/>
                <a:gd name="T8" fmla="*/ 0 w 6"/>
                <a:gd name="T9" fmla="*/ 4 h 8"/>
                <a:gd name="T10" fmla="*/ 1 w 6"/>
                <a:gd name="T11" fmla="*/ 7 h 8"/>
                <a:gd name="T12" fmla="*/ 4 w 6"/>
                <a:gd name="T13" fmla="*/ 8 h 8"/>
                <a:gd name="T14" fmla="*/ 4 w 6"/>
                <a:gd name="T15" fmla="*/ 8 h 8"/>
                <a:gd name="T16" fmla="*/ 5 w 6"/>
                <a:gd name="T17" fmla="*/ 7 h 8"/>
                <a:gd name="T18" fmla="*/ 6 w 6"/>
                <a:gd name="T19" fmla="*/ 4 h 8"/>
                <a:gd name="T20" fmla="*/ 6 w 6"/>
                <a:gd name="T21" fmla="*/ 4 h 8"/>
                <a:gd name="T22" fmla="*/ 5 w 6"/>
                <a:gd name="T23" fmla="*/ 1 h 8"/>
                <a:gd name="T24" fmla="*/ 4 w 6"/>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 h="8">
                  <a:moveTo>
                    <a:pt x="4" y="0"/>
                  </a:moveTo>
                  <a:lnTo>
                    <a:pt x="4" y="0"/>
                  </a:lnTo>
                  <a:lnTo>
                    <a:pt x="1" y="1"/>
                  </a:lnTo>
                  <a:lnTo>
                    <a:pt x="0" y="4"/>
                  </a:lnTo>
                  <a:lnTo>
                    <a:pt x="0" y="4"/>
                  </a:lnTo>
                  <a:lnTo>
                    <a:pt x="1" y="7"/>
                  </a:lnTo>
                  <a:lnTo>
                    <a:pt x="4" y="8"/>
                  </a:lnTo>
                  <a:lnTo>
                    <a:pt x="4" y="8"/>
                  </a:lnTo>
                  <a:lnTo>
                    <a:pt x="5" y="7"/>
                  </a:lnTo>
                  <a:lnTo>
                    <a:pt x="6" y="4"/>
                  </a:lnTo>
                  <a:lnTo>
                    <a:pt x="6" y="4"/>
                  </a:lnTo>
                  <a:lnTo>
                    <a:pt x="5" y="1"/>
                  </a:lnTo>
                  <a:lnTo>
                    <a:pt x="4" y="0"/>
                  </a:lnTo>
                </a:path>
              </a:pathLst>
            </a:custGeom>
            <a:noFill/>
            <a:ln>
              <a:noFill/>
            </a:ln>
          </p:spPr>
          <p:txBody>
            <a:bodyPr vert="horz" wrap="square" lIns="91440" tIns="45720" rIns="91440" bIns="45720" numCol="1" anchor="t" anchorCtr="0" compatLnSpc="1"/>
            <a:lstStyle/>
            <a:p>
              <a:endParaRPr lang="en-US"/>
            </a:p>
          </p:txBody>
        </p:sp>
        <p:sp>
          <p:nvSpPr>
            <p:cNvPr id="222" name="Freeform 1604"/>
            <p:cNvSpPr/>
            <p:nvPr/>
          </p:nvSpPr>
          <p:spPr bwMode="auto">
            <a:xfrm>
              <a:off x="5065713" y="4338638"/>
              <a:ext cx="92075" cy="19050"/>
            </a:xfrm>
            <a:custGeom>
              <a:avLst/>
              <a:gdLst>
                <a:gd name="T0" fmla="*/ 58 w 58"/>
                <a:gd name="T1" fmla="*/ 5 h 12"/>
                <a:gd name="T2" fmla="*/ 58 w 58"/>
                <a:gd name="T3" fmla="*/ 5 h 12"/>
                <a:gd name="T4" fmla="*/ 58 w 58"/>
                <a:gd name="T5" fmla="*/ 8 h 12"/>
                <a:gd name="T6" fmla="*/ 57 w 58"/>
                <a:gd name="T7" fmla="*/ 11 h 12"/>
                <a:gd name="T8" fmla="*/ 54 w 58"/>
                <a:gd name="T9" fmla="*/ 12 h 12"/>
                <a:gd name="T10" fmla="*/ 52 w 58"/>
                <a:gd name="T11" fmla="*/ 12 h 12"/>
                <a:gd name="T12" fmla="*/ 6 w 58"/>
                <a:gd name="T13" fmla="*/ 12 h 12"/>
                <a:gd name="T14" fmla="*/ 6 w 58"/>
                <a:gd name="T15" fmla="*/ 12 h 12"/>
                <a:gd name="T16" fmla="*/ 4 w 58"/>
                <a:gd name="T17" fmla="*/ 12 h 12"/>
                <a:gd name="T18" fmla="*/ 2 w 58"/>
                <a:gd name="T19" fmla="*/ 11 h 12"/>
                <a:gd name="T20" fmla="*/ 0 w 58"/>
                <a:gd name="T21" fmla="*/ 8 h 12"/>
                <a:gd name="T22" fmla="*/ 0 w 58"/>
                <a:gd name="T23" fmla="*/ 5 h 12"/>
                <a:gd name="T24" fmla="*/ 0 w 58"/>
                <a:gd name="T25" fmla="*/ 5 h 12"/>
                <a:gd name="T26" fmla="*/ 0 w 58"/>
                <a:gd name="T27" fmla="*/ 3 h 12"/>
                <a:gd name="T28" fmla="*/ 2 w 58"/>
                <a:gd name="T29" fmla="*/ 1 h 12"/>
                <a:gd name="T30" fmla="*/ 4 w 58"/>
                <a:gd name="T31" fmla="*/ 0 h 12"/>
                <a:gd name="T32" fmla="*/ 6 w 58"/>
                <a:gd name="T33" fmla="*/ 0 h 12"/>
                <a:gd name="T34" fmla="*/ 52 w 58"/>
                <a:gd name="T35" fmla="*/ 0 h 12"/>
                <a:gd name="T36" fmla="*/ 52 w 58"/>
                <a:gd name="T37" fmla="*/ 0 h 12"/>
                <a:gd name="T38" fmla="*/ 54 w 58"/>
                <a:gd name="T39" fmla="*/ 0 h 12"/>
                <a:gd name="T40" fmla="*/ 57 w 58"/>
                <a:gd name="T41" fmla="*/ 1 h 12"/>
                <a:gd name="T42" fmla="*/ 58 w 58"/>
                <a:gd name="T43" fmla="*/ 3 h 12"/>
                <a:gd name="T44" fmla="*/ 58 w 58"/>
                <a:gd name="T45"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2">
                  <a:moveTo>
                    <a:pt x="58" y="5"/>
                  </a:moveTo>
                  <a:lnTo>
                    <a:pt x="58" y="5"/>
                  </a:lnTo>
                  <a:lnTo>
                    <a:pt x="58" y="8"/>
                  </a:lnTo>
                  <a:lnTo>
                    <a:pt x="57" y="11"/>
                  </a:lnTo>
                  <a:lnTo>
                    <a:pt x="54" y="12"/>
                  </a:lnTo>
                  <a:lnTo>
                    <a:pt x="52" y="12"/>
                  </a:lnTo>
                  <a:lnTo>
                    <a:pt x="6" y="12"/>
                  </a:lnTo>
                  <a:lnTo>
                    <a:pt x="6" y="12"/>
                  </a:lnTo>
                  <a:lnTo>
                    <a:pt x="4" y="12"/>
                  </a:lnTo>
                  <a:lnTo>
                    <a:pt x="2" y="11"/>
                  </a:lnTo>
                  <a:lnTo>
                    <a:pt x="0" y="8"/>
                  </a:lnTo>
                  <a:lnTo>
                    <a:pt x="0" y="5"/>
                  </a:lnTo>
                  <a:lnTo>
                    <a:pt x="0" y="5"/>
                  </a:lnTo>
                  <a:lnTo>
                    <a:pt x="0" y="3"/>
                  </a:lnTo>
                  <a:lnTo>
                    <a:pt x="2" y="1"/>
                  </a:lnTo>
                  <a:lnTo>
                    <a:pt x="4" y="0"/>
                  </a:lnTo>
                  <a:lnTo>
                    <a:pt x="6" y="0"/>
                  </a:lnTo>
                  <a:lnTo>
                    <a:pt x="52" y="0"/>
                  </a:lnTo>
                  <a:lnTo>
                    <a:pt x="52" y="0"/>
                  </a:lnTo>
                  <a:lnTo>
                    <a:pt x="54" y="0"/>
                  </a:lnTo>
                  <a:lnTo>
                    <a:pt x="57" y="1"/>
                  </a:lnTo>
                  <a:lnTo>
                    <a:pt x="58" y="3"/>
                  </a:lnTo>
                  <a:lnTo>
                    <a:pt x="58" y="5"/>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3" name="Freeform 1605"/>
            <p:cNvSpPr/>
            <p:nvPr/>
          </p:nvSpPr>
          <p:spPr bwMode="auto">
            <a:xfrm>
              <a:off x="5065713" y="4338638"/>
              <a:ext cx="92075" cy="19050"/>
            </a:xfrm>
            <a:custGeom>
              <a:avLst/>
              <a:gdLst>
                <a:gd name="T0" fmla="*/ 58 w 58"/>
                <a:gd name="T1" fmla="*/ 5 h 12"/>
                <a:gd name="T2" fmla="*/ 58 w 58"/>
                <a:gd name="T3" fmla="*/ 5 h 12"/>
                <a:gd name="T4" fmla="*/ 58 w 58"/>
                <a:gd name="T5" fmla="*/ 8 h 12"/>
                <a:gd name="T6" fmla="*/ 57 w 58"/>
                <a:gd name="T7" fmla="*/ 11 h 12"/>
                <a:gd name="T8" fmla="*/ 54 w 58"/>
                <a:gd name="T9" fmla="*/ 12 h 12"/>
                <a:gd name="T10" fmla="*/ 52 w 58"/>
                <a:gd name="T11" fmla="*/ 12 h 12"/>
                <a:gd name="T12" fmla="*/ 6 w 58"/>
                <a:gd name="T13" fmla="*/ 12 h 12"/>
                <a:gd name="T14" fmla="*/ 6 w 58"/>
                <a:gd name="T15" fmla="*/ 12 h 12"/>
                <a:gd name="T16" fmla="*/ 4 w 58"/>
                <a:gd name="T17" fmla="*/ 12 h 12"/>
                <a:gd name="T18" fmla="*/ 2 w 58"/>
                <a:gd name="T19" fmla="*/ 11 h 12"/>
                <a:gd name="T20" fmla="*/ 0 w 58"/>
                <a:gd name="T21" fmla="*/ 8 h 12"/>
                <a:gd name="T22" fmla="*/ 0 w 58"/>
                <a:gd name="T23" fmla="*/ 5 h 12"/>
                <a:gd name="T24" fmla="*/ 0 w 58"/>
                <a:gd name="T25" fmla="*/ 5 h 12"/>
                <a:gd name="T26" fmla="*/ 0 w 58"/>
                <a:gd name="T27" fmla="*/ 3 h 12"/>
                <a:gd name="T28" fmla="*/ 2 w 58"/>
                <a:gd name="T29" fmla="*/ 1 h 12"/>
                <a:gd name="T30" fmla="*/ 4 w 58"/>
                <a:gd name="T31" fmla="*/ 0 h 12"/>
                <a:gd name="T32" fmla="*/ 6 w 58"/>
                <a:gd name="T33" fmla="*/ 0 h 12"/>
                <a:gd name="T34" fmla="*/ 52 w 58"/>
                <a:gd name="T35" fmla="*/ 0 h 12"/>
                <a:gd name="T36" fmla="*/ 52 w 58"/>
                <a:gd name="T37" fmla="*/ 0 h 12"/>
                <a:gd name="T38" fmla="*/ 54 w 58"/>
                <a:gd name="T39" fmla="*/ 0 h 12"/>
                <a:gd name="T40" fmla="*/ 57 w 58"/>
                <a:gd name="T41" fmla="*/ 1 h 12"/>
                <a:gd name="T42" fmla="*/ 58 w 58"/>
                <a:gd name="T43" fmla="*/ 3 h 12"/>
                <a:gd name="T44" fmla="*/ 58 w 58"/>
                <a:gd name="T45"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2">
                  <a:moveTo>
                    <a:pt x="58" y="5"/>
                  </a:moveTo>
                  <a:lnTo>
                    <a:pt x="58" y="5"/>
                  </a:lnTo>
                  <a:lnTo>
                    <a:pt x="58" y="8"/>
                  </a:lnTo>
                  <a:lnTo>
                    <a:pt x="57" y="11"/>
                  </a:lnTo>
                  <a:lnTo>
                    <a:pt x="54" y="12"/>
                  </a:lnTo>
                  <a:lnTo>
                    <a:pt x="52" y="12"/>
                  </a:lnTo>
                  <a:lnTo>
                    <a:pt x="6" y="12"/>
                  </a:lnTo>
                  <a:lnTo>
                    <a:pt x="6" y="12"/>
                  </a:lnTo>
                  <a:lnTo>
                    <a:pt x="4" y="12"/>
                  </a:lnTo>
                  <a:lnTo>
                    <a:pt x="2" y="11"/>
                  </a:lnTo>
                  <a:lnTo>
                    <a:pt x="0" y="8"/>
                  </a:lnTo>
                  <a:lnTo>
                    <a:pt x="0" y="5"/>
                  </a:lnTo>
                  <a:lnTo>
                    <a:pt x="0" y="5"/>
                  </a:lnTo>
                  <a:lnTo>
                    <a:pt x="0" y="3"/>
                  </a:lnTo>
                  <a:lnTo>
                    <a:pt x="2" y="1"/>
                  </a:lnTo>
                  <a:lnTo>
                    <a:pt x="4" y="0"/>
                  </a:lnTo>
                  <a:lnTo>
                    <a:pt x="6" y="0"/>
                  </a:lnTo>
                  <a:lnTo>
                    <a:pt x="52" y="0"/>
                  </a:lnTo>
                  <a:lnTo>
                    <a:pt x="52" y="0"/>
                  </a:lnTo>
                  <a:lnTo>
                    <a:pt x="54" y="0"/>
                  </a:lnTo>
                  <a:lnTo>
                    <a:pt x="57" y="1"/>
                  </a:lnTo>
                  <a:lnTo>
                    <a:pt x="58" y="3"/>
                  </a:lnTo>
                  <a:lnTo>
                    <a:pt x="58" y="5"/>
                  </a:lnTo>
                </a:path>
              </a:pathLst>
            </a:custGeom>
            <a:noFill/>
            <a:ln>
              <a:noFill/>
            </a:ln>
          </p:spPr>
          <p:txBody>
            <a:bodyPr vert="horz" wrap="square" lIns="91440" tIns="45720" rIns="91440" bIns="45720" numCol="1" anchor="t" anchorCtr="0" compatLnSpc="1"/>
            <a:lstStyle/>
            <a:p>
              <a:endParaRPr lang="en-US"/>
            </a:p>
          </p:txBody>
        </p:sp>
        <p:sp>
          <p:nvSpPr>
            <p:cNvPr id="224" name="Freeform 1606"/>
            <p:cNvSpPr/>
            <p:nvPr/>
          </p:nvSpPr>
          <p:spPr bwMode="auto">
            <a:xfrm>
              <a:off x="5181600" y="4337050"/>
              <a:ext cx="92075" cy="20638"/>
            </a:xfrm>
            <a:custGeom>
              <a:avLst/>
              <a:gdLst>
                <a:gd name="T0" fmla="*/ 58 w 58"/>
                <a:gd name="T1" fmla="*/ 6 h 13"/>
                <a:gd name="T2" fmla="*/ 58 w 58"/>
                <a:gd name="T3" fmla="*/ 6 h 13"/>
                <a:gd name="T4" fmla="*/ 58 w 58"/>
                <a:gd name="T5" fmla="*/ 9 h 13"/>
                <a:gd name="T6" fmla="*/ 57 w 58"/>
                <a:gd name="T7" fmla="*/ 12 h 13"/>
                <a:gd name="T8" fmla="*/ 54 w 58"/>
                <a:gd name="T9" fmla="*/ 13 h 13"/>
                <a:gd name="T10" fmla="*/ 52 w 58"/>
                <a:gd name="T11" fmla="*/ 13 h 13"/>
                <a:gd name="T12" fmla="*/ 6 w 58"/>
                <a:gd name="T13" fmla="*/ 13 h 13"/>
                <a:gd name="T14" fmla="*/ 6 w 58"/>
                <a:gd name="T15" fmla="*/ 13 h 13"/>
                <a:gd name="T16" fmla="*/ 4 w 58"/>
                <a:gd name="T17" fmla="*/ 13 h 13"/>
                <a:gd name="T18" fmla="*/ 2 w 58"/>
                <a:gd name="T19" fmla="*/ 12 h 13"/>
                <a:gd name="T20" fmla="*/ 0 w 58"/>
                <a:gd name="T21" fmla="*/ 9 h 13"/>
                <a:gd name="T22" fmla="*/ 0 w 58"/>
                <a:gd name="T23" fmla="*/ 6 h 13"/>
                <a:gd name="T24" fmla="*/ 0 w 58"/>
                <a:gd name="T25" fmla="*/ 6 h 13"/>
                <a:gd name="T26" fmla="*/ 0 w 58"/>
                <a:gd name="T27" fmla="*/ 4 h 13"/>
                <a:gd name="T28" fmla="*/ 2 w 58"/>
                <a:gd name="T29" fmla="*/ 2 h 13"/>
                <a:gd name="T30" fmla="*/ 4 w 58"/>
                <a:gd name="T31" fmla="*/ 1 h 13"/>
                <a:gd name="T32" fmla="*/ 6 w 58"/>
                <a:gd name="T33" fmla="*/ 0 h 13"/>
                <a:gd name="T34" fmla="*/ 52 w 58"/>
                <a:gd name="T35" fmla="*/ 0 h 13"/>
                <a:gd name="T36" fmla="*/ 52 w 58"/>
                <a:gd name="T37" fmla="*/ 0 h 13"/>
                <a:gd name="T38" fmla="*/ 54 w 58"/>
                <a:gd name="T39" fmla="*/ 1 h 13"/>
                <a:gd name="T40" fmla="*/ 57 w 58"/>
                <a:gd name="T41" fmla="*/ 2 h 13"/>
                <a:gd name="T42" fmla="*/ 58 w 58"/>
                <a:gd name="T43" fmla="*/ 4 h 13"/>
                <a:gd name="T44" fmla="*/ 58 w 58"/>
                <a:gd name="T45"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3">
                  <a:moveTo>
                    <a:pt x="58" y="6"/>
                  </a:moveTo>
                  <a:lnTo>
                    <a:pt x="58" y="6"/>
                  </a:lnTo>
                  <a:lnTo>
                    <a:pt x="58" y="9"/>
                  </a:lnTo>
                  <a:lnTo>
                    <a:pt x="57" y="12"/>
                  </a:lnTo>
                  <a:lnTo>
                    <a:pt x="54" y="13"/>
                  </a:lnTo>
                  <a:lnTo>
                    <a:pt x="52" y="13"/>
                  </a:lnTo>
                  <a:lnTo>
                    <a:pt x="6" y="13"/>
                  </a:lnTo>
                  <a:lnTo>
                    <a:pt x="6" y="13"/>
                  </a:lnTo>
                  <a:lnTo>
                    <a:pt x="4" y="13"/>
                  </a:lnTo>
                  <a:lnTo>
                    <a:pt x="2" y="12"/>
                  </a:lnTo>
                  <a:lnTo>
                    <a:pt x="0" y="9"/>
                  </a:lnTo>
                  <a:lnTo>
                    <a:pt x="0" y="6"/>
                  </a:lnTo>
                  <a:lnTo>
                    <a:pt x="0" y="6"/>
                  </a:lnTo>
                  <a:lnTo>
                    <a:pt x="0" y="4"/>
                  </a:lnTo>
                  <a:lnTo>
                    <a:pt x="2" y="2"/>
                  </a:lnTo>
                  <a:lnTo>
                    <a:pt x="4" y="1"/>
                  </a:lnTo>
                  <a:lnTo>
                    <a:pt x="6" y="0"/>
                  </a:lnTo>
                  <a:lnTo>
                    <a:pt x="52" y="0"/>
                  </a:lnTo>
                  <a:lnTo>
                    <a:pt x="52" y="0"/>
                  </a:lnTo>
                  <a:lnTo>
                    <a:pt x="54" y="1"/>
                  </a:lnTo>
                  <a:lnTo>
                    <a:pt x="57" y="2"/>
                  </a:lnTo>
                  <a:lnTo>
                    <a:pt x="58" y="4"/>
                  </a:lnTo>
                  <a:lnTo>
                    <a:pt x="58" y="6"/>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5" name="Freeform 1607"/>
            <p:cNvSpPr/>
            <p:nvPr/>
          </p:nvSpPr>
          <p:spPr bwMode="auto">
            <a:xfrm>
              <a:off x="5181600" y="4337050"/>
              <a:ext cx="92075" cy="20638"/>
            </a:xfrm>
            <a:custGeom>
              <a:avLst/>
              <a:gdLst>
                <a:gd name="T0" fmla="*/ 58 w 58"/>
                <a:gd name="T1" fmla="*/ 6 h 13"/>
                <a:gd name="T2" fmla="*/ 58 w 58"/>
                <a:gd name="T3" fmla="*/ 6 h 13"/>
                <a:gd name="T4" fmla="*/ 58 w 58"/>
                <a:gd name="T5" fmla="*/ 9 h 13"/>
                <a:gd name="T6" fmla="*/ 57 w 58"/>
                <a:gd name="T7" fmla="*/ 12 h 13"/>
                <a:gd name="T8" fmla="*/ 54 w 58"/>
                <a:gd name="T9" fmla="*/ 13 h 13"/>
                <a:gd name="T10" fmla="*/ 52 w 58"/>
                <a:gd name="T11" fmla="*/ 13 h 13"/>
                <a:gd name="T12" fmla="*/ 6 w 58"/>
                <a:gd name="T13" fmla="*/ 13 h 13"/>
                <a:gd name="T14" fmla="*/ 6 w 58"/>
                <a:gd name="T15" fmla="*/ 13 h 13"/>
                <a:gd name="T16" fmla="*/ 4 w 58"/>
                <a:gd name="T17" fmla="*/ 13 h 13"/>
                <a:gd name="T18" fmla="*/ 2 w 58"/>
                <a:gd name="T19" fmla="*/ 12 h 13"/>
                <a:gd name="T20" fmla="*/ 0 w 58"/>
                <a:gd name="T21" fmla="*/ 9 h 13"/>
                <a:gd name="T22" fmla="*/ 0 w 58"/>
                <a:gd name="T23" fmla="*/ 6 h 13"/>
                <a:gd name="T24" fmla="*/ 0 w 58"/>
                <a:gd name="T25" fmla="*/ 6 h 13"/>
                <a:gd name="T26" fmla="*/ 0 w 58"/>
                <a:gd name="T27" fmla="*/ 4 h 13"/>
                <a:gd name="T28" fmla="*/ 2 w 58"/>
                <a:gd name="T29" fmla="*/ 2 h 13"/>
                <a:gd name="T30" fmla="*/ 4 w 58"/>
                <a:gd name="T31" fmla="*/ 1 h 13"/>
                <a:gd name="T32" fmla="*/ 6 w 58"/>
                <a:gd name="T33" fmla="*/ 0 h 13"/>
                <a:gd name="T34" fmla="*/ 52 w 58"/>
                <a:gd name="T35" fmla="*/ 0 h 13"/>
                <a:gd name="T36" fmla="*/ 52 w 58"/>
                <a:gd name="T37" fmla="*/ 0 h 13"/>
                <a:gd name="T38" fmla="*/ 54 w 58"/>
                <a:gd name="T39" fmla="*/ 1 h 13"/>
                <a:gd name="T40" fmla="*/ 57 w 58"/>
                <a:gd name="T41" fmla="*/ 2 h 13"/>
                <a:gd name="T42" fmla="*/ 58 w 58"/>
                <a:gd name="T43" fmla="*/ 4 h 13"/>
                <a:gd name="T44" fmla="*/ 58 w 58"/>
                <a:gd name="T45"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3">
                  <a:moveTo>
                    <a:pt x="58" y="6"/>
                  </a:moveTo>
                  <a:lnTo>
                    <a:pt x="58" y="6"/>
                  </a:lnTo>
                  <a:lnTo>
                    <a:pt x="58" y="9"/>
                  </a:lnTo>
                  <a:lnTo>
                    <a:pt x="57" y="12"/>
                  </a:lnTo>
                  <a:lnTo>
                    <a:pt x="54" y="13"/>
                  </a:lnTo>
                  <a:lnTo>
                    <a:pt x="52" y="13"/>
                  </a:lnTo>
                  <a:lnTo>
                    <a:pt x="6" y="13"/>
                  </a:lnTo>
                  <a:lnTo>
                    <a:pt x="6" y="13"/>
                  </a:lnTo>
                  <a:lnTo>
                    <a:pt x="4" y="13"/>
                  </a:lnTo>
                  <a:lnTo>
                    <a:pt x="2" y="12"/>
                  </a:lnTo>
                  <a:lnTo>
                    <a:pt x="0" y="9"/>
                  </a:lnTo>
                  <a:lnTo>
                    <a:pt x="0" y="6"/>
                  </a:lnTo>
                  <a:lnTo>
                    <a:pt x="0" y="6"/>
                  </a:lnTo>
                  <a:lnTo>
                    <a:pt x="0" y="4"/>
                  </a:lnTo>
                  <a:lnTo>
                    <a:pt x="2" y="2"/>
                  </a:lnTo>
                  <a:lnTo>
                    <a:pt x="4" y="1"/>
                  </a:lnTo>
                  <a:lnTo>
                    <a:pt x="6" y="0"/>
                  </a:lnTo>
                  <a:lnTo>
                    <a:pt x="52" y="0"/>
                  </a:lnTo>
                  <a:lnTo>
                    <a:pt x="52" y="0"/>
                  </a:lnTo>
                  <a:lnTo>
                    <a:pt x="54" y="1"/>
                  </a:lnTo>
                  <a:lnTo>
                    <a:pt x="57" y="2"/>
                  </a:lnTo>
                  <a:lnTo>
                    <a:pt x="58" y="4"/>
                  </a:lnTo>
                  <a:lnTo>
                    <a:pt x="58" y="6"/>
                  </a:lnTo>
                </a:path>
              </a:pathLst>
            </a:custGeom>
            <a:noFill/>
            <a:ln>
              <a:noFill/>
            </a:ln>
          </p:spPr>
          <p:txBody>
            <a:bodyPr vert="horz" wrap="square" lIns="91440" tIns="45720" rIns="91440" bIns="45720" numCol="1" anchor="t" anchorCtr="0" compatLnSpc="1"/>
            <a:lstStyle/>
            <a:p>
              <a:endParaRPr lang="en-US"/>
            </a:p>
          </p:txBody>
        </p:sp>
        <p:sp>
          <p:nvSpPr>
            <p:cNvPr id="226" name="Freeform 1608"/>
            <p:cNvSpPr/>
            <p:nvPr/>
          </p:nvSpPr>
          <p:spPr bwMode="auto">
            <a:xfrm>
              <a:off x="5297488" y="4337050"/>
              <a:ext cx="92075" cy="20638"/>
            </a:xfrm>
            <a:custGeom>
              <a:avLst/>
              <a:gdLst>
                <a:gd name="T0" fmla="*/ 58 w 58"/>
                <a:gd name="T1" fmla="*/ 6 h 13"/>
                <a:gd name="T2" fmla="*/ 58 w 58"/>
                <a:gd name="T3" fmla="*/ 6 h 13"/>
                <a:gd name="T4" fmla="*/ 58 w 58"/>
                <a:gd name="T5" fmla="*/ 9 h 13"/>
                <a:gd name="T6" fmla="*/ 57 w 58"/>
                <a:gd name="T7" fmla="*/ 12 h 13"/>
                <a:gd name="T8" fmla="*/ 54 w 58"/>
                <a:gd name="T9" fmla="*/ 13 h 13"/>
                <a:gd name="T10" fmla="*/ 52 w 58"/>
                <a:gd name="T11" fmla="*/ 13 h 13"/>
                <a:gd name="T12" fmla="*/ 6 w 58"/>
                <a:gd name="T13" fmla="*/ 13 h 13"/>
                <a:gd name="T14" fmla="*/ 6 w 58"/>
                <a:gd name="T15" fmla="*/ 13 h 13"/>
                <a:gd name="T16" fmla="*/ 4 w 58"/>
                <a:gd name="T17" fmla="*/ 13 h 13"/>
                <a:gd name="T18" fmla="*/ 2 w 58"/>
                <a:gd name="T19" fmla="*/ 12 h 13"/>
                <a:gd name="T20" fmla="*/ 0 w 58"/>
                <a:gd name="T21" fmla="*/ 9 h 13"/>
                <a:gd name="T22" fmla="*/ 0 w 58"/>
                <a:gd name="T23" fmla="*/ 6 h 13"/>
                <a:gd name="T24" fmla="*/ 0 w 58"/>
                <a:gd name="T25" fmla="*/ 6 h 13"/>
                <a:gd name="T26" fmla="*/ 0 w 58"/>
                <a:gd name="T27" fmla="*/ 4 h 13"/>
                <a:gd name="T28" fmla="*/ 2 w 58"/>
                <a:gd name="T29" fmla="*/ 2 h 13"/>
                <a:gd name="T30" fmla="*/ 4 w 58"/>
                <a:gd name="T31" fmla="*/ 1 h 13"/>
                <a:gd name="T32" fmla="*/ 6 w 58"/>
                <a:gd name="T33" fmla="*/ 0 h 13"/>
                <a:gd name="T34" fmla="*/ 52 w 58"/>
                <a:gd name="T35" fmla="*/ 0 h 13"/>
                <a:gd name="T36" fmla="*/ 52 w 58"/>
                <a:gd name="T37" fmla="*/ 0 h 13"/>
                <a:gd name="T38" fmla="*/ 54 w 58"/>
                <a:gd name="T39" fmla="*/ 1 h 13"/>
                <a:gd name="T40" fmla="*/ 57 w 58"/>
                <a:gd name="T41" fmla="*/ 2 h 13"/>
                <a:gd name="T42" fmla="*/ 58 w 58"/>
                <a:gd name="T43" fmla="*/ 4 h 13"/>
                <a:gd name="T44" fmla="*/ 58 w 58"/>
                <a:gd name="T45"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3">
                  <a:moveTo>
                    <a:pt x="58" y="6"/>
                  </a:moveTo>
                  <a:lnTo>
                    <a:pt x="58" y="6"/>
                  </a:lnTo>
                  <a:lnTo>
                    <a:pt x="58" y="9"/>
                  </a:lnTo>
                  <a:lnTo>
                    <a:pt x="57" y="12"/>
                  </a:lnTo>
                  <a:lnTo>
                    <a:pt x="54" y="13"/>
                  </a:lnTo>
                  <a:lnTo>
                    <a:pt x="52" y="13"/>
                  </a:lnTo>
                  <a:lnTo>
                    <a:pt x="6" y="13"/>
                  </a:lnTo>
                  <a:lnTo>
                    <a:pt x="6" y="13"/>
                  </a:lnTo>
                  <a:lnTo>
                    <a:pt x="4" y="13"/>
                  </a:lnTo>
                  <a:lnTo>
                    <a:pt x="2" y="12"/>
                  </a:lnTo>
                  <a:lnTo>
                    <a:pt x="0" y="9"/>
                  </a:lnTo>
                  <a:lnTo>
                    <a:pt x="0" y="6"/>
                  </a:lnTo>
                  <a:lnTo>
                    <a:pt x="0" y="6"/>
                  </a:lnTo>
                  <a:lnTo>
                    <a:pt x="0" y="4"/>
                  </a:lnTo>
                  <a:lnTo>
                    <a:pt x="2" y="2"/>
                  </a:lnTo>
                  <a:lnTo>
                    <a:pt x="4" y="1"/>
                  </a:lnTo>
                  <a:lnTo>
                    <a:pt x="6" y="0"/>
                  </a:lnTo>
                  <a:lnTo>
                    <a:pt x="52" y="0"/>
                  </a:lnTo>
                  <a:lnTo>
                    <a:pt x="52" y="0"/>
                  </a:lnTo>
                  <a:lnTo>
                    <a:pt x="54" y="1"/>
                  </a:lnTo>
                  <a:lnTo>
                    <a:pt x="57" y="2"/>
                  </a:lnTo>
                  <a:lnTo>
                    <a:pt x="58" y="4"/>
                  </a:lnTo>
                  <a:lnTo>
                    <a:pt x="58" y="6"/>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7" name="Freeform 1609"/>
            <p:cNvSpPr/>
            <p:nvPr/>
          </p:nvSpPr>
          <p:spPr bwMode="auto">
            <a:xfrm>
              <a:off x="5297488" y="4337050"/>
              <a:ext cx="92075" cy="20638"/>
            </a:xfrm>
            <a:custGeom>
              <a:avLst/>
              <a:gdLst>
                <a:gd name="T0" fmla="*/ 58 w 58"/>
                <a:gd name="T1" fmla="*/ 6 h 13"/>
                <a:gd name="T2" fmla="*/ 58 w 58"/>
                <a:gd name="T3" fmla="*/ 6 h 13"/>
                <a:gd name="T4" fmla="*/ 58 w 58"/>
                <a:gd name="T5" fmla="*/ 9 h 13"/>
                <a:gd name="T6" fmla="*/ 57 w 58"/>
                <a:gd name="T7" fmla="*/ 12 h 13"/>
                <a:gd name="T8" fmla="*/ 54 w 58"/>
                <a:gd name="T9" fmla="*/ 13 h 13"/>
                <a:gd name="T10" fmla="*/ 52 w 58"/>
                <a:gd name="T11" fmla="*/ 13 h 13"/>
                <a:gd name="T12" fmla="*/ 6 w 58"/>
                <a:gd name="T13" fmla="*/ 13 h 13"/>
                <a:gd name="T14" fmla="*/ 6 w 58"/>
                <a:gd name="T15" fmla="*/ 13 h 13"/>
                <a:gd name="T16" fmla="*/ 4 w 58"/>
                <a:gd name="T17" fmla="*/ 13 h 13"/>
                <a:gd name="T18" fmla="*/ 2 w 58"/>
                <a:gd name="T19" fmla="*/ 12 h 13"/>
                <a:gd name="T20" fmla="*/ 0 w 58"/>
                <a:gd name="T21" fmla="*/ 9 h 13"/>
                <a:gd name="T22" fmla="*/ 0 w 58"/>
                <a:gd name="T23" fmla="*/ 6 h 13"/>
                <a:gd name="T24" fmla="*/ 0 w 58"/>
                <a:gd name="T25" fmla="*/ 6 h 13"/>
                <a:gd name="T26" fmla="*/ 0 w 58"/>
                <a:gd name="T27" fmla="*/ 4 h 13"/>
                <a:gd name="T28" fmla="*/ 2 w 58"/>
                <a:gd name="T29" fmla="*/ 2 h 13"/>
                <a:gd name="T30" fmla="*/ 4 w 58"/>
                <a:gd name="T31" fmla="*/ 1 h 13"/>
                <a:gd name="T32" fmla="*/ 6 w 58"/>
                <a:gd name="T33" fmla="*/ 0 h 13"/>
                <a:gd name="T34" fmla="*/ 52 w 58"/>
                <a:gd name="T35" fmla="*/ 0 h 13"/>
                <a:gd name="T36" fmla="*/ 52 w 58"/>
                <a:gd name="T37" fmla="*/ 0 h 13"/>
                <a:gd name="T38" fmla="*/ 54 w 58"/>
                <a:gd name="T39" fmla="*/ 1 h 13"/>
                <a:gd name="T40" fmla="*/ 57 w 58"/>
                <a:gd name="T41" fmla="*/ 2 h 13"/>
                <a:gd name="T42" fmla="*/ 58 w 58"/>
                <a:gd name="T43" fmla="*/ 4 h 13"/>
                <a:gd name="T44" fmla="*/ 58 w 58"/>
                <a:gd name="T45"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13">
                  <a:moveTo>
                    <a:pt x="58" y="6"/>
                  </a:moveTo>
                  <a:lnTo>
                    <a:pt x="58" y="6"/>
                  </a:lnTo>
                  <a:lnTo>
                    <a:pt x="58" y="9"/>
                  </a:lnTo>
                  <a:lnTo>
                    <a:pt x="57" y="12"/>
                  </a:lnTo>
                  <a:lnTo>
                    <a:pt x="54" y="13"/>
                  </a:lnTo>
                  <a:lnTo>
                    <a:pt x="52" y="13"/>
                  </a:lnTo>
                  <a:lnTo>
                    <a:pt x="6" y="13"/>
                  </a:lnTo>
                  <a:lnTo>
                    <a:pt x="6" y="13"/>
                  </a:lnTo>
                  <a:lnTo>
                    <a:pt x="4" y="13"/>
                  </a:lnTo>
                  <a:lnTo>
                    <a:pt x="2" y="12"/>
                  </a:lnTo>
                  <a:lnTo>
                    <a:pt x="0" y="9"/>
                  </a:lnTo>
                  <a:lnTo>
                    <a:pt x="0" y="6"/>
                  </a:lnTo>
                  <a:lnTo>
                    <a:pt x="0" y="6"/>
                  </a:lnTo>
                  <a:lnTo>
                    <a:pt x="0" y="4"/>
                  </a:lnTo>
                  <a:lnTo>
                    <a:pt x="2" y="2"/>
                  </a:lnTo>
                  <a:lnTo>
                    <a:pt x="4" y="1"/>
                  </a:lnTo>
                  <a:lnTo>
                    <a:pt x="6" y="0"/>
                  </a:lnTo>
                  <a:lnTo>
                    <a:pt x="52" y="0"/>
                  </a:lnTo>
                  <a:lnTo>
                    <a:pt x="52" y="0"/>
                  </a:lnTo>
                  <a:lnTo>
                    <a:pt x="54" y="1"/>
                  </a:lnTo>
                  <a:lnTo>
                    <a:pt x="57" y="2"/>
                  </a:lnTo>
                  <a:lnTo>
                    <a:pt x="58" y="4"/>
                  </a:lnTo>
                  <a:lnTo>
                    <a:pt x="58" y="6"/>
                  </a:lnTo>
                </a:path>
              </a:pathLst>
            </a:custGeom>
            <a:noFill/>
            <a:ln>
              <a:noFill/>
            </a:ln>
          </p:spPr>
          <p:txBody>
            <a:bodyPr vert="horz" wrap="square" lIns="91440" tIns="45720" rIns="91440" bIns="45720" numCol="1" anchor="t" anchorCtr="0" compatLnSpc="1"/>
            <a:lstStyle/>
            <a:p>
              <a:endParaRPr lang="en-US"/>
            </a:p>
          </p:txBody>
        </p:sp>
        <p:sp>
          <p:nvSpPr>
            <p:cNvPr id="228" name="Freeform 1610"/>
            <p:cNvSpPr/>
            <p:nvPr/>
          </p:nvSpPr>
          <p:spPr bwMode="auto">
            <a:xfrm>
              <a:off x="5014913" y="4381500"/>
              <a:ext cx="423863" cy="34925"/>
            </a:xfrm>
            <a:custGeom>
              <a:avLst/>
              <a:gdLst>
                <a:gd name="T0" fmla="*/ 265 w 267"/>
                <a:gd name="T1" fmla="*/ 22 h 22"/>
                <a:gd name="T2" fmla="*/ 4 w 267"/>
                <a:gd name="T3" fmla="*/ 22 h 22"/>
                <a:gd name="T4" fmla="*/ 4 w 267"/>
                <a:gd name="T5" fmla="*/ 22 h 22"/>
                <a:gd name="T6" fmla="*/ 1 w 267"/>
                <a:gd name="T7" fmla="*/ 20 h 22"/>
                <a:gd name="T8" fmla="*/ 0 w 267"/>
                <a:gd name="T9" fmla="*/ 18 h 22"/>
                <a:gd name="T10" fmla="*/ 0 w 267"/>
                <a:gd name="T11" fmla="*/ 4 h 22"/>
                <a:gd name="T12" fmla="*/ 0 w 267"/>
                <a:gd name="T13" fmla="*/ 4 h 22"/>
                <a:gd name="T14" fmla="*/ 1 w 267"/>
                <a:gd name="T15" fmla="*/ 1 h 22"/>
                <a:gd name="T16" fmla="*/ 4 w 267"/>
                <a:gd name="T17" fmla="*/ 0 h 22"/>
                <a:gd name="T18" fmla="*/ 265 w 267"/>
                <a:gd name="T19" fmla="*/ 0 h 22"/>
                <a:gd name="T20" fmla="*/ 265 w 267"/>
                <a:gd name="T21" fmla="*/ 0 h 22"/>
                <a:gd name="T22" fmla="*/ 267 w 267"/>
                <a:gd name="T23" fmla="*/ 1 h 22"/>
                <a:gd name="T24" fmla="*/ 267 w 267"/>
                <a:gd name="T25" fmla="*/ 4 h 22"/>
                <a:gd name="T26" fmla="*/ 267 w 267"/>
                <a:gd name="T27" fmla="*/ 18 h 22"/>
                <a:gd name="T28" fmla="*/ 267 w 267"/>
                <a:gd name="T29" fmla="*/ 18 h 22"/>
                <a:gd name="T30" fmla="*/ 267 w 267"/>
                <a:gd name="T31" fmla="*/ 20 h 22"/>
                <a:gd name="T32" fmla="*/ 265 w 267"/>
                <a:gd name="T33"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7" h="22">
                  <a:moveTo>
                    <a:pt x="265" y="22"/>
                  </a:moveTo>
                  <a:lnTo>
                    <a:pt x="4" y="22"/>
                  </a:lnTo>
                  <a:lnTo>
                    <a:pt x="4" y="22"/>
                  </a:lnTo>
                  <a:lnTo>
                    <a:pt x="1" y="20"/>
                  </a:lnTo>
                  <a:lnTo>
                    <a:pt x="0" y="18"/>
                  </a:lnTo>
                  <a:lnTo>
                    <a:pt x="0" y="4"/>
                  </a:lnTo>
                  <a:lnTo>
                    <a:pt x="0" y="4"/>
                  </a:lnTo>
                  <a:lnTo>
                    <a:pt x="1" y="1"/>
                  </a:lnTo>
                  <a:lnTo>
                    <a:pt x="4" y="0"/>
                  </a:lnTo>
                  <a:lnTo>
                    <a:pt x="265" y="0"/>
                  </a:lnTo>
                  <a:lnTo>
                    <a:pt x="265" y="0"/>
                  </a:lnTo>
                  <a:lnTo>
                    <a:pt x="267" y="1"/>
                  </a:lnTo>
                  <a:lnTo>
                    <a:pt x="267" y="4"/>
                  </a:lnTo>
                  <a:lnTo>
                    <a:pt x="267" y="18"/>
                  </a:lnTo>
                  <a:lnTo>
                    <a:pt x="267" y="18"/>
                  </a:lnTo>
                  <a:lnTo>
                    <a:pt x="267" y="20"/>
                  </a:lnTo>
                  <a:lnTo>
                    <a:pt x="265" y="22"/>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29" name="Freeform 1611"/>
            <p:cNvSpPr/>
            <p:nvPr/>
          </p:nvSpPr>
          <p:spPr bwMode="auto">
            <a:xfrm>
              <a:off x="5014913" y="4381500"/>
              <a:ext cx="423863" cy="34925"/>
            </a:xfrm>
            <a:custGeom>
              <a:avLst/>
              <a:gdLst>
                <a:gd name="T0" fmla="*/ 265 w 267"/>
                <a:gd name="T1" fmla="*/ 22 h 22"/>
                <a:gd name="T2" fmla="*/ 4 w 267"/>
                <a:gd name="T3" fmla="*/ 22 h 22"/>
                <a:gd name="T4" fmla="*/ 4 w 267"/>
                <a:gd name="T5" fmla="*/ 22 h 22"/>
                <a:gd name="T6" fmla="*/ 1 w 267"/>
                <a:gd name="T7" fmla="*/ 20 h 22"/>
                <a:gd name="T8" fmla="*/ 0 w 267"/>
                <a:gd name="T9" fmla="*/ 18 h 22"/>
                <a:gd name="T10" fmla="*/ 0 w 267"/>
                <a:gd name="T11" fmla="*/ 4 h 22"/>
                <a:gd name="T12" fmla="*/ 0 w 267"/>
                <a:gd name="T13" fmla="*/ 4 h 22"/>
                <a:gd name="T14" fmla="*/ 1 w 267"/>
                <a:gd name="T15" fmla="*/ 1 h 22"/>
                <a:gd name="T16" fmla="*/ 4 w 267"/>
                <a:gd name="T17" fmla="*/ 0 h 22"/>
                <a:gd name="T18" fmla="*/ 265 w 267"/>
                <a:gd name="T19" fmla="*/ 0 h 22"/>
                <a:gd name="T20" fmla="*/ 265 w 267"/>
                <a:gd name="T21" fmla="*/ 0 h 22"/>
                <a:gd name="T22" fmla="*/ 267 w 267"/>
                <a:gd name="T23" fmla="*/ 1 h 22"/>
                <a:gd name="T24" fmla="*/ 267 w 267"/>
                <a:gd name="T25" fmla="*/ 4 h 22"/>
                <a:gd name="T26" fmla="*/ 267 w 267"/>
                <a:gd name="T27" fmla="*/ 18 h 22"/>
                <a:gd name="T28" fmla="*/ 267 w 267"/>
                <a:gd name="T29" fmla="*/ 18 h 22"/>
                <a:gd name="T30" fmla="*/ 267 w 267"/>
                <a:gd name="T31" fmla="*/ 20 h 22"/>
                <a:gd name="T32" fmla="*/ 265 w 267"/>
                <a:gd name="T33"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7" h="22">
                  <a:moveTo>
                    <a:pt x="265" y="22"/>
                  </a:moveTo>
                  <a:lnTo>
                    <a:pt x="4" y="22"/>
                  </a:lnTo>
                  <a:lnTo>
                    <a:pt x="4" y="22"/>
                  </a:lnTo>
                  <a:lnTo>
                    <a:pt x="1" y="20"/>
                  </a:lnTo>
                  <a:lnTo>
                    <a:pt x="0" y="18"/>
                  </a:lnTo>
                  <a:lnTo>
                    <a:pt x="0" y="4"/>
                  </a:lnTo>
                  <a:lnTo>
                    <a:pt x="0" y="4"/>
                  </a:lnTo>
                  <a:lnTo>
                    <a:pt x="1" y="1"/>
                  </a:lnTo>
                  <a:lnTo>
                    <a:pt x="4" y="0"/>
                  </a:lnTo>
                  <a:lnTo>
                    <a:pt x="265" y="0"/>
                  </a:lnTo>
                  <a:lnTo>
                    <a:pt x="265" y="0"/>
                  </a:lnTo>
                  <a:lnTo>
                    <a:pt x="267" y="1"/>
                  </a:lnTo>
                  <a:lnTo>
                    <a:pt x="267" y="4"/>
                  </a:lnTo>
                  <a:lnTo>
                    <a:pt x="267" y="18"/>
                  </a:lnTo>
                  <a:lnTo>
                    <a:pt x="267" y="18"/>
                  </a:lnTo>
                  <a:lnTo>
                    <a:pt x="267" y="20"/>
                  </a:lnTo>
                  <a:lnTo>
                    <a:pt x="265" y="22"/>
                  </a:lnTo>
                </a:path>
              </a:pathLst>
            </a:custGeom>
            <a:noFill/>
            <a:ln>
              <a:noFill/>
            </a:ln>
          </p:spPr>
          <p:txBody>
            <a:bodyPr vert="horz" wrap="square" lIns="91440" tIns="45720" rIns="91440" bIns="45720" numCol="1" anchor="t" anchorCtr="0" compatLnSpc="1"/>
            <a:lstStyle/>
            <a:p>
              <a:endParaRPr lang="en-US"/>
            </a:p>
          </p:txBody>
        </p:sp>
      </p:grpSp>
      <p:grpSp>
        <p:nvGrpSpPr>
          <p:cNvPr id="230" name="Group 229"/>
          <p:cNvGrpSpPr/>
          <p:nvPr/>
        </p:nvGrpSpPr>
        <p:grpSpPr>
          <a:xfrm>
            <a:off x="7123219" y="3716509"/>
            <a:ext cx="238548" cy="404368"/>
            <a:chOff x="1531938" y="3648076"/>
            <a:chExt cx="260350" cy="441325"/>
          </a:xfrm>
        </p:grpSpPr>
        <p:sp>
          <p:nvSpPr>
            <p:cNvPr id="231" name="Rectangle 1530"/>
            <p:cNvSpPr>
              <a:spLocks noChangeArrowheads="1"/>
            </p:cNvSpPr>
            <p:nvPr/>
          </p:nvSpPr>
          <p:spPr bwMode="auto">
            <a:xfrm>
              <a:off x="1577975" y="3695701"/>
              <a:ext cx="171450" cy="38100"/>
            </a:xfrm>
            <a:prstGeom prst="rect">
              <a:avLst/>
            </a:prstGeom>
            <a:solidFill>
              <a:srgbClr val="CFD1D0"/>
            </a:solidFill>
            <a:ln>
              <a:noFill/>
            </a:ln>
          </p:spPr>
          <p:txBody>
            <a:bodyPr vert="horz" wrap="square" lIns="91440" tIns="45720" rIns="91440" bIns="45720" numCol="1" anchor="t" anchorCtr="0" compatLnSpc="1"/>
            <a:lstStyle/>
            <a:p>
              <a:endParaRPr lang="en-US"/>
            </a:p>
          </p:txBody>
        </p:sp>
        <p:sp>
          <p:nvSpPr>
            <p:cNvPr id="232" name="Freeform 1531"/>
            <p:cNvSpPr/>
            <p:nvPr/>
          </p:nvSpPr>
          <p:spPr bwMode="auto">
            <a:xfrm>
              <a:off x="1531938" y="3730626"/>
              <a:ext cx="260350" cy="358775"/>
            </a:xfrm>
            <a:custGeom>
              <a:avLst/>
              <a:gdLst>
                <a:gd name="T0" fmla="*/ 164 w 164"/>
                <a:gd name="T1" fmla="*/ 212 h 226"/>
                <a:gd name="T2" fmla="*/ 164 w 164"/>
                <a:gd name="T3" fmla="*/ 212 h 226"/>
                <a:gd name="T4" fmla="*/ 162 w 164"/>
                <a:gd name="T5" fmla="*/ 216 h 226"/>
                <a:gd name="T6" fmla="*/ 161 w 164"/>
                <a:gd name="T7" fmla="*/ 218 h 226"/>
                <a:gd name="T8" fmla="*/ 157 w 164"/>
                <a:gd name="T9" fmla="*/ 222 h 226"/>
                <a:gd name="T10" fmla="*/ 150 w 164"/>
                <a:gd name="T11" fmla="*/ 225 h 226"/>
                <a:gd name="T12" fmla="*/ 143 w 164"/>
                <a:gd name="T13" fmla="*/ 226 h 226"/>
                <a:gd name="T14" fmla="*/ 21 w 164"/>
                <a:gd name="T15" fmla="*/ 226 h 226"/>
                <a:gd name="T16" fmla="*/ 21 w 164"/>
                <a:gd name="T17" fmla="*/ 226 h 226"/>
                <a:gd name="T18" fmla="*/ 12 w 164"/>
                <a:gd name="T19" fmla="*/ 225 h 226"/>
                <a:gd name="T20" fmla="*/ 6 w 164"/>
                <a:gd name="T21" fmla="*/ 222 h 226"/>
                <a:gd name="T22" fmla="*/ 2 w 164"/>
                <a:gd name="T23" fmla="*/ 218 h 226"/>
                <a:gd name="T24" fmla="*/ 0 w 164"/>
                <a:gd name="T25" fmla="*/ 216 h 226"/>
                <a:gd name="T26" fmla="*/ 0 w 164"/>
                <a:gd name="T27" fmla="*/ 212 h 226"/>
                <a:gd name="T28" fmla="*/ 0 w 164"/>
                <a:gd name="T29" fmla="*/ 14 h 226"/>
                <a:gd name="T30" fmla="*/ 0 w 164"/>
                <a:gd name="T31" fmla="*/ 14 h 226"/>
                <a:gd name="T32" fmla="*/ 0 w 164"/>
                <a:gd name="T33" fmla="*/ 10 h 226"/>
                <a:gd name="T34" fmla="*/ 2 w 164"/>
                <a:gd name="T35" fmla="*/ 8 h 226"/>
                <a:gd name="T36" fmla="*/ 6 w 164"/>
                <a:gd name="T37" fmla="*/ 4 h 226"/>
                <a:gd name="T38" fmla="*/ 12 w 164"/>
                <a:gd name="T39" fmla="*/ 1 h 226"/>
                <a:gd name="T40" fmla="*/ 21 w 164"/>
                <a:gd name="T41" fmla="*/ 0 h 226"/>
                <a:gd name="T42" fmla="*/ 143 w 164"/>
                <a:gd name="T43" fmla="*/ 0 h 226"/>
                <a:gd name="T44" fmla="*/ 143 w 164"/>
                <a:gd name="T45" fmla="*/ 0 h 226"/>
                <a:gd name="T46" fmla="*/ 150 w 164"/>
                <a:gd name="T47" fmla="*/ 1 h 226"/>
                <a:gd name="T48" fmla="*/ 157 w 164"/>
                <a:gd name="T49" fmla="*/ 4 h 226"/>
                <a:gd name="T50" fmla="*/ 161 w 164"/>
                <a:gd name="T51" fmla="*/ 8 h 226"/>
                <a:gd name="T52" fmla="*/ 162 w 164"/>
                <a:gd name="T53" fmla="*/ 10 h 226"/>
                <a:gd name="T54" fmla="*/ 164 w 164"/>
                <a:gd name="T55" fmla="*/ 14 h 226"/>
                <a:gd name="T56" fmla="*/ 164 w 164"/>
                <a:gd name="T57" fmla="*/ 21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4" h="226">
                  <a:moveTo>
                    <a:pt x="164" y="212"/>
                  </a:moveTo>
                  <a:lnTo>
                    <a:pt x="164" y="212"/>
                  </a:lnTo>
                  <a:lnTo>
                    <a:pt x="162" y="216"/>
                  </a:lnTo>
                  <a:lnTo>
                    <a:pt x="161" y="218"/>
                  </a:lnTo>
                  <a:lnTo>
                    <a:pt x="157" y="222"/>
                  </a:lnTo>
                  <a:lnTo>
                    <a:pt x="150" y="225"/>
                  </a:lnTo>
                  <a:lnTo>
                    <a:pt x="143" y="226"/>
                  </a:lnTo>
                  <a:lnTo>
                    <a:pt x="21" y="226"/>
                  </a:lnTo>
                  <a:lnTo>
                    <a:pt x="21" y="226"/>
                  </a:lnTo>
                  <a:lnTo>
                    <a:pt x="12" y="225"/>
                  </a:lnTo>
                  <a:lnTo>
                    <a:pt x="6" y="222"/>
                  </a:lnTo>
                  <a:lnTo>
                    <a:pt x="2" y="218"/>
                  </a:lnTo>
                  <a:lnTo>
                    <a:pt x="0" y="216"/>
                  </a:lnTo>
                  <a:lnTo>
                    <a:pt x="0" y="212"/>
                  </a:lnTo>
                  <a:lnTo>
                    <a:pt x="0" y="14"/>
                  </a:lnTo>
                  <a:lnTo>
                    <a:pt x="0" y="14"/>
                  </a:lnTo>
                  <a:lnTo>
                    <a:pt x="0" y="10"/>
                  </a:lnTo>
                  <a:lnTo>
                    <a:pt x="2" y="8"/>
                  </a:lnTo>
                  <a:lnTo>
                    <a:pt x="6" y="4"/>
                  </a:lnTo>
                  <a:lnTo>
                    <a:pt x="12" y="1"/>
                  </a:lnTo>
                  <a:lnTo>
                    <a:pt x="21" y="0"/>
                  </a:lnTo>
                  <a:lnTo>
                    <a:pt x="143" y="0"/>
                  </a:lnTo>
                  <a:lnTo>
                    <a:pt x="143" y="0"/>
                  </a:lnTo>
                  <a:lnTo>
                    <a:pt x="150" y="1"/>
                  </a:lnTo>
                  <a:lnTo>
                    <a:pt x="157" y="4"/>
                  </a:lnTo>
                  <a:lnTo>
                    <a:pt x="161" y="8"/>
                  </a:lnTo>
                  <a:lnTo>
                    <a:pt x="162" y="10"/>
                  </a:lnTo>
                  <a:lnTo>
                    <a:pt x="164" y="14"/>
                  </a:lnTo>
                  <a:lnTo>
                    <a:pt x="164" y="212"/>
                  </a:lnTo>
                  <a:close/>
                </a:path>
              </a:pathLst>
            </a:custGeom>
            <a:solidFill>
              <a:srgbClr val="EDEDED"/>
            </a:solidFill>
            <a:ln>
              <a:noFill/>
            </a:ln>
          </p:spPr>
          <p:txBody>
            <a:bodyPr vert="horz" wrap="square" lIns="91440" tIns="45720" rIns="91440" bIns="45720" numCol="1" anchor="t" anchorCtr="0" compatLnSpc="1"/>
            <a:lstStyle/>
            <a:p>
              <a:endParaRPr lang="en-US"/>
            </a:p>
          </p:txBody>
        </p:sp>
        <p:sp>
          <p:nvSpPr>
            <p:cNvPr id="233" name="Freeform 1532"/>
            <p:cNvSpPr/>
            <p:nvPr/>
          </p:nvSpPr>
          <p:spPr bwMode="auto">
            <a:xfrm>
              <a:off x="1560513" y="3648076"/>
              <a:ext cx="201613" cy="55563"/>
            </a:xfrm>
            <a:custGeom>
              <a:avLst/>
              <a:gdLst>
                <a:gd name="T0" fmla="*/ 116 w 127"/>
                <a:gd name="T1" fmla="*/ 35 h 35"/>
                <a:gd name="T2" fmla="*/ 11 w 127"/>
                <a:gd name="T3" fmla="*/ 35 h 35"/>
                <a:gd name="T4" fmla="*/ 11 w 127"/>
                <a:gd name="T5" fmla="*/ 35 h 35"/>
                <a:gd name="T6" fmla="*/ 7 w 127"/>
                <a:gd name="T7" fmla="*/ 35 h 35"/>
                <a:gd name="T8" fmla="*/ 4 w 127"/>
                <a:gd name="T9" fmla="*/ 33 h 35"/>
                <a:gd name="T10" fmla="*/ 1 w 127"/>
                <a:gd name="T11" fmla="*/ 29 h 35"/>
                <a:gd name="T12" fmla="*/ 0 w 127"/>
                <a:gd name="T13" fmla="*/ 25 h 35"/>
                <a:gd name="T14" fmla="*/ 0 w 127"/>
                <a:gd name="T15" fmla="*/ 11 h 35"/>
                <a:gd name="T16" fmla="*/ 0 w 127"/>
                <a:gd name="T17" fmla="*/ 11 h 35"/>
                <a:gd name="T18" fmla="*/ 1 w 127"/>
                <a:gd name="T19" fmla="*/ 7 h 35"/>
                <a:gd name="T20" fmla="*/ 4 w 127"/>
                <a:gd name="T21" fmla="*/ 4 h 35"/>
                <a:gd name="T22" fmla="*/ 7 w 127"/>
                <a:gd name="T23" fmla="*/ 2 h 35"/>
                <a:gd name="T24" fmla="*/ 11 w 127"/>
                <a:gd name="T25" fmla="*/ 0 h 35"/>
                <a:gd name="T26" fmla="*/ 116 w 127"/>
                <a:gd name="T27" fmla="*/ 0 h 35"/>
                <a:gd name="T28" fmla="*/ 116 w 127"/>
                <a:gd name="T29" fmla="*/ 0 h 35"/>
                <a:gd name="T30" fmla="*/ 120 w 127"/>
                <a:gd name="T31" fmla="*/ 2 h 35"/>
                <a:gd name="T32" fmla="*/ 124 w 127"/>
                <a:gd name="T33" fmla="*/ 4 h 35"/>
                <a:gd name="T34" fmla="*/ 127 w 127"/>
                <a:gd name="T35" fmla="*/ 7 h 35"/>
                <a:gd name="T36" fmla="*/ 127 w 127"/>
                <a:gd name="T37" fmla="*/ 11 h 35"/>
                <a:gd name="T38" fmla="*/ 127 w 127"/>
                <a:gd name="T39" fmla="*/ 25 h 35"/>
                <a:gd name="T40" fmla="*/ 127 w 127"/>
                <a:gd name="T41" fmla="*/ 25 h 35"/>
                <a:gd name="T42" fmla="*/ 127 w 127"/>
                <a:gd name="T43" fmla="*/ 29 h 35"/>
                <a:gd name="T44" fmla="*/ 124 w 127"/>
                <a:gd name="T45" fmla="*/ 33 h 35"/>
                <a:gd name="T46" fmla="*/ 120 w 127"/>
                <a:gd name="T47" fmla="*/ 35 h 35"/>
                <a:gd name="T48" fmla="*/ 116 w 127"/>
                <a:gd name="T4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7" h="35">
                  <a:moveTo>
                    <a:pt x="116" y="35"/>
                  </a:moveTo>
                  <a:lnTo>
                    <a:pt x="11" y="35"/>
                  </a:lnTo>
                  <a:lnTo>
                    <a:pt x="11" y="35"/>
                  </a:lnTo>
                  <a:lnTo>
                    <a:pt x="7" y="35"/>
                  </a:lnTo>
                  <a:lnTo>
                    <a:pt x="4" y="33"/>
                  </a:lnTo>
                  <a:lnTo>
                    <a:pt x="1" y="29"/>
                  </a:lnTo>
                  <a:lnTo>
                    <a:pt x="0" y="25"/>
                  </a:lnTo>
                  <a:lnTo>
                    <a:pt x="0" y="11"/>
                  </a:lnTo>
                  <a:lnTo>
                    <a:pt x="0" y="11"/>
                  </a:lnTo>
                  <a:lnTo>
                    <a:pt x="1" y="7"/>
                  </a:lnTo>
                  <a:lnTo>
                    <a:pt x="4" y="4"/>
                  </a:lnTo>
                  <a:lnTo>
                    <a:pt x="7" y="2"/>
                  </a:lnTo>
                  <a:lnTo>
                    <a:pt x="11" y="0"/>
                  </a:lnTo>
                  <a:lnTo>
                    <a:pt x="116" y="0"/>
                  </a:lnTo>
                  <a:lnTo>
                    <a:pt x="116" y="0"/>
                  </a:lnTo>
                  <a:lnTo>
                    <a:pt x="120" y="2"/>
                  </a:lnTo>
                  <a:lnTo>
                    <a:pt x="124" y="4"/>
                  </a:lnTo>
                  <a:lnTo>
                    <a:pt x="127" y="7"/>
                  </a:lnTo>
                  <a:lnTo>
                    <a:pt x="127" y="11"/>
                  </a:lnTo>
                  <a:lnTo>
                    <a:pt x="127" y="25"/>
                  </a:lnTo>
                  <a:lnTo>
                    <a:pt x="127" y="25"/>
                  </a:lnTo>
                  <a:lnTo>
                    <a:pt x="127" y="29"/>
                  </a:lnTo>
                  <a:lnTo>
                    <a:pt x="124" y="33"/>
                  </a:lnTo>
                  <a:lnTo>
                    <a:pt x="120" y="35"/>
                  </a:lnTo>
                  <a:lnTo>
                    <a:pt x="116" y="35"/>
                  </a:lnTo>
                  <a:close/>
                </a:path>
              </a:pathLst>
            </a:custGeom>
            <a:solidFill>
              <a:srgbClr val="FC8681"/>
            </a:solidFill>
            <a:ln>
              <a:noFill/>
            </a:ln>
          </p:spPr>
          <p:txBody>
            <a:bodyPr vert="horz" wrap="square" lIns="91440" tIns="45720" rIns="91440" bIns="45720" numCol="1" anchor="t" anchorCtr="0" compatLnSpc="1"/>
            <a:lstStyle/>
            <a:p>
              <a:endParaRPr lang="en-US"/>
            </a:p>
          </p:txBody>
        </p:sp>
        <p:sp>
          <p:nvSpPr>
            <p:cNvPr id="234" name="Freeform 1533"/>
            <p:cNvSpPr/>
            <p:nvPr/>
          </p:nvSpPr>
          <p:spPr bwMode="auto">
            <a:xfrm>
              <a:off x="1560513" y="3648076"/>
              <a:ext cx="201613" cy="55563"/>
            </a:xfrm>
            <a:custGeom>
              <a:avLst/>
              <a:gdLst>
                <a:gd name="T0" fmla="*/ 116 w 127"/>
                <a:gd name="T1" fmla="*/ 35 h 35"/>
                <a:gd name="T2" fmla="*/ 11 w 127"/>
                <a:gd name="T3" fmla="*/ 35 h 35"/>
                <a:gd name="T4" fmla="*/ 11 w 127"/>
                <a:gd name="T5" fmla="*/ 35 h 35"/>
                <a:gd name="T6" fmla="*/ 7 w 127"/>
                <a:gd name="T7" fmla="*/ 35 h 35"/>
                <a:gd name="T8" fmla="*/ 4 w 127"/>
                <a:gd name="T9" fmla="*/ 33 h 35"/>
                <a:gd name="T10" fmla="*/ 1 w 127"/>
                <a:gd name="T11" fmla="*/ 29 h 35"/>
                <a:gd name="T12" fmla="*/ 0 w 127"/>
                <a:gd name="T13" fmla="*/ 25 h 35"/>
                <a:gd name="T14" fmla="*/ 0 w 127"/>
                <a:gd name="T15" fmla="*/ 11 h 35"/>
                <a:gd name="T16" fmla="*/ 0 w 127"/>
                <a:gd name="T17" fmla="*/ 11 h 35"/>
                <a:gd name="T18" fmla="*/ 1 w 127"/>
                <a:gd name="T19" fmla="*/ 7 h 35"/>
                <a:gd name="T20" fmla="*/ 4 w 127"/>
                <a:gd name="T21" fmla="*/ 4 h 35"/>
                <a:gd name="T22" fmla="*/ 7 w 127"/>
                <a:gd name="T23" fmla="*/ 2 h 35"/>
                <a:gd name="T24" fmla="*/ 11 w 127"/>
                <a:gd name="T25" fmla="*/ 0 h 35"/>
                <a:gd name="T26" fmla="*/ 116 w 127"/>
                <a:gd name="T27" fmla="*/ 0 h 35"/>
                <a:gd name="T28" fmla="*/ 116 w 127"/>
                <a:gd name="T29" fmla="*/ 0 h 35"/>
                <a:gd name="T30" fmla="*/ 120 w 127"/>
                <a:gd name="T31" fmla="*/ 2 h 35"/>
                <a:gd name="T32" fmla="*/ 124 w 127"/>
                <a:gd name="T33" fmla="*/ 4 h 35"/>
                <a:gd name="T34" fmla="*/ 127 w 127"/>
                <a:gd name="T35" fmla="*/ 7 h 35"/>
                <a:gd name="T36" fmla="*/ 127 w 127"/>
                <a:gd name="T37" fmla="*/ 11 h 35"/>
                <a:gd name="T38" fmla="*/ 127 w 127"/>
                <a:gd name="T39" fmla="*/ 25 h 35"/>
                <a:gd name="T40" fmla="*/ 127 w 127"/>
                <a:gd name="T41" fmla="*/ 25 h 35"/>
                <a:gd name="T42" fmla="*/ 127 w 127"/>
                <a:gd name="T43" fmla="*/ 29 h 35"/>
                <a:gd name="T44" fmla="*/ 124 w 127"/>
                <a:gd name="T45" fmla="*/ 33 h 35"/>
                <a:gd name="T46" fmla="*/ 120 w 127"/>
                <a:gd name="T47" fmla="*/ 35 h 35"/>
                <a:gd name="T48" fmla="*/ 116 w 127"/>
                <a:gd name="T4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7" h="35">
                  <a:moveTo>
                    <a:pt x="116" y="35"/>
                  </a:moveTo>
                  <a:lnTo>
                    <a:pt x="11" y="35"/>
                  </a:lnTo>
                  <a:lnTo>
                    <a:pt x="11" y="35"/>
                  </a:lnTo>
                  <a:lnTo>
                    <a:pt x="7" y="35"/>
                  </a:lnTo>
                  <a:lnTo>
                    <a:pt x="4" y="33"/>
                  </a:lnTo>
                  <a:lnTo>
                    <a:pt x="1" y="29"/>
                  </a:lnTo>
                  <a:lnTo>
                    <a:pt x="0" y="25"/>
                  </a:lnTo>
                  <a:lnTo>
                    <a:pt x="0" y="11"/>
                  </a:lnTo>
                  <a:lnTo>
                    <a:pt x="0" y="11"/>
                  </a:lnTo>
                  <a:lnTo>
                    <a:pt x="1" y="7"/>
                  </a:lnTo>
                  <a:lnTo>
                    <a:pt x="4" y="4"/>
                  </a:lnTo>
                  <a:lnTo>
                    <a:pt x="7" y="2"/>
                  </a:lnTo>
                  <a:lnTo>
                    <a:pt x="11" y="0"/>
                  </a:lnTo>
                  <a:lnTo>
                    <a:pt x="116" y="0"/>
                  </a:lnTo>
                  <a:lnTo>
                    <a:pt x="116" y="0"/>
                  </a:lnTo>
                  <a:lnTo>
                    <a:pt x="120" y="2"/>
                  </a:lnTo>
                  <a:lnTo>
                    <a:pt x="124" y="4"/>
                  </a:lnTo>
                  <a:lnTo>
                    <a:pt x="127" y="7"/>
                  </a:lnTo>
                  <a:lnTo>
                    <a:pt x="127" y="11"/>
                  </a:lnTo>
                  <a:lnTo>
                    <a:pt x="127" y="25"/>
                  </a:lnTo>
                  <a:lnTo>
                    <a:pt x="127" y="25"/>
                  </a:lnTo>
                  <a:lnTo>
                    <a:pt x="127" y="29"/>
                  </a:lnTo>
                  <a:lnTo>
                    <a:pt x="124" y="33"/>
                  </a:lnTo>
                  <a:lnTo>
                    <a:pt x="120" y="35"/>
                  </a:lnTo>
                  <a:lnTo>
                    <a:pt x="116" y="35"/>
                  </a:lnTo>
                </a:path>
              </a:pathLst>
            </a:custGeom>
            <a:noFill/>
            <a:ln>
              <a:noFill/>
            </a:ln>
          </p:spPr>
          <p:txBody>
            <a:bodyPr vert="horz" wrap="square" lIns="91440" tIns="45720" rIns="91440" bIns="45720" numCol="1" anchor="t" anchorCtr="0" compatLnSpc="1"/>
            <a:lstStyle/>
            <a:p>
              <a:endParaRPr lang="en-US"/>
            </a:p>
          </p:txBody>
        </p:sp>
        <p:sp>
          <p:nvSpPr>
            <p:cNvPr id="235" name="Freeform 1534"/>
            <p:cNvSpPr/>
            <p:nvPr/>
          </p:nvSpPr>
          <p:spPr bwMode="auto">
            <a:xfrm>
              <a:off x="1574800" y="3659188"/>
              <a:ext cx="11113" cy="31750"/>
            </a:xfrm>
            <a:custGeom>
              <a:avLst/>
              <a:gdLst>
                <a:gd name="T0" fmla="*/ 7 w 7"/>
                <a:gd name="T1" fmla="*/ 18 h 20"/>
                <a:gd name="T2" fmla="*/ 7 w 7"/>
                <a:gd name="T3" fmla="*/ 18 h 20"/>
                <a:gd name="T4" fmla="*/ 6 w 7"/>
                <a:gd name="T5" fmla="*/ 20 h 20"/>
                <a:gd name="T6" fmla="*/ 3 w 7"/>
                <a:gd name="T7" fmla="*/ 20 h 20"/>
                <a:gd name="T8" fmla="*/ 3 w 7"/>
                <a:gd name="T9" fmla="*/ 20 h 20"/>
                <a:gd name="T10" fmla="*/ 2 w 7"/>
                <a:gd name="T11" fmla="*/ 20 h 20"/>
                <a:gd name="T12" fmla="*/ 0 w 7"/>
                <a:gd name="T13" fmla="*/ 18 h 20"/>
                <a:gd name="T14" fmla="*/ 0 w 7"/>
                <a:gd name="T15" fmla="*/ 4 h 20"/>
                <a:gd name="T16" fmla="*/ 0 w 7"/>
                <a:gd name="T17" fmla="*/ 4 h 20"/>
                <a:gd name="T18" fmla="*/ 2 w 7"/>
                <a:gd name="T19" fmla="*/ 1 h 20"/>
                <a:gd name="T20" fmla="*/ 3 w 7"/>
                <a:gd name="T21" fmla="*/ 0 h 20"/>
                <a:gd name="T22" fmla="*/ 3 w 7"/>
                <a:gd name="T23" fmla="*/ 0 h 20"/>
                <a:gd name="T24" fmla="*/ 6 w 7"/>
                <a:gd name="T25" fmla="*/ 1 h 20"/>
                <a:gd name="T26" fmla="*/ 7 w 7"/>
                <a:gd name="T27" fmla="*/ 4 h 20"/>
                <a:gd name="T28" fmla="*/ 7 w 7"/>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 h="20">
                  <a:moveTo>
                    <a:pt x="7" y="18"/>
                  </a:moveTo>
                  <a:lnTo>
                    <a:pt x="7" y="18"/>
                  </a:lnTo>
                  <a:lnTo>
                    <a:pt x="6" y="20"/>
                  </a:lnTo>
                  <a:lnTo>
                    <a:pt x="3" y="20"/>
                  </a:lnTo>
                  <a:lnTo>
                    <a:pt x="3" y="20"/>
                  </a:lnTo>
                  <a:lnTo>
                    <a:pt x="2" y="20"/>
                  </a:lnTo>
                  <a:lnTo>
                    <a:pt x="0" y="18"/>
                  </a:lnTo>
                  <a:lnTo>
                    <a:pt x="0" y="4"/>
                  </a:lnTo>
                  <a:lnTo>
                    <a:pt x="0" y="4"/>
                  </a:lnTo>
                  <a:lnTo>
                    <a:pt x="2" y="1"/>
                  </a:lnTo>
                  <a:lnTo>
                    <a:pt x="3" y="0"/>
                  </a:lnTo>
                  <a:lnTo>
                    <a:pt x="3" y="0"/>
                  </a:lnTo>
                  <a:lnTo>
                    <a:pt x="6" y="1"/>
                  </a:lnTo>
                  <a:lnTo>
                    <a:pt x="7" y="4"/>
                  </a:lnTo>
                  <a:lnTo>
                    <a:pt x="7"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36" name="Freeform 1535"/>
            <p:cNvSpPr/>
            <p:nvPr/>
          </p:nvSpPr>
          <p:spPr bwMode="auto">
            <a:xfrm>
              <a:off x="1593850" y="3659188"/>
              <a:ext cx="9525" cy="31750"/>
            </a:xfrm>
            <a:custGeom>
              <a:avLst/>
              <a:gdLst>
                <a:gd name="T0" fmla="*/ 6 w 6"/>
                <a:gd name="T1" fmla="*/ 18 h 20"/>
                <a:gd name="T2" fmla="*/ 6 w 6"/>
                <a:gd name="T3" fmla="*/ 18 h 20"/>
                <a:gd name="T4" fmla="*/ 4 w 6"/>
                <a:gd name="T5" fmla="*/ 20 h 20"/>
                <a:gd name="T6" fmla="*/ 3 w 6"/>
                <a:gd name="T7" fmla="*/ 20 h 20"/>
                <a:gd name="T8" fmla="*/ 3 w 6"/>
                <a:gd name="T9" fmla="*/ 20 h 20"/>
                <a:gd name="T10" fmla="*/ 0 w 6"/>
                <a:gd name="T11" fmla="*/ 20 h 20"/>
                <a:gd name="T12" fmla="*/ 0 w 6"/>
                <a:gd name="T13" fmla="*/ 18 h 20"/>
                <a:gd name="T14" fmla="*/ 0 w 6"/>
                <a:gd name="T15" fmla="*/ 4 h 20"/>
                <a:gd name="T16" fmla="*/ 0 w 6"/>
                <a:gd name="T17" fmla="*/ 4 h 20"/>
                <a:gd name="T18" fmla="*/ 0 w 6"/>
                <a:gd name="T19" fmla="*/ 1 h 20"/>
                <a:gd name="T20" fmla="*/ 3 w 6"/>
                <a:gd name="T21" fmla="*/ 0 h 20"/>
                <a:gd name="T22" fmla="*/ 3 w 6"/>
                <a:gd name="T23" fmla="*/ 0 h 20"/>
                <a:gd name="T24" fmla="*/ 4 w 6"/>
                <a:gd name="T25" fmla="*/ 1 h 20"/>
                <a:gd name="T26" fmla="*/ 6 w 6"/>
                <a:gd name="T27" fmla="*/ 4 h 20"/>
                <a:gd name="T28" fmla="*/ 6 w 6"/>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20">
                  <a:moveTo>
                    <a:pt x="6" y="18"/>
                  </a:moveTo>
                  <a:lnTo>
                    <a:pt x="6" y="18"/>
                  </a:lnTo>
                  <a:lnTo>
                    <a:pt x="4" y="20"/>
                  </a:lnTo>
                  <a:lnTo>
                    <a:pt x="3" y="20"/>
                  </a:lnTo>
                  <a:lnTo>
                    <a:pt x="3" y="20"/>
                  </a:lnTo>
                  <a:lnTo>
                    <a:pt x="0" y="20"/>
                  </a:lnTo>
                  <a:lnTo>
                    <a:pt x="0" y="18"/>
                  </a:lnTo>
                  <a:lnTo>
                    <a:pt x="0" y="4"/>
                  </a:lnTo>
                  <a:lnTo>
                    <a:pt x="0" y="4"/>
                  </a:lnTo>
                  <a:lnTo>
                    <a:pt x="0" y="1"/>
                  </a:lnTo>
                  <a:lnTo>
                    <a:pt x="3" y="0"/>
                  </a:lnTo>
                  <a:lnTo>
                    <a:pt x="3" y="0"/>
                  </a:lnTo>
                  <a:lnTo>
                    <a:pt x="4" y="1"/>
                  </a:lnTo>
                  <a:lnTo>
                    <a:pt x="6" y="4"/>
                  </a:lnTo>
                  <a:lnTo>
                    <a:pt x="6"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37" name="Freeform 1536"/>
            <p:cNvSpPr/>
            <p:nvPr/>
          </p:nvSpPr>
          <p:spPr bwMode="auto">
            <a:xfrm>
              <a:off x="1611313" y="3659188"/>
              <a:ext cx="9525" cy="31750"/>
            </a:xfrm>
            <a:custGeom>
              <a:avLst/>
              <a:gdLst>
                <a:gd name="T0" fmla="*/ 6 w 6"/>
                <a:gd name="T1" fmla="*/ 18 h 20"/>
                <a:gd name="T2" fmla="*/ 6 w 6"/>
                <a:gd name="T3" fmla="*/ 18 h 20"/>
                <a:gd name="T4" fmla="*/ 6 w 6"/>
                <a:gd name="T5" fmla="*/ 20 h 20"/>
                <a:gd name="T6" fmla="*/ 3 w 6"/>
                <a:gd name="T7" fmla="*/ 20 h 20"/>
                <a:gd name="T8" fmla="*/ 3 w 6"/>
                <a:gd name="T9" fmla="*/ 20 h 20"/>
                <a:gd name="T10" fmla="*/ 2 w 6"/>
                <a:gd name="T11" fmla="*/ 20 h 20"/>
                <a:gd name="T12" fmla="*/ 0 w 6"/>
                <a:gd name="T13" fmla="*/ 18 h 20"/>
                <a:gd name="T14" fmla="*/ 0 w 6"/>
                <a:gd name="T15" fmla="*/ 4 h 20"/>
                <a:gd name="T16" fmla="*/ 0 w 6"/>
                <a:gd name="T17" fmla="*/ 4 h 20"/>
                <a:gd name="T18" fmla="*/ 2 w 6"/>
                <a:gd name="T19" fmla="*/ 1 h 20"/>
                <a:gd name="T20" fmla="*/ 3 w 6"/>
                <a:gd name="T21" fmla="*/ 0 h 20"/>
                <a:gd name="T22" fmla="*/ 3 w 6"/>
                <a:gd name="T23" fmla="*/ 0 h 20"/>
                <a:gd name="T24" fmla="*/ 6 w 6"/>
                <a:gd name="T25" fmla="*/ 1 h 20"/>
                <a:gd name="T26" fmla="*/ 6 w 6"/>
                <a:gd name="T27" fmla="*/ 4 h 20"/>
                <a:gd name="T28" fmla="*/ 6 w 6"/>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20">
                  <a:moveTo>
                    <a:pt x="6" y="18"/>
                  </a:moveTo>
                  <a:lnTo>
                    <a:pt x="6" y="18"/>
                  </a:lnTo>
                  <a:lnTo>
                    <a:pt x="6" y="20"/>
                  </a:lnTo>
                  <a:lnTo>
                    <a:pt x="3" y="20"/>
                  </a:lnTo>
                  <a:lnTo>
                    <a:pt x="3" y="20"/>
                  </a:lnTo>
                  <a:lnTo>
                    <a:pt x="2" y="20"/>
                  </a:lnTo>
                  <a:lnTo>
                    <a:pt x="0" y="18"/>
                  </a:lnTo>
                  <a:lnTo>
                    <a:pt x="0" y="4"/>
                  </a:lnTo>
                  <a:lnTo>
                    <a:pt x="0" y="4"/>
                  </a:lnTo>
                  <a:lnTo>
                    <a:pt x="2" y="1"/>
                  </a:lnTo>
                  <a:lnTo>
                    <a:pt x="3" y="0"/>
                  </a:lnTo>
                  <a:lnTo>
                    <a:pt x="3" y="0"/>
                  </a:lnTo>
                  <a:lnTo>
                    <a:pt x="6" y="1"/>
                  </a:lnTo>
                  <a:lnTo>
                    <a:pt x="6" y="4"/>
                  </a:lnTo>
                  <a:lnTo>
                    <a:pt x="6"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38" name="Freeform 1537"/>
            <p:cNvSpPr/>
            <p:nvPr/>
          </p:nvSpPr>
          <p:spPr bwMode="auto">
            <a:xfrm>
              <a:off x="1630363" y="3659188"/>
              <a:ext cx="9525" cy="31750"/>
            </a:xfrm>
            <a:custGeom>
              <a:avLst/>
              <a:gdLst>
                <a:gd name="T0" fmla="*/ 6 w 6"/>
                <a:gd name="T1" fmla="*/ 18 h 20"/>
                <a:gd name="T2" fmla="*/ 6 w 6"/>
                <a:gd name="T3" fmla="*/ 18 h 20"/>
                <a:gd name="T4" fmla="*/ 4 w 6"/>
                <a:gd name="T5" fmla="*/ 20 h 20"/>
                <a:gd name="T6" fmla="*/ 3 w 6"/>
                <a:gd name="T7" fmla="*/ 20 h 20"/>
                <a:gd name="T8" fmla="*/ 3 w 6"/>
                <a:gd name="T9" fmla="*/ 20 h 20"/>
                <a:gd name="T10" fmla="*/ 0 w 6"/>
                <a:gd name="T11" fmla="*/ 20 h 20"/>
                <a:gd name="T12" fmla="*/ 0 w 6"/>
                <a:gd name="T13" fmla="*/ 18 h 20"/>
                <a:gd name="T14" fmla="*/ 0 w 6"/>
                <a:gd name="T15" fmla="*/ 4 h 20"/>
                <a:gd name="T16" fmla="*/ 0 w 6"/>
                <a:gd name="T17" fmla="*/ 4 h 20"/>
                <a:gd name="T18" fmla="*/ 0 w 6"/>
                <a:gd name="T19" fmla="*/ 1 h 20"/>
                <a:gd name="T20" fmla="*/ 3 w 6"/>
                <a:gd name="T21" fmla="*/ 0 h 20"/>
                <a:gd name="T22" fmla="*/ 3 w 6"/>
                <a:gd name="T23" fmla="*/ 0 h 20"/>
                <a:gd name="T24" fmla="*/ 4 w 6"/>
                <a:gd name="T25" fmla="*/ 1 h 20"/>
                <a:gd name="T26" fmla="*/ 6 w 6"/>
                <a:gd name="T27" fmla="*/ 4 h 20"/>
                <a:gd name="T28" fmla="*/ 6 w 6"/>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20">
                  <a:moveTo>
                    <a:pt x="6" y="18"/>
                  </a:moveTo>
                  <a:lnTo>
                    <a:pt x="6" y="18"/>
                  </a:lnTo>
                  <a:lnTo>
                    <a:pt x="4" y="20"/>
                  </a:lnTo>
                  <a:lnTo>
                    <a:pt x="3" y="20"/>
                  </a:lnTo>
                  <a:lnTo>
                    <a:pt x="3" y="20"/>
                  </a:lnTo>
                  <a:lnTo>
                    <a:pt x="0" y="20"/>
                  </a:lnTo>
                  <a:lnTo>
                    <a:pt x="0" y="18"/>
                  </a:lnTo>
                  <a:lnTo>
                    <a:pt x="0" y="4"/>
                  </a:lnTo>
                  <a:lnTo>
                    <a:pt x="0" y="4"/>
                  </a:lnTo>
                  <a:lnTo>
                    <a:pt x="0" y="1"/>
                  </a:lnTo>
                  <a:lnTo>
                    <a:pt x="3" y="0"/>
                  </a:lnTo>
                  <a:lnTo>
                    <a:pt x="3" y="0"/>
                  </a:lnTo>
                  <a:lnTo>
                    <a:pt x="4" y="1"/>
                  </a:lnTo>
                  <a:lnTo>
                    <a:pt x="6" y="4"/>
                  </a:lnTo>
                  <a:lnTo>
                    <a:pt x="6"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39" name="Freeform 1538"/>
            <p:cNvSpPr/>
            <p:nvPr/>
          </p:nvSpPr>
          <p:spPr bwMode="auto">
            <a:xfrm>
              <a:off x="1647825" y="3659188"/>
              <a:ext cx="9525" cy="31750"/>
            </a:xfrm>
            <a:custGeom>
              <a:avLst/>
              <a:gdLst>
                <a:gd name="T0" fmla="*/ 6 w 6"/>
                <a:gd name="T1" fmla="*/ 18 h 20"/>
                <a:gd name="T2" fmla="*/ 6 w 6"/>
                <a:gd name="T3" fmla="*/ 18 h 20"/>
                <a:gd name="T4" fmla="*/ 6 w 6"/>
                <a:gd name="T5" fmla="*/ 20 h 20"/>
                <a:gd name="T6" fmla="*/ 3 w 6"/>
                <a:gd name="T7" fmla="*/ 20 h 20"/>
                <a:gd name="T8" fmla="*/ 3 w 6"/>
                <a:gd name="T9" fmla="*/ 20 h 20"/>
                <a:gd name="T10" fmla="*/ 2 w 6"/>
                <a:gd name="T11" fmla="*/ 20 h 20"/>
                <a:gd name="T12" fmla="*/ 0 w 6"/>
                <a:gd name="T13" fmla="*/ 18 h 20"/>
                <a:gd name="T14" fmla="*/ 0 w 6"/>
                <a:gd name="T15" fmla="*/ 4 h 20"/>
                <a:gd name="T16" fmla="*/ 0 w 6"/>
                <a:gd name="T17" fmla="*/ 4 h 20"/>
                <a:gd name="T18" fmla="*/ 2 w 6"/>
                <a:gd name="T19" fmla="*/ 1 h 20"/>
                <a:gd name="T20" fmla="*/ 3 w 6"/>
                <a:gd name="T21" fmla="*/ 0 h 20"/>
                <a:gd name="T22" fmla="*/ 3 w 6"/>
                <a:gd name="T23" fmla="*/ 0 h 20"/>
                <a:gd name="T24" fmla="*/ 6 w 6"/>
                <a:gd name="T25" fmla="*/ 1 h 20"/>
                <a:gd name="T26" fmla="*/ 6 w 6"/>
                <a:gd name="T27" fmla="*/ 4 h 20"/>
                <a:gd name="T28" fmla="*/ 6 w 6"/>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20">
                  <a:moveTo>
                    <a:pt x="6" y="18"/>
                  </a:moveTo>
                  <a:lnTo>
                    <a:pt x="6" y="18"/>
                  </a:lnTo>
                  <a:lnTo>
                    <a:pt x="6" y="20"/>
                  </a:lnTo>
                  <a:lnTo>
                    <a:pt x="3" y="20"/>
                  </a:lnTo>
                  <a:lnTo>
                    <a:pt x="3" y="20"/>
                  </a:lnTo>
                  <a:lnTo>
                    <a:pt x="2" y="20"/>
                  </a:lnTo>
                  <a:lnTo>
                    <a:pt x="0" y="18"/>
                  </a:lnTo>
                  <a:lnTo>
                    <a:pt x="0" y="4"/>
                  </a:lnTo>
                  <a:lnTo>
                    <a:pt x="0" y="4"/>
                  </a:lnTo>
                  <a:lnTo>
                    <a:pt x="2" y="1"/>
                  </a:lnTo>
                  <a:lnTo>
                    <a:pt x="3" y="0"/>
                  </a:lnTo>
                  <a:lnTo>
                    <a:pt x="3" y="0"/>
                  </a:lnTo>
                  <a:lnTo>
                    <a:pt x="6" y="1"/>
                  </a:lnTo>
                  <a:lnTo>
                    <a:pt x="6" y="4"/>
                  </a:lnTo>
                  <a:lnTo>
                    <a:pt x="6"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0" name="Freeform 1539"/>
            <p:cNvSpPr/>
            <p:nvPr/>
          </p:nvSpPr>
          <p:spPr bwMode="auto">
            <a:xfrm>
              <a:off x="1665288" y="3659188"/>
              <a:ext cx="11113" cy="31750"/>
            </a:xfrm>
            <a:custGeom>
              <a:avLst/>
              <a:gdLst>
                <a:gd name="T0" fmla="*/ 7 w 7"/>
                <a:gd name="T1" fmla="*/ 18 h 20"/>
                <a:gd name="T2" fmla="*/ 7 w 7"/>
                <a:gd name="T3" fmla="*/ 18 h 20"/>
                <a:gd name="T4" fmla="*/ 5 w 7"/>
                <a:gd name="T5" fmla="*/ 20 h 20"/>
                <a:gd name="T6" fmla="*/ 3 w 7"/>
                <a:gd name="T7" fmla="*/ 20 h 20"/>
                <a:gd name="T8" fmla="*/ 3 w 7"/>
                <a:gd name="T9" fmla="*/ 20 h 20"/>
                <a:gd name="T10" fmla="*/ 1 w 7"/>
                <a:gd name="T11" fmla="*/ 20 h 20"/>
                <a:gd name="T12" fmla="*/ 0 w 7"/>
                <a:gd name="T13" fmla="*/ 18 h 20"/>
                <a:gd name="T14" fmla="*/ 0 w 7"/>
                <a:gd name="T15" fmla="*/ 4 h 20"/>
                <a:gd name="T16" fmla="*/ 0 w 7"/>
                <a:gd name="T17" fmla="*/ 4 h 20"/>
                <a:gd name="T18" fmla="*/ 1 w 7"/>
                <a:gd name="T19" fmla="*/ 1 h 20"/>
                <a:gd name="T20" fmla="*/ 4 w 7"/>
                <a:gd name="T21" fmla="*/ 0 h 20"/>
                <a:gd name="T22" fmla="*/ 4 w 7"/>
                <a:gd name="T23" fmla="*/ 0 h 20"/>
                <a:gd name="T24" fmla="*/ 5 w 7"/>
                <a:gd name="T25" fmla="*/ 1 h 20"/>
                <a:gd name="T26" fmla="*/ 7 w 7"/>
                <a:gd name="T27" fmla="*/ 4 h 20"/>
                <a:gd name="T28" fmla="*/ 7 w 7"/>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 h="20">
                  <a:moveTo>
                    <a:pt x="7" y="18"/>
                  </a:moveTo>
                  <a:lnTo>
                    <a:pt x="7" y="18"/>
                  </a:lnTo>
                  <a:lnTo>
                    <a:pt x="5" y="20"/>
                  </a:lnTo>
                  <a:lnTo>
                    <a:pt x="3" y="20"/>
                  </a:lnTo>
                  <a:lnTo>
                    <a:pt x="3" y="20"/>
                  </a:lnTo>
                  <a:lnTo>
                    <a:pt x="1" y="20"/>
                  </a:lnTo>
                  <a:lnTo>
                    <a:pt x="0" y="18"/>
                  </a:lnTo>
                  <a:lnTo>
                    <a:pt x="0" y="4"/>
                  </a:lnTo>
                  <a:lnTo>
                    <a:pt x="0" y="4"/>
                  </a:lnTo>
                  <a:lnTo>
                    <a:pt x="1" y="1"/>
                  </a:lnTo>
                  <a:lnTo>
                    <a:pt x="4" y="0"/>
                  </a:lnTo>
                  <a:lnTo>
                    <a:pt x="4" y="0"/>
                  </a:lnTo>
                  <a:lnTo>
                    <a:pt x="5" y="1"/>
                  </a:lnTo>
                  <a:lnTo>
                    <a:pt x="7" y="4"/>
                  </a:lnTo>
                  <a:lnTo>
                    <a:pt x="7"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1" name="Freeform 1540"/>
            <p:cNvSpPr/>
            <p:nvPr/>
          </p:nvSpPr>
          <p:spPr bwMode="auto">
            <a:xfrm>
              <a:off x="1684338" y="3659188"/>
              <a:ext cx="9525" cy="31750"/>
            </a:xfrm>
            <a:custGeom>
              <a:avLst/>
              <a:gdLst>
                <a:gd name="T0" fmla="*/ 6 w 6"/>
                <a:gd name="T1" fmla="*/ 18 h 20"/>
                <a:gd name="T2" fmla="*/ 6 w 6"/>
                <a:gd name="T3" fmla="*/ 18 h 20"/>
                <a:gd name="T4" fmla="*/ 4 w 6"/>
                <a:gd name="T5" fmla="*/ 20 h 20"/>
                <a:gd name="T6" fmla="*/ 3 w 6"/>
                <a:gd name="T7" fmla="*/ 20 h 20"/>
                <a:gd name="T8" fmla="*/ 3 w 6"/>
                <a:gd name="T9" fmla="*/ 20 h 20"/>
                <a:gd name="T10" fmla="*/ 0 w 6"/>
                <a:gd name="T11" fmla="*/ 20 h 20"/>
                <a:gd name="T12" fmla="*/ 0 w 6"/>
                <a:gd name="T13" fmla="*/ 18 h 20"/>
                <a:gd name="T14" fmla="*/ 0 w 6"/>
                <a:gd name="T15" fmla="*/ 4 h 20"/>
                <a:gd name="T16" fmla="*/ 0 w 6"/>
                <a:gd name="T17" fmla="*/ 4 h 20"/>
                <a:gd name="T18" fmla="*/ 0 w 6"/>
                <a:gd name="T19" fmla="*/ 1 h 20"/>
                <a:gd name="T20" fmla="*/ 3 w 6"/>
                <a:gd name="T21" fmla="*/ 0 h 20"/>
                <a:gd name="T22" fmla="*/ 3 w 6"/>
                <a:gd name="T23" fmla="*/ 0 h 20"/>
                <a:gd name="T24" fmla="*/ 4 w 6"/>
                <a:gd name="T25" fmla="*/ 1 h 20"/>
                <a:gd name="T26" fmla="*/ 6 w 6"/>
                <a:gd name="T27" fmla="*/ 4 h 20"/>
                <a:gd name="T28" fmla="*/ 6 w 6"/>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20">
                  <a:moveTo>
                    <a:pt x="6" y="18"/>
                  </a:moveTo>
                  <a:lnTo>
                    <a:pt x="6" y="18"/>
                  </a:lnTo>
                  <a:lnTo>
                    <a:pt x="4" y="20"/>
                  </a:lnTo>
                  <a:lnTo>
                    <a:pt x="3" y="20"/>
                  </a:lnTo>
                  <a:lnTo>
                    <a:pt x="3" y="20"/>
                  </a:lnTo>
                  <a:lnTo>
                    <a:pt x="0" y="20"/>
                  </a:lnTo>
                  <a:lnTo>
                    <a:pt x="0" y="18"/>
                  </a:lnTo>
                  <a:lnTo>
                    <a:pt x="0" y="4"/>
                  </a:lnTo>
                  <a:lnTo>
                    <a:pt x="0" y="4"/>
                  </a:lnTo>
                  <a:lnTo>
                    <a:pt x="0" y="1"/>
                  </a:lnTo>
                  <a:lnTo>
                    <a:pt x="3" y="0"/>
                  </a:lnTo>
                  <a:lnTo>
                    <a:pt x="3" y="0"/>
                  </a:lnTo>
                  <a:lnTo>
                    <a:pt x="4" y="1"/>
                  </a:lnTo>
                  <a:lnTo>
                    <a:pt x="6" y="4"/>
                  </a:lnTo>
                  <a:lnTo>
                    <a:pt x="6"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2" name="Freeform 1541"/>
            <p:cNvSpPr/>
            <p:nvPr/>
          </p:nvSpPr>
          <p:spPr bwMode="auto">
            <a:xfrm>
              <a:off x="1701800" y="3659188"/>
              <a:ext cx="11113" cy="31750"/>
            </a:xfrm>
            <a:custGeom>
              <a:avLst/>
              <a:gdLst>
                <a:gd name="T0" fmla="*/ 7 w 7"/>
                <a:gd name="T1" fmla="*/ 18 h 20"/>
                <a:gd name="T2" fmla="*/ 7 w 7"/>
                <a:gd name="T3" fmla="*/ 18 h 20"/>
                <a:gd name="T4" fmla="*/ 5 w 7"/>
                <a:gd name="T5" fmla="*/ 20 h 20"/>
                <a:gd name="T6" fmla="*/ 3 w 7"/>
                <a:gd name="T7" fmla="*/ 20 h 20"/>
                <a:gd name="T8" fmla="*/ 3 w 7"/>
                <a:gd name="T9" fmla="*/ 20 h 20"/>
                <a:gd name="T10" fmla="*/ 1 w 7"/>
                <a:gd name="T11" fmla="*/ 20 h 20"/>
                <a:gd name="T12" fmla="*/ 0 w 7"/>
                <a:gd name="T13" fmla="*/ 18 h 20"/>
                <a:gd name="T14" fmla="*/ 0 w 7"/>
                <a:gd name="T15" fmla="*/ 4 h 20"/>
                <a:gd name="T16" fmla="*/ 0 w 7"/>
                <a:gd name="T17" fmla="*/ 4 h 20"/>
                <a:gd name="T18" fmla="*/ 1 w 7"/>
                <a:gd name="T19" fmla="*/ 1 h 20"/>
                <a:gd name="T20" fmla="*/ 3 w 7"/>
                <a:gd name="T21" fmla="*/ 0 h 20"/>
                <a:gd name="T22" fmla="*/ 3 w 7"/>
                <a:gd name="T23" fmla="*/ 0 h 20"/>
                <a:gd name="T24" fmla="*/ 5 w 7"/>
                <a:gd name="T25" fmla="*/ 1 h 20"/>
                <a:gd name="T26" fmla="*/ 7 w 7"/>
                <a:gd name="T27" fmla="*/ 4 h 20"/>
                <a:gd name="T28" fmla="*/ 7 w 7"/>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 h="20">
                  <a:moveTo>
                    <a:pt x="7" y="18"/>
                  </a:moveTo>
                  <a:lnTo>
                    <a:pt x="7" y="18"/>
                  </a:lnTo>
                  <a:lnTo>
                    <a:pt x="5" y="20"/>
                  </a:lnTo>
                  <a:lnTo>
                    <a:pt x="3" y="20"/>
                  </a:lnTo>
                  <a:lnTo>
                    <a:pt x="3" y="20"/>
                  </a:lnTo>
                  <a:lnTo>
                    <a:pt x="1" y="20"/>
                  </a:lnTo>
                  <a:lnTo>
                    <a:pt x="0" y="18"/>
                  </a:lnTo>
                  <a:lnTo>
                    <a:pt x="0" y="4"/>
                  </a:lnTo>
                  <a:lnTo>
                    <a:pt x="0" y="4"/>
                  </a:lnTo>
                  <a:lnTo>
                    <a:pt x="1" y="1"/>
                  </a:lnTo>
                  <a:lnTo>
                    <a:pt x="3" y="0"/>
                  </a:lnTo>
                  <a:lnTo>
                    <a:pt x="3" y="0"/>
                  </a:lnTo>
                  <a:lnTo>
                    <a:pt x="5" y="1"/>
                  </a:lnTo>
                  <a:lnTo>
                    <a:pt x="7" y="4"/>
                  </a:lnTo>
                  <a:lnTo>
                    <a:pt x="7"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3" name="Freeform 1542"/>
            <p:cNvSpPr/>
            <p:nvPr/>
          </p:nvSpPr>
          <p:spPr bwMode="auto">
            <a:xfrm>
              <a:off x="1720850" y="3659188"/>
              <a:ext cx="7938" cy="31750"/>
            </a:xfrm>
            <a:custGeom>
              <a:avLst/>
              <a:gdLst>
                <a:gd name="T0" fmla="*/ 5 w 5"/>
                <a:gd name="T1" fmla="*/ 18 h 20"/>
                <a:gd name="T2" fmla="*/ 5 w 5"/>
                <a:gd name="T3" fmla="*/ 18 h 20"/>
                <a:gd name="T4" fmla="*/ 4 w 5"/>
                <a:gd name="T5" fmla="*/ 20 h 20"/>
                <a:gd name="T6" fmla="*/ 3 w 5"/>
                <a:gd name="T7" fmla="*/ 20 h 20"/>
                <a:gd name="T8" fmla="*/ 3 w 5"/>
                <a:gd name="T9" fmla="*/ 20 h 20"/>
                <a:gd name="T10" fmla="*/ 0 w 5"/>
                <a:gd name="T11" fmla="*/ 20 h 20"/>
                <a:gd name="T12" fmla="*/ 0 w 5"/>
                <a:gd name="T13" fmla="*/ 18 h 20"/>
                <a:gd name="T14" fmla="*/ 0 w 5"/>
                <a:gd name="T15" fmla="*/ 4 h 20"/>
                <a:gd name="T16" fmla="*/ 0 w 5"/>
                <a:gd name="T17" fmla="*/ 4 h 20"/>
                <a:gd name="T18" fmla="*/ 0 w 5"/>
                <a:gd name="T19" fmla="*/ 1 h 20"/>
                <a:gd name="T20" fmla="*/ 3 w 5"/>
                <a:gd name="T21" fmla="*/ 0 h 20"/>
                <a:gd name="T22" fmla="*/ 3 w 5"/>
                <a:gd name="T23" fmla="*/ 0 h 20"/>
                <a:gd name="T24" fmla="*/ 4 w 5"/>
                <a:gd name="T25" fmla="*/ 1 h 20"/>
                <a:gd name="T26" fmla="*/ 5 w 5"/>
                <a:gd name="T27" fmla="*/ 4 h 20"/>
                <a:gd name="T28" fmla="*/ 5 w 5"/>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20">
                  <a:moveTo>
                    <a:pt x="5" y="18"/>
                  </a:moveTo>
                  <a:lnTo>
                    <a:pt x="5" y="18"/>
                  </a:lnTo>
                  <a:lnTo>
                    <a:pt x="4" y="20"/>
                  </a:lnTo>
                  <a:lnTo>
                    <a:pt x="3" y="20"/>
                  </a:lnTo>
                  <a:lnTo>
                    <a:pt x="3" y="20"/>
                  </a:lnTo>
                  <a:lnTo>
                    <a:pt x="0" y="20"/>
                  </a:lnTo>
                  <a:lnTo>
                    <a:pt x="0" y="18"/>
                  </a:lnTo>
                  <a:lnTo>
                    <a:pt x="0" y="4"/>
                  </a:lnTo>
                  <a:lnTo>
                    <a:pt x="0" y="4"/>
                  </a:lnTo>
                  <a:lnTo>
                    <a:pt x="0" y="1"/>
                  </a:lnTo>
                  <a:lnTo>
                    <a:pt x="3" y="0"/>
                  </a:lnTo>
                  <a:lnTo>
                    <a:pt x="3" y="0"/>
                  </a:lnTo>
                  <a:lnTo>
                    <a:pt x="4" y="1"/>
                  </a:lnTo>
                  <a:lnTo>
                    <a:pt x="5" y="4"/>
                  </a:lnTo>
                  <a:lnTo>
                    <a:pt x="5"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4" name="Freeform 1543"/>
            <p:cNvSpPr/>
            <p:nvPr/>
          </p:nvSpPr>
          <p:spPr bwMode="auto">
            <a:xfrm>
              <a:off x="1738313" y="3659188"/>
              <a:ext cx="7938" cy="31750"/>
            </a:xfrm>
            <a:custGeom>
              <a:avLst/>
              <a:gdLst>
                <a:gd name="T0" fmla="*/ 5 w 5"/>
                <a:gd name="T1" fmla="*/ 18 h 20"/>
                <a:gd name="T2" fmla="*/ 5 w 5"/>
                <a:gd name="T3" fmla="*/ 18 h 20"/>
                <a:gd name="T4" fmla="*/ 5 w 5"/>
                <a:gd name="T5" fmla="*/ 20 h 20"/>
                <a:gd name="T6" fmla="*/ 3 w 5"/>
                <a:gd name="T7" fmla="*/ 20 h 20"/>
                <a:gd name="T8" fmla="*/ 3 w 5"/>
                <a:gd name="T9" fmla="*/ 20 h 20"/>
                <a:gd name="T10" fmla="*/ 1 w 5"/>
                <a:gd name="T11" fmla="*/ 20 h 20"/>
                <a:gd name="T12" fmla="*/ 0 w 5"/>
                <a:gd name="T13" fmla="*/ 18 h 20"/>
                <a:gd name="T14" fmla="*/ 0 w 5"/>
                <a:gd name="T15" fmla="*/ 4 h 20"/>
                <a:gd name="T16" fmla="*/ 0 w 5"/>
                <a:gd name="T17" fmla="*/ 4 h 20"/>
                <a:gd name="T18" fmla="*/ 1 w 5"/>
                <a:gd name="T19" fmla="*/ 1 h 20"/>
                <a:gd name="T20" fmla="*/ 3 w 5"/>
                <a:gd name="T21" fmla="*/ 0 h 20"/>
                <a:gd name="T22" fmla="*/ 3 w 5"/>
                <a:gd name="T23" fmla="*/ 0 h 20"/>
                <a:gd name="T24" fmla="*/ 5 w 5"/>
                <a:gd name="T25" fmla="*/ 1 h 20"/>
                <a:gd name="T26" fmla="*/ 5 w 5"/>
                <a:gd name="T27" fmla="*/ 4 h 20"/>
                <a:gd name="T28" fmla="*/ 5 w 5"/>
                <a:gd name="T2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20">
                  <a:moveTo>
                    <a:pt x="5" y="18"/>
                  </a:moveTo>
                  <a:lnTo>
                    <a:pt x="5" y="18"/>
                  </a:lnTo>
                  <a:lnTo>
                    <a:pt x="5" y="20"/>
                  </a:lnTo>
                  <a:lnTo>
                    <a:pt x="3" y="20"/>
                  </a:lnTo>
                  <a:lnTo>
                    <a:pt x="3" y="20"/>
                  </a:lnTo>
                  <a:lnTo>
                    <a:pt x="1" y="20"/>
                  </a:lnTo>
                  <a:lnTo>
                    <a:pt x="0" y="18"/>
                  </a:lnTo>
                  <a:lnTo>
                    <a:pt x="0" y="4"/>
                  </a:lnTo>
                  <a:lnTo>
                    <a:pt x="0" y="4"/>
                  </a:lnTo>
                  <a:lnTo>
                    <a:pt x="1" y="1"/>
                  </a:lnTo>
                  <a:lnTo>
                    <a:pt x="3" y="0"/>
                  </a:lnTo>
                  <a:lnTo>
                    <a:pt x="3" y="0"/>
                  </a:lnTo>
                  <a:lnTo>
                    <a:pt x="5" y="1"/>
                  </a:lnTo>
                  <a:lnTo>
                    <a:pt x="5" y="4"/>
                  </a:lnTo>
                  <a:lnTo>
                    <a:pt x="5" y="18"/>
                  </a:lnTo>
                  <a:close/>
                </a:path>
              </a:pathLst>
            </a:custGeom>
            <a:solidFill>
              <a:srgbClr val="FFFFFF"/>
            </a:solidFill>
            <a:ln>
              <a:noFill/>
            </a:ln>
          </p:spPr>
          <p:txBody>
            <a:bodyPr vert="horz" wrap="square" lIns="91440" tIns="45720" rIns="91440" bIns="45720" numCol="1" anchor="t" anchorCtr="0" compatLnSpc="1"/>
            <a:lstStyle/>
            <a:p>
              <a:endParaRPr lang="en-US"/>
            </a:p>
          </p:txBody>
        </p:sp>
        <p:sp>
          <p:nvSpPr>
            <p:cNvPr id="245" name="Rectangle 1544"/>
            <p:cNvSpPr>
              <a:spLocks noChangeArrowheads="1"/>
            </p:cNvSpPr>
            <p:nvPr/>
          </p:nvSpPr>
          <p:spPr bwMode="auto">
            <a:xfrm>
              <a:off x="1531938" y="3783013"/>
              <a:ext cx="260350" cy="250825"/>
            </a:xfrm>
            <a:prstGeom prst="rect">
              <a:avLst/>
            </a:prstGeom>
            <a:solidFill>
              <a:srgbClr val="FFD399"/>
            </a:solidFill>
            <a:ln>
              <a:noFill/>
            </a:ln>
          </p:spPr>
          <p:txBody>
            <a:bodyPr vert="horz" wrap="square" lIns="91440" tIns="45720" rIns="91440" bIns="45720" numCol="1" anchor="t" anchorCtr="0" compatLnSpc="1"/>
            <a:lstStyle/>
            <a:p>
              <a:endParaRPr lang="en-US"/>
            </a:p>
          </p:txBody>
        </p:sp>
        <p:sp>
          <p:nvSpPr>
            <p:cNvPr id="246" name="Freeform 1545"/>
            <p:cNvSpPr/>
            <p:nvPr/>
          </p:nvSpPr>
          <p:spPr bwMode="auto">
            <a:xfrm>
              <a:off x="1604963" y="3829051"/>
              <a:ext cx="114300" cy="98425"/>
            </a:xfrm>
            <a:custGeom>
              <a:avLst/>
              <a:gdLst>
                <a:gd name="T0" fmla="*/ 72 w 72"/>
                <a:gd name="T1" fmla="*/ 21 h 62"/>
                <a:gd name="T2" fmla="*/ 72 w 72"/>
                <a:gd name="T3" fmla="*/ 21 h 62"/>
                <a:gd name="T4" fmla="*/ 70 w 72"/>
                <a:gd name="T5" fmla="*/ 28 h 62"/>
                <a:gd name="T6" fmla="*/ 66 w 72"/>
                <a:gd name="T7" fmla="*/ 36 h 62"/>
                <a:gd name="T8" fmla="*/ 60 w 72"/>
                <a:gd name="T9" fmla="*/ 43 h 62"/>
                <a:gd name="T10" fmla="*/ 54 w 72"/>
                <a:gd name="T11" fmla="*/ 48 h 62"/>
                <a:gd name="T12" fmla="*/ 41 w 72"/>
                <a:gd name="T13" fmla="*/ 58 h 62"/>
                <a:gd name="T14" fmla="*/ 35 w 72"/>
                <a:gd name="T15" fmla="*/ 62 h 62"/>
                <a:gd name="T16" fmla="*/ 35 w 72"/>
                <a:gd name="T17" fmla="*/ 62 h 62"/>
                <a:gd name="T18" fmla="*/ 30 w 72"/>
                <a:gd name="T19" fmla="*/ 58 h 62"/>
                <a:gd name="T20" fmla="*/ 18 w 72"/>
                <a:gd name="T21" fmla="*/ 48 h 62"/>
                <a:gd name="T22" fmla="*/ 11 w 72"/>
                <a:gd name="T23" fmla="*/ 43 h 62"/>
                <a:gd name="T24" fmla="*/ 6 w 72"/>
                <a:gd name="T25" fmla="*/ 36 h 62"/>
                <a:gd name="T26" fmla="*/ 2 w 72"/>
                <a:gd name="T27" fmla="*/ 28 h 62"/>
                <a:gd name="T28" fmla="*/ 0 w 72"/>
                <a:gd name="T29" fmla="*/ 21 h 62"/>
                <a:gd name="T30" fmla="*/ 0 w 72"/>
                <a:gd name="T31" fmla="*/ 21 h 62"/>
                <a:gd name="T32" fmla="*/ 0 w 72"/>
                <a:gd name="T33" fmla="*/ 13 h 62"/>
                <a:gd name="T34" fmla="*/ 3 w 72"/>
                <a:gd name="T35" fmla="*/ 8 h 62"/>
                <a:gd name="T36" fmla="*/ 7 w 72"/>
                <a:gd name="T37" fmla="*/ 4 h 62"/>
                <a:gd name="T38" fmla="*/ 11 w 72"/>
                <a:gd name="T39" fmla="*/ 1 h 62"/>
                <a:gd name="T40" fmla="*/ 11 w 72"/>
                <a:gd name="T41" fmla="*/ 1 h 62"/>
                <a:gd name="T42" fmla="*/ 16 w 72"/>
                <a:gd name="T43" fmla="*/ 0 h 62"/>
                <a:gd name="T44" fmla="*/ 20 w 72"/>
                <a:gd name="T45" fmla="*/ 1 h 62"/>
                <a:gd name="T46" fmla="*/ 24 w 72"/>
                <a:gd name="T47" fmla="*/ 2 h 62"/>
                <a:gd name="T48" fmla="*/ 29 w 72"/>
                <a:gd name="T49" fmla="*/ 5 h 62"/>
                <a:gd name="T50" fmla="*/ 33 w 72"/>
                <a:gd name="T51" fmla="*/ 11 h 62"/>
                <a:gd name="T52" fmla="*/ 34 w 72"/>
                <a:gd name="T53" fmla="*/ 13 h 62"/>
                <a:gd name="T54" fmla="*/ 34 w 72"/>
                <a:gd name="T55" fmla="*/ 13 h 62"/>
                <a:gd name="T56" fmla="*/ 37 w 72"/>
                <a:gd name="T57" fmla="*/ 11 h 62"/>
                <a:gd name="T58" fmla="*/ 41 w 72"/>
                <a:gd name="T59" fmla="*/ 5 h 62"/>
                <a:gd name="T60" fmla="*/ 45 w 72"/>
                <a:gd name="T61" fmla="*/ 2 h 62"/>
                <a:gd name="T62" fmla="*/ 49 w 72"/>
                <a:gd name="T63" fmla="*/ 0 h 62"/>
                <a:gd name="T64" fmla="*/ 53 w 72"/>
                <a:gd name="T65" fmla="*/ 0 h 62"/>
                <a:gd name="T66" fmla="*/ 58 w 72"/>
                <a:gd name="T67" fmla="*/ 0 h 62"/>
                <a:gd name="T68" fmla="*/ 58 w 72"/>
                <a:gd name="T69" fmla="*/ 0 h 62"/>
                <a:gd name="T70" fmla="*/ 64 w 72"/>
                <a:gd name="T71" fmla="*/ 4 h 62"/>
                <a:gd name="T72" fmla="*/ 68 w 72"/>
                <a:gd name="T73" fmla="*/ 8 h 62"/>
                <a:gd name="T74" fmla="*/ 70 w 72"/>
                <a:gd name="T75" fmla="*/ 13 h 62"/>
                <a:gd name="T76" fmla="*/ 72 w 72"/>
                <a:gd name="T77" fmla="*/ 2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 h="62">
                  <a:moveTo>
                    <a:pt x="72" y="21"/>
                  </a:moveTo>
                  <a:lnTo>
                    <a:pt x="72" y="21"/>
                  </a:lnTo>
                  <a:lnTo>
                    <a:pt x="70" y="28"/>
                  </a:lnTo>
                  <a:lnTo>
                    <a:pt x="66" y="36"/>
                  </a:lnTo>
                  <a:lnTo>
                    <a:pt x="60" y="43"/>
                  </a:lnTo>
                  <a:lnTo>
                    <a:pt x="54" y="48"/>
                  </a:lnTo>
                  <a:lnTo>
                    <a:pt x="41" y="58"/>
                  </a:lnTo>
                  <a:lnTo>
                    <a:pt x="35" y="62"/>
                  </a:lnTo>
                  <a:lnTo>
                    <a:pt x="35" y="62"/>
                  </a:lnTo>
                  <a:lnTo>
                    <a:pt x="30" y="58"/>
                  </a:lnTo>
                  <a:lnTo>
                    <a:pt x="18" y="48"/>
                  </a:lnTo>
                  <a:lnTo>
                    <a:pt x="11" y="43"/>
                  </a:lnTo>
                  <a:lnTo>
                    <a:pt x="6" y="36"/>
                  </a:lnTo>
                  <a:lnTo>
                    <a:pt x="2" y="28"/>
                  </a:lnTo>
                  <a:lnTo>
                    <a:pt x="0" y="21"/>
                  </a:lnTo>
                  <a:lnTo>
                    <a:pt x="0" y="21"/>
                  </a:lnTo>
                  <a:lnTo>
                    <a:pt x="0" y="13"/>
                  </a:lnTo>
                  <a:lnTo>
                    <a:pt x="3" y="8"/>
                  </a:lnTo>
                  <a:lnTo>
                    <a:pt x="7" y="4"/>
                  </a:lnTo>
                  <a:lnTo>
                    <a:pt x="11" y="1"/>
                  </a:lnTo>
                  <a:lnTo>
                    <a:pt x="11" y="1"/>
                  </a:lnTo>
                  <a:lnTo>
                    <a:pt x="16" y="0"/>
                  </a:lnTo>
                  <a:lnTo>
                    <a:pt x="20" y="1"/>
                  </a:lnTo>
                  <a:lnTo>
                    <a:pt x="24" y="2"/>
                  </a:lnTo>
                  <a:lnTo>
                    <a:pt x="29" y="5"/>
                  </a:lnTo>
                  <a:lnTo>
                    <a:pt x="33" y="11"/>
                  </a:lnTo>
                  <a:lnTo>
                    <a:pt x="34" y="13"/>
                  </a:lnTo>
                  <a:lnTo>
                    <a:pt x="34" y="13"/>
                  </a:lnTo>
                  <a:lnTo>
                    <a:pt x="37" y="11"/>
                  </a:lnTo>
                  <a:lnTo>
                    <a:pt x="41" y="5"/>
                  </a:lnTo>
                  <a:lnTo>
                    <a:pt x="45" y="2"/>
                  </a:lnTo>
                  <a:lnTo>
                    <a:pt x="49" y="0"/>
                  </a:lnTo>
                  <a:lnTo>
                    <a:pt x="53" y="0"/>
                  </a:lnTo>
                  <a:lnTo>
                    <a:pt x="58" y="0"/>
                  </a:lnTo>
                  <a:lnTo>
                    <a:pt x="58" y="0"/>
                  </a:lnTo>
                  <a:lnTo>
                    <a:pt x="64" y="4"/>
                  </a:lnTo>
                  <a:lnTo>
                    <a:pt x="68" y="8"/>
                  </a:lnTo>
                  <a:lnTo>
                    <a:pt x="70" y="13"/>
                  </a:lnTo>
                  <a:lnTo>
                    <a:pt x="72" y="21"/>
                  </a:lnTo>
                  <a:close/>
                </a:path>
              </a:pathLst>
            </a:custGeom>
            <a:solidFill>
              <a:srgbClr val="FC8681"/>
            </a:solidFill>
            <a:ln>
              <a:noFill/>
            </a:ln>
          </p:spPr>
          <p:txBody>
            <a:bodyPr vert="horz" wrap="square" lIns="91440" tIns="45720" rIns="91440" bIns="45720" numCol="1" anchor="t" anchorCtr="0" compatLnSpc="1"/>
            <a:lstStyle/>
            <a:p>
              <a:endParaRPr lang="en-US"/>
            </a:p>
          </p:txBody>
        </p:sp>
        <p:sp>
          <p:nvSpPr>
            <p:cNvPr id="247" name="Freeform 1546"/>
            <p:cNvSpPr/>
            <p:nvPr/>
          </p:nvSpPr>
          <p:spPr bwMode="auto">
            <a:xfrm>
              <a:off x="1604963" y="3829051"/>
              <a:ext cx="114300" cy="98425"/>
            </a:xfrm>
            <a:custGeom>
              <a:avLst/>
              <a:gdLst>
                <a:gd name="T0" fmla="*/ 72 w 72"/>
                <a:gd name="T1" fmla="*/ 21 h 62"/>
                <a:gd name="T2" fmla="*/ 72 w 72"/>
                <a:gd name="T3" fmla="*/ 21 h 62"/>
                <a:gd name="T4" fmla="*/ 70 w 72"/>
                <a:gd name="T5" fmla="*/ 28 h 62"/>
                <a:gd name="T6" fmla="*/ 66 w 72"/>
                <a:gd name="T7" fmla="*/ 36 h 62"/>
                <a:gd name="T8" fmla="*/ 60 w 72"/>
                <a:gd name="T9" fmla="*/ 43 h 62"/>
                <a:gd name="T10" fmla="*/ 54 w 72"/>
                <a:gd name="T11" fmla="*/ 48 h 62"/>
                <a:gd name="T12" fmla="*/ 41 w 72"/>
                <a:gd name="T13" fmla="*/ 58 h 62"/>
                <a:gd name="T14" fmla="*/ 35 w 72"/>
                <a:gd name="T15" fmla="*/ 62 h 62"/>
                <a:gd name="T16" fmla="*/ 35 w 72"/>
                <a:gd name="T17" fmla="*/ 62 h 62"/>
                <a:gd name="T18" fmla="*/ 30 w 72"/>
                <a:gd name="T19" fmla="*/ 58 h 62"/>
                <a:gd name="T20" fmla="*/ 18 w 72"/>
                <a:gd name="T21" fmla="*/ 48 h 62"/>
                <a:gd name="T22" fmla="*/ 11 w 72"/>
                <a:gd name="T23" fmla="*/ 43 h 62"/>
                <a:gd name="T24" fmla="*/ 6 w 72"/>
                <a:gd name="T25" fmla="*/ 36 h 62"/>
                <a:gd name="T26" fmla="*/ 2 w 72"/>
                <a:gd name="T27" fmla="*/ 28 h 62"/>
                <a:gd name="T28" fmla="*/ 0 w 72"/>
                <a:gd name="T29" fmla="*/ 21 h 62"/>
                <a:gd name="T30" fmla="*/ 0 w 72"/>
                <a:gd name="T31" fmla="*/ 21 h 62"/>
                <a:gd name="T32" fmla="*/ 0 w 72"/>
                <a:gd name="T33" fmla="*/ 13 h 62"/>
                <a:gd name="T34" fmla="*/ 3 w 72"/>
                <a:gd name="T35" fmla="*/ 8 h 62"/>
                <a:gd name="T36" fmla="*/ 7 w 72"/>
                <a:gd name="T37" fmla="*/ 4 h 62"/>
                <a:gd name="T38" fmla="*/ 11 w 72"/>
                <a:gd name="T39" fmla="*/ 1 h 62"/>
                <a:gd name="T40" fmla="*/ 11 w 72"/>
                <a:gd name="T41" fmla="*/ 1 h 62"/>
                <a:gd name="T42" fmla="*/ 16 w 72"/>
                <a:gd name="T43" fmla="*/ 0 h 62"/>
                <a:gd name="T44" fmla="*/ 20 w 72"/>
                <a:gd name="T45" fmla="*/ 1 h 62"/>
                <a:gd name="T46" fmla="*/ 24 w 72"/>
                <a:gd name="T47" fmla="*/ 2 h 62"/>
                <a:gd name="T48" fmla="*/ 29 w 72"/>
                <a:gd name="T49" fmla="*/ 5 h 62"/>
                <a:gd name="T50" fmla="*/ 33 w 72"/>
                <a:gd name="T51" fmla="*/ 11 h 62"/>
                <a:gd name="T52" fmla="*/ 34 w 72"/>
                <a:gd name="T53" fmla="*/ 13 h 62"/>
                <a:gd name="T54" fmla="*/ 34 w 72"/>
                <a:gd name="T55" fmla="*/ 13 h 62"/>
                <a:gd name="T56" fmla="*/ 37 w 72"/>
                <a:gd name="T57" fmla="*/ 11 h 62"/>
                <a:gd name="T58" fmla="*/ 41 w 72"/>
                <a:gd name="T59" fmla="*/ 5 h 62"/>
                <a:gd name="T60" fmla="*/ 45 w 72"/>
                <a:gd name="T61" fmla="*/ 2 h 62"/>
                <a:gd name="T62" fmla="*/ 49 w 72"/>
                <a:gd name="T63" fmla="*/ 0 h 62"/>
                <a:gd name="T64" fmla="*/ 53 w 72"/>
                <a:gd name="T65" fmla="*/ 0 h 62"/>
                <a:gd name="T66" fmla="*/ 58 w 72"/>
                <a:gd name="T67" fmla="*/ 0 h 62"/>
                <a:gd name="T68" fmla="*/ 58 w 72"/>
                <a:gd name="T69" fmla="*/ 0 h 62"/>
                <a:gd name="T70" fmla="*/ 64 w 72"/>
                <a:gd name="T71" fmla="*/ 4 h 62"/>
                <a:gd name="T72" fmla="*/ 68 w 72"/>
                <a:gd name="T73" fmla="*/ 8 h 62"/>
                <a:gd name="T74" fmla="*/ 70 w 72"/>
                <a:gd name="T75" fmla="*/ 13 h 62"/>
                <a:gd name="T76" fmla="*/ 72 w 72"/>
                <a:gd name="T77" fmla="*/ 2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 h="62">
                  <a:moveTo>
                    <a:pt x="72" y="21"/>
                  </a:moveTo>
                  <a:lnTo>
                    <a:pt x="72" y="21"/>
                  </a:lnTo>
                  <a:lnTo>
                    <a:pt x="70" y="28"/>
                  </a:lnTo>
                  <a:lnTo>
                    <a:pt x="66" y="36"/>
                  </a:lnTo>
                  <a:lnTo>
                    <a:pt x="60" y="43"/>
                  </a:lnTo>
                  <a:lnTo>
                    <a:pt x="54" y="48"/>
                  </a:lnTo>
                  <a:lnTo>
                    <a:pt x="41" y="58"/>
                  </a:lnTo>
                  <a:lnTo>
                    <a:pt x="35" y="62"/>
                  </a:lnTo>
                  <a:lnTo>
                    <a:pt x="35" y="62"/>
                  </a:lnTo>
                  <a:lnTo>
                    <a:pt x="30" y="58"/>
                  </a:lnTo>
                  <a:lnTo>
                    <a:pt x="18" y="48"/>
                  </a:lnTo>
                  <a:lnTo>
                    <a:pt x="11" y="43"/>
                  </a:lnTo>
                  <a:lnTo>
                    <a:pt x="6" y="36"/>
                  </a:lnTo>
                  <a:lnTo>
                    <a:pt x="2" y="28"/>
                  </a:lnTo>
                  <a:lnTo>
                    <a:pt x="0" y="21"/>
                  </a:lnTo>
                  <a:lnTo>
                    <a:pt x="0" y="21"/>
                  </a:lnTo>
                  <a:lnTo>
                    <a:pt x="0" y="13"/>
                  </a:lnTo>
                  <a:lnTo>
                    <a:pt x="3" y="8"/>
                  </a:lnTo>
                  <a:lnTo>
                    <a:pt x="7" y="4"/>
                  </a:lnTo>
                  <a:lnTo>
                    <a:pt x="11" y="1"/>
                  </a:lnTo>
                  <a:lnTo>
                    <a:pt x="11" y="1"/>
                  </a:lnTo>
                  <a:lnTo>
                    <a:pt x="16" y="0"/>
                  </a:lnTo>
                  <a:lnTo>
                    <a:pt x="20" y="1"/>
                  </a:lnTo>
                  <a:lnTo>
                    <a:pt x="24" y="2"/>
                  </a:lnTo>
                  <a:lnTo>
                    <a:pt x="29" y="5"/>
                  </a:lnTo>
                  <a:lnTo>
                    <a:pt x="33" y="11"/>
                  </a:lnTo>
                  <a:lnTo>
                    <a:pt x="34" y="13"/>
                  </a:lnTo>
                  <a:lnTo>
                    <a:pt x="34" y="13"/>
                  </a:lnTo>
                  <a:lnTo>
                    <a:pt x="37" y="11"/>
                  </a:lnTo>
                  <a:lnTo>
                    <a:pt x="41" y="5"/>
                  </a:lnTo>
                  <a:lnTo>
                    <a:pt x="45" y="2"/>
                  </a:lnTo>
                  <a:lnTo>
                    <a:pt x="49" y="0"/>
                  </a:lnTo>
                  <a:lnTo>
                    <a:pt x="53" y="0"/>
                  </a:lnTo>
                  <a:lnTo>
                    <a:pt x="58" y="0"/>
                  </a:lnTo>
                  <a:lnTo>
                    <a:pt x="58" y="0"/>
                  </a:lnTo>
                  <a:lnTo>
                    <a:pt x="64" y="4"/>
                  </a:lnTo>
                  <a:lnTo>
                    <a:pt x="68" y="8"/>
                  </a:lnTo>
                  <a:lnTo>
                    <a:pt x="70" y="13"/>
                  </a:lnTo>
                  <a:lnTo>
                    <a:pt x="72" y="21"/>
                  </a:lnTo>
                </a:path>
              </a:pathLst>
            </a:custGeom>
            <a:noFill/>
            <a:ln>
              <a:noFill/>
            </a:ln>
          </p:spPr>
          <p:txBody>
            <a:bodyPr vert="horz" wrap="square" lIns="91440" tIns="45720" rIns="91440" bIns="45720" numCol="1" anchor="t" anchorCtr="0" compatLnSpc="1"/>
            <a:lstStyle/>
            <a:p>
              <a:endParaRPr lang="en-US"/>
            </a:p>
          </p:txBody>
        </p:sp>
        <p:pic>
          <p:nvPicPr>
            <p:cNvPr id="248" name="Picture 15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3733801"/>
              <a:ext cx="90488" cy="341313"/>
            </a:xfrm>
            <a:prstGeom prst="rect">
              <a:avLst/>
            </a:prstGeom>
            <a:noFill/>
            <a:ln>
              <a:noFill/>
            </a:ln>
          </p:spPr>
        </p:pic>
        <p:pic>
          <p:nvPicPr>
            <p:cNvPr id="249" name="Picture 15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3538" y="3733801"/>
              <a:ext cx="88900" cy="46038"/>
            </a:xfrm>
            <a:prstGeom prst="rect">
              <a:avLst/>
            </a:prstGeom>
            <a:noFill/>
            <a:ln>
              <a:noFill/>
            </a:ln>
          </p:spPr>
        </p:pic>
      </p:grpSp>
      <p:sp>
        <p:nvSpPr>
          <p:cNvPr id="250" name="TextBox 249"/>
          <p:cNvSpPr txBox="1"/>
          <p:nvPr/>
        </p:nvSpPr>
        <p:spPr>
          <a:xfrm>
            <a:off x="8266889" y="1829511"/>
            <a:ext cx="2042949" cy="523220"/>
          </a:xfrm>
          <a:prstGeom prst="rect">
            <a:avLst/>
          </a:prstGeom>
          <a:noFill/>
        </p:spPr>
        <p:txBody>
          <a:bodyPr wrap="square" rtlCol="0">
            <a:spAutoFit/>
          </a:bodyPr>
          <a:lstStyle/>
          <a:p>
            <a:r>
              <a:rPr lang="zh-CN" altLang="en-US" sz="2800" dirty="0" smtClean="0">
                <a:solidFill>
                  <a:schemeClr val="accent3"/>
                </a:solidFill>
                <a:latin typeface="Montserrat" panose="00000500000000000000" pitchFamily="50" charset="0"/>
                <a:cs typeface="Arial" panose="020B0604020202020204"/>
              </a:rPr>
              <a:t>文字内容</a:t>
            </a:r>
            <a:endParaRPr lang="en-US" sz="2800" dirty="0">
              <a:solidFill>
                <a:schemeClr val="accent3"/>
              </a:solidFill>
              <a:latin typeface="Montserrat" panose="00000500000000000000" pitchFamily="50" charset="0"/>
              <a:cs typeface="Arial" panose="020B0604020202020204"/>
            </a:endParaRPr>
          </a:p>
        </p:txBody>
      </p:sp>
      <p:sp>
        <p:nvSpPr>
          <p:cNvPr id="251" name="Rectangle 250"/>
          <p:cNvSpPr/>
          <p:nvPr/>
        </p:nvSpPr>
        <p:spPr>
          <a:xfrm>
            <a:off x="8266890" y="2178739"/>
            <a:ext cx="3255641" cy="461665"/>
          </a:xfrm>
          <a:prstGeom prst="rect">
            <a:avLst/>
          </a:prstGeom>
        </p:spPr>
        <p:txBody>
          <a:bodyPr wrap="square">
            <a:spAutoFit/>
          </a:bodyPr>
          <a:lstStyle/>
          <a:p>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53" name="TextBox 252"/>
          <p:cNvSpPr txBox="1"/>
          <p:nvPr/>
        </p:nvSpPr>
        <p:spPr>
          <a:xfrm>
            <a:off x="8266889" y="3391611"/>
            <a:ext cx="2042949" cy="523220"/>
          </a:xfrm>
          <a:prstGeom prst="rect">
            <a:avLst/>
          </a:prstGeom>
          <a:noFill/>
        </p:spPr>
        <p:txBody>
          <a:bodyPr wrap="square" rtlCol="0">
            <a:spAutoFit/>
          </a:bodyPr>
          <a:lstStyle/>
          <a:p>
            <a:r>
              <a:rPr lang="zh-CN" altLang="en-US" sz="2800" dirty="0" smtClean="0">
                <a:solidFill>
                  <a:schemeClr val="accent4"/>
                </a:solidFill>
                <a:latin typeface="Montserrat" panose="00000500000000000000" pitchFamily="50" charset="0"/>
                <a:cs typeface="Arial" panose="020B0604020202020204"/>
              </a:rPr>
              <a:t>文字内容</a:t>
            </a:r>
            <a:endParaRPr lang="en-US" sz="2800" dirty="0">
              <a:solidFill>
                <a:schemeClr val="accent4"/>
              </a:solidFill>
              <a:latin typeface="Montserrat" panose="00000500000000000000" pitchFamily="50" charset="0"/>
              <a:cs typeface="Arial" panose="020B0604020202020204"/>
            </a:endParaRPr>
          </a:p>
        </p:txBody>
      </p:sp>
      <p:sp>
        <p:nvSpPr>
          <p:cNvPr id="254" name="Rectangle 253"/>
          <p:cNvSpPr/>
          <p:nvPr/>
        </p:nvSpPr>
        <p:spPr>
          <a:xfrm>
            <a:off x="8266889" y="3740839"/>
            <a:ext cx="3286247" cy="461665"/>
          </a:xfrm>
          <a:prstGeom prst="rect">
            <a:avLst/>
          </a:prstGeom>
        </p:spPr>
        <p:txBody>
          <a:bodyPr wrap="square">
            <a:spAutoFit/>
          </a:bodyPr>
          <a:lstStyle/>
          <a:p>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56" name="TextBox 255"/>
          <p:cNvSpPr txBox="1"/>
          <p:nvPr/>
        </p:nvSpPr>
        <p:spPr>
          <a:xfrm>
            <a:off x="8266889" y="5017211"/>
            <a:ext cx="2042949" cy="523220"/>
          </a:xfrm>
          <a:prstGeom prst="rect">
            <a:avLst/>
          </a:prstGeom>
          <a:noFill/>
        </p:spPr>
        <p:txBody>
          <a:bodyPr wrap="square" rtlCol="0">
            <a:spAutoFit/>
          </a:bodyPr>
          <a:lstStyle/>
          <a:p>
            <a:r>
              <a:rPr lang="zh-CN" altLang="en-US" sz="2800" dirty="0" smtClean="0">
                <a:solidFill>
                  <a:schemeClr val="accent5"/>
                </a:solidFill>
                <a:latin typeface="Montserrat" panose="00000500000000000000" pitchFamily="50" charset="0"/>
                <a:cs typeface="Arial" panose="020B0604020202020204"/>
              </a:rPr>
              <a:t>文字内容</a:t>
            </a:r>
            <a:endParaRPr lang="en-US" sz="2800" dirty="0">
              <a:solidFill>
                <a:schemeClr val="accent5"/>
              </a:solidFill>
              <a:latin typeface="Montserrat" panose="00000500000000000000" pitchFamily="50" charset="0"/>
              <a:cs typeface="Arial" panose="020B0604020202020204"/>
            </a:endParaRPr>
          </a:p>
        </p:txBody>
      </p:sp>
      <p:sp>
        <p:nvSpPr>
          <p:cNvPr id="257" name="Rectangle 256"/>
          <p:cNvSpPr/>
          <p:nvPr/>
        </p:nvSpPr>
        <p:spPr>
          <a:xfrm>
            <a:off x="8266890" y="5366439"/>
            <a:ext cx="3255642" cy="461665"/>
          </a:xfrm>
          <a:prstGeom prst="rect">
            <a:avLst/>
          </a:prstGeom>
        </p:spPr>
        <p:txBody>
          <a:bodyPr wrap="square">
            <a:spAutoFit/>
          </a:bodyPr>
          <a:lstStyle/>
          <a:p>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68" name="TextBox 267"/>
          <p:cNvSpPr txBox="1"/>
          <p:nvPr/>
        </p:nvSpPr>
        <p:spPr>
          <a:xfrm>
            <a:off x="1874413" y="1829511"/>
            <a:ext cx="2042949" cy="523220"/>
          </a:xfrm>
          <a:prstGeom prst="rect">
            <a:avLst/>
          </a:prstGeom>
          <a:noFill/>
        </p:spPr>
        <p:txBody>
          <a:bodyPr wrap="square" rtlCol="0">
            <a:spAutoFit/>
          </a:bodyPr>
          <a:lstStyle/>
          <a:p>
            <a:pPr algn="r"/>
            <a:r>
              <a:rPr lang="zh-CN" altLang="en-US" sz="2800" dirty="0" smtClean="0">
                <a:solidFill>
                  <a:schemeClr val="accent2"/>
                </a:solidFill>
                <a:latin typeface="Montserrat" panose="00000500000000000000" pitchFamily="50" charset="0"/>
                <a:cs typeface="Arial" panose="020B0604020202020204"/>
              </a:rPr>
              <a:t>文字内容</a:t>
            </a:r>
            <a:endParaRPr lang="en-US" sz="2800" dirty="0">
              <a:solidFill>
                <a:schemeClr val="accent2"/>
              </a:solidFill>
              <a:latin typeface="Montserrat" panose="00000500000000000000" pitchFamily="50" charset="0"/>
              <a:cs typeface="Arial" panose="020B0604020202020204"/>
            </a:endParaRPr>
          </a:p>
        </p:txBody>
      </p:sp>
      <p:sp>
        <p:nvSpPr>
          <p:cNvPr id="269" name="Rectangle 268"/>
          <p:cNvSpPr/>
          <p:nvPr/>
        </p:nvSpPr>
        <p:spPr>
          <a:xfrm>
            <a:off x="661721" y="2178739"/>
            <a:ext cx="3255641" cy="461665"/>
          </a:xfrm>
          <a:prstGeom prst="rect">
            <a:avLst/>
          </a:prstGeom>
        </p:spPr>
        <p:txBody>
          <a:bodyPr wrap="square">
            <a:spAutoFit/>
          </a:bodyPr>
          <a:lstStyle/>
          <a:p>
            <a:pPr algn="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71" name="TextBox 270"/>
          <p:cNvSpPr txBox="1"/>
          <p:nvPr/>
        </p:nvSpPr>
        <p:spPr>
          <a:xfrm>
            <a:off x="1874413" y="3391611"/>
            <a:ext cx="2042949" cy="523220"/>
          </a:xfrm>
          <a:prstGeom prst="rect">
            <a:avLst/>
          </a:prstGeom>
          <a:noFill/>
        </p:spPr>
        <p:txBody>
          <a:bodyPr wrap="square" rtlCol="0">
            <a:spAutoFit/>
          </a:bodyPr>
          <a:lstStyle/>
          <a:p>
            <a:pPr algn="r"/>
            <a:r>
              <a:rPr lang="zh-CN" altLang="en-US" sz="2800" dirty="0" smtClean="0">
                <a:solidFill>
                  <a:schemeClr val="accent1"/>
                </a:solidFill>
                <a:latin typeface="Montserrat" panose="00000500000000000000" pitchFamily="50" charset="0"/>
                <a:cs typeface="Arial" panose="020B0604020202020204"/>
              </a:rPr>
              <a:t>文字内容</a:t>
            </a:r>
            <a:endParaRPr lang="en-US" sz="2800" dirty="0">
              <a:solidFill>
                <a:schemeClr val="accent1"/>
              </a:solidFill>
              <a:latin typeface="Montserrat" panose="00000500000000000000" pitchFamily="50" charset="0"/>
              <a:cs typeface="Arial" panose="020B0604020202020204"/>
            </a:endParaRPr>
          </a:p>
        </p:txBody>
      </p:sp>
      <p:sp>
        <p:nvSpPr>
          <p:cNvPr id="272" name="Rectangle 271"/>
          <p:cNvSpPr/>
          <p:nvPr/>
        </p:nvSpPr>
        <p:spPr>
          <a:xfrm>
            <a:off x="631115" y="3740839"/>
            <a:ext cx="3286247" cy="461665"/>
          </a:xfrm>
          <a:prstGeom prst="rect">
            <a:avLst/>
          </a:prstGeom>
        </p:spPr>
        <p:txBody>
          <a:bodyPr wrap="square">
            <a:spAutoFit/>
          </a:bodyPr>
          <a:lstStyle/>
          <a:p>
            <a:pPr algn="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74" name="TextBox 273"/>
          <p:cNvSpPr txBox="1"/>
          <p:nvPr/>
        </p:nvSpPr>
        <p:spPr>
          <a:xfrm>
            <a:off x="1891283" y="5017211"/>
            <a:ext cx="2026079" cy="523220"/>
          </a:xfrm>
          <a:prstGeom prst="rect">
            <a:avLst/>
          </a:prstGeom>
          <a:noFill/>
        </p:spPr>
        <p:txBody>
          <a:bodyPr wrap="square" rtlCol="0">
            <a:spAutoFit/>
          </a:bodyPr>
          <a:lstStyle/>
          <a:p>
            <a:pPr algn="r"/>
            <a:r>
              <a:rPr lang="zh-CN" altLang="en-US" sz="2800" dirty="0" smtClean="0">
                <a:solidFill>
                  <a:schemeClr val="accent6"/>
                </a:solidFill>
                <a:latin typeface="Montserrat" panose="00000500000000000000" pitchFamily="50" charset="0"/>
                <a:cs typeface="Arial" panose="020B0604020202020204"/>
              </a:rPr>
              <a:t>文字内容</a:t>
            </a:r>
            <a:endParaRPr lang="en-US" sz="2800" dirty="0">
              <a:solidFill>
                <a:schemeClr val="accent6"/>
              </a:solidFill>
              <a:latin typeface="Montserrat" panose="00000500000000000000" pitchFamily="50" charset="0"/>
              <a:cs typeface="Arial" panose="020B0604020202020204"/>
            </a:endParaRPr>
          </a:p>
        </p:txBody>
      </p:sp>
      <p:sp>
        <p:nvSpPr>
          <p:cNvPr id="275" name="Rectangle 274"/>
          <p:cNvSpPr/>
          <p:nvPr/>
        </p:nvSpPr>
        <p:spPr>
          <a:xfrm>
            <a:off x="688604" y="5366439"/>
            <a:ext cx="3228758" cy="461665"/>
          </a:xfrm>
          <a:prstGeom prst="rect">
            <a:avLst/>
          </a:prstGeom>
        </p:spPr>
        <p:txBody>
          <a:bodyPr wrap="square">
            <a:spAutoFit/>
          </a:bodyPr>
          <a:lstStyle/>
          <a:p>
            <a:pPr algn="r"/>
            <a:r>
              <a:rPr lang="zh-CN" altLang="en-US" sz="1200" dirty="0">
                <a:solidFill>
                  <a:srgbClr val="FFFFFF"/>
                </a:solidFill>
              </a:rPr>
              <a:t>文字内容文字文字内容文字内容文字内容文字内容文字内</a:t>
            </a:r>
            <a:endParaRPr lang="en-US" altLang="zh-CN" sz="1200" dirty="0">
              <a:solidFill>
                <a:srgbClr val="FFFFFF"/>
              </a:solidFill>
            </a:endParaRPr>
          </a:p>
        </p:txBody>
      </p:sp>
      <p:sp>
        <p:nvSpPr>
          <p:cNvPr id="252"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255"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4"/>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9"/>
                                        </p:tgtEl>
                                        <p:attrNameLst>
                                          <p:attrName>style.visibility</p:attrName>
                                        </p:attrNameLst>
                                      </p:cBhvr>
                                      <p:to>
                                        <p:strVal val="visible"/>
                                      </p:to>
                                    </p:set>
                                    <p:anim calcmode="lin" valueType="num">
                                      <p:cBhvr>
                                        <p:cTn id="13" dur="500" fill="hold"/>
                                        <p:tgtEl>
                                          <p:spTgt spid="169"/>
                                        </p:tgtEl>
                                        <p:attrNameLst>
                                          <p:attrName>ppt_w</p:attrName>
                                        </p:attrNameLst>
                                      </p:cBhvr>
                                      <p:tavLst>
                                        <p:tav tm="0">
                                          <p:val>
                                            <p:fltVal val="0"/>
                                          </p:val>
                                        </p:tav>
                                        <p:tav tm="100000">
                                          <p:val>
                                            <p:strVal val="#ppt_w"/>
                                          </p:val>
                                        </p:tav>
                                      </p:tavLst>
                                    </p:anim>
                                    <p:anim calcmode="lin" valueType="num">
                                      <p:cBhvr>
                                        <p:cTn id="14" dur="500" fill="hold"/>
                                        <p:tgtEl>
                                          <p:spTgt spid="169"/>
                                        </p:tgtEl>
                                        <p:attrNameLst>
                                          <p:attrName>ppt_h</p:attrName>
                                        </p:attrNameLst>
                                      </p:cBhvr>
                                      <p:tavLst>
                                        <p:tav tm="0">
                                          <p:val>
                                            <p:fltVal val="0"/>
                                          </p:val>
                                        </p:tav>
                                        <p:tav tm="100000">
                                          <p:val>
                                            <p:strVal val="#ppt_h"/>
                                          </p:val>
                                        </p:tav>
                                      </p:tavLst>
                                    </p:anim>
                                    <p:animEffect transition="in" filter="fade">
                                      <p:cBhvr>
                                        <p:cTn id="15" dur="500"/>
                                        <p:tgtEl>
                                          <p:spTgt spid="169"/>
                                        </p:tgtEl>
                                      </p:cBhvr>
                                    </p:animEffect>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par>
                          <p:cTn id="36" fill="hold">
                            <p:stCondLst>
                              <p:cond delay="3500"/>
                            </p:stCondLst>
                            <p:childTnLst>
                              <p:par>
                                <p:cTn id="37" presetID="10"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4000"/>
                            </p:stCondLst>
                            <p:childTnLst>
                              <p:par>
                                <p:cTn id="41" presetID="10" presetClass="entr" presetSubtype="0" fill="hold" nodeType="after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500"/>
                                        <p:tgtEl>
                                          <p:spTgt spid="59"/>
                                        </p:tgtEl>
                                      </p:cBhvr>
                                    </p:animEffect>
                                  </p:childTnLst>
                                </p:cTn>
                              </p:par>
                            </p:childTnLst>
                          </p:cTn>
                        </p:par>
                        <p:par>
                          <p:cTn id="44" fill="hold">
                            <p:stCondLst>
                              <p:cond delay="4500"/>
                            </p:stCondLst>
                            <p:childTnLst>
                              <p:par>
                                <p:cTn id="45" presetID="10" presetClass="entr" presetSubtype="0" fill="hold" nodeType="after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500"/>
                                        <p:tgtEl>
                                          <p:spTgt spid="73"/>
                                        </p:tgtEl>
                                      </p:cBhvr>
                                    </p:animEffect>
                                  </p:childTnLst>
                                </p:cTn>
                              </p:par>
                            </p:childTnLst>
                          </p:cTn>
                        </p:par>
                        <p:par>
                          <p:cTn id="48" fill="hold">
                            <p:stCondLst>
                              <p:cond delay="5000"/>
                            </p:stCondLst>
                            <p:childTnLst>
                              <p:par>
                                <p:cTn id="49" presetID="10" presetClass="entr" presetSubtype="0" fill="hold" nodeType="afterEffect">
                                  <p:stCondLst>
                                    <p:cond delay="0"/>
                                  </p:stCondLst>
                                  <p:childTnLst>
                                    <p:set>
                                      <p:cBhvr>
                                        <p:cTn id="50" dur="1" fill="hold">
                                          <p:stCondLst>
                                            <p:cond delay="0"/>
                                          </p:stCondLst>
                                        </p:cTn>
                                        <p:tgtEl>
                                          <p:spTgt spid="230"/>
                                        </p:tgtEl>
                                        <p:attrNameLst>
                                          <p:attrName>style.visibility</p:attrName>
                                        </p:attrNameLst>
                                      </p:cBhvr>
                                      <p:to>
                                        <p:strVal val="visible"/>
                                      </p:to>
                                    </p:set>
                                    <p:animEffect transition="in" filter="fade">
                                      <p:cBhvr>
                                        <p:cTn id="51" dur="500"/>
                                        <p:tgtEl>
                                          <p:spTgt spid="230"/>
                                        </p:tgtEl>
                                      </p:cBhvr>
                                    </p:animEffect>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179"/>
                                        </p:tgtEl>
                                        <p:attrNameLst>
                                          <p:attrName>style.visibility</p:attrName>
                                        </p:attrNameLst>
                                      </p:cBhvr>
                                      <p:to>
                                        <p:strVal val="visible"/>
                                      </p:to>
                                    </p:set>
                                    <p:animEffect transition="in" filter="fade">
                                      <p:cBhvr>
                                        <p:cTn id="55" dur="500"/>
                                        <p:tgtEl>
                                          <p:spTgt spid="179"/>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93"/>
                                        </p:tgtEl>
                                        <p:attrNameLst>
                                          <p:attrName>style.visibility</p:attrName>
                                        </p:attrNameLst>
                                      </p:cBhvr>
                                      <p:to>
                                        <p:strVal val="visible"/>
                                      </p:to>
                                    </p:set>
                                    <p:animEffect transition="in" filter="fade">
                                      <p:cBhvr>
                                        <p:cTn id="59" dur="500"/>
                                        <p:tgtEl>
                                          <p:spTgt spid="93"/>
                                        </p:tgtEl>
                                      </p:cBhvr>
                                    </p:animEffect>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84"/>
                                        </p:tgtEl>
                                        <p:attrNameLst>
                                          <p:attrName>style.visibility</p:attrName>
                                        </p:attrNameLst>
                                      </p:cBhvr>
                                      <p:to>
                                        <p:strVal val="visible"/>
                                      </p:to>
                                    </p:set>
                                    <p:animEffect transition="in" filter="fade">
                                      <p:cBhvr>
                                        <p:cTn id="63" dur="500"/>
                                        <p:tgtEl>
                                          <p:spTgt spid="84"/>
                                        </p:tgtEl>
                                      </p:cBhvr>
                                    </p:animEffect>
                                  </p:childTnLst>
                                </p:cTn>
                              </p:par>
                            </p:childTnLst>
                          </p:cTn>
                        </p:par>
                        <p:par>
                          <p:cTn id="64" fill="hold">
                            <p:stCondLst>
                              <p:cond delay="7000"/>
                            </p:stCondLst>
                            <p:childTnLst>
                              <p:par>
                                <p:cTn id="65" presetID="22" presetClass="entr" presetSubtype="2" fill="hold"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right)">
                                      <p:cBhvr>
                                        <p:cTn id="67" dur="500"/>
                                        <p:tgtEl>
                                          <p:spTgt spid="25"/>
                                        </p:tgtEl>
                                      </p:cBhvr>
                                    </p:animEffect>
                                  </p:childTnLst>
                                </p:cTn>
                              </p:par>
                            </p:childTnLst>
                          </p:cTn>
                        </p:par>
                        <p:par>
                          <p:cTn id="68" fill="hold">
                            <p:stCondLst>
                              <p:cond delay="7500"/>
                            </p:stCondLst>
                            <p:childTnLst>
                              <p:par>
                                <p:cTn id="69" presetID="10" presetClass="entr" presetSubtype="0" fill="hold" grpId="0" nodeType="afterEffect">
                                  <p:stCondLst>
                                    <p:cond delay="0"/>
                                  </p:stCondLst>
                                  <p:childTnLst>
                                    <p:set>
                                      <p:cBhvr>
                                        <p:cTn id="70" dur="1" fill="hold">
                                          <p:stCondLst>
                                            <p:cond delay="0"/>
                                          </p:stCondLst>
                                        </p:cTn>
                                        <p:tgtEl>
                                          <p:spTgt spid="268"/>
                                        </p:tgtEl>
                                        <p:attrNameLst>
                                          <p:attrName>style.visibility</p:attrName>
                                        </p:attrNameLst>
                                      </p:cBhvr>
                                      <p:to>
                                        <p:strVal val="visible"/>
                                      </p:to>
                                    </p:set>
                                    <p:animEffect transition="in" filter="fade">
                                      <p:cBhvr>
                                        <p:cTn id="71" dur="500"/>
                                        <p:tgtEl>
                                          <p:spTgt spid="268"/>
                                        </p:tgtEl>
                                      </p:cBhvr>
                                    </p:animEffect>
                                  </p:childTnLst>
                                </p:cTn>
                              </p:par>
                            </p:childTnLst>
                          </p:cTn>
                        </p:par>
                        <p:par>
                          <p:cTn id="72" fill="hold">
                            <p:stCondLst>
                              <p:cond delay="8000"/>
                            </p:stCondLst>
                            <p:childTnLst>
                              <p:par>
                                <p:cTn id="73" presetID="10" presetClass="entr" presetSubtype="0" fill="hold" grpId="0" nodeType="afterEffect">
                                  <p:stCondLst>
                                    <p:cond delay="0"/>
                                  </p:stCondLst>
                                  <p:childTnLst>
                                    <p:set>
                                      <p:cBhvr>
                                        <p:cTn id="74" dur="1" fill="hold">
                                          <p:stCondLst>
                                            <p:cond delay="0"/>
                                          </p:stCondLst>
                                        </p:cTn>
                                        <p:tgtEl>
                                          <p:spTgt spid="269"/>
                                        </p:tgtEl>
                                        <p:attrNameLst>
                                          <p:attrName>style.visibility</p:attrName>
                                        </p:attrNameLst>
                                      </p:cBhvr>
                                      <p:to>
                                        <p:strVal val="visible"/>
                                      </p:to>
                                    </p:set>
                                    <p:animEffect transition="in" filter="fade">
                                      <p:cBhvr>
                                        <p:cTn id="75" dur="500"/>
                                        <p:tgtEl>
                                          <p:spTgt spid="269"/>
                                        </p:tgtEl>
                                      </p:cBhvr>
                                    </p:animEffect>
                                  </p:childTnLst>
                                </p:cTn>
                              </p:par>
                            </p:childTnLst>
                          </p:cTn>
                        </p:par>
                        <p:par>
                          <p:cTn id="76" fill="hold">
                            <p:stCondLst>
                              <p:cond delay="8500"/>
                            </p:stCondLst>
                            <p:childTnLst>
                              <p:par>
                                <p:cTn id="77" presetID="22" presetClass="entr" presetSubtype="2" fill="hold" nodeType="after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right)">
                                      <p:cBhvr>
                                        <p:cTn id="79" dur="500"/>
                                        <p:tgtEl>
                                          <p:spTgt spid="37"/>
                                        </p:tgtEl>
                                      </p:cBhvr>
                                    </p:animEffect>
                                  </p:childTnLst>
                                </p:cTn>
                              </p:par>
                            </p:childTnLst>
                          </p:cTn>
                        </p:par>
                        <p:par>
                          <p:cTn id="80" fill="hold">
                            <p:stCondLst>
                              <p:cond delay="9000"/>
                            </p:stCondLst>
                            <p:childTnLst>
                              <p:par>
                                <p:cTn id="81" presetID="10" presetClass="entr" presetSubtype="0" fill="hold" grpId="0" nodeType="afterEffect">
                                  <p:stCondLst>
                                    <p:cond delay="0"/>
                                  </p:stCondLst>
                                  <p:childTnLst>
                                    <p:set>
                                      <p:cBhvr>
                                        <p:cTn id="82" dur="1" fill="hold">
                                          <p:stCondLst>
                                            <p:cond delay="0"/>
                                          </p:stCondLst>
                                        </p:cTn>
                                        <p:tgtEl>
                                          <p:spTgt spid="271"/>
                                        </p:tgtEl>
                                        <p:attrNameLst>
                                          <p:attrName>style.visibility</p:attrName>
                                        </p:attrNameLst>
                                      </p:cBhvr>
                                      <p:to>
                                        <p:strVal val="visible"/>
                                      </p:to>
                                    </p:set>
                                    <p:animEffect transition="in" filter="fade">
                                      <p:cBhvr>
                                        <p:cTn id="83" dur="500"/>
                                        <p:tgtEl>
                                          <p:spTgt spid="271"/>
                                        </p:tgtEl>
                                      </p:cBhvr>
                                    </p:animEffect>
                                  </p:childTnLst>
                                </p:cTn>
                              </p:par>
                            </p:childTnLst>
                          </p:cTn>
                        </p:par>
                        <p:par>
                          <p:cTn id="84" fill="hold">
                            <p:stCondLst>
                              <p:cond delay="9500"/>
                            </p:stCondLst>
                            <p:childTnLst>
                              <p:par>
                                <p:cTn id="85" presetID="10" presetClass="entr" presetSubtype="0" fill="hold" grpId="0" nodeType="afterEffect">
                                  <p:stCondLst>
                                    <p:cond delay="0"/>
                                  </p:stCondLst>
                                  <p:childTnLst>
                                    <p:set>
                                      <p:cBhvr>
                                        <p:cTn id="86" dur="1" fill="hold">
                                          <p:stCondLst>
                                            <p:cond delay="0"/>
                                          </p:stCondLst>
                                        </p:cTn>
                                        <p:tgtEl>
                                          <p:spTgt spid="272"/>
                                        </p:tgtEl>
                                        <p:attrNameLst>
                                          <p:attrName>style.visibility</p:attrName>
                                        </p:attrNameLst>
                                      </p:cBhvr>
                                      <p:to>
                                        <p:strVal val="visible"/>
                                      </p:to>
                                    </p:set>
                                    <p:animEffect transition="in" filter="fade">
                                      <p:cBhvr>
                                        <p:cTn id="87" dur="500"/>
                                        <p:tgtEl>
                                          <p:spTgt spid="272"/>
                                        </p:tgtEl>
                                      </p:cBhvr>
                                    </p:animEffect>
                                  </p:childTnLst>
                                </p:cTn>
                              </p:par>
                            </p:childTnLst>
                          </p:cTn>
                        </p:par>
                        <p:par>
                          <p:cTn id="88" fill="hold">
                            <p:stCondLst>
                              <p:cond delay="10000"/>
                            </p:stCondLst>
                            <p:childTnLst>
                              <p:par>
                                <p:cTn id="89" presetID="22" presetClass="entr" presetSubtype="2" fill="hold" nodeType="after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wipe(right)">
                                      <p:cBhvr>
                                        <p:cTn id="91" dur="500"/>
                                        <p:tgtEl>
                                          <p:spTgt spid="31"/>
                                        </p:tgtEl>
                                      </p:cBhvr>
                                    </p:animEffect>
                                  </p:childTnLst>
                                </p:cTn>
                              </p:par>
                            </p:childTnLst>
                          </p:cTn>
                        </p:par>
                        <p:par>
                          <p:cTn id="92" fill="hold">
                            <p:stCondLst>
                              <p:cond delay="10500"/>
                            </p:stCondLst>
                            <p:childTnLst>
                              <p:par>
                                <p:cTn id="93" presetID="10" presetClass="entr" presetSubtype="0" fill="hold" grpId="0" nodeType="afterEffect">
                                  <p:stCondLst>
                                    <p:cond delay="0"/>
                                  </p:stCondLst>
                                  <p:childTnLst>
                                    <p:set>
                                      <p:cBhvr>
                                        <p:cTn id="94" dur="1" fill="hold">
                                          <p:stCondLst>
                                            <p:cond delay="0"/>
                                          </p:stCondLst>
                                        </p:cTn>
                                        <p:tgtEl>
                                          <p:spTgt spid="274"/>
                                        </p:tgtEl>
                                        <p:attrNameLst>
                                          <p:attrName>style.visibility</p:attrName>
                                        </p:attrNameLst>
                                      </p:cBhvr>
                                      <p:to>
                                        <p:strVal val="visible"/>
                                      </p:to>
                                    </p:set>
                                    <p:animEffect transition="in" filter="fade">
                                      <p:cBhvr>
                                        <p:cTn id="95" dur="500"/>
                                        <p:tgtEl>
                                          <p:spTgt spid="274"/>
                                        </p:tgtEl>
                                      </p:cBhvr>
                                    </p:animEffect>
                                  </p:childTnLst>
                                </p:cTn>
                              </p:par>
                            </p:childTnLst>
                          </p:cTn>
                        </p:par>
                        <p:par>
                          <p:cTn id="96" fill="hold">
                            <p:stCondLst>
                              <p:cond delay="11000"/>
                            </p:stCondLst>
                            <p:childTnLst>
                              <p:par>
                                <p:cTn id="97" presetID="10" presetClass="entr" presetSubtype="0" fill="hold" grpId="0" nodeType="afterEffect">
                                  <p:stCondLst>
                                    <p:cond delay="0"/>
                                  </p:stCondLst>
                                  <p:childTnLst>
                                    <p:set>
                                      <p:cBhvr>
                                        <p:cTn id="98" dur="1" fill="hold">
                                          <p:stCondLst>
                                            <p:cond delay="0"/>
                                          </p:stCondLst>
                                        </p:cTn>
                                        <p:tgtEl>
                                          <p:spTgt spid="275"/>
                                        </p:tgtEl>
                                        <p:attrNameLst>
                                          <p:attrName>style.visibility</p:attrName>
                                        </p:attrNameLst>
                                      </p:cBhvr>
                                      <p:to>
                                        <p:strVal val="visible"/>
                                      </p:to>
                                    </p:set>
                                    <p:animEffect transition="in" filter="fade">
                                      <p:cBhvr>
                                        <p:cTn id="99" dur="500"/>
                                        <p:tgtEl>
                                          <p:spTgt spid="275"/>
                                        </p:tgtEl>
                                      </p:cBhvr>
                                    </p:animEffect>
                                  </p:childTnLst>
                                </p:cTn>
                              </p:par>
                            </p:childTnLst>
                          </p:cTn>
                        </p:par>
                        <p:par>
                          <p:cTn id="100" fill="hold">
                            <p:stCondLst>
                              <p:cond delay="11500"/>
                            </p:stCondLst>
                            <p:childTnLst>
                              <p:par>
                                <p:cTn id="101" presetID="22" presetClass="entr" presetSubtype="8" fill="hold" nodeType="after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wipe(left)">
                                      <p:cBhvr>
                                        <p:cTn id="103" dur="500"/>
                                        <p:tgtEl>
                                          <p:spTgt spid="28"/>
                                        </p:tgtEl>
                                      </p:cBhvr>
                                    </p:animEffect>
                                  </p:childTnLst>
                                </p:cTn>
                              </p:par>
                            </p:childTnLst>
                          </p:cTn>
                        </p:par>
                        <p:par>
                          <p:cTn id="104" fill="hold">
                            <p:stCondLst>
                              <p:cond delay="12000"/>
                            </p:stCondLst>
                            <p:childTnLst>
                              <p:par>
                                <p:cTn id="105" presetID="10" presetClass="entr" presetSubtype="0" fill="hold" grpId="0" nodeType="afterEffect">
                                  <p:stCondLst>
                                    <p:cond delay="0"/>
                                  </p:stCondLst>
                                  <p:childTnLst>
                                    <p:set>
                                      <p:cBhvr>
                                        <p:cTn id="106" dur="1" fill="hold">
                                          <p:stCondLst>
                                            <p:cond delay="0"/>
                                          </p:stCondLst>
                                        </p:cTn>
                                        <p:tgtEl>
                                          <p:spTgt spid="250"/>
                                        </p:tgtEl>
                                        <p:attrNameLst>
                                          <p:attrName>style.visibility</p:attrName>
                                        </p:attrNameLst>
                                      </p:cBhvr>
                                      <p:to>
                                        <p:strVal val="visible"/>
                                      </p:to>
                                    </p:set>
                                    <p:animEffect transition="in" filter="fade">
                                      <p:cBhvr>
                                        <p:cTn id="107" dur="500"/>
                                        <p:tgtEl>
                                          <p:spTgt spid="250"/>
                                        </p:tgtEl>
                                      </p:cBhvr>
                                    </p:animEffect>
                                  </p:childTnLst>
                                </p:cTn>
                              </p:par>
                            </p:childTnLst>
                          </p:cTn>
                        </p:par>
                        <p:par>
                          <p:cTn id="108" fill="hold">
                            <p:stCondLst>
                              <p:cond delay="12500"/>
                            </p:stCondLst>
                            <p:childTnLst>
                              <p:par>
                                <p:cTn id="109" presetID="10" presetClass="entr" presetSubtype="0" fill="hold" grpId="0" nodeType="afterEffect">
                                  <p:stCondLst>
                                    <p:cond delay="0"/>
                                  </p:stCondLst>
                                  <p:childTnLst>
                                    <p:set>
                                      <p:cBhvr>
                                        <p:cTn id="110" dur="1" fill="hold">
                                          <p:stCondLst>
                                            <p:cond delay="0"/>
                                          </p:stCondLst>
                                        </p:cTn>
                                        <p:tgtEl>
                                          <p:spTgt spid="251"/>
                                        </p:tgtEl>
                                        <p:attrNameLst>
                                          <p:attrName>style.visibility</p:attrName>
                                        </p:attrNameLst>
                                      </p:cBhvr>
                                      <p:to>
                                        <p:strVal val="visible"/>
                                      </p:to>
                                    </p:set>
                                    <p:animEffect transition="in" filter="fade">
                                      <p:cBhvr>
                                        <p:cTn id="111" dur="500"/>
                                        <p:tgtEl>
                                          <p:spTgt spid="251"/>
                                        </p:tgtEl>
                                      </p:cBhvr>
                                    </p:animEffect>
                                  </p:childTnLst>
                                </p:cTn>
                              </p:par>
                            </p:childTnLst>
                          </p:cTn>
                        </p:par>
                        <p:par>
                          <p:cTn id="112" fill="hold">
                            <p:stCondLst>
                              <p:cond delay="13000"/>
                            </p:stCondLst>
                            <p:childTnLst>
                              <p:par>
                                <p:cTn id="113" presetID="22" presetClass="entr" presetSubtype="8" fill="hold" nodeType="after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childTnLst>
                          </p:cTn>
                        </p:par>
                        <p:par>
                          <p:cTn id="116" fill="hold">
                            <p:stCondLst>
                              <p:cond delay="13500"/>
                            </p:stCondLst>
                            <p:childTnLst>
                              <p:par>
                                <p:cTn id="117" presetID="10" presetClass="entr" presetSubtype="0" fill="hold" grpId="0" nodeType="afterEffect">
                                  <p:stCondLst>
                                    <p:cond delay="0"/>
                                  </p:stCondLst>
                                  <p:childTnLst>
                                    <p:set>
                                      <p:cBhvr>
                                        <p:cTn id="118" dur="1" fill="hold">
                                          <p:stCondLst>
                                            <p:cond delay="0"/>
                                          </p:stCondLst>
                                        </p:cTn>
                                        <p:tgtEl>
                                          <p:spTgt spid="253"/>
                                        </p:tgtEl>
                                        <p:attrNameLst>
                                          <p:attrName>style.visibility</p:attrName>
                                        </p:attrNameLst>
                                      </p:cBhvr>
                                      <p:to>
                                        <p:strVal val="visible"/>
                                      </p:to>
                                    </p:set>
                                    <p:animEffect transition="in" filter="fade">
                                      <p:cBhvr>
                                        <p:cTn id="119" dur="500"/>
                                        <p:tgtEl>
                                          <p:spTgt spid="253"/>
                                        </p:tgtEl>
                                      </p:cBhvr>
                                    </p:animEffect>
                                  </p:childTnLst>
                                </p:cTn>
                              </p:par>
                            </p:childTnLst>
                          </p:cTn>
                        </p:par>
                        <p:par>
                          <p:cTn id="120" fill="hold">
                            <p:stCondLst>
                              <p:cond delay="14000"/>
                            </p:stCondLst>
                            <p:childTnLst>
                              <p:par>
                                <p:cTn id="121" presetID="10" presetClass="entr" presetSubtype="0" fill="hold" grpId="0" nodeType="afterEffect">
                                  <p:stCondLst>
                                    <p:cond delay="0"/>
                                  </p:stCondLst>
                                  <p:childTnLst>
                                    <p:set>
                                      <p:cBhvr>
                                        <p:cTn id="122" dur="1" fill="hold">
                                          <p:stCondLst>
                                            <p:cond delay="0"/>
                                          </p:stCondLst>
                                        </p:cTn>
                                        <p:tgtEl>
                                          <p:spTgt spid="254"/>
                                        </p:tgtEl>
                                        <p:attrNameLst>
                                          <p:attrName>style.visibility</p:attrName>
                                        </p:attrNameLst>
                                      </p:cBhvr>
                                      <p:to>
                                        <p:strVal val="visible"/>
                                      </p:to>
                                    </p:set>
                                    <p:animEffect transition="in" filter="fade">
                                      <p:cBhvr>
                                        <p:cTn id="123" dur="500"/>
                                        <p:tgtEl>
                                          <p:spTgt spid="254"/>
                                        </p:tgtEl>
                                      </p:cBhvr>
                                    </p:animEffect>
                                  </p:childTnLst>
                                </p:cTn>
                              </p:par>
                            </p:childTnLst>
                          </p:cTn>
                        </p:par>
                        <p:par>
                          <p:cTn id="124" fill="hold">
                            <p:stCondLst>
                              <p:cond delay="14500"/>
                            </p:stCondLst>
                            <p:childTnLst>
                              <p:par>
                                <p:cTn id="125" presetID="22" presetClass="entr" presetSubtype="8" fill="hold" nodeType="after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wipe(left)">
                                      <p:cBhvr>
                                        <p:cTn id="127" dur="500"/>
                                        <p:tgtEl>
                                          <p:spTgt spid="34"/>
                                        </p:tgtEl>
                                      </p:cBhvr>
                                    </p:animEffect>
                                  </p:childTnLst>
                                </p:cTn>
                              </p:par>
                            </p:childTnLst>
                          </p:cTn>
                        </p:par>
                        <p:par>
                          <p:cTn id="128" fill="hold">
                            <p:stCondLst>
                              <p:cond delay="15000"/>
                            </p:stCondLst>
                            <p:childTnLst>
                              <p:par>
                                <p:cTn id="129" presetID="10" presetClass="entr" presetSubtype="0" fill="hold" grpId="0" nodeType="afterEffect">
                                  <p:stCondLst>
                                    <p:cond delay="0"/>
                                  </p:stCondLst>
                                  <p:childTnLst>
                                    <p:set>
                                      <p:cBhvr>
                                        <p:cTn id="130" dur="1" fill="hold">
                                          <p:stCondLst>
                                            <p:cond delay="0"/>
                                          </p:stCondLst>
                                        </p:cTn>
                                        <p:tgtEl>
                                          <p:spTgt spid="256"/>
                                        </p:tgtEl>
                                        <p:attrNameLst>
                                          <p:attrName>style.visibility</p:attrName>
                                        </p:attrNameLst>
                                      </p:cBhvr>
                                      <p:to>
                                        <p:strVal val="visible"/>
                                      </p:to>
                                    </p:set>
                                    <p:animEffect transition="in" filter="fade">
                                      <p:cBhvr>
                                        <p:cTn id="131" dur="500"/>
                                        <p:tgtEl>
                                          <p:spTgt spid="256"/>
                                        </p:tgtEl>
                                      </p:cBhvr>
                                    </p:animEffect>
                                  </p:childTnLst>
                                </p:cTn>
                              </p:par>
                            </p:childTnLst>
                          </p:cTn>
                        </p:par>
                        <p:par>
                          <p:cTn id="132" fill="hold">
                            <p:stCondLst>
                              <p:cond delay="15500"/>
                            </p:stCondLst>
                            <p:childTnLst>
                              <p:par>
                                <p:cTn id="133" presetID="10" presetClass="entr" presetSubtype="0" fill="hold" grpId="0" nodeType="afterEffect">
                                  <p:stCondLst>
                                    <p:cond delay="0"/>
                                  </p:stCondLst>
                                  <p:childTnLst>
                                    <p:set>
                                      <p:cBhvr>
                                        <p:cTn id="134" dur="1" fill="hold">
                                          <p:stCondLst>
                                            <p:cond delay="0"/>
                                          </p:stCondLst>
                                        </p:cTn>
                                        <p:tgtEl>
                                          <p:spTgt spid="257"/>
                                        </p:tgtEl>
                                        <p:attrNameLst>
                                          <p:attrName>style.visibility</p:attrName>
                                        </p:attrNameLst>
                                      </p:cBhvr>
                                      <p:to>
                                        <p:strVal val="visible"/>
                                      </p:to>
                                    </p:set>
                                    <p:animEffect transition="in" filter="fade">
                                      <p:cBhvr>
                                        <p:cTn id="135"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4" grpId="0" animBg="1"/>
      <p:bldP spid="17" grpId="0" animBg="1"/>
      <p:bldP spid="20" grpId="0" animBg="1"/>
      <p:bldP spid="250" grpId="0"/>
      <p:bldP spid="251" grpId="0"/>
      <p:bldP spid="253" grpId="0"/>
      <p:bldP spid="254" grpId="0"/>
      <p:bldP spid="256" grpId="0"/>
      <p:bldP spid="257" grpId="0"/>
      <p:bldP spid="268" grpId="0"/>
      <p:bldP spid="269" grpId="0"/>
      <p:bldP spid="271" grpId="0"/>
      <p:bldP spid="272" grpId="0"/>
      <p:bldP spid="274" grpId="0"/>
      <p:bldP spid="27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rot="900000">
            <a:off x="3749118" y="2159597"/>
            <a:ext cx="4080700" cy="3870108"/>
            <a:chOff x="3015934" y="2057401"/>
            <a:chExt cx="4080700" cy="3870108"/>
          </a:xfrm>
        </p:grpSpPr>
        <p:sp>
          <p:nvSpPr>
            <p:cNvPr id="4" name="5 Elipse"/>
            <p:cNvSpPr>
              <a:spLocks noChangeAspect="1"/>
            </p:cNvSpPr>
            <p:nvPr/>
          </p:nvSpPr>
          <p:spPr>
            <a:xfrm>
              <a:off x="3358792" y="2227106"/>
              <a:ext cx="3349938" cy="3349938"/>
            </a:xfrm>
            <a:prstGeom prst="ellipse">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grpSp>
          <p:nvGrpSpPr>
            <p:cNvPr id="5" name="6 Grupo"/>
            <p:cNvGrpSpPr>
              <a:grpSpLocks noChangeAspect="1"/>
            </p:cNvGrpSpPr>
            <p:nvPr/>
          </p:nvGrpSpPr>
          <p:grpSpPr>
            <a:xfrm>
              <a:off x="3015934" y="2057401"/>
              <a:ext cx="1641816" cy="1544999"/>
              <a:chOff x="13197955" y="3702053"/>
              <a:chExt cx="3682543" cy="3465385"/>
            </a:xfrm>
          </p:grpSpPr>
          <p:sp>
            <p:nvSpPr>
              <p:cNvPr id="6" name="37 Elipse"/>
              <p:cNvSpPr>
                <a:spLocks noChangeAspect="1"/>
              </p:cNvSpPr>
              <p:nvPr/>
            </p:nvSpPr>
            <p:spPr>
              <a:xfrm>
                <a:off x="13757671" y="4044611"/>
                <a:ext cx="2780268" cy="27802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baseline="30000" dirty="0">
                  <a:solidFill>
                    <a:schemeClr val="accent1">
                      <a:lumMod val="50000"/>
                    </a:schemeClr>
                  </a:solidFill>
                  <a:latin typeface="Arial" panose="020B0604020202020204"/>
                  <a:cs typeface="Arial" panose="020B0604020202020204"/>
                </a:endParaRPr>
              </a:p>
            </p:txBody>
          </p:sp>
          <p:sp>
            <p:nvSpPr>
              <p:cNvPr id="7" name="38 Elipse"/>
              <p:cNvSpPr>
                <a:spLocks noChangeAspect="1"/>
              </p:cNvSpPr>
              <p:nvPr/>
            </p:nvSpPr>
            <p:spPr>
              <a:xfrm>
                <a:off x="13415113" y="3702053"/>
                <a:ext cx="3465385" cy="3465385"/>
              </a:xfrm>
              <a:prstGeom prst="ellipse">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sp>
            <p:nvSpPr>
              <p:cNvPr id="8" name="39 Elipse"/>
              <p:cNvSpPr>
                <a:spLocks noChangeAspect="1"/>
              </p:cNvSpPr>
              <p:nvPr/>
            </p:nvSpPr>
            <p:spPr>
              <a:xfrm>
                <a:off x="13197955" y="4918372"/>
                <a:ext cx="495055" cy="495055"/>
              </a:xfrm>
              <a:prstGeom prst="ellipse">
                <a:avLst/>
              </a:prstGeom>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grpSp>
        <p:grpSp>
          <p:nvGrpSpPr>
            <p:cNvPr id="9" name="40 Grupo"/>
            <p:cNvGrpSpPr>
              <a:grpSpLocks noChangeAspect="1"/>
            </p:cNvGrpSpPr>
            <p:nvPr/>
          </p:nvGrpSpPr>
          <p:grpSpPr>
            <a:xfrm flipH="1">
              <a:off x="6108911" y="2760889"/>
              <a:ext cx="987723" cy="950961"/>
              <a:chOff x="13281148" y="3702053"/>
              <a:chExt cx="3599350" cy="3465385"/>
            </a:xfrm>
          </p:grpSpPr>
          <p:sp>
            <p:nvSpPr>
              <p:cNvPr id="10" name="41 Elipse"/>
              <p:cNvSpPr>
                <a:spLocks noChangeAspect="1"/>
              </p:cNvSpPr>
              <p:nvPr/>
            </p:nvSpPr>
            <p:spPr>
              <a:xfrm>
                <a:off x="13884717" y="4171659"/>
                <a:ext cx="2526175" cy="25261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baseline="30000" dirty="0">
                  <a:solidFill>
                    <a:schemeClr val="accent2">
                      <a:lumMod val="50000"/>
                    </a:schemeClr>
                  </a:solidFill>
                  <a:latin typeface="Arial" panose="020B0604020202020204"/>
                  <a:cs typeface="Arial" panose="020B0604020202020204"/>
                </a:endParaRPr>
              </a:p>
            </p:txBody>
          </p:sp>
          <p:sp>
            <p:nvSpPr>
              <p:cNvPr id="11" name="42 Elipse"/>
              <p:cNvSpPr>
                <a:spLocks noChangeAspect="1"/>
              </p:cNvSpPr>
              <p:nvPr/>
            </p:nvSpPr>
            <p:spPr>
              <a:xfrm>
                <a:off x="13415112" y="3702053"/>
                <a:ext cx="3465386" cy="3465385"/>
              </a:xfrm>
              <a:prstGeom prst="ellipse">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sp>
            <p:nvSpPr>
              <p:cNvPr id="12" name="43 Elipse"/>
              <p:cNvSpPr>
                <a:spLocks noChangeAspect="1"/>
              </p:cNvSpPr>
              <p:nvPr/>
            </p:nvSpPr>
            <p:spPr>
              <a:xfrm>
                <a:off x="13281148" y="3985991"/>
                <a:ext cx="803457" cy="803457"/>
              </a:xfrm>
              <a:prstGeom prst="ellipse">
                <a:avLst/>
              </a:prstGeom>
              <a:solidFill>
                <a:schemeClr val="accent2"/>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grpSp>
        <p:grpSp>
          <p:nvGrpSpPr>
            <p:cNvPr id="13" name="44 Grupo"/>
            <p:cNvGrpSpPr>
              <a:grpSpLocks noChangeAspect="1"/>
            </p:cNvGrpSpPr>
            <p:nvPr/>
          </p:nvGrpSpPr>
          <p:grpSpPr>
            <a:xfrm>
              <a:off x="3923577" y="4619185"/>
              <a:ext cx="1308324" cy="1308324"/>
              <a:chOff x="13415113" y="3702053"/>
              <a:chExt cx="3465385" cy="3465385"/>
            </a:xfrm>
          </p:grpSpPr>
          <p:sp>
            <p:nvSpPr>
              <p:cNvPr id="14" name="45 Elipse"/>
              <p:cNvSpPr>
                <a:spLocks noChangeAspect="1"/>
              </p:cNvSpPr>
              <p:nvPr/>
            </p:nvSpPr>
            <p:spPr>
              <a:xfrm>
                <a:off x="13750898" y="4037838"/>
                <a:ext cx="2793815" cy="279381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baseline="30000" dirty="0">
                  <a:solidFill>
                    <a:schemeClr val="accent3">
                      <a:lumMod val="50000"/>
                    </a:schemeClr>
                  </a:solidFill>
                  <a:latin typeface="Arial" panose="020B0604020202020204"/>
                  <a:cs typeface="Arial" panose="020B0604020202020204"/>
                </a:endParaRPr>
              </a:p>
            </p:txBody>
          </p:sp>
          <p:sp>
            <p:nvSpPr>
              <p:cNvPr id="15" name="46 Elipse"/>
              <p:cNvSpPr>
                <a:spLocks noChangeAspect="1"/>
              </p:cNvSpPr>
              <p:nvPr/>
            </p:nvSpPr>
            <p:spPr>
              <a:xfrm>
                <a:off x="13415113" y="3702053"/>
                <a:ext cx="3465385" cy="3465385"/>
              </a:xfrm>
              <a:prstGeom prst="ellipse">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sp>
            <p:nvSpPr>
              <p:cNvPr id="16" name="47 Elipse"/>
              <p:cNvSpPr>
                <a:spLocks noChangeAspect="1"/>
              </p:cNvSpPr>
              <p:nvPr/>
            </p:nvSpPr>
            <p:spPr>
              <a:xfrm>
                <a:off x="13450912" y="6177327"/>
                <a:ext cx="495055" cy="495055"/>
              </a:xfrm>
              <a:prstGeom prst="ellipse">
                <a:avLst/>
              </a:prstGeom>
              <a:solidFill>
                <a:schemeClr val="accent4"/>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grpSp>
        <p:grpSp>
          <p:nvGrpSpPr>
            <p:cNvPr id="17" name="54 Grupo"/>
            <p:cNvGrpSpPr>
              <a:grpSpLocks noChangeAspect="1"/>
            </p:cNvGrpSpPr>
            <p:nvPr/>
          </p:nvGrpSpPr>
          <p:grpSpPr>
            <a:xfrm flipH="1">
              <a:off x="5847133" y="4338829"/>
              <a:ext cx="1027968" cy="1027968"/>
              <a:chOff x="13415113" y="3702053"/>
              <a:chExt cx="3465385" cy="3465385"/>
            </a:xfrm>
          </p:grpSpPr>
          <p:sp>
            <p:nvSpPr>
              <p:cNvPr id="18" name="55 Elipse"/>
              <p:cNvSpPr>
                <a:spLocks noChangeAspect="1"/>
              </p:cNvSpPr>
              <p:nvPr/>
            </p:nvSpPr>
            <p:spPr>
              <a:xfrm>
                <a:off x="13750898" y="4037838"/>
                <a:ext cx="2793815" cy="27938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baseline="30000" dirty="0">
                  <a:solidFill>
                    <a:schemeClr val="accent4">
                      <a:lumMod val="50000"/>
                    </a:schemeClr>
                  </a:solidFill>
                  <a:latin typeface="Arial" panose="020B0604020202020204"/>
                  <a:cs typeface="Arial" panose="020B0604020202020204"/>
                </a:endParaRPr>
              </a:p>
            </p:txBody>
          </p:sp>
          <p:sp>
            <p:nvSpPr>
              <p:cNvPr id="19" name="56 Elipse"/>
              <p:cNvSpPr>
                <a:spLocks noChangeAspect="1"/>
              </p:cNvSpPr>
              <p:nvPr/>
            </p:nvSpPr>
            <p:spPr>
              <a:xfrm>
                <a:off x="13415113" y="3702053"/>
                <a:ext cx="3465385" cy="3465385"/>
              </a:xfrm>
              <a:prstGeom prst="ellipse">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latin typeface="Arial" panose="020B0604020202020204"/>
                  <a:cs typeface="Arial" panose="020B0604020202020204"/>
                </a:endParaRPr>
              </a:p>
            </p:txBody>
          </p:sp>
          <p:sp>
            <p:nvSpPr>
              <p:cNvPr id="20" name="57 Elipse"/>
              <p:cNvSpPr>
                <a:spLocks noChangeAspect="1"/>
              </p:cNvSpPr>
              <p:nvPr/>
            </p:nvSpPr>
            <p:spPr>
              <a:xfrm>
                <a:off x="13450912" y="6177327"/>
                <a:ext cx="495055" cy="495055"/>
              </a:xfrm>
              <a:prstGeom prst="ellipse">
                <a:avLst/>
              </a:prstGeom>
              <a:solidFill>
                <a:schemeClr val="accent3"/>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solidFill>
                    <a:schemeClr val="accent4">
                      <a:lumMod val="50000"/>
                    </a:schemeClr>
                  </a:solidFill>
                  <a:latin typeface="Arial" panose="020B0604020202020204"/>
                  <a:cs typeface="Arial" panose="020B0604020202020204"/>
                </a:endParaRPr>
              </a:p>
            </p:txBody>
          </p:sp>
        </p:grpSp>
      </p:grpSp>
      <p:grpSp>
        <p:nvGrpSpPr>
          <p:cNvPr id="23" name="Group 22"/>
          <p:cNvGrpSpPr/>
          <p:nvPr/>
        </p:nvGrpSpPr>
        <p:grpSpPr>
          <a:xfrm>
            <a:off x="7290549" y="3606806"/>
            <a:ext cx="333684" cy="324500"/>
            <a:chOff x="6272213" y="3727450"/>
            <a:chExt cx="692150" cy="673101"/>
          </a:xfrm>
        </p:grpSpPr>
        <p:sp>
          <p:nvSpPr>
            <p:cNvPr id="24" name="Freeform 19"/>
            <p:cNvSpPr/>
            <p:nvPr/>
          </p:nvSpPr>
          <p:spPr bwMode="auto">
            <a:xfrm>
              <a:off x="6329363" y="3795713"/>
              <a:ext cx="565150" cy="604838"/>
            </a:xfrm>
            <a:custGeom>
              <a:avLst/>
              <a:gdLst>
                <a:gd name="T0" fmla="*/ 297 w 356"/>
                <a:gd name="T1" fmla="*/ 381 h 381"/>
                <a:gd name="T2" fmla="*/ 297 w 356"/>
                <a:gd name="T3" fmla="*/ 381 h 381"/>
                <a:gd name="T4" fmla="*/ 66 w 356"/>
                <a:gd name="T5" fmla="*/ 381 h 381"/>
                <a:gd name="T6" fmla="*/ 66 w 356"/>
                <a:gd name="T7" fmla="*/ 381 h 381"/>
                <a:gd name="T8" fmla="*/ 53 w 356"/>
                <a:gd name="T9" fmla="*/ 381 h 381"/>
                <a:gd name="T10" fmla="*/ 43 w 356"/>
                <a:gd name="T11" fmla="*/ 379 h 381"/>
                <a:gd name="T12" fmla="*/ 34 w 356"/>
                <a:gd name="T13" fmla="*/ 377 h 381"/>
                <a:gd name="T14" fmla="*/ 25 w 356"/>
                <a:gd name="T15" fmla="*/ 374 h 381"/>
                <a:gd name="T16" fmla="*/ 19 w 356"/>
                <a:gd name="T17" fmla="*/ 369 h 381"/>
                <a:gd name="T18" fmla="*/ 14 w 356"/>
                <a:gd name="T19" fmla="*/ 363 h 381"/>
                <a:gd name="T20" fmla="*/ 7 w 356"/>
                <a:gd name="T21" fmla="*/ 354 h 381"/>
                <a:gd name="T22" fmla="*/ 2 w 356"/>
                <a:gd name="T23" fmla="*/ 344 h 381"/>
                <a:gd name="T24" fmla="*/ 0 w 356"/>
                <a:gd name="T25" fmla="*/ 335 h 381"/>
                <a:gd name="T26" fmla="*/ 0 w 356"/>
                <a:gd name="T27" fmla="*/ 326 h 381"/>
                <a:gd name="T28" fmla="*/ 0 w 356"/>
                <a:gd name="T29" fmla="*/ 27 h 381"/>
                <a:gd name="T30" fmla="*/ 0 w 356"/>
                <a:gd name="T31" fmla="*/ 27 h 381"/>
                <a:gd name="T32" fmla="*/ 3 w 356"/>
                <a:gd name="T33" fmla="*/ 16 h 381"/>
                <a:gd name="T34" fmla="*/ 9 w 356"/>
                <a:gd name="T35" fmla="*/ 7 h 381"/>
                <a:gd name="T36" fmla="*/ 16 w 356"/>
                <a:gd name="T37" fmla="*/ 2 h 381"/>
                <a:gd name="T38" fmla="*/ 27 w 356"/>
                <a:gd name="T39" fmla="*/ 0 h 381"/>
                <a:gd name="T40" fmla="*/ 331 w 356"/>
                <a:gd name="T41" fmla="*/ 0 h 381"/>
                <a:gd name="T42" fmla="*/ 331 w 356"/>
                <a:gd name="T43" fmla="*/ 0 h 381"/>
                <a:gd name="T44" fmla="*/ 340 w 356"/>
                <a:gd name="T45" fmla="*/ 2 h 381"/>
                <a:gd name="T46" fmla="*/ 349 w 356"/>
                <a:gd name="T47" fmla="*/ 7 h 381"/>
                <a:gd name="T48" fmla="*/ 354 w 356"/>
                <a:gd name="T49" fmla="*/ 16 h 381"/>
                <a:gd name="T50" fmla="*/ 356 w 356"/>
                <a:gd name="T51" fmla="*/ 27 h 381"/>
                <a:gd name="T52" fmla="*/ 356 w 356"/>
                <a:gd name="T53" fmla="*/ 322 h 381"/>
                <a:gd name="T54" fmla="*/ 356 w 356"/>
                <a:gd name="T55" fmla="*/ 322 h 381"/>
                <a:gd name="T56" fmla="*/ 356 w 356"/>
                <a:gd name="T57" fmla="*/ 331 h 381"/>
                <a:gd name="T58" fmla="*/ 354 w 356"/>
                <a:gd name="T59" fmla="*/ 340 h 381"/>
                <a:gd name="T60" fmla="*/ 351 w 356"/>
                <a:gd name="T61" fmla="*/ 352 h 381"/>
                <a:gd name="T62" fmla="*/ 345 w 356"/>
                <a:gd name="T63" fmla="*/ 363 h 381"/>
                <a:gd name="T64" fmla="*/ 340 w 356"/>
                <a:gd name="T65" fmla="*/ 369 h 381"/>
                <a:gd name="T66" fmla="*/ 335 w 356"/>
                <a:gd name="T67" fmla="*/ 372 h 381"/>
                <a:gd name="T68" fmla="*/ 327 w 356"/>
                <a:gd name="T69" fmla="*/ 376 h 381"/>
                <a:gd name="T70" fmla="*/ 318 w 356"/>
                <a:gd name="T71" fmla="*/ 379 h 381"/>
                <a:gd name="T72" fmla="*/ 308 w 356"/>
                <a:gd name="T73" fmla="*/ 381 h 381"/>
                <a:gd name="T74" fmla="*/ 297 w 356"/>
                <a:gd name="T75" fmla="*/ 381 h 381"/>
                <a:gd name="T76" fmla="*/ 297 w 356"/>
                <a:gd name="T77" fmla="*/ 381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6" h="381">
                  <a:moveTo>
                    <a:pt x="297" y="381"/>
                  </a:moveTo>
                  <a:lnTo>
                    <a:pt x="297" y="381"/>
                  </a:lnTo>
                  <a:lnTo>
                    <a:pt x="66" y="381"/>
                  </a:lnTo>
                  <a:lnTo>
                    <a:pt x="66" y="381"/>
                  </a:lnTo>
                  <a:lnTo>
                    <a:pt x="53" y="381"/>
                  </a:lnTo>
                  <a:lnTo>
                    <a:pt x="43" y="379"/>
                  </a:lnTo>
                  <a:lnTo>
                    <a:pt x="34" y="377"/>
                  </a:lnTo>
                  <a:lnTo>
                    <a:pt x="25" y="374"/>
                  </a:lnTo>
                  <a:lnTo>
                    <a:pt x="19" y="369"/>
                  </a:lnTo>
                  <a:lnTo>
                    <a:pt x="14" y="363"/>
                  </a:lnTo>
                  <a:lnTo>
                    <a:pt x="7" y="354"/>
                  </a:lnTo>
                  <a:lnTo>
                    <a:pt x="2" y="344"/>
                  </a:lnTo>
                  <a:lnTo>
                    <a:pt x="0" y="335"/>
                  </a:lnTo>
                  <a:lnTo>
                    <a:pt x="0" y="326"/>
                  </a:lnTo>
                  <a:lnTo>
                    <a:pt x="0" y="27"/>
                  </a:lnTo>
                  <a:lnTo>
                    <a:pt x="0" y="27"/>
                  </a:lnTo>
                  <a:lnTo>
                    <a:pt x="3" y="16"/>
                  </a:lnTo>
                  <a:lnTo>
                    <a:pt x="9" y="7"/>
                  </a:lnTo>
                  <a:lnTo>
                    <a:pt x="16" y="2"/>
                  </a:lnTo>
                  <a:lnTo>
                    <a:pt x="27" y="0"/>
                  </a:lnTo>
                  <a:lnTo>
                    <a:pt x="331" y="0"/>
                  </a:lnTo>
                  <a:lnTo>
                    <a:pt x="331" y="0"/>
                  </a:lnTo>
                  <a:lnTo>
                    <a:pt x="340" y="2"/>
                  </a:lnTo>
                  <a:lnTo>
                    <a:pt x="349" y="7"/>
                  </a:lnTo>
                  <a:lnTo>
                    <a:pt x="354" y="16"/>
                  </a:lnTo>
                  <a:lnTo>
                    <a:pt x="356" y="27"/>
                  </a:lnTo>
                  <a:lnTo>
                    <a:pt x="356" y="322"/>
                  </a:lnTo>
                  <a:lnTo>
                    <a:pt x="356" y="322"/>
                  </a:lnTo>
                  <a:lnTo>
                    <a:pt x="356" y="331"/>
                  </a:lnTo>
                  <a:lnTo>
                    <a:pt x="354" y="340"/>
                  </a:lnTo>
                  <a:lnTo>
                    <a:pt x="351" y="352"/>
                  </a:lnTo>
                  <a:lnTo>
                    <a:pt x="345" y="363"/>
                  </a:lnTo>
                  <a:lnTo>
                    <a:pt x="340" y="369"/>
                  </a:lnTo>
                  <a:lnTo>
                    <a:pt x="335" y="372"/>
                  </a:lnTo>
                  <a:lnTo>
                    <a:pt x="327" y="376"/>
                  </a:lnTo>
                  <a:lnTo>
                    <a:pt x="318" y="379"/>
                  </a:lnTo>
                  <a:lnTo>
                    <a:pt x="308" y="381"/>
                  </a:lnTo>
                  <a:lnTo>
                    <a:pt x="297" y="381"/>
                  </a:lnTo>
                  <a:lnTo>
                    <a:pt x="297" y="381"/>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25" name="Rectangle 20"/>
            <p:cNvSpPr>
              <a:spLocks noChangeArrowheads="1"/>
            </p:cNvSpPr>
            <p:nvPr/>
          </p:nvSpPr>
          <p:spPr bwMode="auto">
            <a:xfrm>
              <a:off x="6272213" y="3727450"/>
              <a:ext cx="692150" cy="119063"/>
            </a:xfrm>
            <a:prstGeom prst="rect">
              <a:avLst/>
            </a:prstGeom>
            <a:solidFill>
              <a:srgbClr val="E34326"/>
            </a:solidFill>
            <a:ln>
              <a:noFill/>
            </a:ln>
          </p:spPr>
          <p:txBody>
            <a:bodyPr vert="horz" wrap="square" lIns="91440" tIns="45720" rIns="91440" bIns="45720" numCol="1" anchor="t" anchorCtr="0" compatLnSpc="1"/>
            <a:lstStyle/>
            <a:p>
              <a:endParaRPr lang="en-US"/>
            </a:p>
          </p:txBody>
        </p:sp>
        <p:sp>
          <p:nvSpPr>
            <p:cNvPr id="26" name="Rectangle 21"/>
            <p:cNvSpPr>
              <a:spLocks noChangeArrowheads="1"/>
            </p:cNvSpPr>
            <p:nvPr/>
          </p:nvSpPr>
          <p:spPr bwMode="auto">
            <a:xfrm>
              <a:off x="6561138" y="3973513"/>
              <a:ext cx="333375" cy="263525"/>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27" name="Rectangle 22"/>
            <p:cNvSpPr>
              <a:spLocks noChangeArrowheads="1"/>
            </p:cNvSpPr>
            <p:nvPr/>
          </p:nvSpPr>
          <p:spPr bwMode="auto">
            <a:xfrm>
              <a:off x="6634163" y="4140200"/>
              <a:ext cx="260350" cy="31750"/>
            </a:xfrm>
            <a:prstGeom prst="rect">
              <a:avLst/>
            </a:prstGeom>
            <a:solidFill>
              <a:srgbClr val="414042"/>
            </a:solidFill>
            <a:ln>
              <a:noFill/>
            </a:ln>
          </p:spPr>
          <p:txBody>
            <a:bodyPr vert="horz" wrap="square" lIns="91440" tIns="45720" rIns="91440" bIns="45720" numCol="1" anchor="t" anchorCtr="0" compatLnSpc="1"/>
            <a:lstStyle/>
            <a:p>
              <a:endParaRPr lang="en-US"/>
            </a:p>
          </p:txBody>
        </p:sp>
        <p:sp>
          <p:nvSpPr>
            <p:cNvPr id="28" name="Rectangle 23"/>
            <p:cNvSpPr>
              <a:spLocks noChangeArrowheads="1"/>
            </p:cNvSpPr>
            <p:nvPr/>
          </p:nvSpPr>
          <p:spPr bwMode="auto">
            <a:xfrm>
              <a:off x="6634163" y="4038600"/>
              <a:ext cx="260350" cy="31750"/>
            </a:xfrm>
            <a:prstGeom prst="rect">
              <a:avLst/>
            </a:prstGeom>
            <a:solidFill>
              <a:srgbClr val="414042"/>
            </a:solidFill>
            <a:ln>
              <a:noFill/>
            </a:ln>
          </p:spPr>
          <p:txBody>
            <a:bodyPr vert="horz" wrap="square" lIns="91440" tIns="45720" rIns="91440" bIns="45720" numCol="1" anchor="t" anchorCtr="0" compatLnSpc="1"/>
            <a:lstStyle/>
            <a:p>
              <a:endParaRPr lang="en-US"/>
            </a:p>
          </p:txBody>
        </p:sp>
      </p:grpSp>
      <p:grpSp>
        <p:nvGrpSpPr>
          <p:cNvPr id="29" name="Group 28"/>
          <p:cNvGrpSpPr/>
          <p:nvPr/>
        </p:nvGrpSpPr>
        <p:grpSpPr>
          <a:xfrm>
            <a:off x="4741266" y="4964055"/>
            <a:ext cx="490856" cy="492040"/>
            <a:chOff x="5473700" y="3221038"/>
            <a:chExt cx="657225" cy="658813"/>
          </a:xfrm>
        </p:grpSpPr>
        <p:sp>
          <p:nvSpPr>
            <p:cNvPr id="30" name="Rectangle 75"/>
            <p:cNvSpPr>
              <a:spLocks noChangeArrowheads="1"/>
            </p:cNvSpPr>
            <p:nvPr/>
          </p:nvSpPr>
          <p:spPr bwMode="auto">
            <a:xfrm>
              <a:off x="5665788" y="3221038"/>
              <a:ext cx="276225" cy="658813"/>
            </a:xfrm>
            <a:prstGeom prst="rect">
              <a:avLst/>
            </a:prstGeom>
            <a:solidFill>
              <a:srgbClr val="E4E1CF"/>
            </a:solidFill>
            <a:ln>
              <a:noFill/>
            </a:ln>
          </p:spPr>
          <p:txBody>
            <a:bodyPr vert="horz" wrap="square" lIns="91440" tIns="45720" rIns="91440" bIns="45720" numCol="1" anchor="t" anchorCtr="0" compatLnSpc="1"/>
            <a:lstStyle/>
            <a:p>
              <a:endParaRPr lang="en-US"/>
            </a:p>
          </p:txBody>
        </p:sp>
        <p:sp>
          <p:nvSpPr>
            <p:cNvPr id="31" name="Rectangle 76"/>
            <p:cNvSpPr>
              <a:spLocks noChangeArrowheads="1"/>
            </p:cNvSpPr>
            <p:nvPr/>
          </p:nvSpPr>
          <p:spPr bwMode="auto">
            <a:xfrm>
              <a:off x="5727700" y="3444875"/>
              <a:ext cx="152400" cy="214313"/>
            </a:xfrm>
            <a:prstGeom prst="rect">
              <a:avLst/>
            </a:prstGeom>
            <a:solidFill>
              <a:srgbClr val="EB9C09"/>
            </a:solidFill>
            <a:ln>
              <a:noFill/>
            </a:ln>
          </p:spPr>
          <p:txBody>
            <a:bodyPr vert="horz" wrap="square" lIns="91440" tIns="45720" rIns="91440" bIns="45720" numCol="1" anchor="t" anchorCtr="0" compatLnSpc="1"/>
            <a:lstStyle/>
            <a:p>
              <a:endParaRPr lang="en-US"/>
            </a:p>
          </p:txBody>
        </p:sp>
        <p:sp>
          <p:nvSpPr>
            <p:cNvPr id="32" name="Rectangle 77"/>
            <p:cNvSpPr>
              <a:spLocks noChangeArrowheads="1"/>
            </p:cNvSpPr>
            <p:nvPr/>
          </p:nvSpPr>
          <p:spPr bwMode="auto">
            <a:xfrm>
              <a:off x="5473700" y="3413125"/>
              <a:ext cx="657225" cy="274638"/>
            </a:xfrm>
            <a:prstGeom prst="rect">
              <a:avLst/>
            </a:prstGeom>
            <a:solidFill>
              <a:srgbClr val="F3F0DE"/>
            </a:solidFill>
            <a:ln>
              <a:noFill/>
            </a:ln>
          </p:spPr>
          <p:txBody>
            <a:bodyPr vert="horz" wrap="square" lIns="91440" tIns="45720" rIns="91440" bIns="45720" numCol="1" anchor="t" anchorCtr="0" compatLnSpc="1"/>
            <a:lstStyle/>
            <a:p>
              <a:endParaRPr lang="en-US"/>
            </a:p>
          </p:txBody>
        </p:sp>
        <p:sp>
          <p:nvSpPr>
            <p:cNvPr id="33" name="Rectangle 78"/>
            <p:cNvSpPr>
              <a:spLocks noChangeArrowheads="1"/>
            </p:cNvSpPr>
            <p:nvPr/>
          </p:nvSpPr>
          <p:spPr bwMode="auto">
            <a:xfrm>
              <a:off x="5695950" y="3473450"/>
              <a:ext cx="214312" cy="155575"/>
            </a:xfrm>
            <a:prstGeom prst="rect">
              <a:avLst/>
            </a:prstGeom>
            <a:solidFill>
              <a:srgbClr val="FAAB18"/>
            </a:solidFill>
            <a:ln>
              <a:noFill/>
            </a:ln>
          </p:spPr>
          <p:txBody>
            <a:bodyPr vert="horz" wrap="square" lIns="91440" tIns="45720" rIns="91440" bIns="45720" numCol="1" anchor="t" anchorCtr="0" compatLnSpc="1"/>
            <a:lstStyle/>
            <a:p>
              <a:endParaRPr lang="en-US"/>
            </a:p>
          </p:txBody>
        </p:sp>
      </p:grpSp>
      <p:grpSp>
        <p:nvGrpSpPr>
          <p:cNvPr id="34" name="Group 33"/>
          <p:cNvGrpSpPr/>
          <p:nvPr/>
        </p:nvGrpSpPr>
        <p:grpSpPr>
          <a:xfrm>
            <a:off x="6639848" y="5092503"/>
            <a:ext cx="364202" cy="396392"/>
            <a:chOff x="2959100" y="3128963"/>
            <a:chExt cx="628650" cy="684213"/>
          </a:xfrm>
        </p:grpSpPr>
        <p:sp>
          <p:nvSpPr>
            <p:cNvPr id="35" name="Freeform 140"/>
            <p:cNvSpPr/>
            <p:nvPr/>
          </p:nvSpPr>
          <p:spPr bwMode="auto">
            <a:xfrm>
              <a:off x="2959100" y="3221038"/>
              <a:ext cx="319087" cy="592138"/>
            </a:xfrm>
            <a:custGeom>
              <a:avLst/>
              <a:gdLst>
                <a:gd name="T0" fmla="*/ 110 w 201"/>
                <a:gd name="T1" fmla="*/ 175 h 373"/>
                <a:gd name="T2" fmla="*/ 110 w 201"/>
                <a:gd name="T3" fmla="*/ 0 h 373"/>
                <a:gd name="T4" fmla="*/ 0 w 201"/>
                <a:gd name="T5" fmla="*/ 0 h 373"/>
                <a:gd name="T6" fmla="*/ 0 w 201"/>
                <a:gd name="T7" fmla="*/ 175 h 373"/>
                <a:gd name="T8" fmla="*/ 0 w 201"/>
                <a:gd name="T9" fmla="*/ 175 h 373"/>
                <a:gd name="T10" fmla="*/ 1 w 201"/>
                <a:gd name="T11" fmla="*/ 194 h 373"/>
                <a:gd name="T12" fmla="*/ 5 w 201"/>
                <a:gd name="T13" fmla="*/ 214 h 373"/>
                <a:gd name="T14" fmla="*/ 8 w 201"/>
                <a:gd name="T15" fmla="*/ 234 h 373"/>
                <a:gd name="T16" fmla="*/ 16 w 201"/>
                <a:gd name="T17" fmla="*/ 251 h 373"/>
                <a:gd name="T18" fmla="*/ 24 w 201"/>
                <a:gd name="T19" fmla="*/ 269 h 373"/>
                <a:gd name="T20" fmla="*/ 33 w 201"/>
                <a:gd name="T21" fmla="*/ 285 h 373"/>
                <a:gd name="T22" fmla="*/ 46 w 201"/>
                <a:gd name="T23" fmla="*/ 301 h 373"/>
                <a:gd name="T24" fmla="*/ 58 w 201"/>
                <a:gd name="T25" fmla="*/ 316 h 373"/>
                <a:gd name="T26" fmla="*/ 73 w 201"/>
                <a:gd name="T27" fmla="*/ 328 h 373"/>
                <a:gd name="T28" fmla="*/ 89 w 201"/>
                <a:gd name="T29" fmla="*/ 339 h 373"/>
                <a:gd name="T30" fmla="*/ 105 w 201"/>
                <a:gd name="T31" fmla="*/ 349 h 373"/>
                <a:gd name="T32" fmla="*/ 122 w 201"/>
                <a:gd name="T33" fmla="*/ 356 h 373"/>
                <a:gd name="T34" fmla="*/ 140 w 201"/>
                <a:gd name="T35" fmla="*/ 364 h 373"/>
                <a:gd name="T36" fmla="*/ 158 w 201"/>
                <a:gd name="T37" fmla="*/ 369 h 373"/>
                <a:gd name="T38" fmla="*/ 178 w 201"/>
                <a:gd name="T39" fmla="*/ 373 h 373"/>
                <a:gd name="T40" fmla="*/ 199 w 201"/>
                <a:gd name="T41" fmla="*/ 373 h 373"/>
                <a:gd name="T42" fmla="*/ 201 w 201"/>
                <a:gd name="T43" fmla="*/ 373 h 373"/>
                <a:gd name="T44" fmla="*/ 201 w 201"/>
                <a:gd name="T45" fmla="*/ 264 h 373"/>
                <a:gd name="T46" fmla="*/ 199 w 201"/>
                <a:gd name="T47" fmla="*/ 264 h 373"/>
                <a:gd name="T48" fmla="*/ 199 w 201"/>
                <a:gd name="T49" fmla="*/ 264 h 373"/>
                <a:gd name="T50" fmla="*/ 181 w 201"/>
                <a:gd name="T51" fmla="*/ 262 h 373"/>
                <a:gd name="T52" fmla="*/ 163 w 201"/>
                <a:gd name="T53" fmla="*/ 257 h 373"/>
                <a:gd name="T54" fmla="*/ 149 w 201"/>
                <a:gd name="T55" fmla="*/ 248 h 373"/>
                <a:gd name="T56" fmla="*/ 135 w 201"/>
                <a:gd name="T57" fmla="*/ 237 h 373"/>
                <a:gd name="T58" fmla="*/ 124 w 201"/>
                <a:gd name="T59" fmla="*/ 225 h 373"/>
                <a:gd name="T60" fmla="*/ 117 w 201"/>
                <a:gd name="T61" fmla="*/ 209 h 373"/>
                <a:gd name="T62" fmla="*/ 112 w 201"/>
                <a:gd name="T63" fmla="*/ 193 h 373"/>
                <a:gd name="T64" fmla="*/ 110 w 201"/>
                <a:gd name="T65" fmla="*/ 175 h 373"/>
                <a:gd name="T66" fmla="*/ 110 w 201"/>
                <a:gd name="T67" fmla="*/ 175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1" h="373">
                  <a:moveTo>
                    <a:pt x="110" y="175"/>
                  </a:moveTo>
                  <a:lnTo>
                    <a:pt x="110" y="0"/>
                  </a:lnTo>
                  <a:lnTo>
                    <a:pt x="0" y="0"/>
                  </a:lnTo>
                  <a:lnTo>
                    <a:pt x="0" y="175"/>
                  </a:lnTo>
                  <a:lnTo>
                    <a:pt x="0" y="175"/>
                  </a:lnTo>
                  <a:lnTo>
                    <a:pt x="1" y="194"/>
                  </a:lnTo>
                  <a:lnTo>
                    <a:pt x="5" y="214"/>
                  </a:lnTo>
                  <a:lnTo>
                    <a:pt x="8" y="234"/>
                  </a:lnTo>
                  <a:lnTo>
                    <a:pt x="16" y="251"/>
                  </a:lnTo>
                  <a:lnTo>
                    <a:pt x="24" y="269"/>
                  </a:lnTo>
                  <a:lnTo>
                    <a:pt x="33" y="285"/>
                  </a:lnTo>
                  <a:lnTo>
                    <a:pt x="46" y="301"/>
                  </a:lnTo>
                  <a:lnTo>
                    <a:pt x="58" y="316"/>
                  </a:lnTo>
                  <a:lnTo>
                    <a:pt x="73" y="328"/>
                  </a:lnTo>
                  <a:lnTo>
                    <a:pt x="89" y="339"/>
                  </a:lnTo>
                  <a:lnTo>
                    <a:pt x="105" y="349"/>
                  </a:lnTo>
                  <a:lnTo>
                    <a:pt x="122" y="356"/>
                  </a:lnTo>
                  <a:lnTo>
                    <a:pt x="140" y="364"/>
                  </a:lnTo>
                  <a:lnTo>
                    <a:pt x="158" y="369"/>
                  </a:lnTo>
                  <a:lnTo>
                    <a:pt x="178" y="373"/>
                  </a:lnTo>
                  <a:lnTo>
                    <a:pt x="199" y="373"/>
                  </a:lnTo>
                  <a:lnTo>
                    <a:pt x="201" y="373"/>
                  </a:lnTo>
                  <a:lnTo>
                    <a:pt x="201" y="264"/>
                  </a:lnTo>
                  <a:lnTo>
                    <a:pt x="199" y="264"/>
                  </a:lnTo>
                  <a:lnTo>
                    <a:pt x="199" y="264"/>
                  </a:lnTo>
                  <a:lnTo>
                    <a:pt x="181" y="262"/>
                  </a:lnTo>
                  <a:lnTo>
                    <a:pt x="163" y="257"/>
                  </a:lnTo>
                  <a:lnTo>
                    <a:pt x="149" y="248"/>
                  </a:lnTo>
                  <a:lnTo>
                    <a:pt x="135" y="237"/>
                  </a:lnTo>
                  <a:lnTo>
                    <a:pt x="124" y="225"/>
                  </a:lnTo>
                  <a:lnTo>
                    <a:pt x="117" y="209"/>
                  </a:lnTo>
                  <a:lnTo>
                    <a:pt x="112" y="193"/>
                  </a:lnTo>
                  <a:lnTo>
                    <a:pt x="110" y="175"/>
                  </a:lnTo>
                  <a:lnTo>
                    <a:pt x="110" y="175"/>
                  </a:lnTo>
                  <a:close/>
                </a:path>
              </a:pathLst>
            </a:custGeom>
            <a:solidFill>
              <a:schemeClr val="bg2">
                <a:lumMod val="65000"/>
                <a:lumOff val="35000"/>
              </a:schemeClr>
            </a:solidFill>
            <a:ln>
              <a:noFill/>
            </a:ln>
          </p:spPr>
          <p:txBody>
            <a:bodyPr vert="horz" wrap="square" lIns="91440" tIns="45720" rIns="91440" bIns="45720" numCol="1" anchor="t" anchorCtr="0" compatLnSpc="1"/>
            <a:lstStyle/>
            <a:p>
              <a:endParaRPr lang="en-US"/>
            </a:p>
          </p:txBody>
        </p:sp>
        <p:sp>
          <p:nvSpPr>
            <p:cNvPr id="36" name="Rectangle 141"/>
            <p:cNvSpPr>
              <a:spLocks noChangeArrowheads="1"/>
            </p:cNvSpPr>
            <p:nvPr/>
          </p:nvSpPr>
          <p:spPr bwMode="auto">
            <a:xfrm>
              <a:off x="2959100" y="3128963"/>
              <a:ext cx="174625" cy="92075"/>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37" name="Rectangle 142"/>
            <p:cNvSpPr>
              <a:spLocks noChangeArrowheads="1"/>
            </p:cNvSpPr>
            <p:nvPr/>
          </p:nvSpPr>
          <p:spPr bwMode="auto">
            <a:xfrm>
              <a:off x="3416300" y="3128963"/>
              <a:ext cx="171450" cy="92075"/>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38" name="Freeform 143"/>
            <p:cNvSpPr/>
            <p:nvPr/>
          </p:nvSpPr>
          <p:spPr bwMode="auto">
            <a:xfrm>
              <a:off x="3278188" y="3221038"/>
              <a:ext cx="309562" cy="592138"/>
            </a:xfrm>
            <a:custGeom>
              <a:avLst/>
              <a:gdLst>
                <a:gd name="T0" fmla="*/ 87 w 195"/>
                <a:gd name="T1" fmla="*/ 0 h 373"/>
                <a:gd name="T2" fmla="*/ 87 w 195"/>
                <a:gd name="T3" fmla="*/ 175 h 373"/>
                <a:gd name="T4" fmla="*/ 87 w 195"/>
                <a:gd name="T5" fmla="*/ 175 h 373"/>
                <a:gd name="T6" fmla="*/ 85 w 195"/>
                <a:gd name="T7" fmla="*/ 193 h 373"/>
                <a:gd name="T8" fmla="*/ 80 w 195"/>
                <a:gd name="T9" fmla="*/ 209 h 373"/>
                <a:gd name="T10" fmla="*/ 73 w 195"/>
                <a:gd name="T11" fmla="*/ 225 h 373"/>
                <a:gd name="T12" fmla="*/ 62 w 195"/>
                <a:gd name="T13" fmla="*/ 237 h 373"/>
                <a:gd name="T14" fmla="*/ 48 w 195"/>
                <a:gd name="T15" fmla="*/ 248 h 373"/>
                <a:gd name="T16" fmla="*/ 34 w 195"/>
                <a:gd name="T17" fmla="*/ 257 h 373"/>
                <a:gd name="T18" fmla="*/ 17 w 195"/>
                <a:gd name="T19" fmla="*/ 262 h 373"/>
                <a:gd name="T20" fmla="*/ 0 w 195"/>
                <a:gd name="T21" fmla="*/ 264 h 373"/>
                <a:gd name="T22" fmla="*/ 0 w 195"/>
                <a:gd name="T23" fmla="*/ 373 h 373"/>
                <a:gd name="T24" fmla="*/ 0 w 195"/>
                <a:gd name="T25" fmla="*/ 373 h 373"/>
                <a:gd name="T26" fmla="*/ 19 w 195"/>
                <a:gd name="T27" fmla="*/ 373 h 373"/>
                <a:gd name="T28" fmla="*/ 39 w 195"/>
                <a:gd name="T29" fmla="*/ 369 h 373"/>
                <a:gd name="T30" fmla="*/ 57 w 195"/>
                <a:gd name="T31" fmla="*/ 364 h 373"/>
                <a:gd name="T32" fmla="*/ 76 w 195"/>
                <a:gd name="T33" fmla="*/ 356 h 373"/>
                <a:gd name="T34" fmla="*/ 92 w 195"/>
                <a:gd name="T35" fmla="*/ 348 h 373"/>
                <a:gd name="T36" fmla="*/ 108 w 195"/>
                <a:gd name="T37" fmla="*/ 339 h 373"/>
                <a:gd name="T38" fmla="*/ 124 w 195"/>
                <a:gd name="T39" fmla="*/ 326 h 373"/>
                <a:gd name="T40" fmla="*/ 139 w 195"/>
                <a:gd name="T41" fmla="*/ 314 h 373"/>
                <a:gd name="T42" fmla="*/ 151 w 195"/>
                <a:gd name="T43" fmla="*/ 300 h 373"/>
                <a:gd name="T44" fmla="*/ 162 w 195"/>
                <a:gd name="T45" fmla="*/ 285 h 373"/>
                <a:gd name="T46" fmla="*/ 172 w 195"/>
                <a:gd name="T47" fmla="*/ 269 h 373"/>
                <a:gd name="T48" fmla="*/ 181 w 195"/>
                <a:gd name="T49" fmla="*/ 251 h 373"/>
                <a:gd name="T50" fmla="*/ 187 w 195"/>
                <a:gd name="T51" fmla="*/ 234 h 373"/>
                <a:gd name="T52" fmla="*/ 192 w 195"/>
                <a:gd name="T53" fmla="*/ 214 h 373"/>
                <a:gd name="T54" fmla="*/ 195 w 195"/>
                <a:gd name="T55" fmla="*/ 194 h 373"/>
                <a:gd name="T56" fmla="*/ 195 w 195"/>
                <a:gd name="T57" fmla="*/ 175 h 373"/>
                <a:gd name="T58" fmla="*/ 195 w 195"/>
                <a:gd name="T59" fmla="*/ 0 h 373"/>
                <a:gd name="T60" fmla="*/ 87 w 195"/>
                <a:gd name="T61" fmla="*/ 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5" h="373">
                  <a:moveTo>
                    <a:pt x="87" y="0"/>
                  </a:moveTo>
                  <a:lnTo>
                    <a:pt x="87" y="175"/>
                  </a:lnTo>
                  <a:lnTo>
                    <a:pt x="87" y="175"/>
                  </a:lnTo>
                  <a:lnTo>
                    <a:pt x="85" y="193"/>
                  </a:lnTo>
                  <a:lnTo>
                    <a:pt x="80" y="209"/>
                  </a:lnTo>
                  <a:lnTo>
                    <a:pt x="73" y="225"/>
                  </a:lnTo>
                  <a:lnTo>
                    <a:pt x="62" y="237"/>
                  </a:lnTo>
                  <a:lnTo>
                    <a:pt x="48" y="248"/>
                  </a:lnTo>
                  <a:lnTo>
                    <a:pt x="34" y="257"/>
                  </a:lnTo>
                  <a:lnTo>
                    <a:pt x="17" y="262"/>
                  </a:lnTo>
                  <a:lnTo>
                    <a:pt x="0" y="264"/>
                  </a:lnTo>
                  <a:lnTo>
                    <a:pt x="0" y="373"/>
                  </a:lnTo>
                  <a:lnTo>
                    <a:pt x="0" y="373"/>
                  </a:lnTo>
                  <a:lnTo>
                    <a:pt x="19" y="373"/>
                  </a:lnTo>
                  <a:lnTo>
                    <a:pt x="39" y="369"/>
                  </a:lnTo>
                  <a:lnTo>
                    <a:pt x="57" y="364"/>
                  </a:lnTo>
                  <a:lnTo>
                    <a:pt x="76" y="356"/>
                  </a:lnTo>
                  <a:lnTo>
                    <a:pt x="92" y="348"/>
                  </a:lnTo>
                  <a:lnTo>
                    <a:pt x="108" y="339"/>
                  </a:lnTo>
                  <a:lnTo>
                    <a:pt x="124" y="326"/>
                  </a:lnTo>
                  <a:lnTo>
                    <a:pt x="139" y="314"/>
                  </a:lnTo>
                  <a:lnTo>
                    <a:pt x="151" y="300"/>
                  </a:lnTo>
                  <a:lnTo>
                    <a:pt x="162" y="285"/>
                  </a:lnTo>
                  <a:lnTo>
                    <a:pt x="172" y="269"/>
                  </a:lnTo>
                  <a:lnTo>
                    <a:pt x="181" y="251"/>
                  </a:lnTo>
                  <a:lnTo>
                    <a:pt x="187" y="234"/>
                  </a:lnTo>
                  <a:lnTo>
                    <a:pt x="192" y="214"/>
                  </a:lnTo>
                  <a:lnTo>
                    <a:pt x="195" y="194"/>
                  </a:lnTo>
                  <a:lnTo>
                    <a:pt x="195" y="175"/>
                  </a:lnTo>
                  <a:lnTo>
                    <a:pt x="195" y="0"/>
                  </a:lnTo>
                  <a:lnTo>
                    <a:pt x="87" y="0"/>
                  </a:lnTo>
                  <a:close/>
                </a:path>
              </a:pathLst>
            </a:custGeom>
            <a:solidFill>
              <a:schemeClr val="bg1">
                <a:lumMod val="65000"/>
              </a:schemeClr>
            </a:solidFill>
            <a:ln>
              <a:noFill/>
            </a:ln>
          </p:spPr>
          <p:txBody>
            <a:bodyPr vert="horz" wrap="square" lIns="91440" tIns="45720" rIns="91440" bIns="45720" numCol="1" anchor="t" anchorCtr="0" compatLnSpc="1"/>
            <a:lstStyle/>
            <a:p>
              <a:endParaRPr lang="en-US"/>
            </a:p>
          </p:txBody>
        </p:sp>
      </p:grpSp>
      <p:grpSp>
        <p:nvGrpSpPr>
          <p:cNvPr id="39" name="Group 38"/>
          <p:cNvGrpSpPr/>
          <p:nvPr/>
        </p:nvGrpSpPr>
        <p:grpSpPr>
          <a:xfrm>
            <a:off x="4724133" y="2276271"/>
            <a:ext cx="473982" cy="701528"/>
            <a:chOff x="1862138" y="939800"/>
            <a:chExt cx="876300" cy="1296988"/>
          </a:xfrm>
        </p:grpSpPr>
        <p:sp>
          <p:nvSpPr>
            <p:cNvPr id="40" name="Rectangle 167"/>
            <p:cNvSpPr>
              <a:spLocks noChangeArrowheads="1"/>
            </p:cNvSpPr>
            <p:nvPr/>
          </p:nvSpPr>
          <p:spPr bwMode="auto">
            <a:xfrm>
              <a:off x="1862138" y="1073150"/>
              <a:ext cx="876300" cy="1163638"/>
            </a:xfrm>
            <a:prstGeom prst="rect">
              <a:avLst/>
            </a:prstGeom>
            <a:solidFill>
              <a:srgbClr val="414042"/>
            </a:solidFill>
            <a:ln>
              <a:noFill/>
            </a:ln>
          </p:spPr>
          <p:txBody>
            <a:bodyPr vert="horz" wrap="square" lIns="91440" tIns="45720" rIns="91440" bIns="45720" numCol="1" anchor="t" anchorCtr="0" compatLnSpc="1"/>
            <a:lstStyle/>
            <a:p>
              <a:endParaRPr lang="en-US"/>
            </a:p>
          </p:txBody>
        </p:sp>
        <p:sp>
          <p:nvSpPr>
            <p:cNvPr id="41" name="Rectangle 168"/>
            <p:cNvSpPr>
              <a:spLocks noChangeArrowheads="1"/>
            </p:cNvSpPr>
            <p:nvPr/>
          </p:nvSpPr>
          <p:spPr bwMode="auto">
            <a:xfrm>
              <a:off x="1938338" y="1174750"/>
              <a:ext cx="723900" cy="963613"/>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42" name="Freeform 169"/>
            <p:cNvSpPr/>
            <p:nvPr/>
          </p:nvSpPr>
          <p:spPr bwMode="auto">
            <a:xfrm>
              <a:off x="2039938" y="939800"/>
              <a:ext cx="520700" cy="288925"/>
            </a:xfrm>
            <a:custGeom>
              <a:avLst/>
              <a:gdLst>
                <a:gd name="T0" fmla="*/ 271 w 328"/>
                <a:gd name="T1" fmla="*/ 68 h 182"/>
                <a:gd name="T2" fmla="*/ 271 w 328"/>
                <a:gd name="T3" fmla="*/ 0 h 182"/>
                <a:gd name="T4" fmla="*/ 59 w 328"/>
                <a:gd name="T5" fmla="*/ 0 h 182"/>
                <a:gd name="T6" fmla="*/ 59 w 328"/>
                <a:gd name="T7" fmla="*/ 68 h 182"/>
                <a:gd name="T8" fmla="*/ 0 w 328"/>
                <a:gd name="T9" fmla="*/ 68 h 182"/>
                <a:gd name="T10" fmla="*/ 0 w 328"/>
                <a:gd name="T11" fmla="*/ 182 h 182"/>
                <a:gd name="T12" fmla="*/ 328 w 328"/>
                <a:gd name="T13" fmla="*/ 182 h 182"/>
                <a:gd name="T14" fmla="*/ 328 w 328"/>
                <a:gd name="T15" fmla="*/ 68 h 182"/>
                <a:gd name="T16" fmla="*/ 271 w 328"/>
                <a:gd name="T17" fmla="*/ 6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82">
                  <a:moveTo>
                    <a:pt x="271" y="68"/>
                  </a:moveTo>
                  <a:lnTo>
                    <a:pt x="271" y="0"/>
                  </a:lnTo>
                  <a:lnTo>
                    <a:pt x="59" y="0"/>
                  </a:lnTo>
                  <a:lnTo>
                    <a:pt x="59" y="68"/>
                  </a:lnTo>
                  <a:lnTo>
                    <a:pt x="0" y="68"/>
                  </a:lnTo>
                  <a:lnTo>
                    <a:pt x="0" y="182"/>
                  </a:lnTo>
                  <a:lnTo>
                    <a:pt x="328" y="182"/>
                  </a:lnTo>
                  <a:lnTo>
                    <a:pt x="328" y="68"/>
                  </a:lnTo>
                  <a:lnTo>
                    <a:pt x="271" y="68"/>
                  </a:lnTo>
                  <a:close/>
                </a:path>
              </a:pathLst>
            </a:custGeom>
            <a:solidFill>
              <a:srgbClr val="009658"/>
            </a:solidFill>
            <a:ln>
              <a:noFill/>
            </a:ln>
          </p:spPr>
          <p:txBody>
            <a:bodyPr vert="horz" wrap="square" lIns="91440" tIns="45720" rIns="91440" bIns="45720" numCol="1" anchor="t" anchorCtr="0" compatLnSpc="1"/>
            <a:lstStyle/>
            <a:p>
              <a:endParaRPr lang="en-US"/>
            </a:p>
          </p:txBody>
        </p:sp>
        <p:sp>
          <p:nvSpPr>
            <p:cNvPr id="43" name="Freeform 170"/>
            <p:cNvSpPr/>
            <p:nvPr/>
          </p:nvSpPr>
          <p:spPr bwMode="auto">
            <a:xfrm>
              <a:off x="2035175" y="1436688"/>
              <a:ext cx="533400" cy="531813"/>
            </a:xfrm>
            <a:custGeom>
              <a:avLst/>
              <a:gdLst>
                <a:gd name="T0" fmla="*/ 336 w 336"/>
                <a:gd name="T1" fmla="*/ 168 h 335"/>
                <a:gd name="T2" fmla="*/ 332 w 336"/>
                <a:gd name="T3" fmla="*/ 202 h 335"/>
                <a:gd name="T4" fmla="*/ 322 w 336"/>
                <a:gd name="T5" fmla="*/ 234 h 335"/>
                <a:gd name="T6" fmla="*/ 306 w 336"/>
                <a:gd name="T7" fmla="*/ 262 h 335"/>
                <a:gd name="T8" fmla="*/ 286 w 336"/>
                <a:gd name="T9" fmla="*/ 287 h 335"/>
                <a:gd name="T10" fmla="*/ 261 w 336"/>
                <a:gd name="T11" fmla="*/ 307 h 335"/>
                <a:gd name="T12" fmla="*/ 233 w 336"/>
                <a:gd name="T13" fmla="*/ 323 h 335"/>
                <a:gd name="T14" fmla="*/ 201 w 336"/>
                <a:gd name="T15" fmla="*/ 332 h 335"/>
                <a:gd name="T16" fmla="*/ 167 w 336"/>
                <a:gd name="T17" fmla="*/ 335 h 335"/>
                <a:gd name="T18" fmla="*/ 151 w 336"/>
                <a:gd name="T19" fmla="*/ 335 h 335"/>
                <a:gd name="T20" fmla="*/ 117 w 336"/>
                <a:gd name="T21" fmla="*/ 328 h 335"/>
                <a:gd name="T22" fmla="*/ 87 w 336"/>
                <a:gd name="T23" fmla="*/ 316 h 335"/>
                <a:gd name="T24" fmla="*/ 60 w 336"/>
                <a:gd name="T25" fmla="*/ 298 h 335"/>
                <a:gd name="T26" fmla="*/ 37 w 336"/>
                <a:gd name="T27" fmla="*/ 275 h 335"/>
                <a:gd name="T28" fmla="*/ 19 w 336"/>
                <a:gd name="T29" fmla="*/ 248 h 335"/>
                <a:gd name="T30" fmla="*/ 7 w 336"/>
                <a:gd name="T31" fmla="*/ 218 h 335"/>
                <a:gd name="T32" fmla="*/ 0 w 336"/>
                <a:gd name="T33" fmla="*/ 186 h 335"/>
                <a:gd name="T34" fmla="*/ 0 w 336"/>
                <a:gd name="T35" fmla="*/ 168 h 335"/>
                <a:gd name="T36" fmla="*/ 3 w 336"/>
                <a:gd name="T37" fmla="*/ 134 h 335"/>
                <a:gd name="T38" fmla="*/ 12 w 336"/>
                <a:gd name="T39" fmla="*/ 102 h 335"/>
                <a:gd name="T40" fmla="*/ 28 w 336"/>
                <a:gd name="T41" fmla="*/ 73 h 335"/>
                <a:gd name="T42" fmla="*/ 48 w 336"/>
                <a:gd name="T43" fmla="*/ 49 h 335"/>
                <a:gd name="T44" fmla="*/ 73 w 336"/>
                <a:gd name="T45" fmla="*/ 29 h 335"/>
                <a:gd name="T46" fmla="*/ 101 w 336"/>
                <a:gd name="T47" fmla="*/ 13 h 335"/>
                <a:gd name="T48" fmla="*/ 133 w 336"/>
                <a:gd name="T49" fmla="*/ 2 h 335"/>
                <a:gd name="T50" fmla="*/ 167 w 336"/>
                <a:gd name="T51" fmla="*/ 0 h 335"/>
                <a:gd name="T52" fmla="*/ 185 w 336"/>
                <a:gd name="T53" fmla="*/ 0 h 335"/>
                <a:gd name="T54" fmla="*/ 217 w 336"/>
                <a:gd name="T55" fmla="*/ 8 h 335"/>
                <a:gd name="T56" fmla="*/ 247 w 336"/>
                <a:gd name="T57" fmla="*/ 20 h 335"/>
                <a:gd name="T58" fmla="*/ 274 w 336"/>
                <a:gd name="T59" fmla="*/ 38 h 335"/>
                <a:gd name="T60" fmla="*/ 297 w 336"/>
                <a:gd name="T61" fmla="*/ 61 h 335"/>
                <a:gd name="T62" fmla="*/ 315 w 336"/>
                <a:gd name="T63" fmla="*/ 88 h 335"/>
                <a:gd name="T64" fmla="*/ 327 w 336"/>
                <a:gd name="T65" fmla="*/ 118 h 335"/>
                <a:gd name="T66" fmla="*/ 334 w 336"/>
                <a:gd name="T67" fmla="*/ 150 h 335"/>
                <a:gd name="T68" fmla="*/ 336 w 336"/>
                <a:gd name="T69" fmla="*/ 168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36" h="335">
                  <a:moveTo>
                    <a:pt x="336" y="168"/>
                  </a:moveTo>
                  <a:lnTo>
                    <a:pt x="336" y="168"/>
                  </a:lnTo>
                  <a:lnTo>
                    <a:pt x="334" y="186"/>
                  </a:lnTo>
                  <a:lnTo>
                    <a:pt x="332" y="202"/>
                  </a:lnTo>
                  <a:lnTo>
                    <a:pt x="327" y="218"/>
                  </a:lnTo>
                  <a:lnTo>
                    <a:pt x="322" y="234"/>
                  </a:lnTo>
                  <a:lnTo>
                    <a:pt x="315" y="248"/>
                  </a:lnTo>
                  <a:lnTo>
                    <a:pt x="306" y="262"/>
                  </a:lnTo>
                  <a:lnTo>
                    <a:pt x="297" y="275"/>
                  </a:lnTo>
                  <a:lnTo>
                    <a:pt x="286" y="287"/>
                  </a:lnTo>
                  <a:lnTo>
                    <a:pt x="274" y="298"/>
                  </a:lnTo>
                  <a:lnTo>
                    <a:pt x="261" y="307"/>
                  </a:lnTo>
                  <a:lnTo>
                    <a:pt x="247" y="316"/>
                  </a:lnTo>
                  <a:lnTo>
                    <a:pt x="233" y="323"/>
                  </a:lnTo>
                  <a:lnTo>
                    <a:pt x="217" y="328"/>
                  </a:lnTo>
                  <a:lnTo>
                    <a:pt x="201" y="332"/>
                  </a:lnTo>
                  <a:lnTo>
                    <a:pt x="185" y="335"/>
                  </a:lnTo>
                  <a:lnTo>
                    <a:pt x="167" y="335"/>
                  </a:lnTo>
                  <a:lnTo>
                    <a:pt x="167" y="335"/>
                  </a:lnTo>
                  <a:lnTo>
                    <a:pt x="151" y="335"/>
                  </a:lnTo>
                  <a:lnTo>
                    <a:pt x="133" y="332"/>
                  </a:lnTo>
                  <a:lnTo>
                    <a:pt x="117" y="328"/>
                  </a:lnTo>
                  <a:lnTo>
                    <a:pt x="101" y="323"/>
                  </a:lnTo>
                  <a:lnTo>
                    <a:pt x="87" y="316"/>
                  </a:lnTo>
                  <a:lnTo>
                    <a:pt x="73" y="307"/>
                  </a:lnTo>
                  <a:lnTo>
                    <a:pt x="60" y="298"/>
                  </a:lnTo>
                  <a:lnTo>
                    <a:pt x="48" y="287"/>
                  </a:lnTo>
                  <a:lnTo>
                    <a:pt x="37" y="275"/>
                  </a:lnTo>
                  <a:lnTo>
                    <a:pt x="28" y="262"/>
                  </a:lnTo>
                  <a:lnTo>
                    <a:pt x="19" y="248"/>
                  </a:lnTo>
                  <a:lnTo>
                    <a:pt x="12" y="234"/>
                  </a:lnTo>
                  <a:lnTo>
                    <a:pt x="7" y="218"/>
                  </a:lnTo>
                  <a:lnTo>
                    <a:pt x="3" y="202"/>
                  </a:lnTo>
                  <a:lnTo>
                    <a:pt x="0" y="186"/>
                  </a:lnTo>
                  <a:lnTo>
                    <a:pt x="0" y="168"/>
                  </a:lnTo>
                  <a:lnTo>
                    <a:pt x="0" y="168"/>
                  </a:lnTo>
                  <a:lnTo>
                    <a:pt x="0" y="150"/>
                  </a:lnTo>
                  <a:lnTo>
                    <a:pt x="3" y="134"/>
                  </a:lnTo>
                  <a:lnTo>
                    <a:pt x="7" y="118"/>
                  </a:lnTo>
                  <a:lnTo>
                    <a:pt x="12" y="102"/>
                  </a:lnTo>
                  <a:lnTo>
                    <a:pt x="19" y="88"/>
                  </a:lnTo>
                  <a:lnTo>
                    <a:pt x="28" y="73"/>
                  </a:lnTo>
                  <a:lnTo>
                    <a:pt x="37" y="61"/>
                  </a:lnTo>
                  <a:lnTo>
                    <a:pt x="48" y="49"/>
                  </a:lnTo>
                  <a:lnTo>
                    <a:pt x="60" y="38"/>
                  </a:lnTo>
                  <a:lnTo>
                    <a:pt x="73" y="29"/>
                  </a:lnTo>
                  <a:lnTo>
                    <a:pt x="87" y="20"/>
                  </a:lnTo>
                  <a:lnTo>
                    <a:pt x="101" y="13"/>
                  </a:lnTo>
                  <a:lnTo>
                    <a:pt x="117" y="8"/>
                  </a:lnTo>
                  <a:lnTo>
                    <a:pt x="133" y="2"/>
                  </a:lnTo>
                  <a:lnTo>
                    <a:pt x="151" y="0"/>
                  </a:lnTo>
                  <a:lnTo>
                    <a:pt x="167" y="0"/>
                  </a:lnTo>
                  <a:lnTo>
                    <a:pt x="167" y="0"/>
                  </a:lnTo>
                  <a:lnTo>
                    <a:pt x="185" y="0"/>
                  </a:lnTo>
                  <a:lnTo>
                    <a:pt x="201" y="2"/>
                  </a:lnTo>
                  <a:lnTo>
                    <a:pt x="217" y="8"/>
                  </a:lnTo>
                  <a:lnTo>
                    <a:pt x="233" y="13"/>
                  </a:lnTo>
                  <a:lnTo>
                    <a:pt x="247" y="20"/>
                  </a:lnTo>
                  <a:lnTo>
                    <a:pt x="261" y="29"/>
                  </a:lnTo>
                  <a:lnTo>
                    <a:pt x="274" y="38"/>
                  </a:lnTo>
                  <a:lnTo>
                    <a:pt x="286" y="49"/>
                  </a:lnTo>
                  <a:lnTo>
                    <a:pt x="297" y="61"/>
                  </a:lnTo>
                  <a:lnTo>
                    <a:pt x="306" y="73"/>
                  </a:lnTo>
                  <a:lnTo>
                    <a:pt x="315" y="88"/>
                  </a:lnTo>
                  <a:lnTo>
                    <a:pt x="322" y="102"/>
                  </a:lnTo>
                  <a:lnTo>
                    <a:pt x="327" y="118"/>
                  </a:lnTo>
                  <a:lnTo>
                    <a:pt x="332" y="134"/>
                  </a:lnTo>
                  <a:lnTo>
                    <a:pt x="334" y="150"/>
                  </a:lnTo>
                  <a:lnTo>
                    <a:pt x="336" y="168"/>
                  </a:lnTo>
                  <a:lnTo>
                    <a:pt x="336" y="168"/>
                  </a:lnTo>
                  <a:close/>
                </a:path>
              </a:pathLst>
            </a:custGeom>
            <a:solidFill>
              <a:srgbClr val="E34326"/>
            </a:solidFill>
            <a:ln>
              <a:noFill/>
            </a:ln>
          </p:spPr>
          <p:txBody>
            <a:bodyPr vert="horz" wrap="square" lIns="91440" tIns="45720" rIns="91440" bIns="45720" numCol="1" anchor="t" anchorCtr="0" compatLnSpc="1"/>
            <a:lstStyle/>
            <a:p>
              <a:endParaRPr lang="en-US"/>
            </a:p>
          </p:txBody>
        </p:sp>
        <p:sp>
          <p:nvSpPr>
            <p:cNvPr id="44" name="Freeform 171"/>
            <p:cNvSpPr/>
            <p:nvPr/>
          </p:nvSpPr>
          <p:spPr bwMode="auto">
            <a:xfrm>
              <a:off x="2138363" y="1550988"/>
              <a:ext cx="322262" cy="322263"/>
            </a:xfrm>
            <a:custGeom>
              <a:avLst/>
              <a:gdLst>
                <a:gd name="T0" fmla="*/ 203 w 203"/>
                <a:gd name="T1" fmla="*/ 71 h 203"/>
                <a:gd name="T2" fmla="*/ 132 w 203"/>
                <a:gd name="T3" fmla="*/ 71 h 203"/>
                <a:gd name="T4" fmla="*/ 132 w 203"/>
                <a:gd name="T5" fmla="*/ 0 h 203"/>
                <a:gd name="T6" fmla="*/ 72 w 203"/>
                <a:gd name="T7" fmla="*/ 0 h 203"/>
                <a:gd name="T8" fmla="*/ 72 w 203"/>
                <a:gd name="T9" fmla="*/ 71 h 203"/>
                <a:gd name="T10" fmla="*/ 0 w 203"/>
                <a:gd name="T11" fmla="*/ 71 h 203"/>
                <a:gd name="T12" fmla="*/ 0 w 203"/>
                <a:gd name="T13" fmla="*/ 131 h 203"/>
                <a:gd name="T14" fmla="*/ 72 w 203"/>
                <a:gd name="T15" fmla="*/ 131 h 203"/>
                <a:gd name="T16" fmla="*/ 72 w 203"/>
                <a:gd name="T17" fmla="*/ 203 h 203"/>
                <a:gd name="T18" fmla="*/ 132 w 203"/>
                <a:gd name="T19" fmla="*/ 203 h 203"/>
                <a:gd name="T20" fmla="*/ 132 w 203"/>
                <a:gd name="T21" fmla="*/ 131 h 203"/>
                <a:gd name="T22" fmla="*/ 203 w 203"/>
                <a:gd name="T23" fmla="*/ 131 h 203"/>
                <a:gd name="T24" fmla="*/ 203 w 203"/>
                <a:gd name="T25" fmla="*/ 7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203">
                  <a:moveTo>
                    <a:pt x="203" y="71"/>
                  </a:moveTo>
                  <a:lnTo>
                    <a:pt x="132" y="71"/>
                  </a:lnTo>
                  <a:lnTo>
                    <a:pt x="132" y="0"/>
                  </a:lnTo>
                  <a:lnTo>
                    <a:pt x="72" y="0"/>
                  </a:lnTo>
                  <a:lnTo>
                    <a:pt x="72" y="71"/>
                  </a:lnTo>
                  <a:lnTo>
                    <a:pt x="0" y="71"/>
                  </a:lnTo>
                  <a:lnTo>
                    <a:pt x="0" y="131"/>
                  </a:lnTo>
                  <a:lnTo>
                    <a:pt x="72" y="131"/>
                  </a:lnTo>
                  <a:lnTo>
                    <a:pt x="72" y="203"/>
                  </a:lnTo>
                  <a:lnTo>
                    <a:pt x="132" y="203"/>
                  </a:lnTo>
                  <a:lnTo>
                    <a:pt x="132" y="131"/>
                  </a:lnTo>
                  <a:lnTo>
                    <a:pt x="203" y="131"/>
                  </a:lnTo>
                  <a:lnTo>
                    <a:pt x="203" y="71"/>
                  </a:lnTo>
                  <a:close/>
                </a:path>
              </a:pathLst>
            </a:custGeom>
            <a:solidFill>
              <a:srgbClr val="FFFFFF"/>
            </a:solidFill>
            <a:ln>
              <a:noFill/>
            </a:ln>
          </p:spPr>
          <p:txBody>
            <a:bodyPr vert="horz" wrap="square" lIns="91440" tIns="45720" rIns="91440" bIns="45720" numCol="1" anchor="t" anchorCtr="0" compatLnSpc="1"/>
            <a:lstStyle/>
            <a:p>
              <a:endParaRPr lang="en-US"/>
            </a:p>
          </p:txBody>
        </p:sp>
      </p:grpSp>
      <p:sp>
        <p:nvSpPr>
          <p:cNvPr id="45" name="TextBox 44"/>
          <p:cNvSpPr txBox="1"/>
          <p:nvPr/>
        </p:nvSpPr>
        <p:spPr>
          <a:xfrm>
            <a:off x="8120922" y="3100587"/>
            <a:ext cx="2042949" cy="584775"/>
          </a:xfrm>
          <a:prstGeom prst="rect">
            <a:avLst/>
          </a:prstGeom>
          <a:noFill/>
        </p:spPr>
        <p:txBody>
          <a:bodyPr wrap="square" rtlCol="0">
            <a:spAutoFit/>
          </a:bodyPr>
          <a:lstStyle/>
          <a:p>
            <a:r>
              <a:rPr lang="zh-CN" altLang="en-US" sz="3200" dirty="0" smtClean="0">
                <a:solidFill>
                  <a:schemeClr val="accent2"/>
                </a:solidFill>
                <a:latin typeface="Montserrat" panose="00000500000000000000" pitchFamily="50" charset="0"/>
                <a:cs typeface="Arial" panose="020B0604020202020204"/>
              </a:rPr>
              <a:t>文字内容</a:t>
            </a:r>
            <a:endParaRPr lang="en-US" sz="3200" dirty="0">
              <a:solidFill>
                <a:schemeClr val="accent2"/>
              </a:solidFill>
              <a:latin typeface="Montserrat" panose="00000500000000000000" pitchFamily="50" charset="0"/>
              <a:cs typeface="Arial" panose="020B0604020202020204"/>
            </a:endParaRPr>
          </a:p>
        </p:txBody>
      </p:sp>
      <p:sp>
        <p:nvSpPr>
          <p:cNvPr id="46" name="Rectangle 45"/>
          <p:cNvSpPr/>
          <p:nvPr/>
        </p:nvSpPr>
        <p:spPr>
          <a:xfrm>
            <a:off x="8120924" y="3449815"/>
            <a:ext cx="3527345" cy="830997"/>
          </a:xfrm>
          <a:prstGeom prst="rect">
            <a:avLst/>
          </a:prstGeom>
        </p:spPr>
        <p:txBody>
          <a:bodyPr wrap="square">
            <a:spAutoFit/>
          </a:bodyPr>
          <a:lstStyle/>
          <a:p>
            <a:r>
              <a:rPr lang="zh-CN" altLang="en-US" sz="1200" dirty="0">
                <a:solidFill>
                  <a:srgbClr val="FFFFFF"/>
                </a:solidFill>
              </a:rPr>
              <a:t>文字内容文字文字内容文字内容文字内容文字内容文字内文字内容文字文字内容文字内容文字内容文字内容文字内</a:t>
            </a:r>
            <a:endParaRPr lang="en-US" altLang="zh-CN" sz="1200" dirty="0">
              <a:solidFill>
                <a:srgbClr val="FFFFFF"/>
              </a:solidFill>
            </a:endParaRPr>
          </a:p>
          <a:p>
            <a:endParaRPr lang="en-US" altLang="zh-CN" sz="1200" dirty="0">
              <a:solidFill>
                <a:srgbClr val="FFFFFF"/>
              </a:solidFill>
            </a:endParaRPr>
          </a:p>
        </p:txBody>
      </p:sp>
      <p:sp>
        <p:nvSpPr>
          <p:cNvPr id="49" name="TextBox 48"/>
          <p:cNvSpPr txBox="1"/>
          <p:nvPr/>
        </p:nvSpPr>
        <p:spPr>
          <a:xfrm>
            <a:off x="7450624" y="5135674"/>
            <a:ext cx="2042949" cy="584775"/>
          </a:xfrm>
          <a:prstGeom prst="rect">
            <a:avLst/>
          </a:prstGeom>
          <a:noFill/>
        </p:spPr>
        <p:txBody>
          <a:bodyPr wrap="square" rtlCol="0">
            <a:spAutoFit/>
          </a:bodyPr>
          <a:lstStyle/>
          <a:p>
            <a:r>
              <a:rPr lang="zh-CN" altLang="en-US" sz="3200" dirty="0" smtClean="0">
                <a:solidFill>
                  <a:schemeClr val="accent3"/>
                </a:solidFill>
                <a:latin typeface="Montserrat" panose="00000500000000000000" pitchFamily="50" charset="0"/>
                <a:cs typeface="Arial" panose="020B0604020202020204"/>
              </a:rPr>
              <a:t>文字内容</a:t>
            </a:r>
            <a:endParaRPr lang="en-US" sz="3200" dirty="0">
              <a:solidFill>
                <a:schemeClr val="accent3"/>
              </a:solidFill>
              <a:latin typeface="Montserrat" panose="00000500000000000000" pitchFamily="50" charset="0"/>
              <a:cs typeface="Arial" panose="020B0604020202020204"/>
            </a:endParaRPr>
          </a:p>
        </p:txBody>
      </p:sp>
      <p:sp>
        <p:nvSpPr>
          <p:cNvPr id="50" name="Rectangle 49"/>
          <p:cNvSpPr/>
          <p:nvPr/>
        </p:nvSpPr>
        <p:spPr>
          <a:xfrm>
            <a:off x="7450626" y="5484902"/>
            <a:ext cx="3599174" cy="830997"/>
          </a:xfrm>
          <a:prstGeom prst="rect">
            <a:avLst/>
          </a:prstGeom>
        </p:spPr>
        <p:txBody>
          <a:bodyPr wrap="square">
            <a:spAutoFit/>
          </a:bodyPr>
          <a:lstStyle/>
          <a:p>
            <a:r>
              <a:rPr lang="zh-CN" altLang="en-US" sz="1200" dirty="0">
                <a:solidFill>
                  <a:srgbClr val="FFFFFF"/>
                </a:solidFill>
              </a:rPr>
              <a:t>文字内容文字文字内容文字内容文字内容文字内容文字内文字内容文字文字内容文字内容文字内容文字内容文字内</a:t>
            </a:r>
            <a:endParaRPr lang="en-US" altLang="zh-CN" sz="1200" dirty="0">
              <a:solidFill>
                <a:srgbClr val="FFFFFF"/>
              </a:solidFill>
            </a:endParaRPr>
          </a:p>
          <a:p>
            <a:endParaRPr lang="en-US" altLang="zh-CN" sz="1200" dirty="0">
              <a:solidFill>
                <a:srgbClr val="FFFFFF"/>
              </a:solidFill>
            </a:endParaRPr>
          </a:p>
        </p:txBody>
      </p:sp>
      <p:sp>
        <p:nvSpPr>
          <p:cNvPr id="51" name="TextBox 50"/>
          <p:cNvSpPr txBox="1"/>
          <p:nvPr/>
        </p:nvSpPr>
        <p:spPr>
          <a:xfrm>
            <a:off x="2065911" y="4782434"/>
            <a:ext cx="2042949" cy="584775"/>
          </a:xfrm>
          <a:prstGeom prst="rect">
            <a:avLst/>
          </a:prstGeom>
          <a:noFill/>
        </p:spPr>
        <p:txBody>
          <a:bodyPr wrap="square" rtlCol="0">
            <a:spAutoFit/>
          </a:bodyPr>
          <a:lstStyle/>
          <a:p>
            <a:pPr algn="r"/>
            <a:r>
              <a:rPr lang="zh-CN" altLang="en-US" sz="3200" dirty="0" smtClean="0">
                <a:solidFill>
                  <a:schemeClr val="accent4"/>
                </a:solidFill>
                <a:latin typeface="Montserrat" panose="00000500000000000000" pitchFamily="50" charset="0"/>
                <a:cs typeface="Arial" panose="020B0604020202020204"/>
              </a:rPr>
              <a:t>文字内容</a:t>
            </a:r>
            <a:endParaRPr lang="en-US" sz="3200" dirty="0">
              <a:solidFill>
                <a:schemeClr val="accent4"/>
              </a:solidFill>
              <a:latin typeface="Montserrat" panose="00000500000000000000" pitchFamily="50" charset="0"/>
              <a:cs typeface="Arial" panose="020B0604020202020204"/>
            </a:endParaRPr>
          </a:p>
        </p:txBody>
      </p:sp>
      <p:sp>
        <p:nvSpPr>
          <p:cNvPr id="52" name="Rectangle 51"/>
          <p:cNvSpPr/>
          <p:nvPr/>
        </p:nvSpPr>
        <p:spPr>
          <a:xfrm>
            <a:off x="656860" y="5131662"/>
            <a:ext cx="3452002" cy="830997"/>
          </a:xfrm>
          <a:prstGeom prst="rect">
            <a:avLst/>
          </a:prstGeom>
        </p:spPr>
        <p:txBody>
          <a:bodyPr wrap="square">
            <a:spAutoFit/>
          </a:bodyPr>
          <a:lstStyle/>
          <a:p>
            <a:pPr algn="r"/>
            <a:r>
              <a:rPr lang="zh-CN" altLang="en-US" sz="1200" dirty="0">
                <a:solidFill>
                  <a:srgbClr val="FFFFFF"/>
                </a:solidFill>
              </a:rPr>
              <a:t>文字内容文字文字内容文字内容文字内容文字内容文字内文字内容文字文字内容文字内容文字内容文字内容文字内</a:t>
            </a:r>
            <a:endParaRPr lang="en-US" altLang="zh-CN" sz="1200" dirty="0">
              <a:solidFill>
                <a:srgbClr val="FFFFFF"/>
              </a:solidFill>
            </a:endParaRPr>
          </a:p>
          <a:p>
            <a:pPr algn="r"/>
            <a:endParaRPr lang="en-US" altLang="zh-CN" sz="1200" dirty="0">
              <a:solidFill>
                <a:srgbClr val="FFFFFF"/>
              </a:solidFill>
            </a:endParaRPr>
          </a:p>
        </p:txBody>
      </p:sp>
      <p:sp>
        <p:nvSpPr>
          <p:cNvPr id="53" name="TextBox 52"/>
          <p:cNvSpPr txBox="1"/>
          <p:nvPr/>
        </p:nvSpPr>
        <p:spPr>
          <a:xfrm>
            <a:off x="2042495" y="1814433"/>
            <a:ext cx="2042949" cy="584775"/>
          </a:xfrm>
          <a:prstGeom prst="rect">
            <a:avLst/>
          </a:prstGeom>
          <a:noFill/>
        </p:spPr>
        <p:txBody>
          <a:bodyPr wrap="square" rtlCol="0">
            <a:spAutoFit/>
          </a:bodyPr>
          <a:lstStyle/>
          <a:p>
            <a:pPr algn="r"/>
            <a:r>
              <a:rPr lang="zh-CN" altLang="en-US" sz="3200" dirty="0" smtClean="0">
                <a:solidFill>
                  <a:schemeClr val="accent1"/>
                </a:solidFill>
                <a:latin typeface="Montserrat" panose="00000500000000000000" pitchFamily="50" charset="0"/>
                <a:cs typeface="Arial" panose="020B0604020202020204"/>
              </a:rPr>
              <a:t>文字内容</a:t>
            </a:r>
            <a:endParaRPr lang="en-US" sz="3200" dirty="0">
              <a:solidFill>
                <a:schemeClr val="accent1"/>
              </a:solidFill>
              <a:latin typeface="Montserrat" panose="00000500000000000000" pitchFamily="50" charset="0"/>
              <a:cs typeface="Arial" panose="020B0604020202020204"/>
            </a:endParaRPr>
          </a:p>
        </p:txBody>
      </p:sp>
      <p:sp>
        <p:nvSpPr>
          <p:cNvPr id="54" name="Rectangle 53"/>
          <p:cNvSpPr/>
          <p:nvPr/>
        </p:nvSpPr>
        <p:spPr>
          <a:xfrm>
            <a:off x="523867" y="2163661"/>
            <a:ext cx="3561578" cy="830997"/>
          </a:xfrm>
          <a:prstGeom prst="rect">
            <a:avLst/>
          </a:prstGeom>
        </p:spPr>
        <p:txBody>
          <a:bodyPr wrap="square">
            <a:spAutoFit/>
          </a:bodyPr>
          <a:lstStyle/>
          <a:p>
            <a:pPr algn="r"/>
            <a:r>
              <a:rPr lang="zh-CN" altLang="en-US" sz="1200" dirty="0">
                <a:solidFill>
                  <a:srgbClr val="FFFFFF"/>
                </a:solidFill>
              </a:rPr>
              <a:t>文字内容文字文字内容文字内容文字内容文字内容文字</a:t>
            </a:r>
            <a:r>
              <a:rPr lang="zh-CN" altLang="en-US" sz="1200" dirty="0" smtClean="0">
                <a:solidFill>
                  <a:srgbClr val="FFFFFF"/>
                </a:solidFill>
              </a:rPr>
              <a:t>内</a:t>
            </a:r>
            <a:r>
              <a:rPr lang="zh-CN" altLang="en-US" sz="1200" dirty="0">
                <a:solidFill>
                  <a:srgbClr val="FFFFFF"/>
                </a:solidFill>
              </a:rPr>
              <a:t>文字内容文字文字内容文字内容文字内容文字内容文字内</a:t>
            </a:r>
            <a:endParaRPr lang="en-US" altLang="zh-CN" sz="1200" dirty="0">
              <a:solidFill>
                <a:srgbClr val="FFFFFF"/>
              </a:solidFill>
            </a:endParaRPr>
          </a:p>
          <a:p>
            <a:pPr algn="r"/>
            <a:endParaRPr lang="en-US" altLang="zh-CN" sz="1200" dirty="0">
              <a:solidFill>
                <a:srgbClr val="FFFFFF"/>
              </a:solidFill>
            </a:endParaRPr>
          </a:p>
        </p:txBody>
      </p:sp>
      <p:sp>
        <p:nvSpPr>
          <p:cNvPr id="55"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56"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fade">
                                      <p:cBhvr>
                                        <p:cTn id="29" dur="500"/>
                                        <p:tgtEl>
                                          <p:spTgt spid="53"/>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par>
                          <p:cTn id="42" fill="hold">
                            <p:stCondLst>
                              <p:cond delay="4500"/>
                            </p:stCondLst>
                            <p:childTnLst>
                              <p:par>
                                <p:cTn id="43" presetID="10" presetClass="entr" presetSubtype="0" fill="hold" grpId="0" nodeType="after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childTnLst>
                          </p:cTn>
                        </p:par>
                        <p:par>
                          <p:cTn id="46" fill="hold">
                            <p:stCondLst>
                              <p:cond delay="5000"/>
                            </p:stCondLst>
                            <p:childTnLst>
                              <p:par>
                                <p:cTn id="47" presetID="10" presetClass="entr" presetSubtype="0" fill="hold" grpId="0"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childTnLst>
                          </p:cTn>
                        </p:par>
                        <p:par>
                          <p:cTn id="50" fill="hold">
                            <p:stCondLst>
                              <p:cond delay="5500"/>
                            </p:stCondLst>
                            <p:childTnLst>
                              <p:par>
                                <p:cTn id="51" presetID="10" presetClass="entr" presetSubtype="0"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500"/>
                                        <p:tgtEl>
                                          <p:spTgt spid="51"/>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9" grpId="0"/>
      <p:bldP spid="50" grpId="0"/>
      <p:bldP spid="51" grpId="0"/>
      <p:bldP spid="52" grpId="0"/>
      <p:bldP spid="53" grpId="0"/>
      <p:bldP spid="5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9296754" y="1937371"/>
            <a:ext cx="1578239" cy="3572934"/>
            <a:chOff x="9296754" y="1937371"/>
            <a:chExt cx="1578239" cy="3572934"/>
          </a:xfrm>
        </p:grpSpPr>
        <p:grpSp>
          <p:nvGrpSpPr>
            <p:cNvPr id="89" name="78 Grupo"/>
            <p:cNvGrpSpPr/>
            <p:nvPr/>
          </p:nvGrpSpPr>
          <p:grpSpPr>
            <a:xfrm>
              <a:off x="9317740" y="3112739"/>
              <a:ext cx="1557253" cy="2397566"/>
              <a:chOff x="1842063" y="4529870"/>
              <a:chExt cx="2877134" cy="4429673"/>
            </a:xfrm>
          </p:grpSpPr>
          <p:sp>
            <p:nvSpPr>
              <p:cNvPr id="90" name="32 Rectángulo"/>
              <p:cNvSpPr/>
              <p:nvPr/>
            </p:nvSpPr>
            <p:spPr>
              <a:xfrm>
                <a:off x="1842063" y="4545043"/>
                <a:ext cx="2875534" cy="4414500"/>
              </a:xfrm>
              <a:custGeom>
                <a:avLst/>
                <a:gdLst/>
                <a:ahLst/>
                <a:cxnLst/>
                <a:rect l="l" t="t" r="r" b="b"/>
                <a:pathLst>
                  <a:path w="2875534" h="4414500">
                    <a:moveTo>
                      <a:pt x="0" y="0"/>
                    </a:moveTo>
                    <a:lnTo>
                      <a:pt x="2875534" y="0"/>
                    </a:lnTo>
                    <a:lnTo>
                      <a:pt x="2875534" y="3975750"/>
                    </a:lnTo>
                    <a:cubicBezTo>
                      <a:pt x="2496138" y="4258497"/>
                      <a:pt x="1968181" y="4420740"/>
                      <a:pt x="1407027" y="4414317"/>
                    </a:cubicBezTo>
                    <a:cubicBezTo>
                      <a:pt x="867766" y="4408144"/>
                      <a:pt x="365887" y="4246986"/>
                      <a:pt x="16" y="3978231"/>
                    </a:cubicBezTo>
                    <a:lnTo>
                      <a:pt x="197" y="3982324"/>
                    </a:lnTo>
                    <a:lnTo>
                      <a:pt x="0" y="3982177"/>
                    </a:lnTo>
                    <a:close/>
                  </a:path>
                </a:pathLst>
              </a:custGeom>
              <a:solidFill>
                <a:schemeClr val="bg1">
                  <a:lumMod val="95000"/>
                </a:schemeClr>
              </a:solidFill>
              <a:ln>
                <a:noFill/>
              </a:ln>
              <a:effectLst/>
            </p:spPr>
            <p:txBody>
              <a:bodyPr lIns="216000" tIns="0" rIns="216000" bIns="0" rtlCol="0" anchor="ctr"/>
              <a:lstStyle/>
              <a:p>
                <a:pPr algn="ctr"/>
                <a:endParaRPr lang="es-SV" sz="1100" dirty="0">
                  <a:solidFill>
                    <a:schemeClr val="bg2">
                      <a:lumMod val="50000"/>
                    </a:schemeClr>
                  </a:solidFill>
                  <a:latin typeface="Source Sans Pro" panose="020B0503030403020204" pitchFamily="34" charset="0"/>
                </a:endParaRPr>
              </a:p>
            </p:txBody>
          </p:sp>
          <p:sp>
            <p:nvSpPr>
              <p:cNvPr id="91" name="33 Rectángulo"/>
              <p:cNvSpPr/>
              <p:nvPr/>
            </p:nvSpPr>
            <p:spPr>
              <a:xfrm>
                <a:off x="1842063" y="4529870"/>
                <a:ext cx="135015" cy="4083457"/>
              </a:xfrm>
              <a:custGeom>
                <a:avLst/>
                <a:gdLst/>
                <a:ahLst/>
                <a:cxnLst/>
                <a:rect l="l" t="t" r="r" b="b"/>
                <a:pathLst>
                  <a:path w="135015" h="4083457">
                    <a:moveTo>
                      <a:pt x="0" y="0"/>
                    </a:moveTo>
                    <a:lnTo>
                      <a:pt x="135015" y="0"/>
                    </a:lnTo>
                    <a:lnTo>
                      <a:pt x="135015" y="4083457"/>
                    </a:lnTo>
                    <a:lnTo>
                      <a:pt x="16" y="3993404"/>
                    </a:lnTo>
                    <a:lnTo>
                      <a:pt x="191" y="3997492"/>
                    </a:lnTo>
                    <a:lnTo>
                      <a:pt x="0" y="399735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sp>
            <p:nvSpPr>
              <p:cNvPr id="92" name="34 Rectángulo"/>
              <p:cNvSpPr/>
              <p:nvPr/>
            </p:nvSpPr>
            <p:spPr>
              <a:xfrm>
                <a:off x="4584182" y="4529870"/>
                <a:ext cx="135015" cy="4080863"/>
              </a:xfrm>
              <a:custGeom>
                <a:avLst/>
                <a:gdLst/>
                <a:ahLst/>
                <a:cxnLst/>
                <a:rect l="l" t="t" r="r" b="b"/>
                <a:pathLst>
                  <a:path w="135015" h="4080863">
                    <a:moveTo>
                      <a:pt x="0" y="0"/>
                    </a:moveTo>
                    <a:lnTo>
                      <a:pt x="135015" y="0"/>
                    </a:lnTo>
                    <a:lnTo>
                      <a:pt x="135015" y="3992806"/>
                    </a:lnTo>
                    <a:lnTo>
                      <a:pt x="134840" y="3992892"/>
                    </a:lnTo>
                    <a:cubicBezTo>
                      <a:pt x="134975" y="3991889"/>
                      <a:pt x="134967" y="3990886"/>
                      <a:pt x="134957" y="3989884"/>
                    </a:cubicBezTo>
                    <a:lnTo>
                      <a:pt x="0" y="40808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grpSp>
        <p:grpSp>
          <p:nvGrpSpPr>
            <p:cNvPr id="135" name="82 Grupo"/>
            <p:cNvGrpSpPr/>
            <p:nvPr/>
          </p:nvGrpSpPr>
          <p:grpSpPr>
            <a:xfrm>
              <a:off x="9317740" y="2659929"/>
              <a:ext cx="1557253" cy="633334"/>
              <a:chOff x="3780045" y="6307980"/>
              <a:chExt cx="2877134" cy="1170130"/>
            </a:xfrm>
          </p:grpSpPr>
          <p:sp>
            <p:nvSpPr>
              <p:cNvPr id="136" name="83 Rectángulo"/>
              <p:cNvSpPr/>
              <p:nvPr/>
            </p:nvSpPr>
            <p:spPr>
              <a:xfrm>
                <a:off x="3780045" y="6323153"/>
                <a:ext cx="2875534" cy="1154957"/>
              </a:xfrm>
              <a:prstGeom prst="rect">
                <a:avLst/>
              </a:prstGeom>
              <a:solidFill>
                <a:schemeClr val="bg1">
                  <a:lumMod val="95000"/>
                </a:schemeClr>
              </a:solidFill>
              <a:ln>
                <a:noFill/>
              </a:ln>
              <a:effectLst/>
            </p:spPr>
            <p:txBody>
              <a:bodyPr lIns="108000" tIns="0" rIns="108000" bIns="0" rtlCol="0" anchor="ctr"/>
              <a:lstStyle/>
              <a:p>
                <a:pPr algn="ctr"/>
                <a:endParaRPr lang="es-SV" sz="1600">
                  <a:solidFill>
                    <a:srgbClr val="FFFFFF"/>
                  </a:solidFill>
                  <a:latin typeface="Arial" panose="020B0604020202020204"/>
                  <a:ea typeface="Segoe UI" panose="020B0502040204020203" pitchFamily="34" charset="0"/>
                  <a:cs typeface="Arial" panose="020B0604020202020204"/>
                </a:endParaRPr>
              </a:p>
            </p:txBody>
          </p:sp>
          <p:sp>
            <p:nvSpPr>
              <p:cNvPr id="137" name="84 Rectángulo"/>
              <p:cNvSpPr/>
              <p:nvPr/>
            </p:nvSpPr>
            <p:spPr>
              <a:xfrm>
                <a:off x="3780045" y="6307980"/>
                <a:ext cx="135015" cy="117013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sp>
            <p:nvSpPr>
              <p:cNvPr id="138" name="85 Rectángulo"/>
              <p:cNvSpPr/>
              <p:nvPr/>
            </p:nvSpPr>
            <p:spPr>
              <a:xfrm>
                <a:off x="6522164" y="6307980"/>
                <a:ext cx="135015" cy="117013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grpSp>
        <p:grpSp>
          <p:nvGrpSpPr>
            <p:cNvPr id="140" name="87 Grupo"/>
            <p:cNvGrpSpPr/>
            <p:nvPr/>
          </p:nvGrpSpPr>
          <p:grpSpPr>
            <a:xfrm>
              <a:off x="9316874" y="3227731"/>
              <a:ext cx="1558119" cy="780156"/>
              <a:chOff x="1840885" y="4580830"/>
              <a:chExt cx="2878734" cy="1441393"/>
            </a:xfrm>
          </p:grpSpPr>
          <p:sp>
            <p:nvSpPr>
              <p:cNvPr id="141"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4"/>
                  </a:gs>
                  <a:gs pos="100000">
                    <a:schemeClr val="accent4">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42"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grpSp>
          <p:nvGrpSpPr>
            <p:cNvPr id="143" name="90 Grupo"/>
            <p:cNvGrpSpPr/>
            <p:nvPr/>
          </p:nvGrpSpPr>
          <p:grpSpPr>
            <a:xfrm>
              <a:off x="9296754" y="1937371"/>
              <a:ext cx="1578239" cy="780156"/>
              <a:chOff x="2477945" y="2692856"/>
              <a:chExt cx="2915908" cy="1441393"/>
            </a:xfrm>
            <a:scene3d>
              <a:camera prst="orthographicFront"/>
              <a:lightRig rig="chilly" dir="t"/>
            </a:scene3d>
          </p:grpSpPr>
          <p:grpSp>
            <p:nvGrpSpPr>
              <p:cNvPr id="144" name="91 Grupo"/>
              <p:cNvGrpSpPr/>
              <p:nvPr/>
            </p:nvGrpSpPr>
            <p:grpSpPr>
              <a:xfrm rot="10800000">
                <a:off x="2515119" y="2692856"/>
                <a:ext cx="2878734" cy="1441393"/>
                <a:chOff x="1840885" y="4580830"/>
                <a:chExt cx="2878734" cy="1441393"/>
              </a:xfrm>
            </p:grpSpPr>
            <p:sp>
              <p:nvSpPr>
                <p:cNvPr id="147"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4"/>
                    </a:gs>
                    <a:gs pos="100000">
                      <a:schemeClr val="accent4">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48"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sp>
            <p:nvSpPr>
              <p:cNvPr id="145" name="Oval 26"/>
              <p:cNvSpPr>
                <a:spLocks noChangeAspect="1" noChangeArrowheads="1"/>
              </p:cNvSpPr>
              <p:nvPr/>
            </p:nvSpPr>
            <p:spPr bwMode="auto">
              <a:xfrm rot="20281579" flipH="1">
                <a:off x="2477945" y="2725137"/>
                <a:ext cx="2387518" cy="1025908"/>
              </a:xfrm>
              <a:custGeom>
                <a:avLst/>
                <a:gdLst/>
                <a:ahLst/>
                <a:cxnLst/>
                <a:rect l="l" t="t" r="r" b="b"/>
                <a:pathLst>
                  <a:path w="1799952" h="654016">
                    <a:moveTo>
                      <a:pt x="1799952" y="348330"/>
                    </a:moveTo>
                    <a:cubicBezTo>
                      <a:pt x="1725926" y="521860"/>
                      <a:pt x="1324231" y="654015"/>
                      <a:pt x="839955" y="654016"/>
                    </a:cubicBezTo>
                    <a:cubicBezTo>
                      <a:pt x="480986" y="654015"/>
                      <a:pt x="167392" y="581402"/>
                      <a:pt x="0" y="471105"/>
                    </a:cubicBezTo>
                    <a:cubicBezTo>
                      <a:pt x="168583" y="248580"/>
                      <a:pt x="413143" y="90180"/>
                      <a:pt x="693167" y="28361"/>
                    </a:cubicBezTo>
                    <a:cubicBezTo>
                      <a:pt x="1092679" y="-59840"/>
                      <a:pt x="1509482" y="60665"/>
                      <a:pt x="1799952" y="348330"/>
                    </a:cubicBezTo>
                    <a:close/>
                  </a:path>
                </a:pathLst>
              </a:custGeom>
              <a:gradFill rotWithShape="1">
                <a:gsLst>
                  <a:gs pos="0">
                    <a:schemeClr val="bg1">
                      <a:alpha val="33000"/>
                    </a:schemeClr>
                  </a:gs>
                  <a:gs pos="100000">
                    <a:schemeClr val="bg1">
                      <a:gamma/>
                      <a:shade val="46275"/>
                      <a:invGamma/>
                      <a:alpha val="0"/>
                    </a:schemeClr>
                  </a:gs>
                </a:gsLst>
                <a:lin ang="5400000" scaled="1"/>
              </a:gradFill>
              <a:ln w="38100">
                <a:noFill/>
                <a:round/>
              </a:ln>
              <a:effectLst/>
            </p:spPr>
            <p:txBody>
              <a:bodyPr wrap="none" anchor="ctr"/>
              <a:lstStyle/>
              <a:p>
                <a:pPr>
                  <a:defRPr/>
                </a:pPr>
                <a:endParaRPr lang="ko-KR" altLang="en-US" sz="1100">
                  <a:solidFill>
                    <a:schemeClr val="tx1">
                      <a:lumMod val="75000"/>
                      <a:lumOff val="25000"/>
                    </a:schemeClr>
                  </a:solidFill>
                  <a:latin typeface="Helvetica" panose="020B0604020202020204" pitchFamily="34" charset="0"/>
                  <a:cs typeface="Helvetica" panose="020B0604020202020204" pitchFamily="34" charset="0"/>
                </a:endParaRPr>
              </a:p>
            </p:txBody>
          </p:sp>
          <p:sp>
            <p:nvSpPr>
              <p:cNvPr id="146" name="Oval 28"/>
              <p:cNvSpPr>
                <a:spLocks noChangeArrowheads="1"/>
              </p:cNvSpPr>
              <p:nvPr/>
            </p:nvSpPr>
            <p:spPr bwMode="auto">
              <a:xfrm rot="14027407">
                <a:off x="2765975" y="2504902"/>
                <a:ext cx="853754" cy="1333485"/>
              </a:xfrm>
              <a:prstGeom prst="ellipse">
                <a:avLst/>
              </a:prstGeom>
              <a:gradFill rotWithShape="1">
                <a:gsLst>
                  <a:gs pos="0">
                    <a:schemeClr val="bg1">
                      <a:alpha val="65000"/>
                    </a:schemeClr>
                  </a:gs>
                  <a:gs pos="100000">
                    <a:srgbClr val="67ABF5">
                      <a:alpha val="0"/>
                    </a:srgbClr>
                  </a:gs>
                </a:gsLst>
                <a:path path="shape">
                  <a:fillToRect l="50000" t="50000" r="50000" b="50000"/>
                </a:path>
              </a:gradFill>
              <a:ln w="9525">
                <a:noFill/>
                <a:round/>
              </a:ln>
            </p:spPr>
            <p:txBody>
              <a:bodyPr wrap="none" anchor="ctr"/>
              <a:lstStyle/>
              <a:p>
                <a:endParaRPr lang="ko-KR" altLang="en-US" sz="1100">
                  <a:solidFill>
                    <a:schemeClr val="tx1">
                      <a:lumMod val="75000"/>
                      <a:lumOff val="25000"/>
                    </a:schemeClr>
                  </a:solidFill>
                  <a:latin typeface="Helvetica" panose="020B0604020202020204" pitchFamily="34" charset="0"/>
                  <a:ea typeface="Malgun Gothic" panose="020B0503020000020004" pitchFamily="50" charset="-127"/>
                  <a:cs typeface="Helvetica" panose="020B0604020202020204" pitchFamily="34" charset="0"/>
                </a:endParaRPr>
              </a:p>
            </p:txBody>
          </p:sp>
        </p:grpSp>
      </p:grpSp>
      <p:grpSp>
        <p:nvGrpSpPr>
          <p:cNvPr id="6" name="Group 5"/>
          <p:cNvGrpSpPr/>
          <p:nvPr/>
        </p:nvGrpSpPr>
        <p:grpSpPr>
          <a:xfrm>
            <a:off x="6639661" y="1937371"/>
            <a:ext cx="1578239" cy="3572934"/>
            <a:chOff x="6639661" y="1937371"/>
            <a:chExt cx="1578239" cy="3572934"/>
          </a:xfrm>
        </p:grpSpPr>
        <p:grpSp>
          <p:nvGrpSpPr>
            <p:cNvPr id="85" name="60 Grupo"/>
            <p:cNvGrpSpPr/>
            <p:nvPr/>
          </p:nvGrpSpPr>
          <p:grpSpPr>
            <a:xfrm>
              <a:off x="6660647" y="3112739"/>
              <a:ext cx="1557253" cy="2397566"/>
              <a:chOff x="1842063" y="4529870"/>
              <a:chExt cx="2877134" cy="4429673"/>
            </a:xfrm>
          </p:grpSpPr>
          <p:sp>
            <p:nvSpPr>
              <p:cNvPr id="86" name="32 Rectángulo"/>
              <p:cNvSpPr/>
              <p:nvPr/>
            </p:nvSpPr>
            <p:spPr>
              <a:xfrm>
                <a:off x="1842063" y="4545043"/>
                <a:ext cx="2875534" cy="4414500"/>
              </a:xfrm>
              <a:custGeom>
                <a:avLst/>
                <a:gdLst/>
                <a:ahLst/>
                <a:cxnLst/>
                <a:rect l="l" t="t" r="r" b="b"/>
                <a:pathLst>
                  <a:path w="2875534" h="4414500">
                    <a:moveTo>
                      <a:pt x="0" y="0"/>
                    </a:moveTo>
                    <a:lnTo>
                      <a:pt x="2875534" y="0"/>
                    </a:lnTo>
                    <a:lnTo>
                      <a:pt x="2875534" y="3975750"/>
                    </a:lnTo>
                    <a:cubicBezTo>
                      <a:pt x="2496138" y="4258497"/>
                      <a:pt x="1968181" y="4420740"/>
                      <a:pt x="1407027" y="4414317"/>
                    </a:cubicBezTo>
                    <a:cubicBezTo>
                      <a:pt x="867766" y="4408144"/>
                      <a:pt x="365887" y="4246986"/>
                      <a:pt x="16" y="3978231"/>
                    </a:cubicBezTo>
                    <a:lnTo>
                      <a:pt x="197" y="3982324"/>
                    </a:lnTo>
                    <a:lnTo>
                      <a:pt x="0" y="3982177"/>
                    </a:lnTo>
                    <a:close/>
                  </a:path>
                </a:pathLst>
              </a:custGeom>
              <a:solidFill>
                <a:schemeClr val="bg1">
                  <a:lumMod val="95000"/>
                </a:schemeClr>
              </a:solidFill>
              <a:ln>
                <a:noFill/>
              </a:ln>
              <a:effectLst/>
            </p:spPr>
            <p:txBody>
              <a:bodyPr lIns="216000" tIns="0" rIns="216000" bIns="0" rtlCol="0" anchor="ctr"/>
              <a:lstStyle/>
              <a:p>
                <a:pPr algn="ctr"/>
                <a:endParaRPr lang="es-SV" sz="1100" dirty="0">
                  <a:solidFill>
                    <a:schemeClr val="tx1">
                      <a:lumMod val="75000"/>
                      <a:lumOff val="25000"/>
                    </a:schemeClr>
                  </a:solidFill>
                  <a:latin typeface="Source Sans Pro" panose="020B0503030403020204" pitchFamily="34" charset="0"/>
                </a:endParaRPr>
              </a:p>
            </p:txBody>
          </p:sp>
          <p:sp>
            <p:nvSpPr>
              <p:cNvPr id="87" name="33 Rectángulo"/>
              <p:cNvSpPr/>
              <p:nvPr/>
            </p:nvSpPr>
            <p:spPr>
              <a:xfrm>
                <a:off x="1849683" y="4529870"/>
                <a:ext cx="135015" cy="4083457"/>
              </a:xfrm>
              <a:custGeom>
                <a:avLst/>
                <a:gdLst/>
                <a:ahLst/>
                <a:cxnLst/>
                <a:rect l="l" t="t" r="r" b="b"/>
                <a:pathLst>
                  <a:path w="135015" h="4083457">
                    <a:moveTo>
                      <a:pt x="0" y="0"/>
                    </a:moveTo>
                    <a:lnTo>
                      <a:pt x="135015" y="0"/>
                    </a:lnTo>
                    <a:lnTo>
                      <a:pt x="135015" y="4083457"/>
                    </a:lnTo>
                    <a:lnTo>
                      <a:pt x="16" y="3993404"/>
                    </a:lnTo>
                    <a:lnTo>
                      <a:pt x="191" y="3997492"/>
                    </a:lnTo>
                    <a:lnTo>
                      <a:pt x="0" y="39973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sp>
            <p:nvSpPr>
              <p:cNvPr id="88" name="34 Rectángulo"/>
              <p:cNvSpPr/>
              <p:nvPr/>
            </p:nvSpPr>
            <p:spPr>
              <a:xfrm>
                <a:off x="4584182" y="4529870"/>
                <a:ext cx="135015" cy="4080863"/>
              </a:xfrm>
              <a:custGeom>
                <a:avLst/>
                <a:gdLst/>
                <a:ahLst/>
                <a:cxnLst/>
                <a:rect l="l" t="t" r="r" b="b"/>
                <a:pathLst>
                  <a:path w="135015" h="4080863">
                    <a:moveTo>
                      <a:pt x="0" y="0"/>
                    </a:moveTo>
                    <a:lnTo>
                      <a:pt x="135015" y="0"/>
                    </a:lnTo>
                    <a:lnTo>
                      <a:pt x="135015" y="3992806"/>
                    </a:lnTo>
                    <a:lnTo>
                      <a:pt x="134840" y="3992892"/>
                    </a:lnTo>
                    <a:cubicBezTo>
                      <a:pt x="134975" y="3991889"/>
                      <a:pt x="134967" y="3990886"/>
                      <a:pt x="134957" y="3989884"/>
                    </a:cubicBezTo>
                    <a:lnTo>
                      <a:pt x="0" y="40808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grpSp>
        <p:grpSp>
          <p:nvGrpSpPr>
            <p:cNvPr id="121" name="64 Grupo"/>
            <p:cNvGrpSpPr/>
            <p:nvPr/>
          </p:nvGrpSpPr>
          <p:grpSpPr>
            <a:xfrm>
              <a:off x="6660647" y="2659929"/>
              <a:ext cx="1557253" cy="633334"/>
              <a:chOff x="3780045" y="6307980"/>
              <a:chExt cx="2877134" cy="1170130"/>
            </a:xfrm>
          </p:grpSpPr>
          <p:sp>
            <p:nvSpPr>
              <p:cNvPr id="122" name="65 Rectángulo"/>
              <p:cNvSpPr/>
              <p:nvPr/>
            </p:nvSpPr>
            <p:spPr>
              <a:xfrm>
                <a:off x="3780045" y="6323153"/>
                <a:ext cx="2875534" cy="1154957"/>
              </a:xfrm>
              <a:prstGeom prst="rect">
                <a:avLst/>
              </a:prstGeom>
              <a:solidFill>
                <a:schemeClr val="bg1">
                  <a:lumMod val="95000"/>
                </a:schemeClr>
              </a:solidFill>
              <a:ln>
                <a:noFill/>
              </a:ln>
              <a:effectLst/>
            </p:spPr>
            <p:txBody>
              <a:bodyPr lIns="108000" tIns="0" rIns="108000" bIns="0" rtlCol="0" anchor="ctr"/>
              <a:lstStyle/>
              <a:p>
                <a:pPr algn="ctr"/>
                <a:endParaRPr lang="es-SV" sz="1600">
                  <a:solidFill>
                    <a:srgbClr val="FFFFFF"/>
                  </a:solidFill>
                  <a:latin typeface="Arial" panose="020B0604020202020204"/>
                  <a:ea typeface="Segoe UI" panose="020B0502040204020203" pitchFamily="34" charset="0"/>
                  <a:cs typeface="Arial" panose="020B0604020202020204"/>
                </a:endParaRPr>
              </a:p>
            </p:txBody>
          </p:sp>
          <p:sp>
            <p:nvSpPr>
              <p:cNvPr id="123" name="66 Rectángulo"/>
              <p:cNvSpPr/>
              <p:nvPr/>
            </p:nvSpPr>
            <p:spPr>
              <a:xfrm>
                <a:off x="3787665" y="6307980"/>
                <a:ext cx="135015" cy="11701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sp>
            <p:nvSpPr>
              <p:cNvPr id="124" name="67 Rectángulo"/>
              <p:cNvSpPr/>
              <p:nvPr/>
            </p:nvSpPr>
            <p:spPr>
              <a:xfrm>
                <a:off x="6522164" y="6307980"/>
                <a:ext cx="135015" cy="11701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grpSp>
        <p:grpSp>
          <p:nvGrpSpPr>
            <p:cNvPr id="126" name="69 Grupo"/>
            <p:cNvGrpSpPr/>
            <p:nvPr/>
          </p:nvGrpSpPr>
          <p:grpSpPr>
            <a:xfrm>
              <a:off x="6659781" y="3227731"/>
              <a:ext cx="1558119" cy="780156"/>
              <a:chOff x="1840885" y="4580830"/>
              <a:chExt cx="2878734" cy="1441393"/>
            </a:xfrm>
          </p:grpSpPr>
          <p:sp>
            <p:nvSpPr>
              <p:cNvPr id="127"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3">
                      <a:lumMod val="100000"/>
                    </a:schemeClr>
                  </a:gs>
                  <a:gs pos="100000">
                    <a:schemeClr val="accent3">
                      <a:lumMod val="75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28"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grpSp>
          <p:nvGrpSpPr>
            <p:cNvPr id="129" name="72 Grupo"/>
            <p:cNvGrpSpPr/>
            <p:nvPr/>
          </p:nvGrpSpPr>
          <p:grpSpPr>
            <a:xfrm>
              <a:off x="6639661" y="1937371"/>
              <a:ext cx="1578239" cy="780156"/>
              <a:chOff x="2477945" y="2692856"/>
              <a:chExt cx="2915908" cy="1441393"/>
            </a:xfrm>
            <a:scene3d>
              <a:camera prst="orthographicFront"/>
              <a:lightRig rig="chilly" dir="t"/>
            </a:scene3d>
          </p:grpSpPr>
          <p:grpSp>
            <p:nvGrpSpPr>
              <p:cNvPr id="130" name="73 Grupo"/>
              <p:cNvGrpSpPr/>
              <p:nvPr/>
            </p:nvGrpSpPr>
            <p:grpSpPr>
              <a:xfrm rot="10800000">
                <a:off x="2515119" y="2692856"/>
                <a:ext cx="2878734" cy="1441393"/>
                <a:chOff x="1840885" y="4580830"/>
                <a:chExt cx="2878734" cy="1441393"/>
              </a:xfrm>
            </p:grpSpPr>
            <p:sp>
              <p:nvSpPr>
                <p:cNvPr id="133"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3">
                        <a:lumMod val="100000"/>
                      </a:schemeClr>
                    </a:gs>
                    <a:gs pos="100000">
                      <a:schemeClr val="accent3">
                        <a:lumMod val="75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34"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sp>
            <p:nvSpPr>
              <p:cNvPr id="131" name="Oval 26"/>
              <p:cNvSpPr>
                <a:spLocks noChangeAspect="1" noChangeArrowheads="1"/>
              </p:cNvSpPr>
              <p:nvPr/>
            </p:nvSpPr>
            <p:spPr bwMode="auto">
              <a:xfrm rot="20281579" flipH="1">
                <a:off x="2477945" y="2725137"/>
                <a:ext cx="2387518" cy="1025908"/>
              </a:xfrm>
              <a:custGeom>
                <a:avLst/>
                <a:gdLst/>
                <a:ahLst/>
                <a:cxnLst/>
                <a:rect l="l" t="t" r="r" b="b"/>
                <a:pathLst>
                  <a:path w="1799952" h="654016">
                    <a:moveTo>
                      <a:pt x="1799952" y="348330"/>
                    </a:moveTo>
                    <a:cubicBezTo>
                      <a:pt x="1725926" y="521860"/>
                      <a:pt x="1324231" y="654015"/>
                      <a:pt x="839955" y="654016"/>
                    </a:cubicBezTo>
                    <a:cubicBezTo>
                      <a:pt x="480986" y="654015"/>
                      <a:pt x="167392" y="581402"/>
                      <a:pt x="0" y="471105"/>
                    </a:cubicBezTo>
                    <a:cubicBezTo>
                      <a:pt x="168583" y="248580"/>
                      <a:pt x="413143" y="90180"/>
                      <a:pt x="693167" y="28361"/>
                    </a:cubicBezTo>
                    <a:cubicBezTo>
                      <a:pt x="1092679" y="-59840"/>
                      <a:pt x="1509482" y="60665"/>
                      <a:pt x="1799952" y="348330"/>
                    </a:cubicBezTo>
                    <a:close/>
                  </a:path>
                </a:pathLst>
              </a:custGeom>
              <a:gradFill rotWithShape="1">
                <a:gsLst>
                  <a:gs pos="0">
                    <a:schemeClr val="bg1">
                      <a:alpha val="33000"/>
                    </a:schemeClr>
                  </a:gs>
                  <a:gs pos="100000">
                    <a:schemeClr val="bg1">
                      <a:gamma/>
                      <a:shade val="46275"/>
                      <a:invGamma/>
                      <a:alpha val="0"/>
                    </a:schemeClr>
                  </a:gs>
                </a:gsLst>
                <a:lin ang="5400000" scaled="1"/>
              </a:gradFill>
              <a:ln w="38100">
                <a:noFill/>
                <a:round/>
              </a:ln>
              <a:effectLst/>
            </p:spPr>
            <p:txBody>
              <a:bodyPr wrap="none" anchor="ctr"/>
              <a:lstStyle/>
              <a:p>
                <a:pPr>
                  <a:defRPr/>
                </a:pPr>
                <a:endParaRPr lang="ko-KR" altLang="en-US" sz="1100">
                  <a:solidFill>
                    <a:schemeClr val="tx1">
                      <a:lumMod val="75000"/>
                      <a:lumOff val="25000"/>
                    </a:schemeClr>
                  </a:solidFill>
                  <a:latin typeface="Helvetica" panose="020B0604020202020204" pitchFamily="34" charset="0"/>
                  <a:cs typeface="Helvetica" panose="020B0604020202020204" pitchFamily="34" charset="0"/>
                </a:endParaRPr>
              </a:p>
            </p:txBody>
          </p:sp>
          <p:sp>
            <p:nvSpPr>
              <p:cNvPr id="132" name="Oval 28"/>
              <p:cNvSpPr>
                <a:spLocks noChangeArrowheads="1"/>
              </p:cNvSpPr>
              <p:nvPr/>
            </p:nvSpPr>
            <p:spPr bwMode="auto">
              <a:xfrm rot="14027407">
                <a:off x="2765975" y="2504902"/>
                <a:ext cx="853754" cy="1333485"/>
              </a:xfrm>
              <a:prstGeom prst="ellipse">
                <a:avLst/>
              </a:prstGeom>
              <a:gradFill rotWithShape="1">
                <a:gsLst>
                  <a:gs pos="0">
                    <a:schemeClr val="bg1">
                      <a:alpha val="65000"/>
                    </a:schemeClr>
                  </a:gs>
                  <a:gs pos="100000">
                    <a:srgbClr val="67ABF5">
                      <a:alpha val="0"/>
                    </a:srgbClr>
                  </a:gs>
                </a:gsLst>
                <a:path path="shape">
                  <a:fillToRect l="50000" t="50000" r="50000" b="50000"/>
                </a:path>
              </a:gradFill>
              <a:ln w="9525">
                <a:noFill/>
                <a:round/>
              </a:ln>
            </p:spPr>
            <p:txBody>
              <a:bodyPr wrap="none" anchor="ctr"/>
              <a:lstStyle/>
              <a:p>
                <a:endParaRPr lang="ko-KR" altLang="en-US" sz="1100">
                  <a:solidFill>
                    <a:schemeClr val="tx1">
                      <a:lumMod val="75000"/>
                      <a:lumOff val="25000"/>
                    </a:schemeClr>
                  </a:solidFill>
                  <a:latin typeface="Helvetica" panose="020B0604020202020204" pitchFamily="34" charset="0"/>
                  <a:ea typeface="Malgun Gothic" panose="020B0503020000020004" pitchFamily="50" charset="-127"/>
                  <a:cs typeface="Helvetica" panose="020B0604020202020204" pitchFamily="34" charset="0"/>
                </a:endParaRPr>
              </a:p>
            </p:txBody>
          </p:sp>
        </p:grpSp>
      </p:grpSp>
      <p:grpSp>
        <p:nvGrpSpPr>
          <p:cNvPr id="5" name="Group 4"/>
          <p:cNvGrpSpPr/>
          <p:nvPr/>
        </p:nvGrpSpPr>
        <p:grpSpPr>
          <a:xfrm>
            <a:off x="3978983" y="1937371"/>
            <a:ext cx="1578239" cy="3572934"/>
            <a:chOff x="3978983" y="1937371"/>
            <a:chExt cx="1578239" cy="3572934"/>
          </a:xfrm>
        </p:grpSpPr>
        <p:grpSp>
          <p:nvGrpSpPr>
            <p:cNvPr id="81" name="41 Grupo"/>
            <p:cNvGrpSpPr/>
            <p:nvPr/>
          </p:nvGrpSpPr>
          <p:grpSpPr>
            <a:xfrm>
              <a:off x="3999969" y="3112739"/>
              <a:ext cx="1557253" cy="2397566"/>
              <a:chOff x="1842063" y="4529870"/>
              <a:chExt cx="2877134" cy="4429673"/>
            </a:xfrm>
          </p:grpSpPr>
          <p:sp>
            <p:nvSpPr>
              <p:cNvPr id="82" name="32 Rectángulo"/>
              <p:cNvSpPr/>
              <p:nvPr/>
            </p:nvSpPr>
            <p:spPr>
              <a:xfrm>
                <a:off x="1842063" y="4545043"/>
                <a:ext cx="2875534" cy="4414500"/>
              </a:xfrm>
              <a:custGeom>
                <a:avLst/>
                <a:gdLst/>
                <a:ahLst/>
                <a:cxnLst/>
                <a:rect l="l" t="t" r="r" b="b"/>
                <a:pathLst>
                  <a:path w="2875534" h="4414500">
                    <a:moveTo>
                      <a:pt x="0" y="0"/>
                    </a:moveTo>
                    <a:lnTo>
                      <a:pt x="2875534" y="0"/>
                    </a:lnTo>
                    <a:lnTo>
                      <a:pt x="2875534" y="3975750"/>
                    </a:lnTo>
                    <a:cubicBezTo>
                      <a:pt x="2496138" y="4258497"/>
                      <a:pt x="1968181" y="4420740"/>
                      <a:pt x="1407027" y="4414317"/>
                    </a:cubicBezTo>
                    <a:cubicBezTo>
                      <a:pt x="867766" y="4408144"/>
                      <a:pt x="365887" y="4246986"/>
                      <a:pt x="16" y="3978231"/>
                    </a:cubicBezTo>
                    <a:lnTo>
                      <a:pt x="197" y="3982324"/>
                    </a:lnTo>
                    <a:lnTo>
                      <a:pt x="0" y="3982177"/>
                    </a:lnTo>
                    <a:close/>
                  </a:path>
                </a:pathLst>
              </a:custGeom>
              <a:solidFill>
                <a:schemeClr val="bg1">
                  <a:lumMod val="95000"/>
                </a:schemeClr>
              </a:solidFill>
              <a:ln>
                <a:noFill/>
              </a:ln>
              <a:effectLst/>
            </p:spPr>
            <p:txBody>
              <a:bodyPr lIns="216000" tIns="0" rIns="216000" bIns="0" rtlCol="0" anchor="ctr"/>
              <a:lstStyle/>
              <a:p>
                <a:pPr algn="ctr"/>
                <a:endParaRPr lang="es-SV" sz="1100" dirty="0">
                  <a:solidFill>
                    <a:schemeClr val="bg2">
                      <a:lumMod val="50000"/>
                    </a:schemeClr>
                  </a:solidFill>
                  <a:latin typeface="Source Sans Pro" panose="020B0503030403020204" pitchFamily="34" charset="0"/>
                </a:endParaRPr>
              </a:p>
            </p:txBody>
          </p:sp>
          <p:sp>
            <p:nvSpPr>
              <p:cNvPr id="83" name="33 Rectángulo"/>
              <p:cNvSpPr/>
              <p:nvPr/>
            </p:nvSpPr>
            <p:spPr>
              <a:xfrm>
                <a:off x="1842063" y="4529870"/>
                <a:ext cx="135015" cy="4083457"/>
              </a:xfrm>
              <a:custGeom>
                <a:avLst/>
                <a:gdLst/>
                <a:ahLst/>
                <a:cxnLst/>
                <a:rect l="l" t="t" r="r" b="b"/>
                <a:pathLst>
                  <a:path w="135015" h="4083457">
                    <a:moveTo>
                      <a:pt x="0" y="0"/>
                    </a:moveTo>
                    <a:lnTo>
                      <a:pt x="135015" y="0"/>
                    </a:lnTo>
                    <a:lnTo>
                      <a:pt x="135015" y="4083457"/>
                    </a:lnTo>
                    <a:lnTo>
                      <a:pt x="16" y="3993404"/>
                    </a:lnTo>
                    <a:lnTo>
                      <a:pt x="191" y="3997492"/>
                    </a:lnTo>
                    <a:lnTo>
                      <a:pt x="0" y="39973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sp>
            <p:nvSpPr>
              <p:cNvPr id="84" name="34 Rectángulo"/>
              <p:cNvSpPr/>
              <p:nvPr/>
            </p:nvSpPr>
            <p:spPr>
              <a:xfrm>
                <a:off x="4584182" y="4529870"/>
                <a:ext cx="135015" cy="4080863"/>
              </a:xfrm>
              <a:custGeom>
                <a:avLst/>
                <a:gdLst/>
                <a:ahLst/>
                <a:cxnLst/>
                <a:rect l="l" t="t" r="r" b="b"/>
                <a:pathLst>
                  <a:path w="135015" h="4080863">
                    <a:moveTo>
                      <a:pt x="0" y="0"/>
                    </a:moveTo>
                    <a:lnTo>
                      <a:pt x="135015" y="0"/>
                    </a:lnTo>
                    <a:lnTo>
                      <a:pt x="135015" y="3992806"/>
                    </a:lnTo>
                    <a:lnTo>
                      <a:pt x="134840" y="3992892"/>
                    </a:lnTo>
                    <a:cubicBezTo>
                      <a:pt x="134975" y="3991889"/>
                      <a:pt x="134967" y="3990886"/>
                      <a:pt x="134957" y="3989884"/>
                    </a:cubicBezTo>
                    <a:lnTo>
                      <a:pt x="0" y="408086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grpSp>
        <p:grpSp>
          <p:nvGrpSpPr>
            <p:cNvPr id="107" name="45 Grupo"/>
            <p:cNvGrpSpPr/>
            <p:nvPr/>
          </p:nvGrpSpPr>
          <p:grpSpPr>
            <a:xfrm>
              <a:off x="3999969" y="2659929"/>
              <a:ext cx="1557253" cy="633334"/>
              <a:chOff x="3780045" y="6307980"/>
              <a:chExt cx="2877134" cy="1170130"/>
            </a:xfrm>
          </p:grpSpPr>
          <p:sp>
            <p:nvSpPr>
              <p:cNvPr id="108" name="46 Rectángulo"/>
              <p:cNvSpPr/>
              <p:nvPr/>
            </p:nvSpPr>
            <p:spPr>
              <a:xfrm>
                <a:off x="3780045" y="6323153"/>
                <a:ext cx="2875534" cy="1154957"/>
              </a:xfrm>
              <a:prstGeom prst="rect">
                <a:avLst/>
              </a:prstGeom>
              <a:solidFill>
                <a:schemeClr val="bg1">
                  <a:lumMod val="95000"/>
                </a:schemeClr>
              </a:solidFill>
              <a:ln>
                <a:noFill/>
              </a:ln>
              <a:effectLst/>
            </p:spPr>
            <p:txBody>
              <a:bodyPr lIns="108000" tIns="0" rIns="108000" bIns="0" rtlCol="0" anchor="ctr"/>
              <a:lstStyle/>
              <a:p>
                <a:pPr algn="ctr"/>
                <a:endParaRPr lang="es-SV" sz="1600">
                  <a:solidFill>
                    <a:srgbClr val="FFFFFF"/>
                  </a:solidFill>
                  <a:latin typeface="Arial" panose="020B0604020202020204"/>
                  <a:ea typeface="Segoe UI" panose="020B0502040204020203" pitchFamily="34" charset="0"/>
                  <a:cs typeface="Arial" panose="020B0604020202020204"/>
                </a:endParaRPr>
              </a:p>
            </p:txBody>
          </p:sp>
          <p:sp>
            <p:nvSpPr>
              <p:cNvPr id="109" name="47 Rectángulo"/>
              <p:cNvSpPr/>
              <p:nvPr/>
            </p:nvSpPr>
            <p:spPr>
              <a:xfrm>
                <a:off x="3780045" y="6307980"/>
                <a:ext cx="135015" cy="11701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sp>
            <p:nvSpPr>
              <p:cNvPr id="110" name="48 Rectángulo"/>
              <p:cNvSpPr/>
              <p:nvPr/>
            </p:nvSpPr>
            <p:spPr>
              <a:xfrm>
                <a:off x="6522164" y="6307980"/>
                <a:ext cx="135015" cy="11701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grpSp>
        <p:grpSp>
          <p:nvGrpSpPr>
            <p:cNvPr id="112" name="50 Grupo"/>
            <p:cNvGrpSpPr/>
            <p:nvPr/>
          </p:nvGrpSpPr>
          <p:grpSpPr>
            <a:xfrm>
              <a:off x="3999103" y="3227731"/>
              <a:ext cx="1558119" cy="780156"/>
              <a:chOff x="1840885" y="4580830"/>
              <a:chExt cx="2878734" cy="1441393"/>
            </a:xfrm>
          </p:grpSpPr>
          <p:sp>
            <p:nvSpPr>
              <p:cNvPr id="113"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2"/>
                  </a:gs>
                  <a:gs pos="100000">
                    <a:schemeClr val="accent2">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14"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grpSp>
          <p:nvGrpSpPr>
            <p:cNvPr id="115" name="54 Grupo"/>
            <p:cNvGrpSpPr/>
            <p:nvPr/>
          </p:nvGrpSpPr>
          <p:grpSpPr>
            <a:xfrm>
              <a:off x="3978983" y="1937371"/>
              <a:ext cx="1578239" cy="780156"/>
              <a:chOff x="2477945" y="2692856"/>
              <a:chExt cx="2915908" cy="1441393"/>
            </a:xfrm>
            <a:scene3d>
              <a:camera prst="orthographicFront"/>
              <a:lightRig rig="chilly" dir="t"/>
            </a:scene3d>
          </p:grpSpPr>
          <p:grpSp>
            <p:nvGrpSpPr>
              <p:cNvPr id="116" name="55 Grupo"/>
              <p:cNvGrpSpPr/>
              <p:nvPr/>
            </p:nvGrpSpPr>
            <p:grpSpPr>
              <a:xfrm rot="10800000">
                <a:off x="2515119" y="2692856"/>
                <a:ext cx="2878734" cy="1441393"/>
                <a:chOff x="1840885" y="4580830"/>
                <a:chExt cx="2878734" cy="1441393"/>
              </a:xfrm>
            </p:grpSpPr>
            <p:sp>
              <p:nvSpPr>
                <p:cNvPr id="119"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2"/>
                    </a:gs>
                    <a:gs pos="100000">
                      <a:schemeClr val="accent2">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20"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sp>
            <p:nvSpPr>
              <p:cNvPr id="117" name="Oval 26"/>
              <p:cNvSpPr>
                <a:spLocks noChangeAspect="1" noChangeArrowheads="1"/>
              </p:cNvSpPr>
              <p:nvPr/>
            </p:nvSpPr>
            <p:spPr bwMode="auto">
              <a:xfrm rot="20281579" flipH="1">
                <a:off x="2477945" y="2725137"/>
                <a:ext cx="2387518" cy="1025908"/>
              </a:xfrm>
              <a:custGeom>
                <a:avLst/>
                <a:gdLst/>
                <a:ahLst/>
                <a:cxnLst/>
                <a:rect l="l" t="t" r="r" b="b"/>
                <a:pathLst>
                  <a:path w="1799952" h="654016">
                    <a:moveTo>
                      <a:pt x="1799952" y="348330"/>
                    </a:moveTo>
                    <a:cubicBezTo>
                      <a:pt x="1725926" y="521860"/>
                      <a:pt x="1324231" y="654015"/>
                      <a:pt x="839955" y="654016"/>
                    </a:cubicBezTo>
                    <a:cubicBezTo>
                      <a:pt x="480986" y="654015"/>
                      <a:pt x="167392" y="581402"/>
                      <a:pt x="0" y="471105"/>
                    </a:cubicBezTo>
                    <a:cubicBezTo>
                      <a:pt x="168583" y="248580"/>
                      <a:pt x="413143" y="90180"/>
                      <a:pt x="693167" y="28361"/>
                    </a:cubicBezTo>
                    <a:cubicBezTo>
                      <a:pt x="1092679" y="-59840"/>
                      <a:pt x="1509482" y="60665"/>
                      <a:pt x="1799952" y="348330"/>
                    </a:cubicBezTo>
                    <a:close/>
                  </a:path>
                </a:pathLst>
              </a:custGeom>
              <a:gradFill rotWithShape="1">
                <a:gsLst>
                  <a:gs pos="0">
                    <a:schemeClr val="bg1">
                      <a:alpha val="33000"/>
                    </a:schemeClr>
                  </a:gs>
                  <a:gs pos="100000">
                    <a:schemeClr val="bg1">
                      <a:gamma/>
                      <a:shade val="46275"/>
                      <a:invGamma/>
                      <a:alpha val="0"/>
                    </a:schemeClr>
                  </a:gs>
                </a:gsLst>
                <a:lin ang="5400000" scaled="1"/>
              </a:gradFill>
              <a:ln w="38100">
                <a:noFill/>
                <a:round/>
              </a:ln>
              <a:effectLst/>
            </p:spPr>
            <p:txBody>
              <a:bodyPr wrap="none" anchor="ctr"/>
              <a:lstStyle/>
              <a:p>
                <a:pPr>
                  <a:defRPr/>
                </a:pPr>
                <a:endParaRPr lang="ko-KR" altLang="en-US" sz="1100">
                  <a:solidFill>
                    <a:schemeClr val="tx1">
                      <a:lumMod val="75000"/>
                      <a:lumOff val="25000"/>
                    </a:schemeClr>
                  </a:solidFill>
                  <a:latin typeface="Helvetica" panose="020B0604020202020204" pitchFamily="34" charset="0"/>
                  <a:cs typeface="Helvetica" panose="020B0604020202020204" pitchFamily="34" charset="0"/>
                </a:endParaRPr>
              </a:p>
            </p:txBody>
          </p:sp>
          <p:sp>
            <p:nvSpPr>
              <p:cNvPr id="118" name="Oval 28"/>
              <p:cNvSpPr>
                <a:spLocks noChangeArrowheads="1"/>
              </p:cNvSpPr>
              <p:nvPr/>
            </p:nvSpPr>
            <p:spPr bwMode="auto">
              <a:xfrm rot="14027407">
                <a:off x="2765975" y="2504902"/>
                <a:ext cx="853754" cy="1333485"/>
              </a:xfrm>
              <a:prstGeom prst="ellipse">
                <a:avLst/>
              </a:prstGeom>
              <a:gradFill rotWithShape="1">
                <a:gsLst>
                  <a:gs pos="0">
                    <a:schemeClr val="bg1">
                      <a:alpha val="65000"/>
                    </a:schemeClr>
                  </a:gs>
                  <a:gs pos="100000">
                    <a:srgbClr val="67ABF5">
                      <a:alpha val="0"/>
                    </a:srgbClr>
                  </a:gs>
                </a:gsLst>
                <a:path path="shape">
                  <a:fillToRect l="50000" t="50000" r="50000" b="50000"/>
                </a:path>
              </a:gradFill>
              <a:ln w="9525">
                <a:noFill/>
                <a:round/>
              </a:ln>
            </p:spPr>
            <p:txBody>
              <a:bodyPr wrap="none" anchor="ctr"/>
              <a:lstStyle/>
              <a:p>
                <a:endParaRPr lang="ko-KR" altLang="en-US" sz="1100">
                  <a:solidFill>
                    <a:schemeClr val="tx1">
                      <a:lumMod val="75000"/>
                      <a:lumOff val="25000"/>
                    </a:schemeClr>
                  </a:solidFill>
                  <a:latin typeface="Helvetica" panose="020B0604020202020204" pitchFamily="34" charset="0"/>
                  <a:ea typeface="Malgun Gothic" panose="020B0503020000020004" pitchFamily="50" charset="-127"/>
                  <a:cs typeface="Helvetica" panose="020B0604020202020204" pitchFamily="34" charset="0"/>
                </a:endParaRPr>
              </a:p>
            </p:txBody>
          </p:sp>
        </p:grpSp>
      </p:grpSp>
      <p:grpSp>
        <p:nvGrpSpPr>
          <p:cNvPr id="4" name="Group 3"/>
          <p:cNvGrpSpPr/>
          <p:nvPr/>
        </p:nvGrpSpPr>
        <p:grpSpPr>
          <a:xfrm>
            <a:off x="1317007" y="1937371"/>
            <a:ext cx="1578239" cy="3572934"/>
            <a:chOff x="1317007" y="1937371"/>
            <a:chExt cx="1578239" cy="3572934"/>
          </a:xfrm>
        </p:grpSpPr>
        <p:grpSp>
          <p:nvGrpSpPr>
            <p:cNvPr id="77" name="51 Grupo"/>
            <p:cNvGrpSpPr/>
            <p:nvPr/>
          </p:nvGrpSpPr>
          <p:grpSpPr>
            <a:xfrm>
              <a:off x="1337993" y="3112739"/>
              <a:ext cx="1557253" cy="2397566"/>
              <a:chOff x="1842063" y="4529870"/>
              <a:chExt cx="2877134" cy="4429673"/>
            </a:xfrm>
          </p:grpSpPr>
          <p:sp>
            <p:nvSpPr>
              <p:cNvPr id="78" name="32 Rectángulo"/>
              <p:cNvSpPr/>
              <p:nvPr/>
            </p:nvSpPr>
            <p:spPr>
              <a:xfrm>
                <a:off x="1842063" y="4545042"/>
                <a:ext cx="2875534" cy="4414501"/>
              </a:xfrm>
              <a:custGeom>
                <a:avLst/>
                <a:gdLst/>
                <a:ahLst/>
                <a:cxnLst/>
                <a:rect l="l" t="t" r="r" b="b"/>
                <a:pathLst>
                  <a:path w="2875534" h="4414500">
                    <a:moveTo>
                      <a:pt x="0" y="0"/>
                    </a:moveTo>
                    <a:lnTo>
                      <a:pt x="2875534" y="0"/>
                    </a:lnTo>
                    <a:lnTo>
                      <a:pt x="2875534" y="3975750"/>
                    </a:lnTo>
                    <a:cubicBezTo>
                      <a:pt x="2496138" y="4258497"/>
                      <a:pt x="1968181" y="4420740"/>
                      <a:pt x="1407027" y="4414317"/>
                    </a:cubicBezTo>
                    <a:cubicBezTo>
                      <a:pt x="867766" y="4408144"/>
                      <a:pt x="365887" y="4246986"/>
                      <a:pt x="16" y="3978231"/>
                    </a:cubicBezTo>
                    <a:lnTo>
                      <a:pt x="197" y="3982324"/>
                    </a:lnTo>
                    <a:lnTo>
                      <a:pt x="0" y="3982177"/>
                    </a:lnTo>
                    <a:close/>
                  </a:path>
                </a:pathLst>
              </a:custGeom>
              <a:solidFill>
                <a:schemeClr val="bg1">
                  <a:lumMod val="95000"/>
                </a:schemeClr>
              </a:solidFill>
              <a:ln>
                <a:noFill/>
              </a:ln>
              <a:effectLst/>
            </p:spPr>
            <p:txBody>
              <a:bodyPr lIns="216000" tIns="0" rIns="216000" bIns="0" rtlCol="0" anchor="ctr"/>
              <a:lstStyle/>
              <a:p>
                <a:pPr lvl="0" algn="ctr">
                  <a:lnSpc>
                    <a:spcPct val="114000"/>
                  </a:lnSpc>
                  <a:spcBef>
                    <a:spcPts val="3700"/>
                  </a:spcBef>
                  <a:defRPr/>
                </a:pPr>
                <a:endParaRPr lang="id-ID" sz="1100" dirty="0">
                  <a:solidFill>
                    <a:srgbClr val="404040"/>
                  </a:solidFill>
                  <a:cs typeface="Calibri" panose="020F0502020204030204"/>
                </a:endParaRPr>
              </a:p>
            </p:txBody>
          </p:sp>
          <p:sp>
            <p:nvSpPr>
              <p:cNvPr id="79" name="33 Rectángulo"/>
              <p:cNvSpPr/>
              <p:nvPr/>
            </p:nvSpPr>
            <p:spPr>
              <a:xfrm>
                <a:off x="1842063" y="4529870"/>
                <a:ext cx="135015" cy="4083457"/>
              </a:xfrm>
              <a:custGeom>
                <a:avLst/>
                <a:gdLst/>
                <a:ahLst/>
                <a:cxnLst/>
                <a:rect l="l" t="t" r="r" b="b"/>
                <a:pathLst>
                  <a:path w="135015" h="4083457">
                    <a:moveTo>
                      <a:pt x="0" y="0"/>
                    </a:moveTo>
                    <a:lnTo>
                      <a:pt x="135015" y="0"/>
                    </a:lnTo>
                    <a:lnTo>
                      <a:pt x="135015" y="4083457"/>
                    </a:lnTo>
                    <a:lnTo>
                      <a:pt x="16" y="3993404"/>
                    </a:lnTo>
                    <a:lnTo>
                      <a:pt x="191" y="3997492"/>
                    </a:lnTo>
                    <a:lnTo>
                      <a:pt x="0" y="3997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sp>
            <p:nvSpPr>
              <p:cNvPr id="80" name="34 Rectángulo"/>
              <p:cNvSpPr/>
              <p:nvPr/>
            </p:nvSpPr>
            <p:spPr>
              <a:xfrm>
                <a:off x="4584182" y="4529870"/>
                <a:ext cx="135015" cy="4080863"/>
              </a:xfrm>
              <a:custGeom>
                <a:avLst/>
                <a:gdLst/>
                <a:ahLst/>
                <a:cxnLst/>
                <a:rect l="l" t="t" r="r" b="b"/>
                <a:pathLst>
                  <a:path w="135015" h="4080863">
                    <a:moveTo>
                      <a:pt x="0" y="0"/>
                    </a:moveTo>
                    <a:lnTo>
                      <a:pt x="135015" y="0"/>
                    </a:lnTo>
                    <a:lnTo>
                      <a:pt x="135015" y="3992806"/>
                    </a:lnTo>
                    <a:lnTo>
                      <a:pt x="134840" y="3992892"/>
                    </a:lnTo>
                    <a:cubicBezTo>
                      <a:pt x="134975" y="3991889"/>
                      <a:pt x="134967" y="3990886"/>
                      <a:pt x="134957" y="3989884"/>
                    </a:cubicBezTo>
                    <a:lnTo>
                      <a:pt x="0" y="408086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100"/>
              </a:p>
            </p:txBody>
          </p:sp>
        </p:grpSp>
        <p:grpSp>
          <p:nvGrpSpPr>
            <p:cNvPr id="93" name="1 Grupo"/>
            <p:cNvGrpSpPr/>
            <p:nvPr/>
          </p:nvGrpSpPr>
          <p:grpSpPr>
            <a:xfrm>
              <a:off x="1337993" y="2659929"/>
              <a:ext cx="1557253" cy="633334"/>
              <a:chOff x="3780045" y="6307980"/>
              <a:chExt cx="2877134" cy="1170130"/>
            </a:xfrm>
          </p:grpSpPr>
          <p:sp>
            <p:nvSpPr>
              <p:cNvPr id="94" name="28 Rectángulo"/>
              <p:cNvSpPr/>
              <p:nvPr/>
            </p:nvSpPr>
            <p:spPr>
              <a:xfrm>
                <a:off x="3780045" y="6323153"/>
                <a:ext cx="2875534" cy="1154957"/>
              </a:xfrm>
              <a:prstGeom prst="rect">
                <a:avLst/>
              </a:prstGeom>
              <a:solidFill>
                <a:schemeClr val="bg1">
                  <a:lumMod val="95000"/>
                </a:schemeClr>
              </a:solidFill>
              <a:ln>
                <a:noFill/>
              </a:ln>
              <a:effectLst/>
            </p:spPr>
            <p:txBody>
              <a:bodyPr lIns="108000" tIns="0" rIns="108000" bIns="0" rtlCol="0" anchor="ctr"/>
              <a:lstStyle/>
              <a:p>
                <a:pPr algn="ctr"/>
                <a:endParaRPr lang="es-SV" sz="1600">
                  <a:solidFill>
                    <a:srgbClr val="FFFFFF"/>
                  </a:solidFill>
                  <a:latin typeface="Arial" panose="020B0604020202020204"/>
                  <a:ea typeface="Segoe UI" panose="020B0502040204020203" pitchFamily="34" charset="0"/>
                  <a:cs typeface="Arial" panose="020B0604020202020204"/>
                </a:endParaRPr>
              </a:p>
            </p:txBody>
          </p:sp>
          <p:sp>
            <p:nvSpPr>
              <p:cNvPr id="95" name="29 Rectángulo"/>
              <p:cNvSpPr/>
              <p:nvPr/>
            </p:nvSpPr>
            <p:spPr>
              <a:xfrm>
                <a:off x="3780045" y="6307980"/>
                <a:ext cx="135015" cy="11701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sp>
            <p:nvSpPr>
              <p:cNvPr id="96" name="30 Rectángulo"/>
              <p:cNvSpPr/>
              <p:nvPr/>
            </p:nvSpPr>
            <p:spPr>
              <a:xfrm>
                <a:off x="6522164" y="6307980"/>
                <a:ext cx="135015" cy="11701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1600">
                  <a:latin typeface="Arial" panose="020B0604020202020204"/>
                  <a:cs typeface="Arial" panose="020B0604020202020204"/>
                </a:endParaRPr>
              </a:p>
            </p:txBody>
          </p:sp>
        </p:grpSp>
        <p:grpSp>
          <p:nvGrpSpPr>
            <p:cNvPr id="98" name="36 Grupo"/>
            <p:cNvGrpSpPr/>
            <p:nvPr/>
          </p:nvGrpSpPr>
          <p:grpSpPr>
            <a:xfrm>
              <a:off x="1337127" y="3227731"/>
              <a:ext cx="1558119" cy="780156"/>
              <a:chOff x="1840885" y="4580830"/>
              <a:chExt cx="2878734" cy="1441393"/>
            </a:xfrm>
          </p:grpSpPr>
          <p:sp>
            <p:nvSpPr>
              <p:cNvPr id="99"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1"/>
                  </a:gs>
                  <a:gs pos="100000">
                    <a:schemeClr val="accent1">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00"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grpSp>
          <p:nvGrpSpPr>
            <p:cNvPr id="101" name="108 Grupo"/>
            <p:cNvGrpSpPr/>
            <p:nvPr/>
          </p:nvGrpSpPr>
          <p:grpSpPr>
            <a:xfrm>
              <a:off x="1317007" y="1937371"/>
              <a:ext cx="1578239" cy="780156"/>
              <a:chOff x="2477945" y="2692856"/>
              <a:chExt cx="2915908" cy="1441393"/>
            </a:xfrm>
            <a:scene3d>
              <a:camera prst="orthographicFront"/>
              <a:lightRig rig="chilly" dir="t"/>
            </a:scene3d>
          </p:grpSpPr>
          <p:grpSp>
            <p:nvGrpSpPr>
              <p:cNvPr id="102" name="24 Grupo"/>
              <p:cNvGrpSpPr/>
              <p:nvPr/>
            </p:nvGrpSpPr>
            <p:grpSpPr>
              <a:xfrm rot="10800000">
                <a:off x="2515119" y="2692856"/>
                <a:ext cx="2878734" cy="1441393"/>
                <a:chOff x="1840885" y="4580830"/>
                <a:chExt cx="2878734" cy="1441393"/>
              </a:xfrm>
            </p:grpSpPr>
            <p:sp>
              <p:nvSpPr>
                <p:cNvPr id="105" name="6 Circular"/>
                <p:cNvSpPr>
                  <a:spLocks noChangeAspect="1"/>
                </p:cNvSpPr>
                <p:nvPr/>
              </p:nvSpPr>
              <p:spPr bwMode="auto">
                <a:xfrm flipH="1">
                  <a:off x="1840885" y="4589643"/>
                  <a:ext cx="2877134" cy="1432580"/>
                </a:xfrm>
                <a:custGeom>
                  <a:avLst/>
                  <a:gdLst/>
                  <a:ahLst/>
                  <a:cxnLst/>
                  <a:rect l="l" t="t" r="r" b="b"/>
                  <a:pathLst>
                    <a:path w="2877134" h="1432580">
                      <a:moveTo>
                        <a:pt x="58" y="0"/>
                      </a:moveTo>
                      <a:cubicBezTo>
                        <a:pt x="-1824" y="203456"/>
                        <a:pt x="42460" y="407363"/>
                        <a:pt x="130738" y="597674"/>
                      </a:cubicBezTo>
                      <a:lnTo>
                        <a:pt x="130726" y="597679"/>
                      </a:lnTo>
                      <a:cubicBezTo>
                        <a:pt x="130752" y="597736"/>
                        <a:pt x="130779" y="597792"/>
                        <a:pt x="130811" y="597846"/>
                      </a:cubicBezTo>
                      <a:lnTo>
                        <a:pt x="130894" y="598041"/>
                      </a:lnTo>
                      <a:lnTo>
                        <a:pt x="130907" y="598035"/>
                      </a:lnTo>
                      <a:cubicBezTo>
                        <a:pt x="370576" y="1114419"/>
                        <a:pt x="891750" y="1441361"/>
                        <a:pt x="1460997" y="1432401"/>
                      </a:cubicBezTo>
                      <a:cubicBezTo>
                        <a:pt x="2029924" y="1423445"/>
                        <a:pt x="2540296" y="1080641"/>
                        <a:pt x="2763758" y="557452"/>
                      </a:cubicBezTo>
                      <a:lnTo>
                        <a:pt x="2763804" y="557471"/>
                      </a:lnTo>
                      <a:cubicBezTo>
                        <a:pt x="2763899" y="557246"/>
                        <a:pt x="2763995" y="557022"/>
                        <a:pt x="2764070" y="556789"/>
                      </a:cubicBezTo>
                      <a:lnTo>
                        <a:pt x="2764336" y="556222"/>
                      </a:lnTo>
                      <a:lnTo>
                        <a:pt x="2764298" y="556205"/>
                      </a:lnTo>
                      <a:cubicBezTo>
                        <a:pt x="2839933" y="378752"/>
                        <a:pt x="2878052" y="190881"/>
                        <a:pt x="2877118" y="3520"/>
                      </a:cubicBezTo>
                      <a:cubicBezTo>
                        <a:pt x="2511247" y="272275"/>
                        <a:pt x="2009368" y="433433"/>
                        <a:pt x="1470107" y="439606"/>
                      </a:cubicBezTo>
                      <a:cubicBezTo>
                        <a:pt x="908219" y="446037"/>
                        <a:pt x="379614" y="283361"/>
                        <a:pt x="58" y="0"/>
                      </a:cubicBezTo>
                      <a:close/>
                    </a:path>
                  </a:pathLst>
                </a:custGeom>
                <a:gradFill>
                  <a:gsLst>
                    <a:gs pos="0">
                      <a:schemeClr val="accent1"/>
                    </a:gs>
                    <a:gs pos="100000">
                      <a:schemeClr val="accent1">
                        <a:lumMod val="50000"/>
                      </a:schemeClr>
                    </a:gs>
                  </a:gsLst>
                  <a:path path="circle">
                    <a:fillToRect l="50000" t="50000" r="50000" b="50000"/>
                  </a:path>
                </a:gradFill>
                <a:ln>
                  <a:noFill/>
                </a:ln>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sp>
              <p:nvSpPr>
                <p:cNvPr id="106" name="6 Circular"/>
                <p:cNvSpPr>
                  <a:spLocks noChangeAspect="1"/>
                </p:cNvSpPr>
                <p:nvPr/>
              </p:nvSpPr>
              <p:spPr bwMode="auto">
                <a:xfrm flipH="1">
                  <a:off x="1841644" y="4580830"/>
                  <a:ext cx="2877975" cy="448602"/>
                </a:xfrm>
                <a:custGeom>
                  <a:avLst/>
                  <a:gdLst/>
                  <a:ahLst/>
                  <a:cxnLst/>
                  <a:rect l="l" t="t" r="r" b="b"/>
                  <a:pathLst>
                    <a:path w="2877975" h="448602">
                      <a:moveTo>
                        <a:pt x="2877955" y="0"/>
                      </a:moveTo>
                      <a:lnTo>
                        <a:pt x="0" y="0"/>
                      </a:lnTo>
                      <a:lnTo>
                        <a:pt x="383" y="8813"/>
                      </a:lnTo>
                      <a:cubicBezTo>
                        <a:pt x="379939" y="292174"/>
                        <a:pt x="908544" y="454850"/>
                        <a:pt x="1470432" y="448419"/>
                      </a:cubicBezTo>
                      <a:cubicBezTo>
                        <a:pt x="2009693" y="442246"/>
                        <a:pt x="2511572" y="281088"/>
                        <a:pt x="2877443" y="12333"/>
                      </a:cubicBezTo>
                      <a:cubicBezTo>
                        <a:pt x="2878026" y="8221"/>
                        <a:pt x="2878000" y="4110"/>
                        <a:pt x="2877955" y="0"/>
                      </a:cubicBezTo>
                      <a:close/>
                    </a:path>
                  </a:pathLst>
                </a:custGeom>
                <a:solidFill>
                  <a:srgbClr val="FFFFFF"/>
                </a:solidFill>
                <a:ln>
                  <a:noFill/>
                </a:ln>
                <a:effectLst>
                  <a:innerShdw blurRad="215900" dist="63500" dir="10200000">
                    <a:prstClr val="black">
                      <a:alpha val="50000"/>
                    </a:prstClr>
                  </a:innerShdw>
                </a:effectLst>
              </p:spPr>
              <p:txBody>
                <a:bodyPr lIns="108000" tIns="0" rIns="108000" bIns="0" rtlCol="0" anchor="ctr"/>
                <a:lstStyle/>
                <a:p>
                  <a:pPr algn="ctr"/>
                  <a:endParaRPr lang="es-SV" sz="1100" dirty="0">
                    <a:solidFill>
                      <a:srgbClr val="FFFFFF"/>
                    </a:solidFill>
                    <a:latin typeface="PT Sans" panose="020B0604020202020204" charset="0"/>
                    <a:ea typeface="Segoe UI" panose="020B0502040204020203" pitchFamily="34" charset="0"/>
                    <a:cs typeface="Helvetica" panose="020B0604020202020204" pitchFamily="34" charset="0"/>
                  </a:endParaRPr>
                </a:p>
              </p:txBody>
            </p:sp>
          </p:grpSp>
          <p:sp>
            <p:nvSpPr>
              <p:cNvPr id="103" name="Oval 26"/>
              <p:cNvSpPr>
                <a:spLocks noChangeAspect="1" noChangeArrowheads="1"/>
              </p:cNvSpPr>
              <p:nvPr/>
            </p:nvSpPr>
            <p:spPr bwMode="auto">
              <a:xfrm rot="20281579" flipH="1">
                <a:off x="2477945" y="2725137"/>
                <a:ext cx="2387518" cy="1025908"/>
              </a:xfrm>
              <a:custGeom>
                <a:avLst/>
                <a:gdLst/>
                <a:ahLst/>
                <a:cxnLst/>
                <a:rect l="l" t="t" r="r" b="b"/>
                <a:pathLst>
                  <a:path w="1799952" h="654016">
                    <a:moveTo>
                      <a:pt x="1799952" y="348330"/>
                    </a:moveTo>
                    <a:cubicBezTo>
                      <a:pt x="1725926" y="521860"/>
                      <a:pt x="1324231" y="654015"/>
                      <a:pt x="839955" y="654016"/>
                    </a:cubicBezTo>
                    <a:cubicBezTo>
                      <a:pt x="480986" y="654015"/>
                      <a:pt x="167392" y="581402"/>
                      <a:pt x="0" y="471105"/>
                    </a:cubicBezTo>
                    <a:cubicBezTo>
                      <a:pt x="168583" y="248580"/>
                      <a:pt x="413143" y="90180"/>
                      <a:pt x="693167" y="28361"/>
                    </a:cubicBezTo>
                    <a:cubicBezTo>
                      <a:pt x="1092679" y="-59840"/>
                      <a:pt x="1509482" y="60665"/>
                      <a:pt x="1799952" y="348330"/>
                    </a:cubicBezTo>
                    <a:close/>
                  </a:path>
                </a:pathLst>
              </a:custGeom>
              <a:gradFill rotWithShape="1">
                <a:gsLst>
                  <a:gs pos="0">
                    <a:schemeClr val="bg1">
                      <a:alpha val="33000"/>
                    </a:schemeClr>
                  </a:gs>
                  <a:gs pos="100000">
                    <a:schemeClr val="bg1">
                      <a:gamma/>
                      <a:shade val="46275"/>
                      <a:invGamma/>
                      <a:alpha val="0"/>
                    </a:schemeClr>
                  </a:gs>
                </a:gsLst>
                <a:lin ang="5400000" scaled="1"/>
              </a:gradFill>
              <a:ln w="38100">
                <a:noFill/>
                <a:round/>
              </a:ln>
              <a:effectLst/>
            </p:spPr>
            <p:txBody>
              <a:bodyPr wrap="none" anchor="ctr"/>
              <a:lstStyle/>
              <a:p>
                <a:pPr>
                  <a:defRPr/>
                </a:pPr>
                <a:endParaRPr lang="ko-KR" altLang="en-US" sz="1100">
                  <a:solidFill>
                    <a:schemeClr val="tx1">
                      <a:lumMod val="75000"/>
                      <a:lumOff val="25000"/>
                    </a:schemeClr>
                  </a:solidFill>
                  <a:latin typeface="Helvetica" panose="020B0604020202020204" pitchFamily="34" charset="0"/>
                  <a:cs typeface="Helvetica" panose="020B0604020202020204" pitchFamily="34" charset="0"/>
                </a:endParaRPr>
              </a:p>
            </p:txBody>
          </p:sp>
          <p:sp>
            <p:nvSpPr>
              <p:cNvPr id="104" name="Oval 28"/>
              <p:cNvSpPr>
                <a:spLocks noChangeArrowheads="1"/>
              </p:cNvSpPr>
              <p:nvPr/>
            </p:nvSpPr>
            <p:spPr bwMode="auto">
              <a:xfrm rot="14027407">
                <a:off x="2765975" y="2504902"/>
                <a:ext cx="853754" cy="1333485"/>
              </a:xfrm>
              <a:prstGeom prst="ellipse">
                <a:avLst/>
              </a:prstGeom>
              <a:gradFill rotWithShape="1">
                <a:gsLst>
                  <a:gs pos="0">
                    <a:schemeClr val="bg1">
                      <a:alpha val="65000"/>
                    </a:schemeClr>
                  </a:gs>
                  <a:gs pos="100000">
                    <a:srgbClr val="67ABF5">
                      <a:alpha val="0"/>
                    </a:srgbClr>
                  </a:gs>
                </a:gsLst>
                <a:path path="shape">
                  <a:fillToRect l="50000" t="50000" r="50000" b="50000"/>
                </a:path>
              </a:gradFill>
              <a:ln w="9525">
                <a:noFill/>
                <a:round/>
              </a:ln>
            </p:spPr>
            <p:txBody>
              <a:bodyPr wrap="none" anchor="ctr"/>
              <a:lstStyle/>
              <a:p>
                <a:endParaRPr lang="ko-KR" altLang="en-US" sz="1100">
                  <a:solidFill>
                    <a:schemeClr val="tx1">
                      <a:lumMod val="75000"/>
                      <a:lumOff val="25000"/>
                    </a:schemeClr>
                  </a:solidFill>
                  <a:latin typeface="Helvetica" panose="020B0604020202020204" pitchFamily="34" charset="0"/>
                  <a:ea typeface="Malgun Gothic" panose="020B0503020000020004" pitchFamily="50" charset="-127"/>
                  <a:cs typeface="Helvetica" panose="020B0604020202020204" pitchFamily="34" charset="0"/>
                </a:endParaRPr>
              </a:p>
            </p:txBody>
          </p:sp>
        </p:grpSp>
      </p:grpSp>
      <p:sp>
        <p:nvSpPr>
          <p:cNvPr id="97" name="Textbox 1"/>
          <p:cNvSpPr/>
          <p:nvPr/>
        </p:nvSpPr>
        <p:spPr>
          <a:xfrm>
            <a:off x="1453295" y="2731445"/>
            <a:ext cx="1326652" cy="490302"/>
          </a:xfrm>
          <a:prstGeom prst="rect">
            <a:avLst/>
          </a:prstGeom>
        </p:spPr>
        <p:txBody>
          <a:bodyPr wrap="square" lIns="241719" tIns="120860" rIns="241719" bIns="120860">
            <a:spAutoFit/>
          </a:bodyPr>
          <a:lstStyle/>
          <a:p>
            <a:pPr algn="ctr"/>
            <a:r>
              <a:rPr lang="en-US" sz="1600" dirty="0">
                <a:solidFill>
                  <a:schemeClr val="accent1"/>
                </a:solidFill>
                <a:latin typeface="Arial" panose="020B0604020202020204"/>
                <a:ea typeface="Open Sans bold" panose="020B0806030504020204" pitchFamily="34" charset="0"/>
                <a:cs typeface="Arial" panose="020B0604020202020204"/>
              </a:rPr>
              <a:t>Step</a:t>
            </a:r>
            <a:r>
              <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rPr>
              <a:t> 01.</a:t>
            </a:r>
            <a:endPar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endParaRPr>
          </a:p>
        </p:txBody>
      </p:sp>
      <p:sp>
        <p:nvSpPr>
          <p:cNvPr id="111" name="Textbox 1"/>
          <p:cNvSpPr/>
          <p:nvPr/>
        </p:nvSpPr>
        <p:spPr>
          <a:xfrm>
            <a:off x="4115271" y="2731445"/>
            <a:ext cx="1326652" cy="490302"/>
          </a:xfrm>
          <a:prstGeom prst="rect">
            <a:avLst/>
          </a:prstGeom>
        </p:spPr>
        <p:txBody>
          <a:bodyPr wrap="square" lIns="241719" tIns="120860" rIns="241719" bIns="120860">
            <a:spAutoFit/>
          </a:bodyPr>
          <a:lstStyle/>
          <a:p>
            <a:pPr algn="ctr"/>
            <a:r>
              <a:rPr lang="en-US" sz="1600" dirty="0">
                <a:solidFill>
                  <a:schemeClr val="accent2"/>
                </a:solidFill>
                <a:latin typeface="Arial" panose="020B0604020202020204"/>
                <a:ea typeface="Open Sans bold" panose="020B0806030504020204" pitchFamily="34" charset="0"/>
                <a:cs typeface="Arial" panose="020B0604020202020204"/>
              </a:rPr>
              <a:t>Step</a:t>
            </a:r>
            <a:r>
              <a:rPr lang="en-US" sz="1600" dirty="0">
                <a:solidFill>
                  <a:srgbClr val="000000">
                    <a:lumMod val="75000"/>
                    <a:lumOff val="25000"/>
                  </a:srgbClr>
                </a:solidFill>
                <a:latin typeface="Arial" panose="020B0604020202020204"/>
                <a:ea typeface="Open Sans Extrabold" panose="020B0906030804020204" pitchFamily="34" charset="0"/>
                <a:cs typeface="Arial" panose="020B0604020202020204"/>
              </a:rPr>
              <a:t> </a:t>
            </a:r>
            <a:r>
              <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rPr>
              <a:t>02.</a:t>
            </a:r>
            <a:endPar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endParaRPr>
          </a:p>
        </p:txBody>
      </p:sp>
      <p:sp>
        <p:nvSpPr>
          <p:cNvPr id="125" name="Textbox 1"/>
          <p:cNvSpPr/>
          <p:nvPr/>
        </p:nvSpPr>
        <p:spPr>
          <a:xfrm>
            <a:off x="6775949" y="2731445"/>
            <a:ext cx="1326652" cy="490302"/>
          </a:xfrm>
          <a:prstGeom prst="rect">
            <a:avLst/>
          </a:prstGeom>
        </p:spPr>
        <p:txBody>
          <a:bodyPr wrap="square" lIns="241719" tIns="120860" rIns="241719" bIns="120860">
            <a:spAutoFit/>
          </a:bodyPr>
          <a:lstStyle/>
          <a:p>
            <a:pPr algn="ctr"/>
            <a:r>
              <a:rPr lang="en-US" sz="1600" dirty="0">
                <a:solidFill>
                  <a:schemeClr val="accent3"/>
                </a:solidFill>
                <a:latin typeface="Arial" panose="020B0604020202020204"/>
                <a:ea typeface="Open Sans bold" panose="020B0806030504020204" pitchFamily="34" charset="0"/>
                <a:cs typeface="Arial" panose="020B0604020202020204"/>
              </a:rPr>
              <a:t>Step</a:t>
            </a:r>
            <a:r>
              <a:rPr lang="en-US" sz="1600" dirty="0">
                <a:solidFill>
                  <a:srgbClr val="000000">
                    <a:lumMod val="75000"/>
                    <a:lumOff val="25000"/>
                  </a:srgbClr>
                </a:solidFill>
                <a:latin typeface="Arial" panose="020B0604020202020204"/>
                <a:ea typeface="Open Sans Extrabold" panose="020B0906030804020204" pitchFamily="34" charset="0"/>
                <a:cs typeface="Arial" panose="020B0604020202020204"/>
              </a:rPr>
              <a:t> </a:t>
            </a:r>
            <a:r>
              <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rPr>
              <a:t>03.</a:t>
            </a:r>
            <a:endPar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endParaRPr>
          </a:p>
        </p:txBody>
      </p:sp>
      <p:sp>
        <p:nvSpPr>
          <p:cNvPr id="139" name="Textbox 1"/>
          <p:cNvSpPr/>
          <p:nvPr/>
        </p:nvSpPr>
        <p:spPr>
          <a:xfrm>
            <a:off x="9433041" y="2731445"/>
            <a:ext cx="1326652" cy="490302"/>
          </a:xfrm>
          <a:prstGeom prst="rect">
            <a:avLst/>
          </a:prstGeom>
        </p:spPr>
        <p:txBody>
          <a:bodyPr wrap="square" lIns="241719" tIns="120860" rIns="241719" bIns="120860">
            <a:spAutoFit/>
          </a:bodyPr>
          <a:lstStyle/>
          <a:p>
            <a:pPr algn="ctr"/>
            <a:r>
              <a:rPr lang="en-US" sz="1600" dirty="0">
                <a:solidFill>
                  <a:schemeClr val="accent4"/>
                </a:solidFill>
                <a:latin typeface="Arial" panose="020B0604020202020204"/>
                <a:ea typeface="Open Sans bold" panose="020B0806030504020204" pitchFamily="34" charset="0"/>
                <a:cs typeface="Arial" panose="020B0604020202020204"/>
              </a:rPr>
              <a:t>Step</a:t>
            </a:r>
            <a:r>
              <a:rPr lang="en-US" sz="1600" dirty="0">
                <a:solidFill>
                  <a:srgbClr val="000000">
                    <a:lumMod val="75000"/>
                    <a:lumOff val="25000"/>
                  </a:srgbClr>
                </a:solidFill>
                <a:latin typeface="Arial" panose="020B0604020202020204"/>
                <a:ea typeface="Open Sans Extrabold" panose="020B0906030804020204" pitchFamily="34" charset="0"/>
                <a:cs typeface="Arial" panose="020B0604020202020204"/>
              </a:rPr>
              <a:t> </a:t>
            </a:r>
            <a:r>
              <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rPr>
              <a:t>04.</a:t>
            </a:r>
            <a:endParaRPr lang="en-US" sz="1600" dirty="0">
              <a:solidFill>
                <a:schemeClr val="tx1">
                  <a:lumMod val="75000"/>
                  <a:lumOff val="25000"/>
                </a:schemeClr>
              </a:solidFill>
              <a:latin typeface="Arial" panose="020B0604020202020204"/>
              <a:ea typeface="Open Sans Extrabold" panose="020B0906030804020204" pitchFamily="34" charset="0"/>
              <a:cs typeface="Arial" panose="020B0604020202020204"/>
            </a:endParaRPr>
          </a:p>
        </p:txBody>
      </p:sp>
      <p:sp>
        <p:nvSpPr>
          <p:cNvPr id="150" name="Rectangle 149"/>
          <p:cNvSpPr/>
          <p:nvPr/>
        </p:nvSpPr>
        <p:spPr>
          <a:xfrm>
            <a:off x="1405466" y="4101724"/>
            <a:ext cx="1413934" cy="830997"/>
          </a:xfrm>
          <a:prstGeom prst="rect">
            <a:avLst/>
          </a:prstGeom>
        </p:spPr>
        <p:txBody>
          <a:bodyPr wrap="square">
            <a:spAutoFit/>
          </a:bodyPr>
          <a:lstStyle/>
          <a:p>
            <a:pPr algn="ctr"/>
            <a:r>
              <a:rPr lang="zh-CN" altLang="en-US" sz="1200" dirty="0"/>
              <a:t>文字内容文字文字内容文字内容文字内容文字内容文字内文字</a:t>
            </a:r>
            <a:r>
              <a:rPr lang="zh-CN" altLang="en-US" sz="1200" dirty="0" smtClean="0"/>
              <a:t>内容</a:t>
            </a:r>
            <a:endParaRPr lang="en-US" altLang="zh-CN" sz="1200" dirty="0"/>
          </a:p>
        </p:txBody>
      </p:sp>
      <p:sp>
        <p:nvSpPr>
          <p:cNvPr id="151" name="Rectangle 150"/>
          <p:cNvSpPr/>
          <p:nvPr/>
        </p:nvSpPr>
        <p:spPr>
          <a:xfrm>
            <a:off x="4085166" y="4101724"/>
            <a:ext cx="1413934" cy="830997"/>
          </a:xfrm>
          <a:prstGeom prst="rect">
            <a:avLst/>
          </a:prstGeom>
        </p:spPr>
        <p:txBody>
          <a:bodyPr wrap="square">
            <a:spAutoFit/>
          </a:bodyPr>
          <a:lstStyle/>
          <a:p>
            <a:pPr algn="ctr"/>
            <a:r>
              <a:rPr lang="zh-CN" altLang="en-US" sz="1200" dirty="0"/>
              <a:t>文字内容文字文字内容文字内容文字内容文字内容文字内文字内容</a:t>
            </a:r>
            <a:endParaRPr lang="en-US" altLang="zh-CN" sz="1200" dirty="0"/>
          </a:p>
        </p:txBody>
      </p:sp>
      <p:sp>
        <p:nvSpPr>
          <p:cNvPr id="152" name="Rectangle 151"/>
          <p:cNvSpPr/>
          <p:nvPr/>
        </p:nvSpPr>
        <p:spPr>
          <a:xfrm>
            <a:off x="6733116" y="4101724"/>
            <a:ext cx="1413934" cy="830997"/>
          </a:xfrm>
          <a:prstGeom prst="rect">
            <a:avLst/>
          </a:prstGeom>
        </p:spPr>
        <p:txBody>
          <a:bodyPr wrap="square">
            <a:spAutoFit/>
          </a:bodyPr>
          <a:lstStyle/>
          <a:p>
            <a:pPr algn="ctr"/>
            <a:r>
              <a:rPr lang="zh-CN" altLang="en-US" sz="1200" dirty="0"/>
              <a:t>文字内容文字文字内容文字内容文字内容文字内容文字内文字内容</a:t>
            </a:r>
            <a:endParaRPr lang="en-US" altLang="zh-CN" sz="1200" dirty="0"/>
          </a:p>
        </p:txBody>
      </p:sp>
      <p:sp>
        <p:nvSpPr>
          <p:cNvPr id="153" name="Rectangle 152"/>
          <p:cNvSpPr/>
          <p:nvPr/>
        </p:nvSpPr>
        <p:spPr>
          <a:xfrm>
            <a:off x="9387416" y="4101724"/>
            <a:ext cx="1413934" cy="830997"/>
          </a:xfrm>
          <a:prstGeom prst="rect">
            <a:avLst/>
          </a:prstGeom>
        </p:spPr>
        <p:txBody>
          <a:bodyPr wrap="square">
            <a:spAutoFit/>
          </a:bodyPr>
          <a:lstStyle/>
          <a:p>
            <a:pPr algn="ctr"/>
            <a:r>
              <a:rPr lang="zh-CN" altLang="en-US" sz="1200" dirty="0"/>
              <a:t>文字内容文字文字内容文字内容文字内容文字内容文字内文字内容</a:t>
            </a:r>
            <a:endParaRPr lang="en-US" altLang="zh-CN" sz="1200" dirty="0"/>
          </a:p>
        </p:txBody>
      </p:sp>
      <p:grpSp>
        <p:nvGrpSpPr>
          <p:cNvPr id="154" name="Group 153"/>
          <p:cNvGrpSpPr/>
          <p:nvPr/>
        </p:nvGrpSpPr>
        <p:grpSpPr>
          <a:xfrm>
            <a:off x="9836480" y="5593875"/>
            <a:ext cx="498786" cy="435488"/>
            <a:chOff x="7894638" y="4051300"/>
            <a:chExt cx="2501900" cy="2184400"/>
          </a:xfrm>
          <a:solidFill>
            <a:schemeClr val="accent4"/>
          </a:solidFill>
        </p:grpSpPr>
        <p:sp>
          <p:nvSpPr>
            <p:cNvPr id="155" name="Freeform 154"/>
            <p:cNvSpPr/>
            <p:nvPr/>
          </p:nvSpPr>
          <p:spPr bwMode="auto">
            <a:xfrm>
              <a:off x="8115301" y="4511675"/>
              <a:ext cx="153988" cy="212725"/>
            </a:xfrm>
            <a:custGeom>
              <a:avLst/>
              <a:gdLst>
                <a:gd name="T0" fmla="*/ 47 w 62"/>
                <a:gd name="T1" fmla="*/ 5 h 86"/>
                <a:gd name="T2" fmla="*/ 17 w 62"/>
                <a:gd name="T3" fmla="*/ 15 h 86"/>
                <a:gd name="T4" fmla="*/ 3 w 62"/>
                <a:gd name="T5" fmla="*/ 59 h 86"/>
                <a:gd name="T6" fmla="*/ 20 w 62"/>
                <a:gd name="T7" fmla="*/ 85 h 86"/>
                <a:gd name="T8" fmla="*/ 24 w 62"/>
                <a:gd name="T9" fmla="*/ 86 h 86"/>
                <a:gd name="T10" fmla="*/ 46 w 62"/>
                <a:gd name="T11" fmla="*/ 68 h 86"/>
                <a:gd name="T12" fmla="*/ 57 w 62"/>
                <a:gd name="T13" fmla="*/ 34 h 86"/>
                <a:gd name="T14" fmla="*/ 47 w 62"/>
                <a:gd name="T15" fmla="*/ 5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86">
                  <a:moveTo>
                    <a:pt x="47" y="5"/>
                  </a:moveTo>
                  <a:cubicBezTo>
                    <a:pt x="36" y="0"/>
                    <a:pt x="22" y="4"/>
                    <a:pt x="17" y="15"/>
                  </a:cubicBezTo>
                  <a:cubicBezTo>
                    <a:pt x="11" y="29"/>
                    <a:pt x="6" y="44"/>
                    <a:pt x="3" y="59"/>
                  </a:cubicBezTo>
                  <a:cubicBezTo>
                    <a:pt x="0" y="71"/>
                    <a:pt x="8" y="83"/>
                    <a:pt x="20" y="85"/>
                  </a:cubicBezTo>
                  <a:cubicBezTo>
                    <a:pt x="22" y="85"/>
                    <a:pt x="23" y="86"/>
                    <a:pt x="24" y="86"/>
                  </a:cubicBezTo>
                  <a:cubicBezTo>
                    <a:pt x="35" y="86"/>
                    <a:pt x="44" y="78"/>
                    <a:pt x="46" y="68"/>
                  </a:cubicBezTo>
                  <a:cubicBezTo>
                    <a:pt x="48" y="56"/>
                    <a:pt x="52" y="45"/>
                    <a:pt x="57" y="34"/>
                  </a:cubicBezTo>
                  <a:cubicBezTo>
                    <a:pt x="62" y="23"/>
                    <a:pt x="58" y="10"/>
                    <a:pt x="47" y="5"/>
                  </a:cubicBezTo>
                  <a:close/>
                </a:path>
              </a:pathLst>
            </a:custGeom>
            <a:grpFill/>
            <a:ln>
              <a:noFill/>
            </a:ln>
          </p:spPr>
          <p:txBody>
            <a:bodyPr vert="horz" wrap="square" lIns="91440" tIns="45720" rIns="91440" bIns="45720" numCol="1" anchor="t" anchorCtr="0" compatLnSpc="1"/>
            <a:lstStyle/>
            <a:p>
              <a:endParaRPr lang="en-US"/>
            </a:p>
          </p:txBody>
        </p:sp>
        <p:sp>
          <p:nvSpPr>
            <p:cNvPr id="156" name="Freeform 155"/>
            <p:cNvSpPr/>
            <p:nvPr/>
          </p:nvSpPr>
          <p:spPr bwMode="auto">
            <a:xfrm>
              <a:off x="8264526" y="4254500"/>
              <a:ext cx="460375" cy="222250"/>
            </a:xfrm>
            <a:custGeom>
              <a:avLst/>
              <a:gdLst>
                <a:gd name="T0" fmla="*/ 166 w 186"/>
                <a:gd name="T1" fmla="*/ 10 h 90"/>
                <a:gd name="T2" fmla="*/ 11 w 186"/>
                <a:gd name="T3" fmla="*/ 51 h 90"/>
                <a:gd name="T4" fmla="*/ 8 w 186"/>
                <a:gd name="T5" fmla="*/ 82 h 90"/>
                <a:gd name="T6" fmla="*/ 25 w 186"/>
                <a:gd name="T7" fmla="*/ 90 h 90"/>
                <a:gd name="T8" fmla="*/ 39 w 186"/>
                <a:gd name="T9" fmla="*/ 86 h 90"/>
                <a:gd name="T10" fmla="*/ 159 w 186"/>
                <a:gd name="T11" fmla="*/ 53 h 90"/>
                <a:gd name="T12" fmla="*/ 184 w 186"/>
                <a:gd name="T13" fmla="*/ 35 h 90"/>
                <a:gd name="T14" fmla="*/ 166 w 186"/>
                <a:gd name="T15" fmla="*/ 10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90">
                  <a:moveTo>
                    <a:pt x="166" y="10"/>
                  </a:moveTo>
                  <a:cubicBezTo>
                    <a:pt x="113" y="0"/>
                    <a:pt x="55" y="16"/>
                    <a:pt x="11" y="51"/>
                  </a:cubicBezTo>
                  <a:cubicBezTo>
                    <a:pt x="2" y="59"/>
                    <a:pt x="0" y="73"/>
                    <a:pt x="8" y="82"/>
                  </a:cubicBezTo>
                  <a:cubicBezTo>
                    <a:pt x="12" y="88"/>
                    <a:pt x="18" y="90"/>
                    <a:pt x="25" y="90"/>
                  </a:cubicBezTo>
                  <a:cubicBezTo>
                    <a:pt x="30" y="90"/>
                    <a:pt x="35" y="89"/>
                    <a:pt x="39" y="86"/>
                  </a:cubicBezTo>
                  <a:cubicBezTo>
                    <a:pt x="73" y="58"/>
                    <a:pt x="118" y="46"/>
                    <a:pt x="159" y="53"/>
                  </a:cubicBezTo>
                  <a:cubicBezTo>
                    <a:pt x="170" y="55"/>
                    <a:pt x="182" y="47"/>
                    <a:pt x="184" y="35"/>
                  </a:cubicBezTo>
                  <a:cubicBezTo>
                    <a:pt x="186" y="23"/>
                    <a:pt x="178" y="12"/>
                    <a:pt x="166" y="10"/>
                  </a:cubicBezTo>
                  <a:close/>
                </a:path>
              </a:pathLst>
            </a:custGeom>
            <a:grpFill/>
            <a:ln>
              <a:noFill/>
            </a:ln>
          </p:spPr>
          <p:txBody>
            <a:bodyPr vert="horz" wrap="square" lIns="91440" tIns="45720" rIns="91440" bIns="45720" numCol="1" anchor="t" anchorCtr="0" compatLnSpc="1"/>
            <a:lstStyle/>
            <a:p>
              <a:endParaRPr lang="en-US"/>
            </a:p>
          </p:txBody>
        </p:sp>
        <p:sp>
          <p:nvSpPr>
            <p:cNvPr id="157" name="Freeform 156"/>
            <p:cNvSpPr>
              <a:spLocks noEditPoints="1"/>
            </p:cNvSpPr>
            <p:nvPr/>
          </p:nvSpPr>
          <p:spPr bwMode="auto">
            <a:xfrm>
              <a:off x="7894638" y="4051300"/>
              <a:ext cx="2501900" cy="2184400"/>
            </a:xfrm>
            <a:custGeom>
              <a:avLst/>
              <a:gdLst>
                <a:gd name="T0" fmla="*/ 729 w 1009"/>
                <a:gd name="T1" fmla="*/ 0 h 883"/>
                <a:gd name="T2" fmla="*/ 505 w 1009"/>
                <a:gd name="T3" fmla="*/ 150 h 883"/>
                <a:gd name="T4" fmla="*/ 281 w 1009"/>
                <a:gd name="T5" fmla="*/ 0 h 883"/>
                <a:gd name="T6" fmla="*/ 0 w 1009"/>
                <a:gd name="T7" fmla="*/ 281 h 883"/>
                <a:gd name="T8" fmla="*/ 249 w 1009"/>
                <a:gd name="T9" fmla="*/ 698 h 883"/>
                <a:gd name="T10" fmla="*/ 504 w 1009"/>
                <a:gd name="T11" fmla="*/ 883 h 883"/>
                <a:gd name="T12" fmla="*/ 516 w 1009"/>
                <a:gd name="T13" fmla="*/ 880 h 883"/>
                <a:gd name="T14" fmla="*/ 930 w 1009"/>
                <a:gd name="T15" fmla="*/ 508 h 883"/>
                <a:gd name="T16" fmla="*/ 921 w 1009"/>
                <a:gd name="T17" fmla="*/ 76 h 883"/>
                <a:gd name="T18" fmla="*/ 505 w 1009"/>
                <a:gd name="T19" fmla="*/ 836 h 883"/>
                <a:gd name="T20" fmla="*/ 174 w 1009"/>
                <a:gd name="T21" fmla="*/ 504 h 883"/>
                <a:gd name="T22" fmla="*/ 217 w 1009"/>
                <a:gd name="T23" fmla="*/ 405 h 883"/>
                <a:gd name="T24" fmla="*/ 294 w 1009"/>
                <a:gd name="T25" fmla="*/ 616 h 883"/>
                <a:gd name="T26" fmla="*/ 369 w 1009"/>
                <a:gd name="T27" fmla="*/ 357 h 883"/>
                <a:gd name="T28" fmla="*/ 458 w 1009"/>
                <a:gd name="T29" fmla="*/ 726 h 883"/>
                <a:gd name="T30" fmla="*/ 480 w 1009"/>
                <a:gd name="T31" fmla="*/ 710 h 883"/>
                <a:gd name="T32" fmla="*/ 600 w 1009"/>
                <a:gd name="T33" fmla="*/ 551 h 883"/>
                <a:gd name="T34" fmla="*/ 641 w 1009"/>
                <a:gd name="T35" fmla="*/ 550 h 883"/>
                <a:gd name="T36" fmla="*/ 723 w 1009"/>
                <a:gd name="T37" fmla="*/ 464 h 883"/>
                <a:gd name="T38" fmla="*/ 723 w 1009"/>
                <a:gd name="T39" fmla="*/ 420 h 883"/>
                <a:gd name="T40" fmla="*/ 637 w 1009"/>
                <a:gd name="T41" fmla="*/ 434 h 883"/>
                <a:gd name="T42" fmla="*/ 571 w 1009"/>
                <a:gd name="T43" fmla="*/ 372 h 883"/>
                <a:gd name="T44" fmla="*/ 530 w 1009"/>
                <a:gd name="T45" fmla="*/ 375 h 883"/>
                <a:gd name="T46" fmla="*/ 392 w 1009"/>
                <a:gd name="T47" fmla="*/ 245 h 883"/>
                <a:gd name="T48" fmla="*/ 371 w 1009"/>
                <a:gd name="T49" fmla="*/ 227 h 883"/>
                <a:gd name="T50" fmla="*/ 291 w 1009"/>
                <a:gd name="T51" fmla="*/ 504 h 883"/>
                <a:gd name="T52" fmla="*/ 217 w 1009"/>
                <a:gd name="T53" fmla="*/ 300 h 883"/>
                <a:gd name="T54" fmla="*/ 195 w 1009"/>
                <a:gd name="T55" fmla="*/ 316 h 883"/>
                <a:gd name="T56" fmla="*/ 101 w 1009"/>
                <a:gd name="T57" fmla="*/ 460 h 883"/>
                <a:gd name="T58" fmla="*/ 281 w 1009"/>
                <a:gd name="T59" fmla="*/ 44 h 883"/>
                <a:gd name="T60" fmla="*/ 495 w 1009"/>
                <a:gd name="T61" fmla="*/ 241 h 883"/>
                <a:gd name="T62" fmla="*/ 520 w 1009"/>
                <a:gd name="T63" fmla="*/ 237 h 883"/>
                <a:gd name="T64" fmla="*/ 729 w 1009"/>
                <a:gd name="T65" fmla="*/ 44 h 883"/>
                <a:gd name="T66" fmla="*/ 732 w 1009"/>
                <a:gd name="T67" fmla="*/ 66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9" h="883">
                  <a:moveTo>
                    <a:pt x="921" y="76"/>
                  </a:moveTo>
                  <a:cubicBezTo>
                    <a:pt x="868" y="28"/>
                    <a:pt x="798" y="0"/>
                    <a:pt x="729" y="0"/>
                  </a:cubicBezTo>
                  <a:cubicBezTo>
                    <a:pt x="672" y="0"/>
                    <a:pt x="620" y="18"/>
                    <a:pt x="578" y="52"/>
                  </a:cubicBezTo>
                  <a:cubicBezTo>
                    <a:pt x="547" y="77"/>
                    <a:pt x="522" y="110"/>
                    <a:pt x="505" y="150"/>
                  </a:cubicBezTo>
                  <a:cubicBezTo>
                    <a:pt x="487" y="110"/>
                    <a:pt x="462" y="77"/>
                    <a:pt x="432" y="52"/>
                  </a:cubicBezTo>
                  <a:cubicBezTo>
                    <a:pt x="389" y="18"/>
                    <a:pt x="337" y="0"/>
                    <a:pt x="281" y="0"/>
                  </a:cubicBezTo>
                  <a:cubicBezTo>
                    <a:pt x="211" y="0"/>
                    <a:pt x="141" y="28"/>
                    <a:pt x="89" y="76"/>
                  </a:cubicBezTo>
                  <a:cubicBezTo>
                    <a:pt x="32" y="129"/>
                    <a:pt x="0" y="202"/>
                    <a:pt x="0" y="281"/>
                  </a:cubicBezTo>
                  <a:cubicBezTo>
                    <a:pt x="0" y="353"/>
                    <a:pt x="27" y="429"/>
                    <a:pt x="79" y="508"/>
                  </a:cubicBezTo>
                  <a:cubicBezTo>
                    <a:pt x="120" y="570"/>
                    <a:pt x="177" y="634"/>
                    <a:pt x="249" y="698"/>
                  </a:cubicBezTo>
                  <a:cubicBezTo>
                    <a:pt x="369" y="806"/>
                    <a:pt x="488" y="877"/>
                    <a:pt x="493" y="880"/>
                  </a:cubicBezTo>
                  <a:cubicBezTo>
                    <a:pt x="496" y="882"/>
                    <a:pt x="500" y="883"/>
                    <a:pt x="504" y="883"/>
                  </a:cubicBezTo>
                  <a:cubicBezTo>
                    <a:pt x="504" y="883"/>
                    <a:pt x="505" y="883"/>
                    <a:pt x="505" y="883"/>
                  </a:cubicBezTo>
                  <a:cubicBezTo>
                    <a:pt x="509" y="883"/>
                    <a:pt x="513" y="882"/>
                    <a:pt x="516" y="880"/>
                  </a:cubicBezTo>
                  <a:cubicBezTo>
                    <a:pt x="521" y="877"/>
                    <a:pt x="640" y="806"/>
                    <a:pt x="761" y="698"/>
                  </a:cubicBezTo>
                  <a:cubicBezTo>
                    <a:pt x="832" y="634"/>
                    <a:pt x="889" y="570"/>
                    <a:pt x="930" y="508"/>
                  </a:cubicBezTo>
                  <a:cubicBezTo>
                    <a:pt x="983" y="429"/>
                    <a:pt x="1009" y="353"/>
                    <a:pt x="1009" y="281"/>
                  </a:cubicBezTo>
                  <a:cubicBezTo>
                    <a:pt x="1009" y="202"/>
                    <a:pt x="978" y="129"/>
                    <a:pt x="921" y="76"/>
                  </a:cubicBezTo>
                  <a:close/>
                  <a:moveTo>
                    <a:pt x="732" y="665"/>
                  </a:moveTo>
                  <a:cubicBezTo>
                    <a:pt x="635" y="752"/>
                    <a:pt x="537" y="815"/>
                    <a:pt x="505" y="836"/>
                  </a:cubicBezTo>
                  <a:cubicBezTo>
                    <a:pt x="455" y="804"/>
                    <a:pt x="249" y="670"/>
                    <a:pt x="130" y="504"/>
                  </a:cubicBezTo>
                  <a:cubicBezTo>
                    <a:pt x="174" y="504"/>
                    <a:pt x="174" y="504"/>
                    <a:pt x="174" y="504"/>
                  </a:cubicBezTo>
                  <a:cubicBezTo>
                    <a:pt x="184" y="504"/>
                    <a:pt x="193" y="497"/>
                    <a:pt x="195" y="488"/>
                  </a:cubicBezTo>
                  <a:cubicBezTo>
                    <a:pt x="217" y="405"/>
                    <a:pt x="217" y="405"/>
                    <a:pt x="217" y="405"/>
                  </a:cubicBezTo>
                  <a:cubicBezTo>
                    <a:pt x="273" y="600"/>
                    <a:pt x="273" y="600"/>
                    <a:pt x="273" y="600"/>
                  </a:cubicBezTo>
                  <a:cubicBezTo>
                    <a:pt x="275" y="610"/>
                    <a:pt x="284" y="616"/>
                    <a:pt x="294" y="616"/>
                  </a:cubicBezTo>
                  <a:cubicBezTo>
                    <a:pt x="304" y="616"/>
                    <a:pt x="313" y="608"/>
                    <a:pt x="315" y="599"/>
                  </a:cubicBezTo>
                  <a:cubicBezTo>
                    <a:pt x="369" y="357"/>
                    <a:pt x="369" y="357"/>
                    <a:pt x="369" y="357"/>
                  </a:cubicBezTo>
                  <a:cubicBezTo>
                    <a:pt x="437" y="708"/>
                    <a:pt x="437" y="708"/>
                    <a:pt x="437" y="708"/>
                  </a:cubicBezTo>
                  <a:cubicBezTo>
                    <a:pt x="439" y="718"/>
                    <a:pt x="448" y="726"/>
                    <a:pt x="458" y="726"/>
                  </a:cubicBezTo>
                  <a:cubicBezTo>
                    <a:pt x="458" y="726"/>
                    <a:pt x="459" y="726"/>
                    <a:pt x="459" y="726"/>
                  </a:cubicBezTo>
                  <a:cubicBezTo>
                    <a:pt x="469" y="726"/>
                    <a:pt x="477" y="720"/>
                    <a:pt x="480" y="710"/>
                  </a:cubicBezTo>
                  <a:cubicBezTo>
                    <a:pt x="555" y="446"/>
                    <a:pt x="555" y="446"/>
                    <a:pt x="555" y="446"/>
                  </a:cubicBezTo>
                  <a:cubicBezTo>
                    <a:pt x="600" y="551"/>
                    <a:pt x="600" y="551"/>
                    <a:pt x="600" y="551"/>
                  </a:cubicBezTo>
                  <a:cubicBezTo>
                    <a:pt x="604" y="559"/>
                    <a:pt x="612" y="565"/>
                    <a:pt x="621" y="564"/>
                  </a:cubicBezTo>
                  <a:cubicBezTo>
                    <a:pt x="630" y="564"/>
                    <a:pt x="638" y="558"/>
                    <a:pt x="641" y="550"/>
                  </a:cubicBezTo>
                  <a:cubicBezTo>
                    <a:pt x="673" y="464"/>
                    <a:pt x="673" y="464"/>
                    <a:pt x="673" y="464"/>
                  </a:cubicBezTo>
                  <a:cubicBezTo>
                    <a:pt x="723" y="464"/>
                    <a:pt x="723" y="464"/>
                    <a:pt x="723" y="464"/>
                  </a:cubicBezTo>
                  <a:cubicBezTo>
                    <a:pt x="735" y="464"/>
                    <a:pt x="745" y="454"/>
                    <a:pt x="745" y="442"/>
                  </a:cubicBezTo>
                  <a:cubicBezTo>
                    <a:pt x="745" y="430"/>
                    <a:pt x="735" y="420"/>
                    <a:pt x="723" y="420"/>
                  </a:cubicBezTo>
                  <a:cubicBezTo>
                    <a:pt x="657" y="420"/>
                    <a:pt x="657" y="420"/>
                    <a:pt x="657" y="420"/>
                  </a:cubicBezTo>
                  <a:cubicBezTo>
                    <a:pt x="648" y="420"/>
                    <a:pt x="640" y="425"/>
                    <a:pt x="637" y="434"/>
                  </a:cubicBezTo>
                  <a:cubicBezTo>
                    <a:pt x="619" y="483"/>
                    <a:pt x="619" y="483"/>
                    <a:pt x="619" y="483"/>
                  </a:cubicBezTo>
                  <a:cubicBezTo>
                    <a:pt x="571" y="372"/>
                    <a:pt x="571" y="372"/>
                    <a:pt x="571" y="372"/>
                  </a:cubicBezTo>
                  <a:cubicBezTo>
                    <a:pt x="567" y="364"/>
                    <a:pt x="559" y="358"/>
                    <a:pt x="549" y="359"/>
                  </a:cubicBezTo>
                  <a:cubicBezTo>
                    <a:pt x="540" y="359"/>
                    <a:pt x="532" y="366"/>
                    <a:pt x="530" y="375"/>
                  </a:cubicBezTo>
                  <a:cubicBezTo>
                    <a:pt x="463" y="609"/>
                    <a:pt x="463" y="609"/>
                    <a:pt x="463" y="609"/>
                  </a:cubicBezTo>
                  <a:cubicBezTo>
                    <a:pt x="392" y="245"/>
                    <a:pt x="392" y="245"/>
                    <a:pt x="392" y="245"/>
                  </a:cubicBezTo>
                  <a:cubicBezTo>
                    <a:pt x="390" y="235"/>
                    <a:pt x="382" y="228"/>
                    <a:pt x="371" y="228"/>
                  </a:cubicBezTo>
                  <a:cubicBezTo>
                    <a:pt x="371" y="228"/>
                    <a:pt x="371" y="227"/>
                    <a:pt x="371" y="227"/>
                  </a:cubicBezTo>
                  <a:cubicBezTo>
                    <a:pt x="361" y="227"/>
                    <a:pt x="352" y="235"/>
                    <a:pt x="349" y="245"/>
                  </a:cubicBezTo>
                  <a:cubicBezTo>
                    <a:pt x="291" y="504"/>
                    <a:pt x="291" y="504"/>
                    <a:pt x="291" y="504"/>
                  </a:cubicBezTo>
                  <a:cubicBezTo>
                    <a:pt x="238" y="316"/>
                    <a:pt x="238" y="316"/>
                    <a:pt x="238" y="316"/>
                  </a:cubicBezTo>
                  <a:cubicBezTo>
                    <a:pt x="235" y="307"/>
                    <a:pt x="226" y="300"/>
                    <a:pt x="217" y="300"/>
                  </a:cubicBezTo>
                  <a:cubicBezTo>
                    <a:pt x="216" y="300"/>
                    <a:pt x="216" y="300"/>
                    <a:pt x="216" y="300"/>
                  </a:cubicBezTo>
                  <a:cubicBezTo>
                    <a:pt x="207" y="300"/>
                    <a:pt x="198" y="307"/>
                    <a:pt x="195" y="316"/>
                  </a:cubicBezTo>
                  <a:cubicBezTo>
                    <a:pt x="157" y="460"/>
                    <a:pt x="157" y="460"/>
                    <a:pt x="157" y="460"/>
                  </a:cubicBezTo>
                  <a:cubicBezTo>
                    <a:pt x="101" y="460"/>
                    <a:pt x="101" y="460"/>
                    <a:pt x="101" y="460"/>
                  </a:cubicBezTo>
                  <a:cubicBezTo>
                    <a:pt x="66" y="402"/>
                    <a:pt x="44" y="342"/>
                    <a:pt x="44" y="281"/>
                  </a:cubicBezTo>
                  <a:cubicBezTo>
                    <a:pt x="44" y="135"/>
                    <a:pt x="167" y="44"/>
                    <a:pt x="281" y="44"/>
                  </a:cubicBezTo>
                  <a:cubicBezTo>
                    <a:pt x="382" y="44"/>
                    <a:pt x="457" y="111"/>
                    <a:pt x="483" y="224"/>
                  </a:cubicBezTo>
                  <a:cubicBezTo>
                    <a:pt x="484" y="232"/>
                    <a:pt x="488" y="238"/>
                    <a:pt x="495" y="241"/>
                  </a:cubicBezTo>
                  <a:cubicBezTo>
                    <a:pt x="503" y="245"/>
                    <a:pt x="512" y="244"/>
                    <a:pt x="519" y="238"/>
                  </a:cubicBezTo>
                  <a:cubicBezTo>
                    <a:pt x="520" y="237"/>
                    <a:pt x="520" y="237"/>
                    <a:pt x="520" y="237"/>
                  </a:cubicBezTo>
                  <a:cubicBezTo>
                    <a:pt x="523" y="234"/>
                    <a:pt x="525" y="230"/>
                    <a:pt x="527" y="226"/>
                  </a:cubicBezTo>
                  <a:cubicBezTo>
                    <a:pt x="551" y="112"/>
                    <a:pt x="627" y="44"/>
                    <a:pt x="729" y="44"/>
                  </a:cubicBezTo>
                  <a:cubicBezTo>
                    <a:pt x="842" y="44"/>
                    <a:pt x="965" y="135"/>
                    <a:pt x="965" y="281"/>
                  </a:cubicBezTo>
                  <a:cubicBezTo>
                    <a:pt x="965" y="425"/>
                    <a:pt x="838" y="569"/>
                    <a:pt x="732" y="665"/>
                  </a:cubicBezTo>
                  <a:close/>
                </a:path>
              </a:pathLst>
            </a:custGeom>
            <a:grpFill/>
            <a:ln>
              <a:noFill/>
            </a:ln>
          </p:spPr>
          <p:txBody>
            <a:bodyPr vert="horz" wrap="square" lIns="91440" tIns="45720" rIns="91440" bIns="45720" numCol="1" anchor="t" anchorCtr="0" compatLnSpc="1"/>
            <a:lstStyle/>
            <a:p>
              <a:endParaRPr lang="en-US"/>
            </a:p>
          </p:txBody>
        </p:sp>
        <p:sp>
          <p:nvSpPr>
            <p:cNvPr id="158" name="Freeform 157"/>
            <p:cNvSpPr/>
            <p:nvPr/>
          </p:nvSpPr>
          <p:spPr bwMode="auto">
            <a:xfrm>
              <a:off x="9798051" y="5091113"/>
              <a:ext cx="141288" cy="107950"/>
            </a:xfrm>
            <a:custGeom>
              <a:avLst/>
              <a:gdLst>
                <a:gd name="T0" fmla="*/ 29 w 57"/>
                <a:gd name="T1" fmla="*/ 0 h 44"/>
                <a:gd name="T2" fmla="*/ 29 w 57"/>
                <a:gd name="T3" fmla="*/ 44 h 44"/>
                <a:gd name="T4" fmla="*/ 29 w 57"/>
                <a:gd name="T5" fmla="*/ 0 h 44"/>
              </a:gdLst>
              <a:ahLst/>
              <a:cxnLst>
                <a:cxn ang="0">
                  <a:pos x="T0" y="T1"/>
                </a:cxn>
                <a:cxn ang="0">
                  <a:pos x="T2" y="T3"/>
                </a:cxn>
                <a:cxn ang="0">
                  <a:pos x="T4" y="T5"/>
                </a:cxn>
              </a:cxnLst>
              <a:rect l="0" t="0" r="r" b="b"/>
              <a:pathLst>
                <a:path w="57" h="44">
                  <a:moveTo>
                    <a:pt x="29" y="0"/>
                  </a:moveTo>
                  <a:cubicBezTo>
                    <a:pt x="0" y="0"/>
                    <a:pt x="0" y="44"/>
                    <a:pt x="29" y="44"/>
                  </a:cubicBezTo>
                  <a:cubicBezTo>
                    <a:pt x="57" y="44"/>
                    <a:pt x="57" y="0"/>
                    <a:pt x="29" y="0"/>
                  </a:cubicBezTo>
                  <a:close/>
                </a:path>
              </a:pathLst>
            </a:custGeom>
            <a:grpFill/>
            <a:ln>
              <a:noFill/>
            </a:ln>
          </p:spPr>
          <p:txBody>
            <a:bodyPr vert="horz" wrap="square" lIns="91440" tIns="45720" rIns="91440" bIns="45720" numCol="1" anchor="t" anchorCtr="0" compatLnSpc="1"/>
            <a:lstStyle/>
            <a:p>
              <a:endParaRPr lang="en-US"/>
            </a:p>
          </p:txBody>
        </p:sp>
      </p:grpSp>
      <p:grpSp>
        <p:nvGrpSpPr>
          <p:cNvPr id="159" name="Group 158"/>
          <p:cNvGrpSpPr/>
          <p:nvPr/>
        </p:nvGrpSpPr>
        <p:grpSpPr>
          <a:xfrm>
            <a:off x="7206608" y="5593875"/>
            <a:ext cx="444344" cy="450132"/>
            <a:chOff x="7985126" y="3973513"/>
            <a:chExt cx="2314575" cy="2344738"/>
          </a:xfrm>
          <a:solidFill>
            <a:schemeClr val="accent3"/>
          </a:solidFill>
        </p:grpSpPr>
        <p:sp>
          <p:nvSpPr>
            <p:cNvPr id="160" name="Freeform 20"/>
            <p:cNvSpPr>
              <a:spLocks noEditPoints="1"/>
            </p:cNvSpPr>
            <p:nvPr/>
          </p:nvSpPr>
          <p:spPr bwMode="auto">
            <a:xfrm>
              <a:off x="7985126" y="3973513"/>
              <a:ext cx="2314575" cy="2344738"/>
            </a:xfrm>
            <a:custGeom>
              <a:avLst/>
              <a:gdLst>
                <a:gd name="T0" fmla="*/ 861 w 934"/>
                <a:gd name="T1" fmla="*/ 550 h 947"/>
                <a:gd name="T2" fmla="*/ 813 w 934"/>
                <a:gd name="T3" fmla="*/ 503 h 947"/>
                <a:gd name="T4" fmla="*/ 602 w 934"/>
                <a:gd name="T5" fmla="*/ 291 h 947"/>
                <a:gd name="T6" fmla="*/ 410 w 934"/>
                <a:gd name="T7" fmla="*/ 100 h 947"/>
                <a:gd name="T8" fmla="*/ 347 w 934"/>
                <a:gd name="T9" fmla="*/ 45 h 947"/>
                <a:gd name="T10" fmla="*/ 114 w 934"/>
                <a:gd name="T11" fmla="*/ 43 h 947"/>
                <a:gd name="T12" fmla="*/ 8 w 934"/>
                <a:gd name="T13" fmla="*/ 210 h 947"/>
                <a:gd name="T14" fmla="*/ 72 w 934"/>
                <a:gd name="T15" fmla="*/ 392 h 947"/>
                <a:gd name="T16" fmla="*/ 424 w 934"/>
                <a:gd name="T17" fmla="*/ 744 h 947"/>
                <a:gd name="T18" fmla="*/ 549 w 934"/>
                <a:gd name="T19" fmla="*/ 868 h 947"/>
                <a:gd name="T20" fmla="*/ 777 w 934"/>
                <a:gd name="T21" fmla="*/ 920 h 947"/>
                <a:gd name="T22" fmla="*/ 926 w 934"/>
                <a:gd name="T23" fmla="*/ 733 h 947"/>
                <a:gd name="T24" fmla="*/ 861 w 934"/>
                <a:gd name="T25" fmla="*/ 550 h 947"/>
                <a:gd name="T26" fmla="*/ 146 w 934"/>
                <a:gd name="T27" fmla="*/ 408 h 947"/>
                <a:gd name="T28" fmla="*/ 101 w 934"/>
                <a:gd name="T29" fmla="*/ 363 h 947"/>
                <a:gd name="T30" fmla="*/ 49 w 934"/>
                <a:gd name="T31" fmla="*/ 264 h 947"/>
                <a:gd name="T32" fmla="*/ 48 w 934"/>
                <a:gd name="T33" fmla="*/ 210 h 947"/>
                <a:gd name="T34" fmla="*/ 63 w 934"/>
                <a:gd name="T35" fmla="*/ 160 h 947"/>
                <a:gd name="T36" fmla="*/ 139 w 934"/>
                <a:gd name="T37" fmla="*/ 76 h 947"/>
                <a:gd name="T38" fmla="*/ 244 w 934"/>
                <a:gd name="T39" fmla="*/ 52 h 947"/>
                <a:gd name="T40" fmla="*/ 298 w 934"/>
                <a:gd name="T41" fmla="*/ 65 h 947"/>
                <a:gd name="T42" fmla="*/ 344 w 934"/>
                <a:gd name="T43" fmla="*/ 92 h 947"/>
                <a:gd name="T44" fmla="*/ 365 w 934"/>
                <a:gd name="T45" fmla="*/ 112 h 947"/>
                <a:gd name="T46" fmla="*/ 426 w 934"/>
                <a:gd name="T47" fmla="*/ 172 h 947"/>
                <a:gd name="T48" fmla="*/ 582 w 934"/>
                <a:gd name="T49" fmla="*/ 328 h 947"/>
                <a:gd name="T50" fmla="*/ 430 w 934"/>
                <a:gd name="T51" fmla="*/ 480 h 947"/>
                <a:gd name="T52" fmla="*/ 324 w 934"/>
                <a:gd name="T53" fmla="*/ 586 h 947"/>
                <a:gd name="T54" fmla="*/ 146 w 934"/>
                <a:gd name="T55" fmla="*/ 408 h 947"/>
                <a:gd name="T56" fmla="*/ 876 w 934"/>
                <a:gd name="T57" fmla="*/ 771 h 947"/>
                <a:gd name="T58" fmla="*/ 810 w 934"/>
                <a:gd name="T59" fmla="*/ 858 h 947"/>
                <a:gd name="T60" fmla="*/ 602 w 934"/>
                <a:gd name="T61" fmla="*/ 860 h 947"/>
                <a:gd name="T62" fmla="*/ 550 w 934"/>
                <a:gd name="T63" fmla="*/ 812 h 947"/>
                <a:gd name="T64" fmla="*/ 355 w 934"/>
                <a:gd name="T65" fmla="*/ 618 h 947"/>
                <a:gd name="T66" fmla="*/ 352 w 934"/>
                <a:gd name="T67" fmla="*/ 615 h 947"/>
                <a:gd name="T68" fmla="*/ 504 w 934"/>
                <a:gd name="T69" fmla="*/ 463 h 947"/>
                <a:gd name="T70" fmla="*/ 610 w 934"/>
                <a:gd name="T71" fmla="*/ 357 h 947"/>
                <a:gd name="T72" fmla="*/ 646 w 934"/>
                <a:gd name="T73" fmla="*/ 393 h 947"/>
                <a:gd name="T74" fmla="*/ 821 w 934"/>
                <a:gd name="T75" fmla="*/ 568 h 947"/>
                <a:gd name="T76" fmla="*/ 833 w 934"/>
                <a:gd name="T77" fmla="*/ 580 h 947"/>
                <a:gd name="T78" fmla="*/ 881 w 934"/>
                <a:gd name="T79" fmla="*/ 663 h 947"/>
                <a:gd name="T80" fmla="*/ 876 w 934"/>
                <a:gd name="T81" fmla="*/ 771 h 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4" h="947">
                  <a:moveTo>
                    <a:pt x="861" y="550"/>
                  </a:moveTo>
                  <a:cubicBezTo>
                    <a:pt x="845" y="534"/>
                    <a:pt x="829" y="518"/>
                    <a:pt x="813" y="503"/>
                  </a:cubicBezTo>
                  <a:cubicBezTo>
                    <a:pt x="743" y="432"/>
                    <a:pt x="672" y="361"/>
                    <a:pt x="602" y="291"/>
                  </a:cubicBezTo>
                  <a:cubicBezTo>
                    <a:pt x="410" y="100"/>
                    <a:pt x="410" y="100"/>
                    <a:pt x="410" y="100"/>
                  </a:cubicBezTo>
                  <a:cubicBezTo>
                    <a:pt x="390" y="80"/>
                    <a:pt x="371" y="60"/>
                    <a:pt x="347" y="45"/>
                  </a:cubicBezTo>
                  <a:cubicBezTo>
                    <a:pt x="277" y="0"/>
                    <a:pt x="185" y="1"/>
                    <a:pt x="114" y="43"/>
                  </a:cubicBezTo>
                  <a:cubicBezTo>
                    <a:pt x="54" y="79"/>
                    <a:pt x="17" y="141"/>
                    <a:pt x="8" y="210"/>
                  </a:cubicBezTo>
                  <a:cubicBezTo>
                    <a:pt x="0" y="276"/>
                    <a:pt x="25" y="344"/>
                    <a:pt x="72" y="392"/>
                  </a:cubicBezTo>
                  <a:cubicBezTo>
                    <a:pt x="424" y="744"/>
                    <a:pt x="424" y="744"/>
                    <a:pt x="424" y="744"/>
                  </a:cubicBezTo>
                  <a:cubicBezTo>
                    <a:pt x="466" y="786"/>
                    <a:pt x="507" y="827"/>
                    <a:pt x="549" y="868"/>
                  </a:cubicBezTo>
                  <a:cubicBezTo>
                    <a:pt x="608" y="927"/>
                    <a:pt x="698" y="947"/>
                    <a:pt x="777" y="920"/>
                  </a:cubicBezTo>
                  <a:cubicBezTo>
                    <a:pt x="859" y="892"/>
                    <a:pt x="915" y="818"/>
                    <a:pt x="926" y="733"/>
                  </a:cubicBezTo>
                  <a:cubicBezTo>
                    <a:pt x="934" y="666"/>
                    <a:pt x="908" y="598"/>
                    <a:pt x="861" y="550"/>
                  </a:cubicBezTo>
                  <a:close/>
                  <a:moveTo>
                    <a:pt x="146" y="408"/>
                  </a:moveTo>
                  <a:cubicBezTo>
                    <a:pt x="131" y="393"/>
                    <a:pt x="116" y="378"/>
                    <a:pt x="101" y="363"/>
                  </a:cubicBezTo>
                  <a:cubicBezTo>
                    <a:pt x="73" y="335"/>
                    <a:pt x="56" y="302"/>
                    <a:pt x="49" y="264"/>
                  </a:cubicBezTo>
                  <a:cubicBezTo>
                    <a:pt x="47" y="249"/>
                    <a:pt x="46" y="228"/>
                    <a:pt x="48" y="210"/>
                  </a:cubicBezTo>
                  <a:cubicBezTo>
                    <a:pt x="50" y="196"/>
                    <a:pt x="56" y="174"/>
                    <a:pt x="63" y="160"/>
                  </a:cubicBezTo>
                  <a:cubicBezTo>
                    <a:pt x="79" y="124"/>
                    <a:pt x="105" y="95"/>
                    <a:pt x="139" y="76"/>
                  </a:cubicBezTo>
                  <a:cubicBezTo>
                    <a:pt x="171" y="57"/>
                    <a:pt x="207" y="50"/>
                    <a:pt x="244" y="52"/>
                  </a:cubicBezTo>
                  <a:cubicBezTo>
                    <a:pt x="261" y="53"/>
                    <a:pt x="280" y="58"/>
                    <a:pt x="298" y="65"/>
                  </a:cubicBezTo>
                  <a:cubicBezTo>
                    <a:pt x="312" y="70"/>
                    <a:pt x="331" y="81"/>
                    <a:pt x="344" y="92"/>
                  </a:cubicBezTo>
                  <a:cubicBezTo>
                    <a:pt x="352" y="98"/>
                    <a:pt x="358" y="105"/>
                    <a:pt x="365" y="112"/>
                  </a:cubicBezTo>
                  <a:cubicBezTo>
                    <a:pt x="385" y="132"/>
                    <a:pt x="406" y="152"/>
                    <a:pt x="426" y="172"/>
                  </a:cubicBezTo>
                  <a:cubicBezTo>
                    <a:pt x="478" y="224"/>
                    <a:pt x="530" y="276"/>
                    <a:pt x="582" y="328"/>
                  </a:cubicBezTo>
                  <a:cubicBezTo>
                    <a:pt x="430" y="480"/>
                    <a:pt x="430" y="480"/>
                    <a:pt x="430" y="480"/>
                  </a:cubicBezTo>
                  <a:cubicBezTo>
                    <a:pt x="395" y="515"/>
                    <a:pt x="359" y="551"/>
                    <a:pt x="324" y="586"/>
                  </a:cubicBezTo>
                  <a:cubicBezTo>
                    <a:pt x="264" y="527"/>
                    <a:pt x="205" y="467"/>
                    <a:pt x="146" y="408"/>
                  </a:cubicBezTo>
                  <a:close/>
                  <a:moveTo>
                    <a:pt x="876" y="771"/>
                  </a:moveTo>
                  <a:cubicBezTo>
                    <a:pt x="865" y="805"/>
                    <a:pt x="840" y="837"/>
                    <a:pt x="810" y="858"/>
                  </a:cubicBezTo>
                  <a:cubicBezTo>
                    <a:pt x="747" y="902"/>
                    <a:pt x="665" y="902"/>
                    <a:pt x="602" y="860"/>
                  </a:cubicBezTo>
                  <a:cubicBezTo>
                    <a:pt x="583" y="847"/>
                    <a:pt x="566" y="829"/>
                    <a:pt x="550" y="812"/>
                  </a:cubicBezTo>
                  <a:cubicBezTo>
                    <a:pt x="485" y="747"/>
                    <a:pt x="420" y="683"/>
                    <a:pt x="355" y="618"/>
                  </a:cubicBezTo>
                  <a:cubicBezTo>
                    <a:pt x="352" y="615"/>
                    <a:pt x="352" y="615"/>
                    <a:pt x="352" y="615"/>
                  </a:cubicBezTo>
                  <a:cubicBezTo>
                    <a:pt x="504" y="463"/>
                    <a:pt x="504" y="463"/>
                    <a:pt x="504" y="463"/>
                  </a:cubicBezTo>
                  <a:cubicBezTo>
                    <a:pt x="539" y="428"/>
                    <a:pt x="575" y="392"/>
                    <a:pt x="610" y="357"/>
                  </a:cubicBezTo>
                  <a:cubicBezTo>
                    <a:pt x="622" y="369"/>
                    <a:pt x="634" y="381"/>
                    <a:pt x="646" y="393"/>
                  </a:cubicBezTo>
                  <a:cubicBezTo>
                    <a:pt x="705" y="451"/>
                    <a:pt x="763" y="510"/>
                    <a:pt x="821" y="568"/>
                  </a:cubicBezTo>
                  <a:cubicBezTo>
                    <a:pt x="825" y="572"/>
                    <a:pt x="829" y="576"/>
                    <a:pt x="833" y="580"/>
                  </a:cubicBezTo>
                  <a:cubicBezTo>
                    <a:pt x="857" y="603"/>
                    <a:pt x="873" y="632"/>
                    <a:pt x="881" y="663"/>
                  </a:cubicBezTo>
                  <a:cubicBezTo>
                    <a:pt x="891" y="699"/>
                    <a:pt x="889" y="735"/>
                    <a:pt x="876" y="771"/>
                  </a:cubicBezTo>
                  <a:close/>
                </a:path>
              </a:pathLst>
            </a:custGeom>
            <a:grpFill/>
            <a:ln>
              <a:noFill/>
            </a:ln>
          </p:spPr>
          <p:txBody>
            <a:bodyPr vert="horz" wrap="square" lIns="91440" tIns="45720" rIns="91440" bIns="45720" numCol="1" anchor="t" anchorCtr="0" compatLnSpc="1"/>
            <a:lstStyle/>
            <a:p>
              <a:endParaRPr lang="en-US"/>
            </a:p>
          </p:txBody>
        </p:sp>
        <p:sp>
          <p:nvSpPr>
            <p:cNvPr id="161" name="Freeform 21"/>
            <p:cNvSpPr/>
            <p:nvPr/>
          </p:nvSpPr>
          <p:spPr bwMode="auto">
            <a:xfrm>
              <a:off x="8280401" y="4233863"/>
              <a:ext cx="839788" cy="490538"/>
            </a:xfrm>
            <a:custGeom>
              <a:avLst/>
              <a:gdLst>
                <a:gd name="T0" fmla="*/ 321 w 339"/>
                <a:gd name="T1" fmla="*/ 151 h 198"/>
                <a:gd name="T2" fmla="*/ 232 w 339"/>
                <a:gd name="T3" fmla="*/ 62 h 198"/>
                <a:gd name="T4" fmla="*/ 182 w 339"/>
                <a:gd name="T5" fmla="*/ 21 h 198"/>
                <a:gd name="T6" fmla="*/ 58 w 339"/>
                <a:gd name="T7" fmla="*/ 18 h 198"/>
                <a:gd name="T8" fmla="*/ 18 w 339"/>
                <a:gd name="T9" fmla="*/ 45 h 198"/>
                <a:gd name="T10" fmla="*/ 47 w 339"/>
                <a:gd name="T11" fmla="*/ 74 h 198"/>
                <a:gd name="T12" fmla="*/ 144 w 339"/>
                <a:gd name="T13" fmla="*/ 49 h 198"/>
                <a:gd name="T14" fmla="*/ 197 w 339"/>
                <a:gd name="T15" fmla="*/ 85 h 198"/>
                <a:gd name="T16" fmla="*/ 291 w 339"/>
                <a:gd name="T17" fmla="*/ 179 h 198"/>
                <a:gd name="T18" fmla="*/ 292 w 339"/>
                <a:gd name="T19" fmla="*/ 180 h 198"/>
                <a:gd name="T20" fmla="*/ 321 w 339"/>
                <a:gd name="T21" fmla="*/ 15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9" h="198">
                  <a:moveTo>
                    <a:pt x="321" y="151"/>
                  </a:moveTo>
                  <a:cubicBezTo>
                    <a:pt x="291" y="122"/>
                    <a:pt x="261" y="92"/>
                    <a:pt x="232" y="62"/>
                  </a:cubicBezTo>
                  <a:cubicBezTo>
                    <a:pt x="216" y="47"/>
                    <a:pt x="201" y="31"/>
                    <a:pt x="182" y="21"/>
                  </a:cubicBezTo>
                  <a:cubicBezTo>
                    <a:pt x="143" y="0"/>
                    <a:pt x="98" y="0"/>
                    <a:pt x="58" y="18"/>
                  </a:cubicBezTo>
                  <a:cubicBezTo>
                    <a:pt x="43" y="24"/>
                    <a:pt x="30" y="34"/>
                    <a:pt x="18" y="45"/>
                  </a:cubicBezTo>
                  <a:cubicBezTo>
                    <a:pt x="0" y="64"/>
                    <a:pt x="28" y="92"/>
                    <a:pt x="47" y="74"/>
                  </a:cubicBezTo>
                  <a:cubicBezTo>
                    <a:pt x="74" y="48"/>
                    <a:pt x="110" y="39"/>
                    <a:pt x="144" y="49"/>
                  </a:cubicBezTo>
                  <a:cubicBezTo>
                    <a:pt x="166" y="55"/>
                    <a:pt x="181" y="69"/>
                    <a:pt x="197" y="85"/>
                  </a:cubicBezTo>
                  <a:cubicBezTo>
                    <a:pt x="229" y="116"/>
                    <a:pt x="260" y="148"/>
                    <a:pt x="291" y="179"/>
                  </a:cubicBezTo>
                  <a:cubicBezTo>
                    <a:pt x="292" y="180"/>
                    <a:pt x="292" y="180"/>
                    <a:pt x="292" y="180"/>
                  </a:cubicBezTo>
                  <a:cubicBezTo>
                    <a:pt x="311" y="198"/>
                    <a:pt x="339" y="170"/>
                    <a:pt x="321" y="151"/>
                  </a:cubicBezTo>
                  <a:close/>
                </a:path>
              </a:pathLst>
            </a:custGeom>
            <a:grpFill/>
            <a:ln>
              <a:noFill/>
            </a:ln>
          </p:spPr>
          <p:txBody>
            <a:bodyPr vert="horz" wrap="square" lIns="91440" tIns="45720" rIns="91440" bIns="45720" numCol="1" anchor="t" anchorCtr="0" compatLnSpc="1"/>
            <a:lstStyle/>
            <a:p>
              <a:endParaRPr lang="en-US"/>
            </a:p>
          </p:txBody>
        </p:sp>
      </p:grpSp>
      <p:grpSp>
        <p:nvGrpSpPr>
          <p:cNvPr id="162" name="Group 161"/>
          <p:cNvGrpSpPr/>
          <p:nvPr/>
        </p:nvGrpSpPr>
        <p:grpSpPr>
          <a:xfrm>
            <a:off x="4604371" y="5593875"/>
            <a:ext cx="327462" cy="409732"/>
            <a:chOff x="8047038" y="7386638"/>
            <a:chExt cx="1927225" cy="2411413"/>
          </a:xfrm>
          <a:solidFill>
            <a:schemeClr val="accent2"/>
          </a:solidFill>
        </p:grpSpPr>
        <p:sp>
          <p:nvSpPr>
            <p:cNvPr id="163" name="Freeform 227"/>
            <p:cNvSpPr/>
            <p:nvPr/>
          </p:nvSpPr>
          <p:spPr bwMode="auto">
            <a:xfrm>
              <a:off x="8245476" y="7677150"/>
              <a:ext cx="231775" cy="687388"/>
            </a:xfrm>
            <a:custGeom>
              <a:avLst/>
              <a:gdLst>
                <a:gd name="T0" fmla="*/ 67 w 94"/>
                <a:gd name="T1" fmla="*/ 0 h 278"/>
                <a:gd name="T2" fmla="*/ 35 w 94"/>
                <a:gd name="T3" fmla="*/ 0 h 278"/>
                <a:gd name="T4" fmla="*/ 0 w 94"/>
                <a:gd name="T5" fmla="*/ 35 h 278"/>
                <a:gd name="T6" fmla="*/ 0 w 94"/>
                <a:gd name="T7" fmla="*/ 251 h 278"/>
                <a:gd name="T8" fmla="*/ 43 w 94"/>
                <a:gd name="T9" fmla="*/ 251 h 278"/>
                <a:gd name="T10" fmla="*/ 43 w 94"/>
                <a:gd name="T11" fmla="*/ 42 h 278"/>
                <a:gd name="T12" fmla="*/ 49 w 94"/>
                <a:gd name="T13" fmla="*/ 42 h 278"/>
                <a:gd name="T14" fmla="*/ 67 w 94"/>
                <a:gd name="T15" fmla="*/ 42 h 278"/>
                <a:gd name="T16" fmla="*/ 67 w 94"/>
                <a:gd name="T17"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278">
                  <a:moveTo>
                    <a:pt x="67" y="0"/>
                  </a:moveTo>
                  <a:cubicBezTo>
                    <a:pt x="35" y="0"/>
                    <a:pt x="35" y="0"/>
                    <a:pt x="35" y="0"/>
                  </a:cubicBezTo>
                  <a:cubicBezTo>
                    <a:pt x="16" y="0"/>
                    <a:pt x="0" y="15"/>
                    <a:pt x="0" y="35"/>
                  </a:cubicBezTo>
                  <a:cubicBezTo>
                    <a:pt x="0" y="251"/>
                    <a:pt x="0" y="251"/>
                    <a:pt x="0" y="251"/>
                  </a:cubicBezTo>
                  <a:cubicBezTo>
                    <a:pt x="0" y="278"/>
                    <a:pt x="43" y="278"/>
                    <a:pt x="43" y="251"/>
                  </a:cubicBezTo>
                  <a:cubicBezTo>
                    <a:pt x="43" y="42"/>
                    <a:pt x="43" y="42"/>
                    <a:pt x="43" y="42"/>
                  </a:cubicBezTo>
                  <a:cubicBezTo>
                    <a:pt x="45" y="42"/>
                    <a:pt x="47" y="42"/>
                    <a:pt x="49" y="42"/>
                  </a:cubicBezTo>
                  <a:cubicBezTo>
                    <a:pt x="67" y="42"/>
                    <a:pt x="67" y="42"/>
                    <a:pt x="67" y="42"/>
                  </a:cubicBezTo>
                  <a:cubicBezTo>
                    <a:pt x="94" y="42"/>
                    <a:pt x="94" y="0"/>
                    <a:pt x="67" y="0"/>
                  </a:cubicBezTo>
                  <a:close/>
                </a:path>
              </a:pathLst>
            </a:custGeom>
            <a:grpFill/>
            <a:ln>
              <a:noFill/>
            </a:ln>
          </p:spPr>
          <p:txBody>
            <a:bodyPr vert="horz" wrap="square" lIns="91440" tIns="45720" rIns="91440" bIns="45720" numCol="1" anchor="t" anchorCtr="0" compatLnSpc="1"/>
            <a:lstStyle/>
            <a:p>
              <a:endParaRPr lang="en-US"/>
            </a:p>
          </p:txBody>
        </p:sp>
        <p:sp>
          <p:nvSpPr>
            <p:cNvPr id="164" name="Freeform 228"/>
            <p:cNvSpPr/>
            <p:nvPr/>
          </p:nvSpPr>
          <p:spPr bwMode="auto">
            <a:xfrm>
              <a:off x="8245476" y="8464550"/>
              <a:ext cx="106363" cy="157163"/>
            </a:xfrm>
            <a:custGeom>
              <a:avLst/>
              <a:gdLst>
                <a:gd name="T0" fmla="*/ 21 w 43"/>
                <a:gd name="T1" fmla="*/ 0 h 64"/>
                <a:gd name="T2" fmla="*/ 0 w 43"/>
                <a:gd name="T3" fmla="*/ 21 h 64"/>
                <a:gd name="T4" fmla="*/ 0 w 43"/>
                <a:gd name="T5" fmla="*/ 42 h 64"/>
                <a:gd name="T6" fmla="*/ 21 w 43"/>
                <a:gd name="T7" fmla="*/ 64 h 64"/>
                <a:gd name="T8" fmla="*/ 43 w 43"/>
                <a:gd name="T9" fmla="*/ 42 h 64"/>
                <a:gd name="T10" fmla="*/ 43 w 43"/>
                <a:gd name="T11" fmla="*/ 21 h 64"/>
                <a:gd name="T12" fmla="*/ 21 w 43"/>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43" h="64">
                  <a:moveTo>
                    <a:pt x="21" y="0"/>
                  </a:moveTo>
                  <a:cubicBezTo>
                    <a:pt x="10" y="0"/>
                    <a:pt x="0" y="10"/>
                    <a:pt x="0" y="21"/>
                  </a:cubicBezTo>
                  <a:cubicBezTo>
                    <a:pt x="0" y="42"/>
                    <a:pt x="0" y="42"/>
                    <a:pt x="0" y="42"/>
                  </a:cubicBezTo>
                  <a:cubicBezTo>
                    <a:pt x="0" y="54"/>
                    <a:pt x="10" y="64"/>
                    <a:pt x="21" y="64"/>
                  </a:cubicBezTo>
                  <a:cubicBezTo>
                    <a:pt x="33" y="64"/>
                    <a:pt x="43" y="54"/>
                    <a:pt x="43" y="42"/>
                  </a:cubicBezTo>
                  <a:cubicBezTo>
                    <a:pt x="43" y="21"/>
                    <a:pt x="43" y="21"/>
                    <a:pt x="43" y="21"/>
                  </a:cubicBezTo>
                  <a:cubicBezTo>
                    <a:pt x="43" y="10"/>
                    <a:pt x="33" y="0"/>
                    <a:pt x="21" y="0"/>
                  </a:cubicBezTo>
                  <a:close/>
                </a:path>
              </a:pathLst>
            </a:custGeom>
            <a:grpFill/>
            <a:ln>
              <a:noFill/>
            </a:ln>
          </p:spPr>
          <p:txBody>
            <a:bodyPr vert="horz" wrap="square" lIns="91440" tIns="45720" rIns="91440" bIns="45720" numCol="1" anchor="t" anchorCtr="0" compatLnSpc="1"/>
            <a:lstStyle/>
            <a:p>
              <a:endParaRPr lang="en-US"/>
            </a:p>
          </p:txBody>
        </p:sp>
        <p:sp>
          <p:nvSpPr>
            <p:cNvPr id="165" name="Freeform 229"/>
            <p:cNvSpPr/>
            <p:nvPr/>
          </p:nvSpPr>
          <p:spPr bwMode="auto">
            <a:xfrm>
              <a:off x="8432801" y="8980488"/>
              <a:ext cx="1154113" cy="104775"/>
            </a:xfrm>
            <a:custGeom>
              <a:avLst/>
              <a:gdLst>
                <a:gd name="T0" fmla="*/ 438 w 465"/>
                <a:gd name="T1" fmla="*/ 0 h 42"/>
                <a:gd name="T2" fmla="*/ 27 w 465"/>
                <a:gd name="T3" fmla="*/ 0 h 42"/>
                <a:gd name="T4" fmla="*/ 27 w 465"/>
                <a:gd name="T5" fmla="*/ 42 h 42"/>
                <a:gd name="T6" fmla="*/ 438 w 465"/>
                <a:gd name="T7" fmla="*/ 42 h 42"/>
                <a:gd name="T8" fmla="*/ 438 w 465"/>
                <a:gd name="T9" fmla="*/ 0 h 42"/>
              </a:gdLst>
              <a:ahLst/>
              <a:cxnLst>
                <a:cxn ang="0">
                  <a:pos x="T0" y="T1"/>
                </a:cxn>
                <a:cxn ang="0">
                  <a:pos x="T2" y="T3"/>
                </a:cxn>
                <a:cxn ang="0">
                  <a:pos x="T4" y="T5"/>
                </a:cxn>
                <a:cxn ang="0">
                  <a:pos x="T6" y="T7"/>
                </a:cxn>
                <a:cxn ang="0">
                  <a:pos x="T8" y="T9"/>
                </a:cxn>
              </a:cxnLst>
              <a:rect l="0" t="0" r="r" b="b"/>
              <a:pathLst>
                <a:path w="465" h="42">
                  <a:moveTo>
                    <a:pt x="438" y="0"/>
                  </a:moveTo>
                  <a:cubicBezTo>
                    <a:pt x="27" y="0"/>
                    <a:pt x="27" y="0"/>
                    <a:pt x="27" y="0"/>
                  </a:cubicBezTo>
                  <a:cubicBezTo>
                    <a:pt x="0" y="0"/>
                    <a:pt x="0" y="42"/>
                    <a:pt x="27" y="42"/>
                  </a:cubicBezTo>
                  <a:cubicBezTo>
                    <a:pt x="438" y="42"/>
                    <a:pt x="438" y="42"/>
                    <a:pt x="438" y="42"/>
                  </a:cubicBezTo>
                  <a:cubicBezTo>
                    <a:pt x="465" y="42"/>
                    <a:pt x="465" y="0"/>
                    <a:pt x="438" y="0"/>
                  </a:cubicBezTo>
                  <a:close/>
                </a:path>
              </a:pathLst>
            </a:custGeom>
            <a:grpFill/>
            <a:ln>
              <a:noFill/>
            </a:ln>
          </p:spPr>
          <p:txBody>
            <a:bodyPr vert="horz" wrap="square" lIns="91440" tIns="45720" rIns="91440" bIns="45720" numCol="1" anchor="t" anchorCtr="0" compatLnSpc="1"/>
            <a:lstStyle/>
            <a:p>
              <a:endParaRPr lang="en-US"/>
            </a:p>
          </p:txBody>
        </p:sp>
        <p:sp>
          <p:nvSpPr>
            <p:cNvPr id="166" name="Freeform 230"/>
            <p:cNvSpPr/>
            <p:nvPr/>
          </p:nvSpPr>
          <p:spPr bwMode="auto">
            <a:xfrm>
              <a:off x="8432801" y="8761413"/>
              <a:ext cx="1154113" cy="106363"/>
            </a:xfrm>
            <a:custGeom>
              <a:avLst/>
              <a:gdLst>
                <a:gd name="T0" fmla="*/ 438 w 465"/>
                <a:gd name="T1" fmla="*/ 0 h 43"/>
                <a:gd name="T2" fmla="*/ 27 w 465"/>
                <a:gd name="T3" fmla="*/ 0 h 43"/>
                <a:gd name="T4" fmla="*/ 27 w 465"/>
                <a:gd name="T5" fmla="*/ 43 h 43"/>
                <a:gd name="T6" fmla="*/ 438 w 465"/>
                <a:gd name="T7" fmla="*/ 43 h 43"/>
                <a:gd name="T8" fmla="*/ 438 w 465"/>
                <a:gd name="T9" fmla="*/ 0 h 43"/>
              </a:gdLst>
              <a:ahLst/>
              <a:cxnLst>
                <a:cxn ang="0">
                  <a:pos x="T0" y="T1"/>
                </a:cxn>
                <a:cxn ang="0">
                  <a:pos x="T2" y="T3"/>
                </a:cxn>
                <a:cxn ang="0">
                  <a:pos x="T4" y="T5"/>
                </a:cxn>
                <a:cxn ang="0">
                  <a:pos x="T6" y="T7"/>
                </a:cxn>
                <a:cxn ang="0">
                  <a:pos x="T8" y="T9"/>
                </a:cxn>
              </a:cxnLst>
              <a:rect l="0" t="0" r="r" b="b"/>
              <a:pathLst>
                <a:path w="465" h="43">
                  <a:moveTo>
                    <a:pt x="438" y="0"/>
                  </a:moveTo>
                  <a:cubicBezTo>
                    <a:pt x="27" y="0"/>
                    <a:pt x="27" y="0"/>
                    <a:pt x="27" y="0"/>
                  </a:cubicBezTo>
                  <a:cubicBezTo>
                    <a:pt x="0" y="0"/>
                    <a:pt x="0" y="43"/>
                    <a:pt x="27" y="43"/>
                  </a:cubicBezTo>
                  <a:cubicBezTo>
                    <a:pt x="438" y="43"/>
                    <a:pt x="438" y="43"/>
                    <a:pt x="438" y="43"/>
                  </a:cubicBezTo>
                  <a:cubicBezTo>
                    <a:pt x="465" y="43"/>
                    <a:pt x="465" y="0"/>
                    <a:pt x="438" y="0"/>
                  </a:cubicBezTo>
                  <a:close/>
                </a:path>
              </a:pathLst>
            </a:custGeom>
            <a:grpFill/>
            <a:ln>
              <a:noFill/>
            </a:ln>
          </p:spPr>
          <p:txBody>
            <a:bodyPr vert="horz" wrap="square" lIns="91440" tIns="45720" rIns="91440" bIns="45720" numCol="1" anchor="t" anchorCtr="0" compatLnSpc="1"/>
            <a:lstStyle/>
            <a:p>
              <a:endParaRPr lang="en-US"/>
            </a:p>
          </p:txBody>
        </p:sp>
        <p:sp>
          <p:nvSpPr>
            <p:cNvPr id="167" name="Freeform 231"/>
            <p:cNvSpPr>
              <a:spLocks noEditPoints="1"/>
            </p:cNvSpPr>
            <p:nvPr/>
          </p:nvSpPr>
          <p:spPr bwMode="auto">
            <a:xfrm>
              <a:off x="8448676" y="7853363"/>
              <a:ext cx="1122363" cy="781050"/>
            </a:xfrm>
            <a:custGeom>
              <a:avLst/>
              <a:gdLst>
                <a:gd name="T0" fmla="*/ 404 w 453"/>
                <a:gd name="T1" fmla="*/ 2 h 316"/>
                <a:gd name="T2" fmla="*/ 377 w 453"/>
                <a:gd name="T3" fmla="*/ 2 h 316"/>
                <a:gd name="T4" fmla="*/ 142 w 453"/>
                <a:gd name="T5" fmla="*/ 2 h 316"/>
                <a:gd name="T6" fmla="*/ 49 w 453"/>
                <a:gd name="T7" fmla="*/ 2 h 316"/>
                <a:gd name="T8" fmla="*/ 0 w 453"/>
                <a:gd name="T9" fmla="*/ 52 h 316"/>
                <a:gd name="T10" fmla="*/ 0 w 453"/>
                <a:gd name="T11" fmla="*/ 67 h 316"/>
                <a:gd name="T12" fmla="*/ 0 w 453"/>
                <a:gd name="T13" fmla="*/ 260 h 316"/>
                <a:gd name="T14" fmla="*/ 41 w 453"/>
                <a:gd name="T15" fmla="*/ 315 h 316"/>
                <a:gd name="T16" fmla="*/ 56 w 453"/>
                <a:gd name="T17" fmla="*/ 316 h 316"/>
                <a:gd name="T18" fmla="*/ 394 w 453"/>
                <a:gd name="T19" fmla="*/ 316 h 316"/>
                <a:gd name="T20" fmla="*/ 404 w 453"/>
                <a:gd name="T21" fmla="*/ 316 h 316"/>
                <a:gd name="T22" fmla="*/ 453 w 453"/>
                <a:gd name="T23" fmla="*/ 263 h 316"/>
                <a:gd name="T24" fmla="*/ 453 w 453"/>
                <a:gd name="T25" fmla="*/ 260 h 316"/>
                <a:gd name="T26" fmla="*/ 453 w 453"/>
                <a:gd name="T27" fmla="*/ 67 h 316"/>
                <a:gd name="T28" fmla="*/ 453 w 453"/>
                <a:gd name="T29" fmla="*/ 52 h 316"/>
                <a:gd name="T30" fmla="*/ 404 w 453"/>
                <a:gd name="T31" fmla="*/ 2 h 316"/>
                <a:gd name="T32" fmla="*/ 411 w 453"/>
                <a:gd name="T33" fmla="*/ 260 h 316"/>
                <a:gd name="T34" fmla="*/ 409 w 453"/>
                <a:gd name="T35" fmla="*/ 268 h 316"/>
                <a:gd name="T36" fmla="*/ 404 w 453"/>
                <a:gd name="T37" fmla="*/ 273 h 316"/>
                <a:gd name="T38" fmla="*/ 402 w 453"/>
                <a:gd name="T39" fmla="*/ 273 h 316"/>
                <a:gd name="T40" fmla="*/ 51 w 453"/>
                <a:gd name="T41" fmla="*/ 273 h 316"/>
                <a:gd name="T42" fmla="*/ 49 w 453"/>
                <a:gd name="T43" fmla="*/ 273 h 316"/>
                <a:gd name="T44" fmla="*/ 48 w 453"/>
                <a:gd name="T45" fmla="*/ 272 h 316"/>
                <a:gd name="T46" fmla="*/ 46 w 453"/>
                <a:gd name="T47" fmla="*/ 271 h 316"/>
                <a:gd name="T48" fmla="*/ 43 w 453"/>
                <a:gd name="T49" fmla="*/ 266 h 316"/>
                <a:gd name="T50" fmla="*/ 42 w 453"/>
                <a:gd name="T51" fmla="*/ 259 h 316"/>
                <a:gd name="T52" fmla="*/ 42 w 453"/>
                <a:gd name="T53" fmla="*/ 57 h 316"/>
                <a:gd name="T54" fmla="*/ 46 w 453"/>
                <a:gd name="T55" fmla="*/ 46 h 316"/>
                <a:gd name="T56" fmla="*/ 47 w 453"/>
                <a:gd name="T57" fmla="*/ 45 h 316"/>
                <a:gd name="T58" fmla="*/ 49 w 453"/>
                <a:gd name="T59" fmla="*/ 44 h 316"/>
                <a:gd name="T60" fmla="*/ 50 w 453"/>
                <a:gd name="T61" fmla="*/ 44 h 316"/>
                <a:gd name="T62" fmla="*/ 51 w 453"/>
                <a:gd name="T63" fmla="*/ 44 h 316"/>
                <a:gd name="T64" fmla="*/ 402 w 453"/>
                <a:gd name="T65" fmla="*/ 44 h 316"/>
                <a:gd name="T66" fmla="*/ 404 w 453"/>
                <a:gd name="T67" fmla="*/ 44 h 316"/>
                <a:gd name="T68" fmla="*/ 404 w 453"/>
                <a:gd name="T69" fmla="*/ 44 h 316"/>
                <a:gd name="T70" fmla="*/ 408 w 453"/>
                <a:gd name="T71" fmla="*/ 48 h 316"/>
                <a:gd name="T72" fmla="*/ 410 w 453"/>
                <a:gd name="T73" fmla="*/ 51 h 316"/>
                <a:gd name="T74" fmla="*/ 411 w 453"/>
                <a:gd name="T75" fmla="*/ 55 h 316"/>
                <a:gd name="T76" fmla="*/ 411 w 453"/>
                <a:gd name="T77" fmla="*/ 57 h 316"/>
                <a:gd name="T78" fmla="*/ 411 w 453"/>
                <a:gd name="T79" fmla="*/ 26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3" h="316">
                  <a:moveTo>
                    <a:pt x="404" y="2"/>
                  </a:moveTo>
                  <a:cubicBezTo>
                    <a:pt x="395" y="1"/>
                    <a:pt x="386" y="2"/>
                    <a:pt x="377" y="2"/>
                  </a:cubicBezTo>
                  <a:cubicBezTo>
                    <a:pt x="142" y="2"/>
                    <a:pt x="142" y="2"/>
                    <a:pt x="142" y="2"/>
                  </a:cubicBezTo>
                  <a:cubicBezTo>
                    <a:pt x="111" y="2"/>
                    <a:pt x="80" y="0"/>
                    <a:pt x="49" y="2"/>
                  </a:cubicBezTo>
                  <a:cubicBezTo>
                    <a:pt x="22" y="3"/>
                    <a:pt x="3" y="26"/>
                    <a:pt x="0" y="52"/>
                  </a:cubicBezTo>
                  <a:cubicBezTo>
                    <a:pt x="0" y="57"/>
                    <a:pt x="0" y="62"/>
                    <a:pt x="0" y="67"/>
                  </a:cubicBezTo>
                  <a:cubicBezTo>
                    <a:pt x="0" y="260"/>
                    <a:pt x="0" y="260"/>
                    <a:pt x="0" y="260"/>
                  </a:cubicBezTo>
                  <a:cubicBezTo>
                    <a:pt x="0" y="285"/>
                    <a:pt x="16" y="309"/>
                    <a:pt x="41" y="315"/>
                  </a:cubicBezTo>
                  <a:cubicBezTo>
                    <a:pt x="46" y="316"/>
                    <a:pt x="51" y="316"/>
                    <a:pt x="56" y="316"/>
                  </a:cubicBezTo>
                  <a:cubicBezTo>
                    <a:pt x="394" y="316"/>
                    <a:pt x="394" y="316"/>
                    <a:pt x="394" y="316"/>
                  </a:cubicBezTo>
                  <a:cubicBezTo>
                    <a:pt x="398" y="316"/>
                    <a:pt x="401" y="316"/>
                    <a:pt x="404" y="316"/>
                  </a:cubicBezTo>
                  <a:cubicBezTo>
                    <a:pt x="433" y="314"/>
                    <a:pt x="451" y="289"/>
                    <a:pt x="453" y="263"/>
                  </a:cubicBezTo>
                  <a:cubicBezTo>
                    <a:pt x="453" y="262"/>
                    <a:pt x="453" y="261"/>
                    <a:pt x="453" y="260"/>
                  </a:cubicBezTo>
                  <a:cubicBezTo>
                    <a:pt x="453" y="67"/>
                    <a:pt x="453" y="67"/>
                    <a:pt x="453" y="67"/>
                  </a:cubicBezTo>
                  <a:cubicBezTo>
                    <a:pt x="453" y="62"/>
                    <a:pt x="453" y="57"/>
                    <a:pt x="453" y="52"/>
                  </a:cubicBezTo>
                  <a:cubicBezTo>
                    <a:pt x="450" y="25"/>
                    <a:pt x="431" y="5"/>
                    <a:pt x="404" y="2"/>
                  </a:cubicBezTo>
                  <a:close/>
                  <a:moveTo>
                    <a:pt x="411" y="260"/>
                  </a:moveTo>
                  <a:cubicBezTo>
                    <a:pt x="411" y="263"/>
                    <a:pt x="410" y="266"/>
                    <a:pt x="409" y="268"/>
                  </a:cubicBezTo>
                  <a:cubicBezTo>
                    <a:pt x="408" y="271"/>
                    <a:pt x="406" y="272"/>
                    <a:pt x="404" y="273"/>
                  </a:cubicBezTo>
                  <a:cubicBezTo>
                    <a:pt x="404" y="273"/>
                    <a:pt x="403" y="273"/>
                    <a:pt x="402" y="273"/>
                  </a:cubicBezTo>
                  <a:cubicBezTo>
                    <a:pt x="51" y="273"/>
                    <a:pt x="51" y="273"/>
                    <a:pt x="51" y="273"/>
                  </a:cubicBezTo>
                  <a:cubicBezTo>
                    <a:pt x="50" y="273"/>
                    <a:pt x="49" y="273"/>
                    <a:pt x="49" y="273"/>
                  </a:cubicBezTo>
                  <a:cubicBezTo>
                    <a:pt x="48" y="272"/>
                    <a:pt x="48" y="272"/>
                    <a:pt x="48" y="272"/>
                  </a:cubicBezTo>
                  <a:cubicBezTo>
                    <a:pt x="47" y="272"/>
                    <a:pt x="47" y="272"/>
                    <a:pt x="46" y="271"/>
                  </a:cubicBezTo>
                  <a:cubicBezTo>
                    <a:pt x="45" y="269"/>
                    <a:pt x="45" y="270"/>
                    <a:pt x="43" y="266"/>
                  </a:cubicBezTo>
                  <a:cubicBezTo>
                    <a:pt x="43" y="265"/>
                    <a:pt x="42" y="262"/>
                    <a:pt x="42" y="259"/>
                  </a:cubicBezTo>
                  <a:cubicBezTo>
                    <a:pt x="42" y="57"/>
                    <a:pt x="42" y="57"/>
                    <a:pt x="42" y="57"/>
                  </a:cubicBezTo>
                  <a:cubicBezTo>
                    <a:pt x="42" y="53"/>
                    <a:pt x="44" y="49"/>
                    <a:pt x="46" y="46"/>
                  </a:cubicBezTo>
                  <a:cubicBezTo>
                    <a:pt x="47" y="46"/>
                    <a:pt x="47" y="46"/>
                    <a:pt x="47" y="45"/>
                  </a:cubicBezTo>
                  <a:cubicBezTo>
                    <a:pt x="47" y="45"/>
                    <a:pt x="48" y="45"/>
                    <a:pt x="49" y="44"/>
                  </a:cubicBezTo>
                  <a:cubicBezTo>
                    <a:pt x="46" y="46"/>
                    <a:pt x="51" y="44"/>
                    <a:pt x="50" y="44"/>
                  </a:cubicBezTo>
                  <a:cubicBezTo>
                    <a:pt x="50" y="44"/>
                    <a:pt x="51" y="44"/>
                    <a:pt x="51" y="44"/>
                  </a:cubicBezTo>
                  <a:cubicBezTo>
                    <a:pt x="402" y="44"/>
                    <a:pt x="402" y="44"/>
                    <a:pt x="402" y="44"/>
                  </a:cubicBezTo>
                  <a:cubicBezTo>
                    <a:pt x="403" y="44"/>
                    <a:pt x="403" y="44"/>
                    <a:pt x="404" y="44"/>
                  </a:cubicBezTo>
                  <a:cubicBezTo>
                    <a:pt x="400" y="44"/>
                    <a:pt x="407" y="46"/>
                    <a:pt x="404" y="44"/>
                  </a:cubicBezTo>
                  <a:cubicBezTo>
                    <a:pt x="406" y="46"/>
                    <a:pt x="405" y="45"/>
                    <a:pt x="408" y="48"/>
                  </a:cubicBezTo>
                  <a:cubicBezTo>
                    <a:pt x="407" y="46"/>
                    <a:pt x="409" y="49"/>
                    <a:pt x="410" y="51"/>
                  </a:cubicBezTo>
                  <a:cubicBezTo>
                    <a:pt x="409" y="51"/>
                    <a:pt x="410" y="53"/>
                    <a:pt x="411" y="55"/>
                  </a:cubicBezTo>
                  <a:cubicBezTo>
                    <a:pt x="411" y="55"/>
                    <a:pt x="411" y="57"/>
                    <a:pt x="411" y="57"/>
                  </a:cubicBezTo>
                  <a:lnTo>
                    <a:pt x="411" y="260"/>
                  </a:lnTo>
                  <a:close/>
                </a:path>
              </a:pathLst>
            </a:custGeom>
            <a:grpFill/>
            <a:ln>
              <a:noFill/>
            </a:ln>
          </p:spPr>
          <p:txBody>
            <a:bodyPr vert="horz" wrap="square" lIns="91440" tIns="45720" rIns="91440" bIns="45720" numCol="1" anchor="t" anchorCtr="0" compatLnSpc="1"/>
            <a:lstStyle/>
            <a:p>
              <a:endParaRPr lang="en-US"/>
            </a:p>
          </p:txBody>
        </p:sp>
        <p:sp>
          <p:nvSpPr>
            <p:cNvPr id="168" name="Freeform 232"/>
            <p:cNvSpPr>
              <a:spLocks noEditPoints="1"/>
            </p:cNvSpPr>
            <p:nvPr/>
          </p:nvSpPr>
          <p:spPr bwMode="auto">
            <a:xfrm>
              <a:off x="8047038" y="7386638"/>
              <a:ext cx="1927225" cy="2411413"/>
            </a:xfrm>
            <a:custGeom>
              <a:avLst/>
              <a:gdLst>
                <a:gd name="T0" fmla="*/ 702 w 777"/>
                <a:gd name="T1" fmla="*/ 33 h 974"/>
                <a:gd name="T2" fmla="*/ 499 w 777"/>
                <a:gd name="T3" fmla="*/ 0 h 974"/>
                <a:gd name="T4" fmla="*/ 437 w 777"/>
                <a:gd name="T5" fmla="*/ 33 h 974"/>
                <a:gd name="T6" fmla="*/ 325 w 777"/>
                <a:gd name="T7" fmla="*/ 0 h 974"/>
                <a:gd name="T8" fmla="*/ 263 w 777"/>
                <a:gd name="T9" fmla="*/ 33 h 974"/>
                <a:gd name="T10" fmla="*/ 3 w 777"/>
                <a:gd name="T11" fmla="*/ 86 h 974"/>
                <a:gd name="T12" fmla="*/ 0 w 777"/>
                <a:gd name="T13" fmla="*/ 850 h 974"/>
                <a:gd name="T14" fmla="*/ 118 w 777"/>
                <a:gd name="T15" fmla="*/ 972 h 974"/>
                <a:gd name="T16" fmla="*/ 622 w 777"/>
                <a:gd name="T17" fmla="*/ 973 h 974"/>
                <a:gd name="T18" fmla="*/ 746 w 777"/>
                <a:gd name="T19" fmla="*/ 937 h 974"/>
                <a:gd name="T20" fmla="*/ 777 w 777"/>
                <a:gd name="T21" fmla="*/ 117 h 974"/>
                <a:gd name="T22" fmla="*/ 734 w 777"/>
                <a:gd name="T23" fmla="*/ 850 h 974"/>
                <a:gd name="T24" fmla="*/ 725 w 777"/>
                <a:gd name="T25" fmla="*/ 895 h 974"/>
                <a:gd name="T26" fmla="*/ 715 w 777"/>
                <a:gd name="T27" fmla="*/ 908 h 974"/>
                <a:gd name="T28" fmla="*/ 702 w 777"/>
                <a:gd name="T29" fmla="*/ 918 h 974"/>
                <a:gd name="T30" fmla="*/ 693 w 777"/>
                <a:gd name="T31" fmla="*/ 922 h 974"/>
                <a:gd name="T32" fmla="*/ 671 w 777"/>
                <a:gd name="T33" fmla="*/ 928 h 974"/>
                <a:gd name="T34" fmla="*/ 660 w 777"/>
                <a:gd name="T35" fmla="*/ 930 h 974"/>
                <a:gd name="T36" fmla="*/ 579 w 777"/>
                <a:gd name="T37" fmla="*/ 931 h 974"/>
                <a:gd name="T38" fmla="*/ 123 w 777"/>
                <a:gd name="T39" fmla="*/ 930 h 974"/>
                <a:gd name="T40" fmla="*/ 112 w 777"/>
                <a:gd name="T41" fmla="*/ 929 h 974"/>
                <a:gd name="T42" fmla="*/ 86 w 777"/>
                <a:gd name="T43" fmla="*/ 923 h 974"/>
                <a:gd name="T44" fmla="*/ 82 w 777"/>
                <a:gd name="T45" fmla="*/ 921 h 974"/>
                <a:gd name="T46" fmla="*/ 70 w 777"/>
                <a:gd name="T47" fmla="*/ 914 h 974"/>
                <a:gd name="T48" fmla="*/ 61 w 777"/>
                <a:gd name="T49" fmla="*/ 907 h 974"/>
                <a:gd name="T50" fmla="*/ 58 w 777"/>
                <a:gd name="T51" fmla="*/ 902 h 974"/>
                <a:gd name="T52" fmla="*/ 52 w 777"/>
                <a:gd name="T53" fmla="*/ 893 h 974"/>
                <a:gd name="T54" fmla="*/ 48 w 777"/>
                <a:gd name="T55" fmla="*/ 884 h 974"/>
                <a:gd name="T56" fmla="*/ 43 w 777"/>
                <a:gd name="T57" fmla="*/ 106 h 974"/>
                <a:gd name="T58" fmla="*/ 74 w 777"/>
                <a:gd name="T59" fmla="*/ 76 h 974"/>
                <a:gd name="T60" fmla="*/ 709 w 777"/>
                <a:gd name="T61" fmla="*/ 76 h 974"/>
                <a:gd name="T62" fmla="*/ 734 w 777"/>
                <a:gd name="T63" fmla="*/ 85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77" h="974">
                  <a:moveTo>
                    <a:pt x="773" y="83"/>
                  </a:moveTo>
                  <a:cubicBezTo>
                    <a:pt x="764" y="52"/>
                    <a:pt x="734" y="33"/>
                    <a:pt x="702" y="33"/>
                  </a:cubicBezTo>
                  <a:cubicBezTo>
                    <a:pt x="516" y="33"/>
                    <a:pt x="516" y="33"/>
                    <a:pt x="516" y="33"/>
                  </a:cubicBezTo>
                  <a:cubicBezTo>
                    <a:pt x="524" y="21"/>
                    <a:pt x="518" y="0"/>
                    <a:pt x="499" y="0"/>
                  </a:cubicBezTo>
                  <a:cubicBezTo>
                    <a:pt x="454" y="0"/>
                    <a:pt x="454" y="0"/>
                    <a:pt x="454" y="0"/>
                  </a:cubicBezTo>
                  <a:cubicBezTo>
                    <a:pt x="435" y="0"/>
                    <a:pt x="429" y="21"/>
                    <a:pt x="437" y="33"/>
                  </a:cubicBezTo>
                  <a:cubicBezTo>
                    <a:pt x="342" y="33"/>
                    <a:pt x="342" y="33"/>
                    <a:pt x="342" y="33"/>
                  </a:cubicBezTo>
                  <a:cubicBezTo>
                    <a:pt x="350" y="21"/>
                    <a:pt x="344" y="0"/>
                    <a:pt x="325" y="0"/>
                  </a:cubicBezTo>
                  <a:cubicBezTo>
                    <a:pt x="280" y="0"/>
                    <a:pt x="280" y="0"/>
                    <a:pt x="280" y="0"/>
                  </a:cubicBezTo>
                  <a:cubicBezTo>
                    <a:pt x="261" y="0"/>
                    <a:pt x="255" y="21"/>
                    <a:pt x="263" y="33"/>
                  </a:cubicBezTo>
                  <a:cubicBezTo>
                    <a:pt x="75" y="33"/>
                    <a:pt x="75" y="33"/>
                    <a:pt x="75" y="33"/>
                  </a:cubicBezTo>
                  <a:cubicBezTo>
                    <a:pt x="41" y="33"/>
                    <a:pt x="13" y="54"/>
                    <a:pt x="3" y="86"/>
                  </a:cubicBezTo>
                  <a:cubicBezTo>
                    <a:pt x="0" y="96"/>
                    <a:pt x="0" y="107"/>
                    <a:pt x="0" y="117"/>
                  </a:cubicBezTo>
                  <a:cubicBezTo>
                    <a:pt x="0" y="850"/>
                    <a:pt x="0" y="850"/>
                    <a:pt x="0" y="850"/>
                  </a:cubicBezTo>
                  <a:cubicBezTo>
                    <a:pt x="0" y="888"/>
                    <a:pt x="13" y="924"/>
                    <a:pt x="44" y="947"/>
                  </a:cubicBezTo>
                  <a:cubicBezTo>
                    <a:pt x="65" y="964"/>
                    <a:pt x="92" y="970"/>
                    <a:pt x="118" y="972"/>
                  </a:cubicBezTo>
                  <a:cubicBezTo>
                    <a:pt x="140" y="974"/>
                    <a:pt x="163" y="973"/>
                    <a:pt x="185" y="973"/>
                  </a:cubicBezTo>
                  <a:cubicBezTo>
                    <a:pt x="622" y="973"/>
                    <a:pt x="622" y="973"/>
                    <a:pt x="622" y="973"/>
                  </a:cubicBezTo>
                  <a:cubicBezTo>
                    <a:pt x="643" y="973"/>
                    <a:pt x="664" y="973"/>
                    <a:pt x="685" y="969"/>
                  </a:cubicBezTo>
                  <a:cubicBezTo>
                    <a:pt x="708" y="964"/>
                    <a:pt x="730" y="954"/>
                    <a:pt x="746" y="937"/>
                  </a:cubicBezTo>
                  <a:cubicBezTo>
                    <a:pt x="769" y="914"/>
                    <a:pt x="777" y="881"/>
                    <a:pt x="777" y="850"/>
                  </a:cubicBezTo>
                  <a:cubicBezTo>
                    <a:pt x="777" y="117"/>
                    <a:pt x="777" y="117"/>
                    <a:pt x="777" y="117"/>
                  </a:cubicBezTo>
                  <a:cubicBezTo>
                    <a:pt x="777" y="105"/>
                    <a:pt x="777" y="94"/>
                    <a:pt x="773" y="83"/>
                  </a:cubicBezTo>
                  <a:close/>
                  <a:moveTo>
                    <a:pt x="734" y="850"/>
                  </a:moveTo>
                  <a:cubicBezTo>
                    <a:pt x="734" y="860"/>
                    <a:pt x="734" y="866"/>
                    <a:pt x="732" y="875"/>
                  </a:cubicBezTo>
                  <a:cubicBezTo>
                    <a:pt x="730" y="885"/>
                    <a:pt x="728" y="888"/>
                    <a:pt x="725" y="895"/>
                  </a:cubicBezTo>
                  <a:cubicBezTo>
                    <a:pt x="723" y="898"/>
                    <a:pt x="721" y="901"/>
                    <a:pt x="719" y="903"/>
                  </a:cubicBezTo>
                  <a:cubicBezTo>
                    <a:pt x="721" y="901"/>
                    <a:pt x="716" y="907"/>
                    <a:pt x="715" y="908"/>
                  </a:cubicBezTo>
                  <a:cubicBezTo>
                    <a:pt x="714" y="909"/>
                    <a:pt x="709" y="914"/>
                    <a:pt x="709" y="913"/>
                  </a:cubicBezTo>
                  <a:cubicBezTo>
                    <a:pt x="707" y="915"/>
                    <a:pt x="704" y="917"/>
                    <a:pt x="702" y="918"/>
                  </a:cubicBezTo>
                  <a:cubicBezTo>
                    <a:pt x="699" y="920"/>
                    <a:pt x="697" y="921"/>
                    <a:pt x="694" y="922"/>
                  </a:cubicBezTo>
                  <a:cubicBezTo>
                    <a:pt x="694" y="922"/>
                    <a:pt x="694" y="922"/>
                    <a:pt x="693" y="922"/>
                  </a:cubicBezTo>
                  <a:cubicBezTo>
                    <a:pt x="692" y="923"/>
                    <a:pt x="691" y="923"/>
                    <a:pt x="689" y="924"/>
                  </a:cubicBezTo>
                  <a:cubicBezTo>
                    <a:pt x="683" y="926"/>
                    <a:pt x="677" y="927"/>
                    <a:pt x="671" y="928"/>
                  </a:cubicBezTo>
                  <a:cubicBezTo>
                    <a:pt x="670" y="929"/>
                    <a:pt x="666" y="929"/>
                    <a:pt x="665" y="929"/>
                  </a:cubicBezTo>
                  <a:cubicBezTo>
                    <a:pt x="664" y="930"/>
                    <a:pt x="662" y="930"/>
                    <a:pt x="660" y="930"/>
                  </a:cubicBezTo>
                  <a:cubicBezTo>
                    <a:pt x="655" y="930"/>
                    <a:pt x="651" y="931"/>
                    <a:pt x="646" y="931"/>
                  </a:cubicBezTo>
                  <a:cubicBezTo>
                    <a:pt x="623" y="931"/>
                    <a:pt x="601" y="931"/>
                    <a:pt x="579" y="931"/>
                  </a:cubicBezTo>
                  <a:cubicBezTo>
                    <a:pt x="149" y="931"/>
                    <a:pt x="149" y="931"/>
                    <a:pt x="149" y="931"/>
                  </a:cubicBezTo>
                  <a:cubicBezTo>
                    <a:pt x="140" y="931"/>
                    <a:pt x="131" y="931"/>
                    <a:pt x="123" y="930"/>
                  </a:cubicBezTo>
                  <a:cubicBezTo>
                    <a:pt x="120" y="930"/>
                    <a:pt x="118" y="930"/>
                    <a:pt x="116" y="930"/>
                  </a:cubicBezTo>
                  <a:cubicBezTo>
                    <a:pt x="115" y="930"/>
                    <a:pt x="113" y="929"/>
                    <a:pt x="112" y="929"/>
                  </a:cubicBezTo>
                  <a:cubicBezTo>
                    <a:pt x="106" y="928"/>
                    <a:pt x="100" y="927"/>
                    <a:pt x="95" y="926"/>
                  </a:cubicBezTo>
                  <a:cubicBezTo>
                    <a:pt x="92" y="925"/>
                    <a:pt x="89" y="924"/>
                    <a:pt x="86" y="923"/>
                  </a:cubicBezTo>
                  <a:cubicBezTo>
                    <a:pt x="86" y="923"/>
                    <a:pt x="85" y="922"/>
                    <a:pt x="84" y="922"/>
                  </a:cubicBezTo>
                  <a:cubicBezTo>
                    <a:pt x="84" y="922"/>
                    <a:pt x="82" y="921"/>
                    <a:pt x="82" y="921"/>
                  </a:cubicBezTo>
                  <a:cubicBezTo>
                    <a:pt x="79" y="920"/>
                    <a:pt x="77" y="918"/>
                    <a:pt x="74" y="917"/>
                  </a:cubicBezTo>
                  <a:cubicBezTo>
                    <a:pt x="73" y="916"/>
                    <a:pt x="71" y="915"/>
                    <a:pt x="70" y="914"/>
                  </a:cubicBezTo>
                  <a:cubicBezTo>
                    <a:pt x="70" y="914"/>
                    <a:pt x="68" y="913"/>
                    <a:pt x="67" y="912"/>
                  </a:cubicBezTo>
                  <a:cubicBezTo>
                    <a:pt x="65" y="910"/>
                    <a:pt x="63" y="908"/>
                    <a:pt x="61" y="907"/>
                  </a:cubicBezTo>
                  <a:cubicBezTo>
                    <a:pt x="60" y="905"/>
                    <a:pt x="59" y="904"/>
                    <a:pt x="58" y="903"/>
                  </a:cubicBezTo>
                  <a:cubicBezTo>
                    <a:pt x="58" y="903"/>
                    <a:pt x="58" y="903"/>
                    <a:pt x="58" y="902"/>
                  </a:cubicBezTo>
                  <a:cubicBezTo>
                    <a:pt x="57" y="902"/>
                    <a:pt x="57" y="902"/>
                    <a:pt x="57" y="902"/>
                  </a:cubicBezTo>
                  <a:cubicBezTo>
                    <a:pt x="55" y="899"/>
                    <a:pt x="53" y="896"/>
                    <a:pt x="52" y="893"/>
                  </a:cubicBezTo>
                  <a:cubicBezTo>
                    <a:pt x="51" y="892"/>
                    <a:pt x="50" y="890"/>
                    <a:pt x="49" y="889"/>
                  </a:cubicBezTo>
                  <a:cubicBezTo>
                    <a:pt x="51" y="891"/>
                    <a:pt x="48" y="885"/>
                    <a:pt x="48" y="884"/>
                  </a:cubicBezTo>
                  <a:cubicBezTo>
                    <a:pt x="43" y="870"/>
                    <a:pt x="43" y="860"/>
                    <a:pt x="43" y="845"/>
                  </a:cubicBezTo>
                  <a:cubicBezTo>
                    <a:pt x="43" y="106"/>
                    <a:pt x="43" y="106"/>
                    <a:pt x="43" y="106"/>
                  </a:cubicBezTo>
                  <a:cubicBezTo>
                    <a:pt x="43" y="97"/>
                    <a:pt x="46" y="90"/>
                    <a:pt x="53" y="83"/>
                  </a:cubicBezTo>
                  <a:cubicBezTo>
                    <a:pt x="58" y="78"/>
                    <a:pt x="66" y="76"/>
                    <a:pt x="74" y="76"/>
                  </a:cubicBezTo>
                  <a:cubicBezTo>
                    <a:pt x="690" y="76"/>
                    <a:pt x="690" y="76"/>
                    <a:pt x="690" y="76"/>
                  </a:cubicBezTo>
                  <a:cubicBezTo>
                    <a:pt x="697" y="76"/>
                    <a:pt x="703" y="75"/>
                    <a:pt x="709" y="76"/>
                  </a:cubicBezTo>
                  <a:cubicBezTo>
                    <a:pt x="725" y="77"/>
                    <a:pt x="734" y="93"/>
                    <a:pt x="734" y="109"/>
                  </a:cubicBezTo>
                  <a:lnTo>
                    <a:pt x="734" y="850"/>
                  </a:lnTo>
                  <a:close/>
                </a:path>
              </a:pathLst>
            </a:custGeom>
            <a:grpFill/>
            <a:ln>
              <a:noFill/>
            </a:ln>
          </p:spPr>
          <p:txBody>
            <a:bodyPr vert="horz" wrap="square" lIns="91440" tIns="45720" rIns="91440" bIns="45720" numCol="1" anchor="t" anchorCtr="0" compatLnSpc="1"/>
            <a:lstStyle/>
            <a:p>
              <a:endParaRPr lang="en-US"/>
            </a:p>
          </p:txBody>
        </p:sp>
      </p:grpSp>
      <p:grpSp>
        <p:nvGrpSpPr>
          <p:cNvPr id="169" name="Group 168"/>
          <p:cNvGrpSpPr/>
          <p:nvPr/>
        </p:nvGrpSpPr>
        <p:grpSpPr>
          <a:xfrm>
            <a:off x="1884108" y="5593875"/>
            <a:ext cx="444036" cy="353728"/>
            <a:chOff x="5775325" y="5783263"/>
            <a:chExt cx="2630488" cy="2095500"/>
          </a:xfrm>
          <a:solidFill>
            <a:schemeClr val="accent1"/>
          </a:solidFill>
        </p:grpSpPr>
        <p:sp>
          <p:nvSpPr>
            <p:cNvPr id="170" name="Freeform 173"/>
            <p:cNvSpPr>
              <a:spLocks noEditPoints="1"/>
            </p:cNvSpPr>
            <p:nvPr/>
          </p:nvSpPr>
          <p:spPr bwMode="auto">
            <a:xfrm>
              <a:off x="5775325" y="5783263"/>
              <a:ext cx="2630488" cy="2095500"/>
            </a:xfrm>
            <a:custGeom>
              <a:avLst/>
              <a:gdLst>
                <a:gd name="T0" fmla="*/ 1016 w 1062"/>
                <a:gd name="T1" fmla="*/ 131 h 846"/>
                <a:gd name="T2" fmla="*/ 724 w 1062"/>
                <a:gd name="T3" fmla="*/ 131 h 846"/>
                <a:gd name="T4" fmla="*/ 724 w 1062"/>
                <a:gd name="T5" fmla="*/ 46 h 846"/>
                <a:gd name="T6" fmla="*/ 678 w 1062"/>
                <a:gd name="T7" fmla="*/ 0 h 846"/>
                <a:gd name="T8" fmla="*/ 384 w 1062"/>
                <a:gd name="T9" fmla="*/ 0 h 846"/>
                <a:gd name="T10" fmla="*/ 338 w 1062"/>
                <a:gd name="T11" fmla="*/ 46 h 846"/>
                <a:gd name="T12" fmla="*/ 338 w 1062"/>
                <a:gd name="T13" fmla="*/ 131 h 846"/>
                <a:gd name="T14" fmla="*/ 47 w 1062"/>
                <a:gd name="T15" fmla="*/ 131 h 846"/>
                <a:gd name="T16" fmla="*/ 0 w 1062"/>
                <a:gd name="T17" fmla="*/ 178 h 846"/>
                <a:gd name="T18" fmla="*/ 0 w 1062"/>
                <a:gd name="T19" fmla="*/ 800 h 846"/>
                <a:gd name="T20" fmla="*/ 47 w 1062"/>
                <a:gd name="T21" fmla="*/ 846 h 846"/>
                <a:gd name="T22" fmla="*/ 1016 w 1062"/>
                <a:gd name="T23" fmla="*/ 846 h 846"/>
                <a:gd name="T24" fmla="*/ 1062 w 1062"/>
                <a:gd name="T25" fmla="*/ 800 h 846"/>
                <a:gd name="T26" fmla="*/ 1062 w 1062"/>
                <a:gd name="T27" fmla="*/ 178 h 846"/>
                <a:gd name="T28" fmla="*/ 1016 w 1062"/>
                <a:gd name="T29" fmla="*/ 131 h 846"/>
                <a:gd name="T30" fmla="*/ 384 w 1062"/>
                <a:gd name="T31" fmla="*/ 46 h 846"/>
                <a:gd name="T32" fmla="*/ 678 w 1062"/>
                <a:gd name="T33" fmla="*/ 46 h 846"/>
                <a:gd name="T34" fmla="*/ 678 w 1062"/>
                <a:gd name="T35" fmla="*/ 131 h 846"/>
                <a:gd name="T36" fmla="*/ 678 w 1062"/>
                <a:gd name="T37" fmla="*/ 131 h 846"/>
                <a:gd name="T38" fmla="*/ 384 w 1062"/>
                <a:gd name="T39" fmla="*/ 131 h 846"/>
                <a:gd name="T40" fmla="*/ 384 w 1062"/>
                <a:gd name="T41" fmla="*/ 46 h 846"/>
                <a:gd name="T42" fmla="*/ 1016 w 1062"/>
                <a:gd name="T43" fmla="*/ 800 h 846"/>
                <a:gd name="T44" fmla="*/ 47 w 1062"/>
                <a:gd name="T45" fmla="*/ 800 h 846"/>
                <a:gd name="T46" fmla="*/ 47 w 1062"/>
                <a:gd name="T47" fmla="*/ 178 h 846"/>
                <a:gd name="T48" fmla="*/ 1016 w 1062"/>
                <a:gd name="T49" fmla="*/ 178 h 846"/>
                <a:gd name="T50" fmla="*/ 1016 w 1062"/>
                <a:gd name="T51" fmla="*/ 800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2" h="846">
                  <a:moveTo>
                    <a:pt x="1016" y="131"/>
                  </a:moveTo>
                  <a:cubicBezTo>
                    <a:pt x="724" y="131"/>
                    <a:pt x="724" y="131"/>
                    <a:pt x="724" y="131"/>
                  </a:cubicBezTo>
                  <a:cubicBezTo>
                    <a:pt x="724" y="46"/>
                    <a:pt x="724" y="46"/>
                    <a:pt x="724" y="46"/>
                  </a:cubicBezTo>
                  <a:cubicBezTo>
                    <a:pt x="724" y="21"/>
                    <a:pt x="704" y="0"/>
                    <a:pt x="678" y="0"/>
                  </a:cubicBezTo>
                  <a:cubicBezTo>
                    <a:pt x="384" y="0"/>
                    <a:pt x="384" y="0"/>
                    <a:pt x="384" y="0"/>
                  </a:cubicBezTo>
                  <a:cubicBezTo>
                    <a:pt x="359" y="0"/>
                    <a:pt x="338" y="21"/>
                    <a:pt x="338" y="46"/>
                  </a:cubicBezTo>
                  <a:cubicBezTo>
                    <a:pt x="338" y="131"/>
                    <a:pt x="338" y="131"/>
                    <a:pt x="338" y="131"/>
                  </a:cubicBezTo>
                  <a:cubicBezTo>
                    <a:pt x="47" y="131"/>
                    <a:pt x="47" y="131"/>
                    <a:pt x="47" y="131"/>
                  </a:cubicBezTo>
                  <a:cubicBezTo>
                    <a:pt x="21" y="131"/>
                    <a:pt x="0" y="152"/>
                    <a:pt x="0" y="178"/>
                  </a:cubicBezTo>
                  <a:cubicBezTo>
                    <a:pt x="0" y="800"/>
                    <a:pt x="0" y="800"/>
                    <a:pt x="0" y="800"/>
                  </a:cubicBezTo>
                  <a:cubicBezTo>
                    <a:pt x="0" y="825"/>
                    <a:pt x="21" y="846"/>
                    <a:pt x="47" y="846"/>
                  </a:cubicBezTo>
                  <a:cubicBezTo>
                    <a:pt x="1016" y="846"/>
                    <a:pt x="1016" y="846"/>
                    <a:pt x="1016" y="846"/>
                  </a:cubicBezTo>
                  <a:cubicBezTo>
                    <a:pt x="1041" y="846"/>
                    <a:pt x="1062" y="825"/>
                    <a:pt x="1062" y="800"/>
                  </a:cubicBezTo>
                  <a:cubicBezTo>
                    <a:pt x="1062" y="178"/>
                    <a:pt x="1062" y="178"/>
                    <a:pt x="1062" y="178"/>
                  </a:cubicBezTo>
                  <a:cubicBezTo>
                    <a:pt x="1062" y="152"/>
                    <a:pt x="1041" y="131"/>
                    <a:pt x="1016" y="131"/>
                  </a:cubicBezTo>
                  <a:close/>
                  <a:moveTo>
                    <a:pt x="384" y="46"/>
                  </a:moveTo>
                  <a:cubicBezTo>
                    <a:pt x="678" y="46"/>
                    <a:pt x="678" y="46"/>
                    <a:pt x="678" y="46"/>
                  </a:cubicBezTo>
                  <a:cubicBezTo>
                    <a:pt x="678" y="131"/>
                    <a:pt x="678" y="131"/>
                    <a:pt x="678" y="131"/>
                  </a:cubicBezTo>
                  <a:cubicBezTo>
                    <a:pt x="678" y="131"/>
                    <a:pt x="678" y="131"/>
                    <a:pt x="678" y="131"/>
                  </a:cubicBezTo>
                  <a:cubicBezTo>
                    <a:pt x="384" y="131"/>
                    <a:pt x="384" y="131"/>
                    <a:pt x="384" y="131"/>
                  </a:cubicBezTo>
                  <a:lnTo>
                    <a:pt x="384" y="46"/>
                  </a:lnTo>
                  <a:close/>
                  <a:moveTo>
                    <a:pt x="1016" y="800"/>
                  </a:moveTo>
                  <a:cubicBezTo>
                    <a:pt x="47" y="800"/>
                    <a:pt x="47" y="800"/>
                    <a:pt x="47" y="800"/>
                  </a:cubicBezTo>
                  <a:cubicBezTo>
                    <a:pt x="47" y="178"/>
                    <a:pt x="47" y="178"/>
                    <a:pt x="47" y="178"/>
                  </a:cubicBezTo>
                  <a:cubicBezTo>
                    <a:pt x="1016" y="178"/>
                    <a:pt x="1016" y="178"/>
                    <a:pt x="1016" y="178"/>
                  </a:cubicBezTo>
                  <a:cubicBezTo>
                    <a:pt x="1016" y="800"/>
                    <a:pt x="1016" y="800"/>
                    <a:pt x="1016" y="800"/>
                  </a:cubicBezTo>
                  <a:close/>
                </a:path>
              </a:pathLst>
            </a:custGeom>
            <a:grpFill/>
            <a:ln>
              <a:noFill/>
            </a:ln>
          </p:spPr>
          <p:txBody>
            <a:bodyPr vert="horz" wrap="square" lIns="91440" tIns="45720" rIns="91440" bIns="45720" numCol="1" anchor="t" anchorCtr="0" compatLnSpc="1"/>
            <a:lstStyle/>
            <a:p>
              <a:endParaRPr lang="en-US"/>
            </a:p>
          </p:txBody>
        </p:sp>
        <p:sp>
          <p:nvSpPr>
            <p:cNvPr id="171" name="Freeform 174"/>
            <p:cNvSpPr>
              <a:spLocks noEditPoints="1"/>
            </p:cNvSpPr>
            <p:nvPr/>
          </p:nvSpPr>
          <p:spPr bwMode="auto">
            <a:xfrm>
              <a:off x="6542088" y="6400801"/>
              <a:ext cx="1114425" cy="1116013"/>
            </a:xfrm>
            <a:custGeom>
              <a:avLst/>
              <a:gdLst>
                <a:gd name="T0" fmla="*/ 407 w 450"/>
                <a:gd name="T1" fmla="*/ 134 h 451"/>
                <a:gd name="T2" fmla="*/ 317 w 450"/>
                <a:gd name="T3" fmla="*/ 134 h 451"/>
                <a:gd name="T4" fmla="*/ 317 w 450"/>
                <a:gd name="T5" fmla="*/ 43 h 451"/>
                <a:gd name="T6" fmla="*/ 273 w 450"/>
                <a:gd name="T7" fmla="*/ 0 h 451"/>
                <a:gd name="T8" fmla="*/ 176 w 450"/>
                <a:gd name="T9" fmla="*/ 0 h 451"/>
                <a:gd name="T10" fmla="*/ 133 w 450"/>
                <a:gd name="T11" fmla="*/ 43 h 451"/>
                <a:gd name="T12" fmla="*/ 133 w 450"/>
                <a:gd name="T13" fmla="*/ 134 h 451"/>
                <a:gd name="T14" fmla="*/ 43 w 450"/>
                <a:gd name="T15" fmla="*/ 134 h 451"/>
                <a:gd name="T16" fmla="*/ 0 w 450"/>
                <a:gd name="T17" fmla="*/ 177 h 451"/>
                <a:gd name="T18" fmla="*/ 0 w 450"/>
                <a:gd name="T19" fmla="*/ 274 h 451"/>
                <a:gd name="T20" fmla="*/ 43 w 450"/>
                <a:gd name="T21" fmla="*/ 317 h 451"/>
                <a:gd name="T22" fmla="*/ 133 w 450"/>
                <a:gd name="T23" fmla="*/ 317 h 451"/>
                <a:gd name="T24" fmla="*/ 133 w 450"/>
                <a:gd name="T25" fmla="*/ 407 h 451"/>
                <a:gd name="T26" fmla="*/ 176 w 450"/>
                <a:gd name="T27" fmla="*/ 451 h 451"/>
                <a:gd name="T28" fmla="*/ 273 w 450"/>
                <a:gd name="T29" fmla="*/ 451 h 451"/>
                <a:gd name="T30" fmla="*/ 317 w 450"/>
                <a:gd name="T31" fmla="*/ 407 h 451"/>
                <a:gd name="T32" fmla="*/ 317 w 450"/>
                <a:gd name="T33" fmla="*/ 317 h 451"/>
                <a:gd name="T34" fmla="*/ 407 w 450"/>
                <a:gd name="T35" fmla="*/ 317 h 451"/>
                <a:gd name="T36" fmla="*/ 450 w 450"/>
                <a:gd name="T37" fmla="*/ 274 h 451"/>
                <a:gd name="T38" fmla="*/ 450 w 450"/>
                <a:gd name="T39" fmla="*/ 177 h 451"/>
                <a:gd name="T40" fmla="*/ 407 w 450"/>
                <a:gd name="T41" fmla="*/ 134 h 451"/>
                <a:gd name="T42" fmla="*/ 404 w 450"/>
                <a:gd name="T43" fmla="*/ 270 h 451"/>
                <a:gd name="T44" fmla="*/ 293 w 450"/>
                <a:gd name="T45" fmla="*/ 270 h 451"/>
                <a:gd name="T46" fmla="*/ 270 w 450"/>
                <a:gd name="T47" fmla="*/ 294 h 451"/>
                <a:gd name="T48" fmla="*/ 270 w 450"/>
                <a:gd name="T49" fmla="*/ 404 h 451"/>
                <a:gd name="T50" fmla="*/ 180 w 450"/>
                <a:gd name="T51" fmla="*/ 404 h 451"/>
                <a:gd name="T52" fmla="*/ 180 w 450"/>
                <a:gd name="T53" fmla="*/ 294 h 451"/>
                <a:gd name="T54" fmla="*/ 157 w 450"/>
                <a:gd name="T55" fmla="*/ 270 h 451"/>
                <a:gd name="T56" fmla="*/ 46 w 450"/>
                <a:gd name="T57" fmla="*/ 270 h 451"/>
                <a:gd name="T58" fmla="*/ 46 w 450"/>
                <a:gd name="T59" fmla="*/ 180 h 451"/>
                <a:gd name="T60" fmla="*/ 157 w 450"/>
                <a:gd name="T61" fmla="*/ 180 h 451"/>
                <a:gd name="T62" fmla="*/ 180 w 450"/>
                <a:gd name="T63" fmla="*/ 157 h 451"/>
                <a:gd name="T64" fmla="*/ 180 w 450"/>
                <a:gd name="T65" fmla="*/ 46 h 451"/>
                <a:gd name="T66" fmla="*/ 270 w 450"/>
                <a:gd name="T67" fmla="*/ 46 h 451"/>
                <a:gd name="T68" fmla="*/ 270 w 450"/>
                <a:gd name="T69" fmla="*/ 157 h 451"/>
                <a:gd name="T70" fmla="*/ 293 w 450"/>
                <a:gd name="T71" fmla="*/ 180 h 451"/>
                <a:gd name="T72" fmla="*/ 404 w 450"/>
                <a:gd name="T73" fmla="*/ 180 h 451"/>
                <a:gd name="T74" fmla="*/ 404 w 450"/>
                <a:gd name="T75" fmla="*/ 27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0" h="451">
                  <a:moveTo>
                    <a:pt x="407" y="134"/>
                  </a:moveTo>
                  <a:cubicBezTo>
                    <a:pt x="317" y="134"/>
                    <a:pt x="317" y="134"/>
                    <a:pt x="317" y="134"/>
                  </a:cubicBezTo>
                  <a:cubicBezTo>
                    <a:pt x="317" y="43"/>
                    <a:pt x="317" y="43"/>
                    <a:pt x="317" y="43"/>
                  </a:cubicBezTo>
                  <a:cubicBezTo>
                    <a:pt x="317" y="19"/>
                    <a:pt x="297" y="0"/>
                    <a:pt x="273" y="0"/>
                  </a:cubicBezTo>
                  <a:cubicBezTo>
                    <a:pt x="176" y="0"/>
                    <a:pt x="176" y="0"/>
                    <a:pt x="176" y="0"/>
                  </a:cubicBezTo>
                  <a:cubicBezTo>
                    <a:pt x="153" y="0"/>
                    <a:pt x="133" y="19"/>
                    <a:pt x="133" y="43"/>
                  </a:cubicBezTo>
                  <a:cubicBezTo>
                    <a:pt x="133" y="134"/>
                    <a:pt x="133" y="134"/>
                    <a:pt x="133" y="134"/>
                  </a:cubicBezTo>
                  <a:cubicBezTo>
                    <a:pt x="43" y="134"/>
                    <a:pt x="43" y="134"/>
                    <a:pt x="43" y="134"/>
                  </a:cubicBezTo>
                  <a:cubicBezTo>
                    <a:pt x="19" y="134"/>
                    <a:pt x="0" y="153"/>
                    <a:pt x="0" y="177"/>
                  </a:cubicBezTo>
                  <a:cubicBezTo>
                    <a:pt x="0" y="274"/>
                    <a:pt x="0" y="274"/>
                    <a:pt x="0" y="274"/>
                  </a:cubicBezTo>
                  <a:cubicBezTo>
                    <a:pt x="0" y="297"/>
                    <a:pt x="19" y="317"/>
                    <a:pt x="43" y="317"/>
                  </a:cubicBezTo>
                  <a:cubicBezTo>
                    <a:pt x="133" y="317"/>
                    <a:pt x="133" y="317"/>
                    <a:pt x="133" y="317"/>
                  </a:cubicBezTo>
                  <a:cubicBezTo>
                    <a:pt x="133" y="407"/>
                    <a:pt x="133" y="407"/>
                    <a:pt x="133" y="407"/>
                  </a:cubicBezTo>
                  <a:cubicBezTo>
                    <a:pt x="133" y="431"/>
                    <a:pt x="153" y="451"/>
                    <a:pt x="176" y="451"/>
                  </a:cubicBezTo>
                  <a:cubicBezTo>
                    <a:pt x="273" y="451"/>
                    <a:pt x="273" y="451"/>
                    <a:pt x="273" y="451"/>
                  </a:cubicBezTo>
                  <a:cubicBezTo>
                    <a:pt x="297" y="451"/>
                    <a:pt x="317" y="431"/>
                    <a:pt x="317" y="407"/>
                  </a:cubicBezTo>
                  <a:cubicBezTo>
                    <a:pt x="317" y="317"/>
                    <a:pt x="317" y="317"/>
                    <a:pt x="317" y="317"/>
                  </a:cubicBezTo>
                  <a:cubicBezTo>
                    <a:pt x="407" y="317"/>
                    <a:pt x="407" y="317"/>
                    <a:pt x="407" y="317"/>
                  </a:cubicBezTo>
                  <a:cubicBezTo>
                    <a:pt x="431" y="317"/>
                    <a:pt x="450" y="297"/>
                    <a:pt x="450" y="274"/>
                  </a:cubicBezTo>
                  <a:cubicBezTo>
                    <a:pt x="450" y="177"/>
                    <a:pt x="450" y="177"/>
                    <a:pt x="450" y="177"/>
                  </a:cubicBezTo>
                  <a:cubicBezTo>
                    <a:pt x="450" y="153"/>
                    <a:pt x="431" y="134"/>
                    <a:pt x="407" y="134"/>
                  </a:cubicBezTo>
                  <a:close/>
                  <a:moveTo>
                    <a:pt x="404" y="270"/>
                  </a:moveTo>
                  <a:cubicBezTo>
                    <a:pt x="293" y="270"/>
                    <a:pt x="293" y="270"/>
                    <a:pt x="293" y="270"/>
                  </a:cubicBezTo>
                  <a:cubicBezTo>
                    <a:pt x="281" y="270"/>
                    <a:pt x="270" y="281"/>
                    <a:pt x="270" y="294"/>
                  </a:cubicBezTo>
                  <a:cubicBezTo>
                    <a:pt x="270" y="404"/>
                    <a:pt x="270" y="404"/>
                    <a:pt x="270" y="404"/>
                  </a:cubicBezTo>
                  <a:cubicBezTo>
                    <a:pt x="180" y="404"/>
                    <a:pt x="180" y="404"/>
                    <a:pt x="180" y="404"/>
                  </a:cubicBezTo>
                  <a:cubicBezTo>
                    <a:pt x="180" y="294"/>
                    <a:pt x="180" y="294"/>
                    <a:pt x="180" y="294"/>
                  </a:cubicBezTo>
                  <a:cubicBezTo>
                    <a:pt x="180" y="281"/>
                    <a:pt x="169" y="270"/>
                    <a:pt x="157" y="270"/>
                  </a:cubicBezTo>
                  <a:cubicBezTo>
                    <a:pt x="46" y="270"/>
                    <a:pt x="46" y="270"/>
                    <a:pt x="46" y="270"/>
                  </a:cubicBezTo>
                  <a:cubicBezTo>
                    <a:pt x="46" y="180"/>
                    <a:pt x="46" y="180"/>
                    <a:pt x="46" y="180"/>
                  </a:cubicBezTo>
                  <a:cubicBezTo>
                    <a:pt x="157" y="180"/>
                    <a:pt x="157" y="180"/>
                    <a:pt x="157" y="180"/>
                  </a:cubicBezTo>
                  <a:cubicBezTo>
                    <a:pt x="169" y="180"/>
                    <a:pt x="180" y="170"/>
                    <a:pt x="180" y="157"/>
                  </a:cubicBezTo>
                  <a:cubicBezTo>
                    <a:pt x="180" y="46"/>
                    <a:pt x="180" y="46"/>
                    <a:pt x="180" y="46"/>
                  </a:cubicBezTo>
                  <a:cubicBezTo>
                    <a:pt x="270" y="46"/>
                    <a:pt x="270" y="46"/>
                    <a:pt x="270" y="46"/>
                  </a:cubicBezTo>
                  <a:cubicBezTo>
                    <a:pt x="270" y="157"/>
                    <a:pt x="270" y="157"/>
                    <a:pt x="270" y="157"/>
                  </a:cubicBezTo>
                  <a:cubicBezTo>
                    <a:pt x="270" y="170"/>
                    <a:pt x="281" y="180"/>
                    <a:pt x="293" y="180"/>
                  </a:cubicBezTo>
                  <a:cubicBezTo>
                    <a:pt x="404" y="180"/>
                    <a:pt x="404" y="180"/>
                    <a:pt x="404" y="180"/>
                  </a:cubicBezTo>
                  <a:lnTo>
                    <a:pt x="404" y="270"/>
                  </a:lnTo>
                  <a:close/>
                </a:path>
              </a:pathLst>
            </a:custGeom>
            <a:grpFill/>
            <a:ln>
              <a:noFill/>
            </a:ln>
          </p:spPr>
          <p:txBody>
            <a:bodyPr vert="horz" wrap="square" lIns="91440" tIns="45720" rIns="91440" bIns="45720" numCol="1" anchor="t" anchorCtr="0" compatLnSpc="1"/>
            <a:lstStyle/>
            <a:p>
              <a:endParaRPr lang="en-US"/>
            </a:p>
          </p:txBody>
        </p:sp>
      </p:grpSp>
      <p:sp>
        <p:nvSpPr>
          <p:cNvPr id="149"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172"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46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46000">
                                          <p:cBhvr additive="base">
                                            <p:cTn id="7" dur="500" fill="hold"/>
                                            <p:tgtEl>
                                              <p:spTgt spid="4"/>
                                            </p:tgtEl>
                                            <p:attrNameLst>
                                              <p:attrName>ppt_x</p:attrName>
                                            </p:attrNameLst>
                                          </p:cBhvr>
                                          <p:tavLst>
                                            <p:tav tm="0">
                                              <p:val>
                                                <p:strVal val="#ppt_x"/>
                                              </p:val>
                                            </p:tav>
                                            <p:tav tm="100000">
                                              <p:val>
                                                <p:strVal val="#ppt_x"/>
                                              </p:val>
                                            </p:tav>
                                          </p:tavLst>
                                        </p:anim>
                                        <p:anim calcmode="lin" valueType="num" p14:bounceEnd="46000">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fade">
                                          <p:cBhvr>
                                            <p:cTn id="12" dur="500"/>
                                            <p:tgtEl>
                                              <p:spTgt spid="9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0"/>
                                            </p:tgtEl>
                                            <p:attrNameLst>
                                              <p:attrName>style.visibility</p:attrName>
                                            </p:attrNameLst>
                                          </p:cBhvr>
                                          <p:to>
                                            <p:strVal val="visible"/>
                                          </p:to>
                                        </p:set>
                                        <p:animEffect transition="in" filter="fade">
                                          <p:cBhvr>
                                            <p:cTn id="15" dur="500"/>
                                            <p:tgtEl>
                                              <p:spTgt spid="150"/>
                                            </p:tgtEl>
                                          </p:cBhvr>
                                        </p:animEffect>
                                      </p:childTnLst>
                                    </p:cTn>
                                  </p:par>
                                  <p:par>
                                    <p:cTn id="16" presetID="10" presetClass="entr" presetSubtype="0" fill="hold" nodeType="withEffect">
                                      <p:stCondLst>
                                        <p:cond delay="0"/>
                                      </p:stCondLst>
                                      <p:childTnLst>
                                        <p:set>
                                          <p:cBhvr>
                                            <p:cTn id="17" dur="1" fill="hold">
                                              <p:stCondLst>
                                                <p:cond delay="0"/>
                                              </p:stCondLst>
                                            </p:cTn>
                                            <p:tgtEl>
                                              <p:spTgt spid="169"/>
                                            </p:tgtEl>
                                            <p:attrNameLst>
                                              <p:attrName>style.visibility</p:attrName>
                                            </p:attrNameLst>
                                          </p:cBhvr>
                                          <p:to>
                                            <p:strVal val="visible"/>
                                          </p:to>
                                        </p:set>
                                        <p:animEffect transition="in" filter="fade">
                                          <p:cBhvr>
                                            <p:cTn id="18" dur="500"/>
                                            <p:tgtEl>
                                              <p:spTgt spid="169"/>
                                            </p:tgtEl>
                                          </p:cBhvr>
                                        </p:animEffect>
                                      </p:childTnLst>
                                    </p:cTn>
                                  </p:par>
                                </p:childTnLst>
                              </p:cTn>
                            </p:par>
                            <p:par>
                              <p:cTn id="19" fill="hold">
                                <p:stCondLst>
                                  <p:cond delay="1000"/>
                                </p:stCondLst>
                                <p:childTnLst>
                                  <p:par>
                                    <p:cTn id="20" presetID="2" presetClass="entr" presetSubtype="4" fill="hold" nodeType="afterEffect" p14:presetBounceEnd="46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46000">
                                          <p:cBhvr additive="base">
                                            <p:cTn id="22" dur="500" fill="hold"/>
                                            <p:tgtEl>
                                              <p:spTgt spid="5"/>
                                            </p:tgtEl>
                                            <p:attrNameLst>
                                              <p:attrName>ppt_x</p:attrName>
                                            </p:attrNameLst>
                                          </p:cBhvr>
                                          <p:tavLst>
                                            <p:tav tm="0">
                                              <p:val>
                                                <p:strVal val="#ppt_x"/>
                                              </p:val>
                                            </p:tav>
                                            <p:tav tm="100000">
                                              <p:val>
                                                <p:strVal val="#ppt_x"/>
                                              </p:val>
                                            </p:tav>
                                          </p:tavLst>
                                        </p:anim>
                                        <p:anim calcmode="lin" valueType="num" p14:bounceEnd="46000">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11"/>
                                            </p:tgtEl>
                                            <p:attrNameLst>
                                              <p:attrName>style.visibility</p:attrName>
                                            </p:attrNameLst>
                                          </p:cBhvr>
                                          <p:to>
                                            <p:strVal val="visible"/>
                                          </p:to>
                                        </p:set>
                                        <p:animEffect transition="in" filter="fade">
                                          <p:cBhvr>
                                            <p:cTn id="27" dur="500"/>
                                            <p:tgtEl>
                                              <p:spTgt spid="1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fade">
                                          <p:cBhvr>
                                            <p:cTn id="30" dur="500"/>
                                            <p:tgtEl>
                                              <p:spTgt spid="151"/>
                                            </p:tgtEl>
                                          </p:cBhvr>
                                        </p:animEffect>
                                      </p:childTnLst>
                                    </p:cTn>
                                  </p:par>
                                  <p:par>
                                    <p:cTn id="31" presetID="10" presetClass="entr" presetSubtype="0"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Effect transition="in" filter="fade">
                                          <p:cBhvr>
                                            <p:cTn id="33" dur="500"/>
                                            <p:tgtEl>
                                              <p:spTgt spid="162"/>
                                            </p:tgtEl>
                                          </p:cBhvr>
                                        </p:animEffect>
                                      </p:childTnLst>
                                    </p:cTn>
                                  </p:par>
                                </p:childTnLst>
                              </p:cTn>
                            </p:par>
                            <p:par>
                              <p:cTn id="34" fill="hold">
                                <p:stCondLst>
                                  <p:cond delay="2000"/>
                                </p:stCondLst>
                                <p:childTnLst>
                                  <p:par>
                                    <p:cTn id="35" presetID="2" presetClass="entr" presetSubtype="4" fill="hold" nodeType="afterEffect" p14:presetBounceEnd="46000">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14:bounceEnd="46000">
                                          <p:cBhvr additive="base">
                                            <p:cTn id="37" dur="500" fill="hold"/>
                                            <p:tgtEl>
                                              <p:spTgt spid="6"/>
                                            </p:tgtEl>
                                            <p:attrNameLst>
                                              <p:attrName>ppt_x</p:attrName>
                                            </p:attrNameLst>
                                          </p:cBhvr>
                                          <p:tavLst>
                                            <p:tav tm="0">
                                              <p:val>
                                                <p:strVal val="#ppt_x"/>
                                              </p:val>
                                            </p:tav>
                                            <p:tav tm="100000">
                                              <p:val>
                                                <p:strVal val="#ppt_x"/>
                                              </p:val>
                                            </p:tav>
                                          </p:tavLst>
                                        </p:anim>
                                        <p:anim calcmode="lin" valueType="num" p14:bounceEnd="46000">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25"/>
                                            </p:tgtEl>
                                            <p:attrNameLst>
                                              <p:attrName>style.visibility</p:attrName>
                                            </p:attrNameLst>
                                          </p:cBhvr>
                                          <p:to>
                                            <p:strVal val="visible"/>
                                          </p:to>
                                        </p:set>
                                        <p:animEffect transition="in" filter="fade">
                                          <p:cBhvr>
                                            <p:cTn id="42" dur="500"/>
                                            <p:tgtEl>
                                              <p:spTgt spid="1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2"/>
                                            </p:tgtEl>
                                            <p:attrNameLst>
                                              <p:attrName>style.visibility</p:attrName>
                                            </p:attrNameLst>
                                          </p:cBhvr>
                                          <p:to>
                                            <p:strVal val="visible"/>
                                          </p:to>
                                        </p:set>
                                        <p:animEffect transition="in" filter="fade">
                                          <p:cBhvr>
                                            <p:cTn id="45" dur="500"/>
                                            <p:tgtEl>
                                              <p:spTgt spid="152"/>
                                            </p:tgtEl>
                                          </p:cBhvr>
                                        </p:animEffect>
                                      </p:childTnLst>
                                    </p:cTn>
                                  </p:par>
                                  <p:par>
                                    <p:cTn id="46" presetID="10" presetClass="entr" presetSubtype="0" fill="hold" nodeType="withEffect">
                                      <p:stCondLst>
                                        <p:cond delay="0"/>
                                      </p:stCondLst>
                                      <p:childTnLst>
                                        <p:set>
                                          <p:cBhvr>
                                            <p:cTn id="47" dur="1" fill="hold">
                                              <p:stCondLst>
                                                <p:cond delay="0"/>
                                              </p:stCondLst>
                                            </p:cTn>
                                            <p:tgtEl>
                                              <p:spTgt spid="159"/>
                                            </p:tgtEl>
                                            <p:attrNameLst>
                                              <p:attrName>style.visibility</p:attrName>
                                            </p:attrNameLst>
                                          </p:cBhvr>
                                          <p:to>
                                            <p:strVal val="visible"/>
                                          </p:to>
                                        </p:set>
                                        <p:animEffect transition="in" filter="fade">
                                          <p:cBhvr>
                                            <p:cTn id="48" dur="500"/>
                                            <p:tgtEl>
                                              <p:spTgt spid="159"/>
                                            </p:tgtEl>
                                          </p:cBhvr>
                                        </p:animEffect>
                                      </p:childTnLst>
                                    </p:cTn>
                                  </p:par>
                                </p:childTnLst>
                              </p:cTn>
                            </p:par>
                            <p:par>
                              <p:cTn id="49" fill="hold">
                                <p:stCondLst>
                                  <p:cond delay="3000"/>
                                </p:stCondLst>
                                <p:childTnLst>
                                  <p:par>
                                    <p:cTn id="50" presetID="2" presetClass="entr" presetSubtype="4" fill="hold" nodeType="afterEffect" p14:presetBounceEnd="46000">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14:bounceEnd="46000">
                                          <p:cBhvr additive="base">
                                            <p:cTn id="52" dur="500" fill="hold"/>
                                            <p:tgtEl>
                                              <p:spTgt spid="7"/>
                                            </p:tgtEl>
                                            <p:attrNameLst>
                                              <p:attrName>ppt_x</p:attrName>
                                            </p:attrNameLst>
                                          </p:cBhvr>
                                          <p:tavLst>
                                            <p:tav tm="0">
                                              <p:val>
                                                <p:strVal val="#ppt_x"/>
                                              </p:val>
                                            </p:tav>
                                            <p:tav tm="100000">
                                              <p:val>
                                                <p:strVal val="#ppt_x"/>
                                              </p:val>
                                            </p:tav>
                                          </p:tavLst>
                                        </p:anim>
                                        <p:anim calcmode="lin" valueType="num" p14:bounceEnd="46000">
                                          <p:cBhvr additive="base">
                                            <p:cTn id="53" dur="500" fill="hold"/>
                                            <p:tgtEl>
                                              <p:spTgt spid="7"/>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10" presetClass="entr" presetSubtype="0" fill="hold" grpId="0" nodeType="afterEffect">
                                      <p:stCondLst>
                                        <p:cond delay="0"/>
                                      </p:stCondLst>
                                      <p:childTnLst>
                                        <p:set>
                                          <p:cBhvr>
                                            <p:cTn id="56" dur="1" fill="hold">
                                              <p:stCondLst>
                                                <p:cond delay="0"/>
                                              </p:stCondLst>
                                            </p:cTn>
                                            <p:tgtEl>
                                              <p:spTgt spid="139"/>
                                            </p:tgtEl>
                                            <p:attrNameLst>
                                              <p:attrName>style.visibility</p:attrName>
                                            </p:attrNameLst>
                                          </p:cBhvr>
                                          <p:to>
                                            <p:strVal val="visible"/>
                                          </p:to>
                                        </p:set>
                                        <p:animEffect transition="in" filter="fade">
                                          <p:cBhvr>
                                            <p:cTn id="57" dur="500"/>
                                            <p:tgtEl>
                                              <p:spTgt spid="13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3"/>
                                            </p:tgtEl>
                                            <p:attrNameLst>
                                              <p:attrName>style.visibility</p:attrName>
                                            </p:attrNameLst>
                                          </p:cBhvr>
                                          <p:to>
                                            <p:strVal val="visible"/>
                                          </p:to>
                                        </p:set>
                                        <p:animEffect transition="in" filter="fade">
                                          <p:cBhvr>
                                            <p:cTn id="60" dur="500"/>
                                            <p:tgtEl>
                                              <p:spTgt spid="153"/>
                                            </p:tgtEl>
                                          </p:cBhvr>
                                        </p:animEffect>
                                      </p:childTnLst>
                                    </p:cTn>
                                  </p:par>
                                  <p:par>
                                    <p:cTn id="61" presetID="10" presetClass="entr" presetSubtype="0" fill="hold" nodeType="withEffect">
                                      <p:stCondLst>
                                        <p:cond delay="0"/>
                                      </p:stCondLst>
                                      <p:childTnLst>
                                        <p:set>
                                          <p:cBhvr>
                                            <p:cTn id="62" dur="1" fill="hold">
                                              <p:stCondLst>
                                                <p:cond delay="0"/>
                                              </p:stCondLst>
                                            </p:cTn>
                                            <p:tgtEl>
                                              <p:spTgt spid="154"/>
                                            </p:tgtEl>
                                            <p:attrNameLst>
                                              <p:attrName>style.visibility</p:attrName>
                                            </p:attrNameLst>
                                          </p:cBhvr>
                                          <p:to>
                                            <p:strVal val="visible"/>
                                          </p:to>
                                        </p:set>
                                        <p:animEffect transition="in" filter="fade">
                                          <p:cBhvr>
                                            <p:cTn id="63"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111" grpId="0"/>
          <p:bldP spid="125" grpId="0"/>
          <p:bldP spid="139" grpId="0"/>
          <p:bldP spid="150" grpId="0"/>
          <p:bldP spid="151" grpId="0"/>
          <p:bldP spid="152" grpId="0"/>
          <p:bldP spid="15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fade">
                                          <p:cBhvr>
                                            <p:cTn id="12" dur="500"/>
                                            <p:tgtEl>
                                              <p:spTgt spid="9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0"/>
                                            </p:tgtEl>
                                            <p:attrNameLst>
                                              <p:attrName>style.visibility</p:attrName>
                                            </p:attrNameLst>
                                          </p:cBhvr>
                                          <p:to>
                                            <p:strVal val="visible"/>
                                          </p:to>
                                        </p:set>
                                        <p:animEffect transition="in" filter="fade">
                                          <p:cBhvr>
                                            <p:cTn id="15" dur="500"/>
                                            <p:tgtEl>
                                              <p:spTgt spid="150"/>
                                            </p:tgtEl>
                                          </p:cBhvr>
                                        </p:animEffect>
                                      </p:childTnLst>
                                    </p:cTn>
                                  </p:par>
                                  <p:par>
                                    <p:cTn id="16" presetID="10" presetClass="entr" presetSubtype="0" fill="hold" nodeType="withEffect">
                                      <p:stCondLst>
                                        <p:cond delay="0"/>
                                      </p:stCondLst>
                                      <p:childTnLst>
                                        <p:set>
                                          <p:cBhvr>
                                            <p:cTn id="17" dur="1" fill="hold">
                                              <p:stCondLst>
                                                <p:cond delay="0"/>
                                              </p:stCondLst>
                                            </p:cTn>
                                            <p:tgtEl>
                                              <p:spTgt spid="169"/>
                                            </p:tgtEl>
                                            <p:attrNameLst>
                                              <p:attrName>style.visibility</p:attrName>
                                            </p:attrNameLst>
                                          </p:cBhvr>
                                          <p:to>
                                            <p:strVal val="visible"/>
                                          </p:to>
                                        </p:set>
                                        <p:animEffect transition="in" filter="fade">
                                          <p:cBhvr>
                                            <p:cTn id="18" dur="500"/>
                                            <p:tgtEl>
                                              <p:spTgt spid="169"/>
                                            </p:tgtEl>
                                          </p:cBhvr>
                                        </p:animEffect>
                                      </p:childTnLst>
                                    </p:cTn>
                                  </p:par>
                                </p:childTnLst>
                              </p:cTn>
                            </p:par>
                            <p:par>
                              <p:cTn id="19" fill="hold">
                                <p:stCondLst>
                                  <p:cond delay="10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11"/>
                                            </p:tgtEl>
                                            <p:attrNameLst>
                                              <p:attrName>style.visibility</p:attrName>
                                            </p:attrNameLst>
                                          </p:cBhvr>
                                          <p:to>
                                            <p:strVal val="visible"/>
                                          </p:to>
                                        </p:set>
                                        <p:animEffect transition="in" filter="fade">
                                          <p:cBhvr>
                                            <p:cTn id="27" dur="500"/>
                                            <p:tgtEl>
                                              <p:spTgt spid="1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fade">
                                          <p:cBhvr>
                                            <p:cTn id="30" dur="500"/>
                                            <p:tgtEl>
                                              <p:spTgt spid="151"/>
                                            </p:tgtEl>
                                          </p:cBhvr>
                                        </p:animEffect>
                                      </p:childTnLst>
                                    </p:cTn>
                                  </p:par>
                                  <p:par>
                                    <p:cTn id="31" presetID="10" presetClass="entr" presetSubtype="0"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Effect transition="in" filter="fade">
                                          <p:cBhvr>
                                            <p:cTn id="33" dur="500"/>
                                            <p:tgtEl>
                                              <p:spTgt spid="162"/>
                                            </p:tgtEl>
                                          </p:cBhvr>
                                        </p:animEffect>
                                      </p:childTnLst>
                                    </p:cTn>
                                  </p:par>
                                </p:childTnLst>
                              </p:cTn>
                            </p:par>
                            <p:par>
                              <p:cTn id="34" fill="hold">
                                <p:stCondLst>
                                  <p:cond delay="2000"/>
                                </p:stCondLst>
                                <p:childTnLst>
                                  <p:par>
                                    <p:cTn id="35" presetID="2" presetClass="entr" presetSubtype="4"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25"/>
                                            </p:tgtEl>
                                            <p:attrNameLst>
                                              <p:attrName>style.visibility</p:attrName>
                                            </p:attrNameLst>
                                          </p:cBhvr>
                                          <p:to>
                                            <p:strVal val="visible"/>
                                          </p:to>
                                        </p:set>
                                        <p:animEffect transition="in" filter="fade">
                                          <p:cBhvr>
                                            <p:cTn id="42" dur="500"/>
                                            <p:tgtEl>
                                              <p:spTgt spid="1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2"/>
                                            </p:tgtEl>
                                            <p:attrNameLst>
                                              <p:attrName>style.visibility</p:attrName>
                                            </p:attrNameLst>
                                          </p:cBhvr>
                                          <p:to>
                                            <p:strVal val="visible"/>
                                          </p:to>
                                        </p:set>
                                        <p:animEffect transition="in" filter="fade">
                                          <p:cBhvr>
                                            <p:cTn id="45" dur="500"/>
                                            <p:tgtEl>
                                              <p:spTgt spid="152"/>
                                            </p:tgtEl>
                                          </p:cBhvr>
                                        </p:animEffect>
                                      </p:childTnLst>
                                    </p:cTn>
                                  </p:par>
                                  <p:par>
                                    <p:cTn id="46" presetID="10" presetClass="entr" presetSubtype="0" fill="hold" nodeType="withEffect">
                                      <p:stCondLst>
                                        <p:cond delay="0"/>
                                      </p:stCondLst>
                                      <p:childTnLst>
                                        <p:set>
                                          <p:cBhvr>
                                            <p:cTn id="47" dur="1" fill="hold">
                                              <p:stCondLst>
                                                <p:cond delay="0"/>
                                              </p:stCondLst>
                                            </p:cTn>
                                            <p:tgtEl>
                                              <p:spTgt spid="159"/>
                                            </p:tgtEl>
                                            <p:attrNameLst>
                                              <p:attrName>style.visibility</p:attrName>
                                            </p:attrNameLst>
                                          </p:cBhvr>
                                          <p:to>
                                            <p:strVal val="visible"/>
                                          </p:to>
                                        </p:set>
                                        <p:animEffect transition="in" filter="fade">
                                          <p:cBhvr>
                                            <p:cTn id="48" dur="500"/>
                                            <p:tgtEl>
                                              <p:spTgt spid="159"/>
                                            </p:tgtEl>
                                          </p:cBhvr>
                                        </p:animEffect>
                                      </p:childTnLst>
                                    </p:cTn>
                                  </p:par>
                                </p:childTnLst>
                              </p:cTn>
                            </p:par>
                            <p:par>
                              <p:cTn id="49" fill="hold">
                                <p:stCondLst>
                                  <p:cond delay="3000"/>
                                </p:stCondLst>
                                <p:childTnLst>
                                  <p:par>
                                    <p:cTn id="50" presetID="2" presetClass="entr" presetSubtype="4"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cBhvr additive="base">
                                            <p:cTn id="52" dur="500" fill="hold"/>
                                            <p:tgtEl>
                                              <p:spTgt spid="7"/>
                                            </p:tgtEl>
                                            <p:attrNameLst>
                                              <p:attrName>ppt_x</p:attrName>
                                            </p:attrNameLst>
                                          </p:cBhvr>
                                          <p:tavLst>
                                            <p:tav tm="0">
                                              <p:val>
                                                <p:strVal val="#ppt_x"/>
                                              </p:val>
                                            </p:tav>
                                            <p:tav tm="100000">
                                              <p:val>
                                                <p:strVal val="#ppt_x"/>
                                              </p:val>
                                            </p:tav>
                                          </p:tavLst>
                                        </p:anim>
                                        <p:anim calcmode="lin" valueType="num">
                                          <p:cBhvr additive="base">
                                            <p:cTn id="53" dur="500" fill="hold"/>
                                            <p:tgtEl>
                                              <p:spTgt spid="7"/>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10" presetClass="entr" presetSubtype="0" fill="hold" grpId="0" nodeType="afterEffect">
                                      <p:stCondLst>
                                        <p:cond delay="0"/>
                                      </p:stCondLst>
                                      <p:childTnLst>
                                        <p:set>
                                          <p:cBhvr>
                                            <p:cTn id="56" dur="1" fill="hold">
                                              <p:stCondLst>
                                                <p:cond delay="0"/>
                                              </p:stCondLst>
                                            </p:cTn>
                                            <p:tgtEl>
                                              <p:spTgt spid="139"/>
                                            </p:tgtEl>
                                            <p:attrNameLst>
                                              <p:attrName>style.visibility</p:attrName>
                                            </p:attrNameLst>
                                          </p:cBhvr>
                                          <p:to>
                                            <p:strVal val="visible"/>
                                          </p:to>
                                        </p:set>
                                        <p:animEffect transition="in" filter="fade">
                                          <p:cBhvr>
                                            <p:cTn id="57" dur="500"/>
                                            <p:tgtEl>
                                              <p:spTgt spid="13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3"/>
                                            </p:tgtEl>
                                            <p:attrNameLst>
                                              <p:attrName>style.visibility</p:attrName>
                                            </p:attrNameLst>
                                          </p:cBhvr>
                                          <p:to>
                                            <p:strVal val="visible"/>
                                          </p:to>
                                        </p:set>
                                        <p:animEffect transition="in" filter="fade">
                                          <p:cBhvr>
                                            <p:cTn id="60" dur="500"/>
                                            <p:tgtEl>
                                              <p:spTgt spid="153"/>
                                            </p:tgtEl>
                                          </p:cBhvr>
                                        </p:animEffect>
                                      </p:childTnLst>
                                    </p:cTn>
                                  </p:par>
                                  <p:par>
                                    <p:cTn id="61" presetID="10" presetClass="entr" presetSubtype="0" fill="hold" nodeType="withEffect">
                                      <p:stCondLst>
                                        <p:cond delay="0"/>
                                      </p:stCondLst>
                                      <p:childTnLst>
                                        <p:set>
                                          <p:cBhvr>
                                            <p:cTn id="62" dur="1" fill="hold">
                                              <p:stCondLst>
                                                <p:cond delay="0"/>
                                              </p:stCondLst>
                                            </p:cTn>
                                            <p:tgtEl>
                                              <p:spTgt spid="154"/>
                                            </p:tgtEl>
                                            <p:attrNameLst>
                                              <p:attrName>style.visibility</p:attrName>
                                            </p:attrNameLst>
                                          </p:cBhvr>
                                          <p:to>
                                            <p:strVal val="visible"/>
                                          </p:to>
                                        </p:set>
                                        <p:animEffect transition="in" filter="fade">
                                          <p:cBhvr>
                                            <p:cTn id="63"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111" grpId="0"/>
          <p:bldP spid="125" grpId="0"/>
          <p:bldP spid="139" grpId="0"/>
          <p:bldP spid="150" grpId="0"/>
          <p:bldP spid="151" grpId="0"/>
          <p:bldP spid="152" grpId="0"/>
          <p:bldP spid="153"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차트 7"/>
          <p:cNvGraphicFramePr/>
          <p:nvPr/>
        </p:nvGraphicFramePr>
        <p:xfrm>
          <a:off x="6786542" y="1757228"/>
          <a:ext cx="4662508" cy="4447242"/>
        </p:xfrm>
        <a:graphic>
          <a:graphicData uri="http://schemas.openxmlformats.org/drawingml/2006/chart">
            <c:chart xmlns:c="http://schemas.openxmlformats.org/drawingml/2006/chart" xmlns:r="http://schemas.openxmlformats.org/officeDocument/2006/relationships" r:id="rId1"/>
          </a:graphicData>
        </a:graphic>
      </p:graphicFrame>
      <p:sp>
        <p:nvSpPr>
          <p:cNvPr id="63" name="speed"/>
          <p:cNvSpPr txBox="1">
            <a:spLocks noChangeArrowheads="1"/>
          </p:cNvSpPr>
          <p:nvPr/>
        </p:nvSpPr>
        <p:spPr bwMode="auto">
          <a:xfrm>
            <a:off x="7146461" y="4352978"/>
            <a:ext cx="201848" cy="169277"/>
          </a:xfrm>
          <a:prstGeom prst="rect">
            <a:avLst/>
          </a:prstGeom>
          <a:noFill/>
          <a:scene3d>
            <a:camera prst="orthographicFront">
              <a:rot lat="0" lon="0" rev="0"/>
            </a:camera>
            <a:lightRig rig="threePt" dir="t"/>
          </a:scene3d>
          <a:sp3d prstMaterial="matte">
            <a:bevelT w="1270" h="1270"/>
          </a:sp3d>
        </p:spPr>
        <p:txBody>
          <a:bodyPr wrap="square" lIns="0" tIns="0" rIns="0" bIns="0" anchor="t" anchorCtr="0">
            <a:spAutoFit/>
          </a:bodyPr>
          <a:lstStyle>
            <a:defPPr>
              <a:defRPr lang="ko-KR"/>
            </a:defPPr>
            <a:lvl1pPr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1pPr>
            <a:lvl2pPr marL="4572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2pPr>
            <a:lvl3pPr marL="9144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3pPr>
            <a:lvl4pPr marL="13716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4pPr>
            <a:lvl5pPr marL="18288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5pPr>
            <a:lvl6pPr marL="22860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6pPr>
            <a:lvl7pPr marL="27432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7pPr>
            <a:lvl8pPr marL="32004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8pPr>
            <a:lvl9pPr marL="36576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9pPr>
          </a:lstStyle>
          <a:p>
            <a:pPr algn="ctr">
              <a:lnSpc>
                <a:spcPct val="90000"/>
              </a:lnSpc>
              <a:buClr>
                <a:prstClr val="white"/>
              </a:buClr>
              <a:defRPr/>
            </a:pPr>
            <a:r>
              <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rPr>
              <a:t>70</a:t>
            </a:r>
            <a:endPar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endParaRPr>
          </a:p>
        </p:txBody>
      </p:sp>
      <p:sp>
        <p:nvSpPr>
          <p:cNvPr id="64" name="speed"/>
          <p:cNvSpPr txBox="1">
            <a:spLocks noChangeArrowheads="1"/>
          </p:cNvSpPr>
          <p:nvPr/>
        </p:nvSpPr>
        <p:spPr bwMode="auto">
          <a:xfrm>
            <a:off x="7657636" y="3775128"/>
            <a:ext cx="201848" cy="169277"/>
          </a:xfrm>
          <a:prstGeom prst="rect">
            <a:avLst/>
          </a:prstGeom>
          <a:noFill/>
          <a:scene3d>
            <a:camera prst="orthographicFront">
              <a:rot lat="0" lon="0" rev="0"/>
            </a:camera>
            <a:lightRig rig="threePt" dir="t"/>
          </a:scene3d>
          <a:sp3d prstMaterial="matte">
            <a:bevelT w="1270" h="1270"/>
          </a:sp3d>
        </p:spPr>
        <p:txBody>
          <a:bodyPr wrap="square" lIns="0" tIns="0" rIns="0" bIns="0" anchor="t" anchorCtr="0">
            <a:spAutoFit/>
          </a:bodyPr>
          <a:lstStyle>
            <a:defPPr>
              <a:defRPr lang="ko-KR"/>
            </a:defPPr>
            <a:lvl1pPr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1pPr>
            <a:lvl2pPr marL="4572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2pPr>
            <a:lvl3pPr marL="9144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3pPr>
            <a:lvl4pPr marL="13716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4pPr>
            <a:lvl5pPr marL="18288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5pPr>
            <a:lvl6pPr marL="22860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6pPr>
            <a:lvl7pPr marL="27432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7pPr>
            <a:lvl8pPr marL="32004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8pPr>
            <a:lvl9pPr marL="36576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9pPr>
          </a:lstStyle>
          <a:p>
            <a:pPr algn="ctr">
              <a:lnSpc>
                <a:spcPct val="90000"/>
              </a:lnSpc>
              <a:buClr>
                <a:prstClr val="white"/>
              </a:buClr>
              <a:defRPr/>
            </a:pPr>
            <a:r>
              <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rPr>
              <a:t>75</a:t>
            </a:r>
            <a:endPar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endParaRPr>
          </a:p>
        </p:txBody>
      </p:sp>
      <p:sp>
        <p:nvSpPr>
          <p:cNvPr id="65" name="speed"/>
          <p:cNvSpPr txBox="1">
            <a:spLocks noChangeArrowheads="1"/>
          </p:cNvSpPr>
          <p:nvPr/>
        </p:nvSpPr>
        <p:spPr bwMode="auto">
          <a:xfrm>
            <a:off x="7911636" y="5127678"/>
            <a:ext cx="201848" cy="169277"/>
          </a:xfrm>
          <a:prstGeom prst="rect">
            <a:avLst/>
          </a:prstGeom>
          <a:noFill/>
          <a:scene3d>
            <a:camera prst="orthographicFront">
              <a:rot lat="0" lon="0" rev="0"/>
            </a:camera>
            <a:lightRig rig="threePt" dir="t"/>
          </a:scene3d>
          <a:sp3d prstMaterial="matte">
            <a:bevelT w="1270" h="1270"/>
          </a:sp3d>
        </p:spPr>
        <p:txBody>
          <a:bodyPr wrap="square" lIns="0" tIns="0" rIns="0" bIns="0" anchor="t" anchorCtr="0">
            <a:spAutoFit/>
          </a:bodyPr>
          <a:lstStyle>
            <a:defPPr>
              <a:defRPr lang="ko-KR"/>
            </a:defPPr>
            <a:lvl1pPr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1pPr>
            <a:lvl2pPr marL="4572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2pPr>
            <a:lvl3pPr marL="9144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3pPr>
            <a:lvl4pPr marL="13716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4pPr>
            <a:lvl5pPr marL="18288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5pPr>
            <a:lvl6pPr marL="22860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6pPr>
            <a:lvl7pPr marL="27432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7pPr>
            <a:lvl8pPr marL="32004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8pPr>
            <a:lvl9pPr marL="36576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9pPr>
          </a:lstStyle>
          <a:p>
            <a:pPr algn="ctr">
              <a:lnSpc>
                <a:spcPct val="90000"/>
              </a:lnSpc>
              <a:buClr>
                <a:prstClr val="white"/>
              </a:buClr>
              <a:defRPr/>
            </a:pPr>
            <a:r>
              <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rPr>
              <a:t>60</a:t>
            </a:r>
            <a:endPar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endParaRPr>
          </a:p>
        </p:txBody>
      </p:sp>
      <p:sp>
        <p:nvSpPr>
          <p:cNvPr id="66" name="speed"/>
          <p:cNvSpPr txBox="1">
            <a:spLocks noChangeArrowheads="1"/>
          </p:cNvSpPr>
          <p:nvPr/>
        </p:nvSpPr>
        <p:spPr bwMode="auto">
          <a:xfrm>
            <a:off x="9494902" y="4860978"/>
            <a:ext cx="201848" cy="169277"/>
          </a:xfrm>
          <a:prstGeom prst="rect">
            <a:avLst/>
          </a:prstGeom>
          <a:noFill/>
          <a:scene3d>
            <a:camera prst="orthographicFront">
              <a:rot lat="0" lon="0" rev="0"/>
            </a:camera>
            <a:lightRig rig="threePt" dir="t"/>
          </a:scene3d>
          <a:sp3d prstMaterial="matte">
            <a:bevelT w="1270" h="1270"/>
          </a:sp3d>
        </p:spPr>
        <p:txBody>
          <a:bodyPr wrap="square" lIns="0" tIns="0" rIns="0" bIns="0" anchor="t" anchorCtr="0">
            <a:spAutoFit/>
          </a:bodyPr>
          <a:lstStyle>
            <a:defPPr>
              <a:defRPr lang="ko-KR"/>
            </a:defPPr>
            <a:lvl1pPr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1pPr>
            <a:lvl2pPr marL="4572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2pPr>
            <a:lvl3pPr marL="9144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3pPr>
            <a:lvl4pPr marL="13716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4pPr>
            <a:lvl5pPr marL="1828800" algn="l" rtl="0" fontAlgn="base" latinLnBrk="1">
              <a:spcBef>
                <a:spcPct val="0"/>
              </a:spcBef>
              <a:spcAft>
                <a:spcPct val="0"/>
              </a:spcAft>
              <a:defRPr kumimoji="1" kern="1200">
                <a:solidFill>
                  <a:schemeClr val="tx1"/>
                </a:solidFill>
                <a:latin typeface="Gulim" panose="020B0600000101010101" pitchFamily="50" charset="-127"/>
                <a:ea typeface="Gulim" panose="020B0600000101010101" pitchFamily="50" charset="-127"/>
                <a:cs typeface="+mn-cs"/>
              </a:defRPr>
            </a:lvl5pPr>
            <a:lvl6pPr marL="22860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6pPr>
            <a:lvl7pPr marL="27432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7pPr>
            <a:lvl8pPr marL="32004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8pPr>
            <a:lvl9pPr marL="3657600" algn="l" defTabSz="914400" rtl="0" eaLnBrk="1" latinLnBrk="1" hangingPunct="1">
              <a:defRPr kumimoji="1" kern="1200">
                <a:solidFill>
                  <a:schemeClr val="tx1"/>
                </a:solidFill>
                <a:latin typeface="Gulim" panose="020B0600000101010101" pitchFamily="50" charset="-127"/>
                <a:ea typeface="Gulim" panose="020B0600000101010101" pitchFamily="50" charset="-127"/>
                <a:cs typeface="+mn-cs"/>
              </a:defRPr>
            </a:lvl9pPr>
          </a:lstStyle>
          <a:p>
            <a:pPr algn="ctr">
              <a:lnSpc>
                <a:spcPct val="90000"/>
              </a:lnSpc>
              <a:buClr>
                <a:prstClr val="white"/>
              </a:buClr>
              <a:defRPr/>
            </a:pPr>
            <a:r>
              <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rPr>
              <a:t>40</a:t>
            </a:r>
            <a:endParaRPr lang="en-US" altLang="ko-KR" sz="1200" dirty="0">
              <a:solidFill>
                <a:schemeClr val="tx1">
                  <a:lumMod val="65000"/>
                  <a:lumOff val="35000"/>
                </a:schemeClr>
              </a:solidFill>
              <a:latin typeface="Arial" panose="020B0604020202020204"/>
              <a:ea typeface="Tahoma" panose="020B0604030504040204" pitchFamily="34" charset="0"/>
              <a:cs typeface="Arial" panose="020B0604020202020204"/>
            </a:endParaRPr>
          </a:p>
        </p:txBody>
      </p:sp>
      <p:sp>
        <p:nvSpPr>
          <p:cNvPr id="67" name="Rectangle 66"/>
          <p:cNvSpPr/>
          <p:nvPr/>
        </p:nvSpPr>
        <p:spPr>
          <a:xfrm>
            <a:off x="776942" y="2088701"/>
            <a:ext cx="4780824" cy="523220"/>
          </a:xfrm>
          <a:prstGeom prst="rect">
            <a:avLst/>
          </a:prstGeom>
        </p:spPr>
        <p:txBody>
          <a:bodyPr wrap="square">
            <a:spAutoFit/>
          </a:bodyPr>
          <a:lstStyle/>
          <a:p>
            <a:pPr algn="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p:txBody>
      </p:sp>
      <p:sp>
        <p:nvSpPr>
          <p:cNvPr id="69" name="Rectangle 68"/>
          <p:cNvSpPr/>
          <p:nvPr/>
        </p:nvSpPr>
        <p:spPr>
          <a:xfrm>
            <a:off x="776942" y="3059545"/>
            <a:ext cx="4780824" cy="523220"/>
          </a:xfrm>
          <a:prstGeom prst="rect">
            <a:avLst/>
          </a:prstGeom>
        </p:spPr>
        <p:txBody>
          <a:bodyPr wrap="square">
            <a:spAutoFit/>
          </a:bodyPr>
          <a:lstStyle/>
          <a:p>
            <a:pPr algn="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p:txBody>
      </p:sp>
      <p:sp>
        <p:nvSpPr>
          <p:cNvPr id="71" name="Rectangle 70"/>
          <p:cNvSpPr/>
          <p:nvPr/>
        </p:nvSpPr>
        <p:spPr>
          <a:xfrm>
            <a:off x="776942" y="4030389"/>
            <a:ext cx="4780824" cy="523220"/>
          </a:xfrm>
          <a:prstGeom prst="rect">
            <a:avLst/>
          </a:prstGeom>
        </p:spPr>
        <p:txBody>
          <a:bodyPr wrap="square">
            <a:spAutoFit/>
          </a:bodyPr>
          <a:lstStyle/>
          <a:p>
            <a:pPr algn="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p:txBody>
      </p:sp>
      <p:sp>
        <p:nvSpPr>
          <p:cNvPr id="73" name="Rectangle 72"/>
          <p:cNvSpPr/>
          <p:nvPr/>
        </p:nvSpPr>
        <p:spPr>
          <a:xfrm>
            <a:off x="776942" y="5001234"/>
            <a:ext cx="4780824" cy="523220"/>
          </a:xfrm>
          <a:prstGeom prst="rect">
            <a:avLst/>
          </a:prstGeom>
        </p:spPr>
        <p:txBody>
          <a:bodyPr wrap="square">
            <a:spAutoFit/>
          </a:bodyPr>
          <a:lstStyle/>
          <a:p>
            <a:pPr algn="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p:txBody>
      </p:sp>
      <p:grpSp>
        <p:nvGrpSpPr>
          <p:cNvPr id="79" name="Group 78"/>
          <p:cNvGrpSpPr/>
          <p:nvPr/>
        </p:nvGrpSpPr>
        <p:grpSpPr>
          <a:xfrm>
            <a:off x="5612119" y="2262467"/>
            <a:ext cx="500816" cy="561063"/>
            <a:chOff x="4578462" y="2195513"/>
            <a:chExt cx="633412" cy="709613"/>
          </a:xfrm>
        </p:grpSpPr>
        <p:sp>
          <p:nvSpPr>
            <p:cNvPr id="80" name="Freeform 55"/>
            <p:cNvSpPr/>
            <p:nvPr/>
          </p:nvSpPr>
          <p:spPr bwMode="auto">
            <a:xfrm>
              <a:off x="4578462" y="2195513"/>
              <a:ext cx="633412" cy="709613"/>
            </a:xfrm>
            <a:custGeom>
              <a:avLst/>
              <a:gdLst>
                <a:gd name="T0" fmla="*/ 0 w 399"/>
                <a:gd name="T1" fmla="*/ 0 h 447"/>
                <a:gd name="T2" fmla="*/ 0 w 399"/>
                <a:gd name="T3" fmla="*/ 407 h 447"/>
                <a:gd name="T4" fmla="*/ 0 w 399"/>
                <a:gd name="T5" fmla="*/ 407 h 447"/>
                <a:gd name="T6" fmla="*/ 0 w 399"/>
                <a:gd name="T7" fmla="*/ 415 h 447"/>
                <a:gd name="T8" fmla="*/ 2 w 399"/>
                <a:gd name="T9" fmla="*/ 422 h 447"/>
                <a:gd name="T10" fmla="*/ 5 w 399"/>
                <a:gd name="T11" fmla="*/ 429 h 447"/>
                <a:gd name="T12" fmla="*/ 11 w 399"/>
                <a:gd name="T13" fmla="*/ 434 h 447"/>
                <a:gd name="T14" fmla="*/ 16 w 399"/>
                <a:gd name="T15" fmla="*/ 440 h 447"/>
                <a:gd name="T16" fmla="*/ 23 w 399"/>
                <a:gd name="T17" fmla="*/ 443 h 447"/>
                <a:gd name="T18" fmla="*/ 30 w 399"/>
                <a:gd name="T19" fmla="*/ 445 h 447"/>
                <a:gd name="T20" fmla="*/ 37 w 399"/>
                <a:gd name="T21" fmla="*/ 447 h 447"/>
                <a:gd name="T22" fmla="*/ 360 w 399"/>
                <a:gd name="T23" fmla="*/ 447 h 447"/>
                <a:gd name="T24" fmla="*/ 360 w 399"/>
                <a:gd name="T25" fmla="*/ 447 h 447"/>
                <a:gd name="T26" fmla="*/ 367 w 399"/>
                <a:gd name="T27" fmla="*/ 445 h 447"/>
                <a:gd name="T28" fmla="*/ 374 w 399"/>
                <a:gd name="T29" fmla="*/ 443 h 447"/>
                <a:gd name="T30" fmla="*/ 381 w 399"/>
                <a:gd name="T31" fmla="*/ 440 h 447"/>
                <a:gd name="T32" fmla="*/ 386 w 399"/>
                <a:gd name="T33" fmla="*/ 434 h 447"/>
                <a:gd name="T34" fmla="*/ 392 w 399"/>
                <a:gd name="T35" fmla="*/ 429 h 447"/>
                <a:gd name="T36" fmla="*/ 395 w 399"/>
                <a:gd name="T37" fmla="*/ 422 h 447"/>
                <a:gd name="T38" fmla="*/ 397 w 399"/>
                <a:gd name="T39" fmla="*/ 415 h 447"/>
                <a:gd name="T40" fmla="*/ 399 w 399"/>
                <a:gd name="T41" fmla="*/ 407 h 447"/>
                <a:gd name="T42" fmla="*/ 399 w 399"/>
                <a:gd name="T43" fmla="*/ 0 h 447"/>
                <a:gd name="T44" fmla="*/ 0 w 399"/>
                <a:gd name="T4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9" h="447">
                  <a:moveTo>
                    <a:pt x="0" y="0"/>
                  </a:moveTo>
                  <a:lnTo>
                    <a:pt x="0" y="407"/>
                  </a:lnTo>
                  <a:lnTo>
                    <a:pt x="0" y="407"/>
                  </a:lnTo>
                  <a:lnTo>
                    <a:pt x="0" y="415"/>
                  </a:lnTo>
                  <a:lnTo>
                    <a:pt x="2" y="422"/>
                  </a:lnTo>
                  <a:lnTo>
                    <a:pt x="5" y="429"/>
                  </a:lnTo>
                  <a:lnTo>
                    <a:pt x="11" y="434"/>
                  </a:lnTo>
                  <a:lnTo>
                    <a:pt x="16" y="440"/>
                  </a:lnTo>
                  <a:lnTo>
                    <a:pt x="23" y="443"/>
                  </a:lnTo>
                  <a:lnTo>
                    <a:pt x="30" y="445"/>
                  </a:lnTo>
                  <a:lnTo>
                    <a:pt x="37" y="447"/>
                  </a:lnTo>
                  <a:lnTo>
                    <a:pt x="360" y="447"/>
                  </a:lnTo>
                  <a:lnTo>
                    <a:pt x="360" y="447"/>
                  </a:lnTo>
                  <a:lnTo>
                    <a:pt x="367" y="445"/>
                  </a:lnTo>
                  <a:lnTo>
                    <a:pt x="374" y="443"/>
                  </a:lnTo>
                  <a:lnTo>
                    <a:pt x="381" y="440"/>
                  </a:lnTo>
                  <a:lnTo>
                    <a:pt x="386" y="434"/>
                  </a:lnTo>
                  <a:lnTo>
                    <a:pt x="392" y="429"/>
                  </a:lnTo>
                  <a:lnTo>
                    <a:pt x="395" y="422"/>
                  </a:lnTo>
                  <a:lnTo>
                    <a:pt x="397" y="415"/>
                  </a:lnTo>
                  <a:lnTo>
                    <a:pt x="399" y="407"/>
                  </a:lnTo>
                  <a:lnTo>
                    <a:pt x="399" y="0"/>
                  </a:lnTo>
                  <a:lnTo>
                    <a:pt x="0" y="0"/>
                  </a:lnTo>
                  <a:close/>
                </a:path>
              </a:pathLst>
            </a:custGeom>
            <a:solidFill>
              <a:srgbClr val="D9D9D9"/>
            </a:solidFill>
            <a:ln>
              <a:noFill/>
            </a:ln>
          </p:spPr>
          <p:txBody>
            <a:bodyPr vert="horz" wrap="square" lIns="91440" tIns="45720" rIns="91440" bIns="45720" numCol="1" anchor="t" anchorCtr="0" compatLnSpc="1"/>
            <a:lstStyle/>
            <a:p>
              <a:endParaRPr lang="en-US"/>
            </a:p>
          </p:txBody>
        </p:sp>
        <p:sp>
          <p:nvSpPr>
            <p:cNvPr id="81" name="Freeform 56"/>
            <p:cNvSpPr/>
            <p:nvPr/>
          </p:nvSpPr>
          <p:spPr bwMode="auto">
            <a:xfrm>
              <a:off x="4637200" y="2514601"/>
              <a:ext cx="512762" cy="330200"/>
            </a:xfrm>
            <a:custGeom>
              <a:avLst/>
              <a:gdLst>
                <a:gd name="T0" fmla="*/ 0 w 323"/>
                <a:gd name="T1" fmla="*/ 0 h 208"/>
                <a:gd name="T2" fmla="*/ 0 w 323"/>
                <a:gd name="T3" fmla="*/ 176 h 208"/>
                <a:gd name="T4" fmla="*/ 0 w 323"/>
                <a:gd name="T5" fmla="*/ 176 h 208"/>
                <a:gd name="T6" fmla="*/ 2 w 323"/>
                <a:gd name="T7" fmla="*/ 183 h 208"/>
                <a:gd name="T8" fmla="*/ 4 w 323"/>
                <a:gd name="T9" fmla="*/ 189 h 208"/>
                <a:gd name="T10" fmla="*/ 6 w 323"/>
                <a:gd name="T11" fmla="*/ 194 h 208"/>
                <a:gd name="T12" fmla="*/ 11 w 323"/>
                <a:gd name="T13" fmla="*/ 199 h 208"/>
                <a:gd name="T14" fmla="*/ 15 w 323"/>
                <a:gd name="T15" fmla="*/ 203 h 208"/>
                <a:gd name="T16" fmla="*/ 20 w 323"/>
                <a:gd name="T17" fmla="*/ 206 h 208"/>
                <a:gd name="T18" fmla="*/ 25 w 323"/>
                <a:gd name="T19" fmla="*/ 208 h 208"/>
                <a:gd name="T20" fmla="*/ 33 w 323"/>
                <a:gd name="T21" fmla="*/ 208 h 208"/>
                <a:gd name="T22" fmla="*/ 292 w 323"/>
                <a:gd name="T23" fmla="*/ 208 h 208"/>
                <a:gd name="T24" fmla="*/ 292 w 323"/>
                <a:gd name="T25" fmla="*/ 208 h 208"/>
                <a:gd name="T26" fmla="*/ 298 w 323"/>
                <a:gd name="T27" fmla="*/ 208 h 208"/>
                <a:gd name="T28" fmla="*/ 303 w 323"/>
                <a:gd name="T29" fmla="*/ 206 h 208"/>
                <a:gd name="T30" fmla="*/ 308 w 323"/>
                <a:gd name="T31" fmla="*/ 203 h 208"/>
                <a:gd name="T32" fmla="*/ 314 w 323"/>
                <a:gd name="T33" fmla="*/ 199 h 208"/>
                <a:gd name="T34" fmla="*/ 317 w 323"/>
                <a:gd name="T35" fmla="*/ 194 h 208"/>
                <a:gd name="T36" fmla="*/ 321 w 323"/>
                <a:gd name="T37" fmla="*/ 189 h 208"/>
                <a:gd name="T38" fmla="*/ 323 w 323"/>
                <a:gd name="T39" fmla="*/ 183 h 208"/>
                <a:gd name="T40" fmla="*/ 323 w 323"/>
                <a:gd name="T41" fmla="*/ 176 h 208"/>
                <a:gd name="T42" fmla="*/ 323 w 323"/>
                <a:gd name="T43" fmla="*/ 0 h 208"/>
                <a:gd name="T44" fmla="*/ 0 w 323"/>
                <a:gd name="T45"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3" h="208">
                  <a:moveTo>
                    <a:pt x="0" y="0"/>
                  </a:moveTo>
                  <a:lnTo>
                    <a:pt x="0" y="176"/>
                  </a:lnTo>
                  <a:lnTo>
                    <a:pt x="0" y="176"/>
                  </a:lnTo>
                  <a:lnTo>
                    <a:pt x="2" y="183"/>
                  </a:lnTo>
                  <a:lnTo>
                    <a:pt x="4" y="189"/>
                  </a:lnTo>
                  <a:lnTo>
                    <a:pt x="6" y="194"/>
                  </a:lnTo>
                  <a:lnTo>
                    <a:pt x="11" y="199"/>
                  </a:lnTo>
                  <a:lnTo>
                    <a:pt x="15" y="203"/>
                  </a:lnTo>
                  <a:lnTo>
                    <a:pt x="20" y="206"/>
                  </a:lnTo>
                  <a:lnTo>
                    <a:pt x="25" y="208"/>
                  </a:lnTo>
                  <a:lnTo>
                    <a:pt x="33" y="208"/>
                  </a:lnTo>
                  <a:lnTo>
                    <a:pt x="292" y="208"/>
                  </a:lnTo>
                  <a:lnTo>
                    <a:pt x="292" y="208"/>
                  </a:lnTo>
                  <a:lnTo>
                    <a:pt x="298" y="208"/>
                  </a:lnTo>
                  <a:lnTo>
                    <a:pt x="303" y="206"/>
                  </a:lnTo>
                  <a:lnTo>
                    <a:pt x="308" y="203"/>
                  </a:lnTo>
                  <a:lnTo>
                    <a:pt x="314" y="199"/>
                  </a:lnTo>
                  <a:lnTo>
                    <a:pt x="317" y="194"/>
                  </a:lnTo>
                  <a:lnTo>
                    <a:pt x="321" y="189"/>
                  </a:lnTo>
                  <a:lnTo>
                    <a:pt x="323" y="183"/>
                  </a:lnTo>
                  <a:lnTo>
                    <a:pt x="323" y="176"/>
                  </a:lnTo>
                  <a:lnTo>
                    <a:pt x="323" y="0"/>
                  </a:lnTo>
                  <a:lnTo>
                    <a:pt x="0" y="0"/>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82" name="Rectangle 57"/>
            <p:cNvSpPr>
              <a:spLocks noChangeArrowheads="1"/>
            </p:cNvSpPr>
            <p:nvPr/>
          </p:nvSpPr>
          <p:spPr bwMode="auto">
            <a:xfrm>
              <a:off x="5078525" y="2262188"/>
              <a:ext cx="87312" cy="20638"/>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3" name="Rectangle 58"/>
            <p:cNvSpPr>
              <a:spLocks noChangeArrowheads="1"/>
            </p:cNvSpPr>
            <p:nvPr/>
          </p:nvSpPr>
          <p:spPr bwMode="auto">
            <a:xfrm>
              <a:off x="5078525" y="2352676"/>
              <a:ext cx="87312" cy="20638"/>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4" name="Rectangle 59"/>
            <p:cNvSpPr>
              <a:spLocks noChangeArrowheads="1"/>
            </p:cNvSpPr>
            <p:nvPr/>
          </p:nvSpPr>
          <p:spPr bwMode="auto">
            <a:xfrm>
              <a:off x="5078525" y="2443163"/>
              <a:ext cx="87312" cy="20638"/>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5" name="Rectangle 60"/>
            <p:cNvSpPr>
              <a:spLocks noChangeArrowheads="1"/>
            </p:cNvSpPr>
            <p:nvPr/>
          </p:nvSpPr>
          <p:spPr bwMode="auto">
            <a:xfrm>
              <a:off x="5078525" y="2532063"/>
              <a:ext cx="87312" cy="19050"/>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6" name="Rectangle 61"/>
            <p:cNvSpPr>
              <a:spLocks noChangeArrowheads="1"/>
            </p:cNvSpPr>
            <p:nvPr/>
          </p:nvSpPr>
          <p:spPr bwMode="auto">
            <a:xfrm>
              <a:off x="5078525" y="2622551"/>
              <a:ext cx="87312" cy="19050"/>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7" name="Rectangle 62"/>
            <p:cNvSpPr>
              <a:spLocks noChangeArrowheads="1"/>
            </p:cNvSpPr>
            <p:nvPr/>
          </p:nvSpPr>
          <p:spPr bwMode="auto">
            <a:xfrm>
              <a:off x="5078525" y="2713038"/>
              <a:ext cx="87312" cy="19050"/>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88" name="Rectangle 63"/>
            <p:cNvSpPr>
              <a:spLocks noChangeArrowheads="1"/>
            </p:cNvSpPr>
            <p:nvPr/>
          </p:nvSpPr>
          <p:spPr bwMode="auto">
            <a:xfrm>
              <a:off x="5078525" y="2800351"/>
              <a:ext cx="87312" cy="19050"/>
            </a:xfrm>
            <a:prstGeom prst="rect">
              <a:avLst/>
            </a:prstGeom>
            <a:solidFill>
              <a:schemeClr val="bg1"/>
            </a:solidFill>
            <a:ln>
              <a:noFill/>
            </a:ln>
          </p:spPr>
          <p:txBody>
            <a:bodyPr vert="horz" wrap="square" lIns="91440" tIns="45720" rIns="91440" bIns="45720" numCol="1" anchor="t" anchorCtr="0" compatLnSpc="1"/>
            <a:lstStyle/>
            <a:p>
              <a:endParaRPr lang="en-US"/>
            </a:p>
          </p:txBody>
        </p:sp>
      </p:grpSp>
      <p:grpSp>
        <p:nvGrpSpPr>
          <p:cNvPr id="89" name="Group 88"/>
          <p:cNvGrpSpPr/>
          <p:nvPr/>
        </p:nvGrpSpPr>
        <p:grpSpPr>
          <a:xfrm>
            <a:off x="5612119" y="5141692"/>
            <a:ext cx="441549" cy="636785"/>
            <a:chOff x="3060700" y="3597275"/>
            <a:chExt cx="1152525" cy="1662113"/>
          </a:xfrm>
        </p:grpSpPr>
        <p:sp>
          <p:nvSpPr>
            <p:cNvPr id="90" name="Freeform 83"/>
            <p:cNvSpPr/>
            <p:nvPr/>
          </p:nvSpPr>
          <p:spPr bwMode="auto">
            <a:xfrm>
              <a:off x="3478213" y="4510088"/>
              <a:ext cx="198437" cy="150813"/>
            </a:xfrm>
            <a:custGeom>
              <a:avLst/>
              <a:gdLst>
                <a:gd name="T0" fmla="*/ 109 w 125"/>
                <a:gd name="T1" fmla="*/ 95 h 95"/>
                <a:gd name="T2" fmla="*/ 109 w 125"/>
                <a:gd name="T3" fmla="*/ 95 h 95"/>
                <a:gd name="T4" fmla="*/ 53 w 125"/>
                <a:gd name="T5" fmla="*/ 68 h 95"/>
                <a:gd name="T6" fmla="*/ 16 w 125"/>
                <a:gd name="T7" fmla="*/ 50 h 95"/>
                <a:gd name="T8" fmla="*/ 4 w 125"/>
                <a:gd name="T9" fmla="*/ 47 h 95"/>
                <a:gd name="T10" fmla="*/ 0 w 125"/>
                <a:gd name="T11" fmla="*/ 45 h 95"/>
                <a:gd name="T12" fmla="*/ 0 w 125"/>
                <a:gd name="T13" fmla="*/ 45 h 95"/>
                <a:gd name="T14" fmla="*/ 2 w 125"/>
                <a:gd name="T15" fmla="*/ 45 h 95"/>
                <a:gd name="T16" fmla="*/ 4 w 125"/>
                <a:gd name="T17" fmla="*/ 43 h 95"/>
                <a:gd name="T18" fmla="*/ 9 w 125"/>
                <a:gd name="T19" fmla="*/ 31 h 95"/>
                <a:gd name="T20" fmla="*/ 14 w 125"/>
                <a:gd name="T21" fmla="*/ 15 h 95"/>
                <a:gd name="T22" fmla="*/ 14 w 125"/>
                <a:gd name="T23" fmla="*/ 15 h 95"/>
                <a:gd name="T24" fmla="*/ 20 w 125"/>
                <a:gd name="T25" fmla="*/ 8 h 95"/>
                <a:gd name="T26" fmla="*/ 27 w 125"/>
                <a:gd name="T27" fmla="*/ 2 h 95"/>
                <a:gd name="T28" fmla="*/ 36 w 125"/>
                <a:gd name="T29" fmla="*/ 0 h 95"/>
                <a:gd name="T30" fmla="*/ 45 w 125"/>
                <a:gd name="T31" fmla="*/ 2 h 95"/>
                <a:gd name="T32" fmla="*/ 112 w 125"/>
                <a:gd name="T33" fmla="*/ 32 h 95"/>
                <a:gd name="T34" fmla="*/ 112 w 125"/>
                <a:gd name="T35" fmla="*/ 32 h 95"/>
                <a:gd name="T36" fmla="*/ 119 w 125"/>
                <a:gd name="T37" fmla="*/ 38 h 95"/>
                <a:gd name="T38" fmla="*/ 123 w 125"/>
                <a:gd name="T39" fmla="*/ 45 h 95"/>
                <a:gd name="T40" fmla="*/ 125 w 125"/>
                <a:gd name="T41" fmla="*/ 54 h 95"/>
                <a:gd name="T42" fmla="*/ 123 w 125"/>
                <a:gd name="T43" fmla="*/ 63 h 95"/>
                <a:gd name="T44" fmla="*/ 109 w 125"/>
                <a:gd name="T45"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 h="95">
                  <a:moveTo>
                    <a:pt x="109" y="95"/>
                  </a:moveTo>
                  <a:lnTo>
                    <a:pt x="109" y="95"/>
                  </a:lnTo>
                  <a:lnTo>
                    <a:pt x="53" y="68"/>
                  </a:lnTo>
                  <a:lnTo>
                    <a:pt x="16" y="50"/>
                  </a:lnTo>
                  <a:lnTo>
                    <a:pt x="4" y="47"/>
                  </a:lnTo>
                  <a:lnTo>
                    <a:pt x="0" y="45"/>
                  </a:lnTo>
                  <a:lnTo>
                    <a:pt x="0" y="45"/>
                  </a:lnTo>
                  <a:lnTo>
                    <a:pt x="2" y="45"/>
                  </a:lnTo>
                  <a:lnTo>
                    <a:pt x="4" y="43"/>
                  </a:lnTo>
                  <a:lnTo>
                    <a:pt x="9" y="31"/>
                  </a:lnTo>
                  <a:lnTo>
                    <a:pt x="14" y="15"/>
                  </a:lnTo>
                  <a:lnTo>
                    <a:pt x="14" y="15"/>
                  </a:lnTo>
                  <a:lnTo>
                    <a:pt x="20" y="8"/>
                  </a:lnTo>
                  <a:lnTo>
                    <a:pt x="27" y="2"/>
                  </a:lnTo>
                  <a:lnTo>
                    <a:pt x="36" y="0"/>
                  </a:lnTo>
                  <a:lnTo>
                    <a:pt x="45" y="2"/>
                  </a:lnTo>
                  <a:lnTo>
                    <a:pt x="112" y="32"/>
                  </a:lnTo>
                  <a:lnTo>
                    <a:pt x="112" y="32"/>
                  </a:lnTo>
                  <a:lnTo>
                    <a:pt x="119" y="38"/>
                  </a:lnTo>
                  <a:lnTo>
                    <a:pt x="123" y="45"/>
                  </a:lnTo>
                  <a:lnTo>
                    <a:pt x="125" y="54"/>
                  </a:lnTo>
                  <a:lnTo>
                    <a:pt x="123" y="63"/>
                  </a:lnTo>
                  <a:lnTo>
                    <a:pt x="109" y="95"/>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91" name="Freeform 84"/>
            <p:cNvSpPr/>
            <p:nvPr/>
          </p:nvSpPr>
          <p:spPr bwMode="auto">
            <a:xfrm>
              <a:off x="3803650" y="3597275"/>
              <a:ext cx="301625" cy="319088"/>
            </a:xfrm>
            <a:custGeom>
              <a:avLst/>
              <a:gdLst>
                <a:gd name="T0" fmla="*/ 131 w 190"/>
                <a:gd name="T1" fmla="*/ 189 h 201"/>
                <a:gd name="T2" fmla="*/ 131 w 190"/>
                <a:gd name="T3" fmla="*/ 189 h 201"/>
                <a:gd name="T4" fmla="*/ 126 w 190"/>
                <a:gd name="T5" fmla="*/ 196 h 201"/>
                <a:gd name="T6" fmla="*/ 121 w 190"/>
                <a:gd name="T7" fmla="*/ 200 h 201"/>
                <a:gd name="T8" fmla="*/ 114 w 190"/>
                <a:gd name="T9" fmla="*/ 201 h 201"/>
                <a:gd name="T10" fmla="*/ 107 w 190"/>
                <a:gd name="T11" fmla="*/ 200 h 201"/>
                <a:gd name="T12" fmla="*/ 10 w 190"/>
                <a:gd name="T13" fmla="*/ 155 h 201"/>
                <a:gd name="T14" fmla="*/ 10 w 190"/>
                <a:gd name="T15" fmla="*/ 155 h 201"/>
                <a:gd name="T16" fmla="*/ 5 w 190"/>
                <a:gd name="T17" fmla="*/ 152 h 201"/>
                <a:gd name="T18" fmla="*/ 2 w 190"/>
                <a:gd name="T19" fmla="*/ 146 h 201"/>
                <a:gd name="T20" fmla="*/ 0 w 190"/>
                <a:gd name="T21" fmla="*/ 139 h 201"/>
                <a:gd name="T22" fmla="*/ 2 w 190"/>
                <a:gd name="T23" fmla="*/ 132 h 201"/>
                <a:gd name="T24" fmla="*/ 60 w 190"/>
                <a:gd name="T25" fmla="*/ 0 h 201"/>
                <a:gd name="T26" fmla="*/ 190 w 190"/>
                <a:gd name="T27" fmla="*/ 57 h 201"/>
                <a:gd name="T28" fmla="*/ 131 w 190"/>
                <a:gd name="T29" fmla="*/ 189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 h="201">
                  <a:moveTo>
                    <a:pt x="131" y="189"/>
                  </a:moveTo>
                  <a:lnTo>
                    <a:pt x="131" y="189"/>
                  </a:lnTo>
                  <a:lnTo>
                    <a:pt x="126" y="196"/>
                  </a:lnTo>
                  <a:lnTo>
                    <a:pt x="121" y="200"/>
                  </a:lnTo>
                  <a:lnTo>
                    <a:pt x="114" y="201"/>
                  </a:lnTo>
                  <a:lnTo>
                    <a:pt x="107" y="200"/>
                  </a:lnTo>
                  <a:lnTo>
                    <a:pt x="10" y="155"/>
                  </a:lnTo>
                  <a:lnTo>
                    <a:pt x="10" y="155"/>
                  </a:lnTo>
                  <a:lnTo>
                    <a:pt x="5" y="152"/>
                  </a:lnTo>
                  <a:lnTo>
                    <a:pt x="2" y="146"/>
                  </a:lnTo>
                  <a:lnTo>
                    <a:pt x="0" y="139"/>
                  </a:lnTo>
                  <a:lnTo>
                    <a:pt x="2" y="132"/>
                  </a:lnTo>
                  <a:lnTo>
                    <a:pt x="60" y="0"/>
                  </a:lnTo>
                  <a:lnTo>
                    <a:pt x="190" y="57"/>
                  </a:lnTo>
                  <a:lnTo>
                    <a:pt x="131" y="189"/>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92" name="Freeform 85"/>
            <p:cNvSpPr/>
            <p:nvPr/>
          </p:nvSpPr>
          <p:spPr bwMode="auto">
            <a:xfrm>
              <a:off x="3492500" y="3749675"/>
              <a:ext cx="584200" cy="755650"/>
            </a:xfrm>
            <a:custGeom>
              <a:avLst/>
              <a:gdLst>
                <a:gd name="T0" fmla="*/ 208 w 368"/>
                <a:gd name="T1" fmla="*/ 462 h 476"/>
                <a:gd name="T2" fmla="*/ 208 w 368"/>
                <a:gd name="T3" fmla="*/ 462 h 476"/>
                <a:gd name="T4" fmla="*/ 203 w 368"/>
                <a:gd name="T5" fmla="*/ 469 h 476"/>
                <a:gd name="T6" fmla="*/ 196 w 368"/>
                <a:gd name="T7" fmla="*/ 474 h 476"/>
                <a:gd name="T8" fmla="*/ 187 w 368"/>
                <a:gd name="T9" fmla="*/ 476 h 476"/>
                <a:gd name="T10" fmla="*/ 178 w 368"/>
                <a:gd name="T11" fmla="*/ 474 h 476"/>
                <a:gd name="T12" fmla="*/ 14 w 368"/>
                <a:gd name="T13" fmla="*/ 399 h 476"/>
                <a:gd name="T14" fmla="*/ 14 w 368"/>
                <a:gd name="T15" fmla="*/ 399 h 476"/>
                <a:gd name="T16" fmla="*/ 7 w 368"/>
                <a:gd name="T17" fmla="*/ 394 h 476"/>
                <a:gd name="T18" fmla="*/ 2 w 368"/>
                <a:gd name="T19" fmla="*/ 387 h 476"/>
                <a:gd name="T20" fmla="*/ 0 w 368"/>
                <a:gd name="T21" fmla="*/ 378 h 476"/>
                <a:gd name="T22" fmla="*/ 2 w 368"/>
                <a:gd name="T23" fmla="*/ 371 h 476"/>
                <a:gd name="T24" fmla="*/ 162 w 368"/>
                <a:gd name="T25" fmla="*/ 13 h 476"/>
                <a:gd name="T26" fmla="*/ 162 w 368"/>
                <a:gd name="T27" fmla="*/ 13 h 476"/>
                <a:gd name="T28" fmla="*/ 167 w 368"/>
                <a:gd name="T29" fmla="*/ 6 h 476"/>
                <a:gd name="T30" fmla="*/ 174 w 368"/>
                <a:gd name="T31" fmla="*/ 0 h 476"/>
                <a:gd name="T32" fmla="*/ 183 w 368"/>
                <a:gd name="T33" fmla="*/ 0 h 476"/>
                <a:gd name="T34" fmla="*/ 192 w 368"/>
                <a:gd name="T35" fmla="*/ 2 h 476"/>
                <a:gd name="T36" fmla="*/ 356 w 368"/>
                <a:gd name="T37" fmla="*/ 75 h 476"/>
                <a:gd name="T38" fmla="*/ 356 w 368"/>
                <a:gd name="T39" fmla="*/ 75 h 476"/>
                <a:gd name="T40" fmla="*/ 363 w 368"/>
                <a:gd name="T41" fmla="*/ 80 h 476"/>
                <a:gd name="T42" fmla="*/ 368 w 368"/>
                <a:gd name="T43" fmla="*/ 88 h 476"/>
                <a:gd name="T44" fmla="*/ 368 w 368"/>
                <a:gd name="T45" fmla="*/ 97 h 476"/>
                <a:gd name="T46" fmla="*/ 367 w 368"/>
                <a:gd name="T47" fmla="*/ 105 h 476"/>
                <a:gd name="T48" fmla="*/ 208 w 368"/>
                <a:gd name="T49" fmla="*/ 462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8" h="476">
                  <a:moveTo>
                    <a:pt x="208" y="462"/>
                  </a:moveTo>
                  <a:lnTo>
                    <a:pt x="208" y="462"/>
                  </a:lnTo>
                  <a:lnTo>
                    <a:pt x="203" y="469"/>
                  </a:lnTo>
                  <a:lnTo>
                    <a:pt x="196" y="474"/>
                  </a:lnTo>
                  <a:lnTo>
                    <a:pt x="187" y="476"/>
                  </a:lnTo>
                  <a:lnTo>
                    <a:pt x="178" y="474"/>
                  </a:lnTo>
                  <a:lnTo>
                    <a:pt x="14" y="399"/>
                  </a:lnTo>
                  <a:lnTo>
                    <a:pt x="14" y="399"/>
                  </a:lnTo>
                  <a:lnTo>
                    <a:pt x="7" y="394"/>
                  </a:lnTo>
                  <a:lnTo>
                    <a:pt x="2" y="387"/>
                  </a:lnTo>
                  <a:lnTo>
                    <a:pt x="0" y="378"/>
                  </a:lnTo>
                  <a:lnTo>
                    <a:pt x="2" y="371"/>
                  </a:lnTo>
                  <a:lnTo>
                    <a:pt x="162" y="13"/>
                  </a:lnTo>
                  <a:lnTo>
                    <a:pt x="162" y="13"/>
                  </a:lnTo>
                  <a:lnTo>
                    <a:pt x="167" y="6"/>
                  </a:lnTo>
                  <a:lnTo>
                    <a:pt x="174" y="0"/>
                  </a:lnTo>
                  <a:lnTo>
                    <a:pt x="183" y="0"/>
                  </a:lnTo>
                  <a:lnTo>
                    <a:pt x="192" y="2"/>
                  </a:lnTo>
                  <a:lnTo>
                    <a:pt x="356" y="75"/>
                  </a:lnTo>
                  <a:lnTo>
                    <a:pt x="356" y="75"/>
                  </a:lnTo>
                  <a:lnTo>
                    <a:pt x="363" y="80"/>
                  </a:lnTo>
                  <a:lnTo>
                    <a:pt x="368" y="88"/>
                  </a:lnTo>
                  <a:lnTo>
                    <a:pt x="368" y="97"/>
                  </a:lnTo>
                  <a:lnTo>
                    <a:pt x="367" y="105"/>
                  </a:lnTo>
                  <a:lnTo>
                    <a:pt x="208" y="462"/>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93" name="Freeform 86"/>
            <p:cNvSpPr/>
            <p:nvPr/>
          </p:nvSpPr>
          <p:spPr bwMode="auto">
            <a:xfrm>
              <a:off x="3433763" y="4335463"/>
              <a:ext cx="388937" cy="303213"/>
            </a:xfrm>
            <a:custGeom>
              <a:avLst/>
              <a:gdLst>
                <a:gd name="T0" fmla="*/ 206 w 245"/>
                <a:gd name="T1" fmla="*/ 178 h 191"/>
                <a:gd name="T2" fmla="*/ 206 w 245"/>
                <a:gd name="T3" fmla="*/ 178 h 191"/>
                <a:gd name="T4" fmla="*/ 201 w 245"/>
                <a:gd name="T5" fmla="*/ 185 h 191"/>
                <a:gd name="T6" fmla="*/ 194 w 245"/>
                <a:gd name="T7" fmla="*/ 189 h 191"/>
                <a:gd name="T8" fmla="*/ 186 w 245"/>
                <a:gd name="T9" fmla="*/ 191 h 191"/>
                <a:gd name="T10" fmla="*/ 178 w 245"/>
                <a:gd name="T11" fmla="*/ 189 h 191"/>
                <a:gd name="T12" fmla="*/ 12 w 245"/>
                <a:gd name="T13" fmla="*/ 116 h 191"/>
                <a:gd name="T14" fmla="*/ 12 w 245"/>
                <a:gd name="T15" fmla="*/ 116 h 191"/>
                <a:gd name="T16" fmla="*/ 5 w 245"/>
                <a:gd name="T17" fmla="*/ 110 h 191"/>
                <a:gd name="T18" fmla="*/ 1 w 245"/>
                <a:gd name="T19" fmla="*/ 103 h 191"/>
                <a:gd name="T20" fmla="*/ 0 w 245"/>
                <a:gd name="T21" fmla="*/ 94 h 191"/>
                <a:gd name="T22" fmla="*/ 1 w 245"/>
                <a:gd name="T23" fmla="*/ 86 h 191"/>
                <a:gd name="T24" fmla="*/ 41 w 245"/>
                <a:gd name="T25" fmla="*/ 0 h 191"/>
                <a:gd name="T26" fmla="*/ 245 w 245"/>
                <a:gd name="T27" fmla="*/ 93 h 191"/>
                <a:gd name="T28" fmla="*/ 206 w 245"/>
                <a:gd name="T29" fmla="*/ 17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5" h="191">
                  <a:moveTo>
                    <a:pt x="206" y="178"/>
                  </a:moveTo>
                  <a:lnTo>
                    <a:pt x="206" y="178"/>
                  </a:lnTo>
                  <a:lnTo>
                    <a:pt x="201" y="185"/>
                  </a:lnTo>
                  <a:lnTo>
                    <a:pt x="194" y="189"/>
                  </a:lnTo>
                  <a:lnTo>
                    <a:pt x="186" y="191"/>
                  </a:lnTo>
                  <a:lnTo>
                    <a:pt x="178" y="189"/>
                  </a:lnTo>
                  <a:lnTo>
                    <a:pt x="12" y="116"/>
                  </a:lnTo>
                  <a:lnTo>
                    <a:pt x="12" y="116"/>
                  </a:lnTo>
                  <a:lnTo>
                    <a:pt x="5" y="110"/>
                  </a:lnTo>
                  <a:lnTo>
                    <a:pt x="1" y="103"/>
                  </a:lnTo>
                  <a:lnTo>
                    <a:pt x="0" y="94"/>
                  </a:lnTo>
                  <a:lnTo>
                    <a:pt x="1" y="86"/>
                  </a:lnTo>
                  <a:lnTo>
                    <a:pt x="41" y="0"/>
                  </a:lnTo>
                  <a:lnTo>
                    <a:pt x="245" y="93"/>
                  </a:lnTo>
                  <a:lnTo>
                    <a:pt x="206" y="178"/>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94" name="Freeform 87"/>
            <p:cNvSpPr/>
            <p:nvPr/>
          </p:nvSpPr>
          <p:spPr bwMode="auto">
            <a:xfrm>
              <a:off x="3243263" y="4143375"/>
              <a:ext cx="969962" cy="901700"/>
            </a:xfrm>
            <a:custGeom>
              <a:avLst/>
              <a:gdLst>
                <a:gd name="T0" fmla="*/ 611 w 611"/>
                <a:gd name="T1" fmla="*/ 255 h 568"/>
                <a:gd name="T2" fmla="*/ 607 w 611"/>
                <a:gd name="T3" fmla="*/ 219 h 568"/>
                <a:gd name="T4" fmla="*/ 600 w 611"/>
                <a:gd name="T5" fmla="*/ 189 h 568"/>
                <a:gd name="T6" fmla="*/ 588 w 611"/>
                <a:gd name="T7" fmla="*/ 158 h 568"/>
                <a:gd name="T8" fmla="*/ 573 w 611"/>
                <a:gd name="T9" fmla="*/ 133 h 568"/>
                <a:gd name="T10" fmla="*/ 534 w 611"/>
                <a:gd name="T11" fmla="*/ 89 h 568"/>
                <a:gd name="T12" fmla="*/ 490 w 611"/>
                <a:gd name="T13" fmla="*/ 55 h 568"/>
                <a:gd name="T14" fmla="*/ 445 w 611"/>
                <a:gd name="T15" fmla="*/ 30 h 568"/>
                <a:gd name="T16" fmla="*/ 406 w 611"/>
                <a:gd name="T17" fmla="*/ 14 h 568"/>
                <a:gd name="T18" fmla="*/ 369 w 611"/>
                <a:gd name="T19" fmla="*/ 2 h 568"/>
                <a:gd name="T20" fmla="*/ 360 w 611"/>
                <a:gd name="T21" fmla="*/ 0 h 568"/>
                <a:gd name="T22" fmla="*/ 349 w 611"/>
                <a:gd name="T23" fmla="*/ 7 h 568"/>
                <a:gd name="T24" fmla="*/ 347 w 611"/>
                <a:gd name="T25" fmla="*/ 62 h 568"/>
                <a:gd name="T26" fmla="*/ 349 w 611"/>
                <a:gd name="T27" fmla="*/ 73 h 568"/>
                <a:gd name="T28" fmla="*/ 360 w 611"/>
                <a:gd name="T29" fmla="*/ 89 h 568"/>
                <a:gd name="T30" fmla="*/ 369 w 611"/>
                <a:gd name="T31" fmla="*/ 94 h 568"/>
                <a:gd name="T32" fmla="*/ 415 w 611"/>
                <a:gd name="T33" fmla="*/ 114 h 568"/>
                <a:gd name="T34" fmla="*/ 458 w 611"/>
                <a:gd name="T35" fmla="*/ 141 h 568"/>
                <a:gd name="T36" fmla="*/ 483 w 611"/>
                <a:gd name="T37" fmla="*/ 166 h 568"/>
                <a:gd name="T38" fmla="*/ 504 w 611"/>
                <a:gd name="T39" fmla="*/ 198 h 568"/>
                <a:gd name="T40" fmla="*/ 516 w 611"/>
                <a:gd name="T41" fmla="*/ 235 h 568"/>
                <a:gd name="T42" fmla="*/ 518 w 611"/>
                <a:gd name="T43" fmla="*/ 256 h 568"/>
                <a:gd name="T44" fmla="*/ 513 w 611"/>
                <a:gd name="T45" fmla="*/ 299 h 568"/>
                <a:gd name="T46" fmla="*/ 499 w 611"/>
                <a:gd name="T47" fmla="*/ 340 h 568"/>
                <a:gd name="T48" fmla="*/ 479 w 611"/>
                <a:gd name="T49" fmla="*/ 376 h 568"/>
                <a:gd name="T50" fmla="*/ 452 w 611"/>
                <a:gd name="T51" fmla="*/ 408 h 568"/>
                <a:gd name="T52" fmla="*/ 422 w 611"/>
                <a:gd name="T53" fmla="*/ 434 h 568"/>
                <a:gd name="T54" fmla="*/ 390 w 611"/>
                <a:gd name="T55" fmla="*/ 454 h 568"/>
                <a:gd name="T56" fmla="*/ 358 w 611"/>
                <a:gd name="T57" fmla="*/ 467 h 568"/>
                <a:gd name="T58" fmla="*/ 328 w 611"/>
                <a:gd name="T59" fmla="*/ 472 h 568"/>
                <a:gd name="T60" fmla="*/ 0 w 611"/>
                <a:gd name="T61" fmla="*/ 472 h 568"/>
                <a:gd name="T62" fmla="*/ 0 w 611"/>
                <a:gd name="T63" fmla="*/ 568 h 568"/>
                <a:gd name="T64" fmla="*/ 328 w 611"/>
                <a:gd name="T65" fmla="*/ 568 h 568"/>
                <a:gd name="T66" fmla="*/ 378 w 611"/>
                <a:gd name="T67" fmla="*/ 563 h 568"/>
                <a:gd name="T68" fmla="*/ 427 w 611"/>
                <a:gd name="T69" fmla="*/ 547 h 568"/>
                <a:gd name="T70" fmla="*/ 476 w 611"/>
                <a:gd name="T71" fmla="*/ 522 h 568"/>
                <a:gd name="T72" fmla="*/ 518 w 611"/>
                <a:gd name="T73" fmla="*/ 484 h 568"/>
                <a:gd name="T74" fmla="*/ 556 w 611"/>
                <a:gd name="T75" fmla="*/ 440 h 568"/>
                <a:gd name="T76" fmla="*/ 584 w 611"/>
                <a:gd name="T77" fmla="*/ 386 h 568"/>
                <a:gd name="T78" fmla="*/ 604 w 611"/>
                <a:gd name="T79" fmla="*/ 324 h 568"/>
                <a:gd name="T80" fmla="*/ 611 w 611"/>
                <a:gd name="T81" fmla="*/ 25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1" h="568">
                  <a:moveTo>
                    <a:pt x="611" y="255"/>
                  </a:moveTo>
                  <a:lnTo>
                    <a:pt x="611" y="255"/>
                  </a:lnTo>
                  <a:lnTo>
                    <a:pt x="609" y="237"/>
                  </a:lnTo>
                  <a:lnTo>
                    <a:pt x="607" y="219"/>
                  </a:lnTo>
                  <a:lnTo>
                    <a:pt x="605" y="203"/>
                  </a:lnTo>
                  <a:lnTo>
                    <a:pt x="600" y="189"/>
                  </a:lnTo>
                  <a:lnTo>
                    <a:pt x="595" y="173"/>
                  </a:lnTo>
                  <a:lnTo>
                    <a:pt x="588" y="158"/>
                  </a:lnTo>
                  <a:lnTo>
                    <a:pt x="581" y="146"/>
                  </a:lnTo>
                  <a:lnTo>
                    <a:pt x="573" y="133"/>
                  </a:lnTo>
                  <a:lnTo>
                    <a:pt x="554" y="110"/>
                  </a:lnTo>
                  <a:lnTo>
                    <a:pt x="534" y="89"/>
                  </a:lnTo>
                  <a:lnTo>
                    <a:pt x="511" y="71"/>
                  </a:lnTo>
                  <a:lnTo>
                    <a:pt x="490" y="55"/>
                  </a:lnTo>
                  <a:lnTo>
                    <a:pt x="467" y="41"/>
                  </a:lnTo>
                  <a:lnTo>
                    <a:pt x="445" y="30"/>
                  </a:lnTo>
                  <a:lnTo>
                    <a:pt x="424" y="21"/>
                  </a:lnTo>
                  <a:lnTo>
                    <a:pt x="406" y="14"/>
                  </a:lnTo>
                  <a:lnTo>
                    <a:pt x="378" y="5"/>
                  </a:lnTo>
                  <a:lnTo>
                    <a:pt x="369" y="2"/>
                  </a:lnTo>
                  <a:lnTo>
                    <a:pt x="369" y="2"/>
                  </a:lnTo>
                  <a:lnTo>
                    <a:pt x="360" y="0"/>
                  </a:lnTo>
                  <a:lnTo>
                    <a:pt x="353" y="2"/>
                  </a:lnTo>
                  <a:lnTo>
                    <a:pt x="349" y="7"/>
                  </a:lnTo>
                  <a:lnTo>
                    <a:pt x="347" y="14"/>
                  </a:lnTo>
                  <a:lnTo>
                    <a:pt x="347" y="62"/>
                  </a:lnTo>
                  <a:lnTo>
                    <a:pt x="347" y="62"/>
                  </a:lnTo>
                  <a:lnTo>
                    <a:pt x="349" y="73"/>
                  </a:lnTo>
                  <a:lnTo>
                    <a:pt x="353" y="82"/>
                  </a:lnTo>
                  <a:lnTo>
                    <a:pt x="360" y="89"/>
                  </a:lnTo>
                  <a:lnTo>
                    <a:pt x="369" y="94"/>
                  </a:lnTo>
                  <a:lnTo>
                    <a:pt x="369" y="94"/>
                  </a:lnTo>
                  <a:lnTo>
                    <a:pt x="392" y="103"/>
                  </a:lnTo>
                  <a:lnTo>
                    <a:pt x="415" y="114"/>
                  </a:lnTo>
                  <a:lnTo>
                    <a:pt x="444" y="130"/>
                  </a:lnTo>
                  <a:lnTo>
                    <a:pt x="458" y="141"/>
                  </a:lnTo>
                  <a:lnTo>
                    <a:pt x="470" y="153"/>
                  </a:lnTo>
                  <a:lnTo>
                    <a:pt x="483" y="166"/>
                  </a:lnTo>
                  <a:lnTo>
                    <a:pt x="495" y="182"/>
                  </a:lnTo>
                  <a:lnTo>
                    <a:pt x="504" y="198"/>
                  </a:lnTo>
                  <a:lnTo>
                    <a:pt x="511" y="215"/>
                  </a:lnTo>
                  <a:lnTo>
                    <a:pt x="516" y="235"/>
                  </a:lnTo>
                  <a:lnTo>
                    <a:pt x="518" y="256"/>
                  </a:lnTo>
                  <a:lnTo>
                    <a:pt x="518" y="256"/>
                  </a:lnTo>
                  <a:lnTo>
                    <a:pt x="516" y="278"/>
                  </a:lnTo>
                  <a:lnTo>
                    <a:pt x="513" y="299"/>
                  </a:lnTo>
                  <a:lnTo>
                    <a:pt x="508" y="320"/>
                  </a:lnTo>
                  <a:lnTo>
                    <a:pt x="499" y="340"/>
                  </a:lnTo>
                  <a:lnTo>
                    <a:pt x="490" y="358"/>
                  </a:lnTo>
                  <a:lnTo>
                    <a:pt x="479" y="376"/>
                  </a:lnTo>
                  <a:lnTo>
                    <a:pt x="465" y="394"/>
                  </a:lnTo>
                  <a:lnTo>
                    <a:pt x="452" y="408"/>
                  </a:lnTo>
                  <a:lnTo>
                    <a:pt x="438" y="422"/>
                  </a:lnTo>
                  <a:lnTo>
                    <a:pt x="422" y="434"/>
                  </a:lnTo>
                  <a:lnTo>
                    <a:pt x="406" y="445"/>
                  </a:lnTo>
                  <a:lnTo>
                    <a:pt x="390" y="454"/>
                  </a:lnTo>
                  <a:lnTo>
                    <a:pt x="374" y="461"/>
                  </a:lnTo>
                  <a:lnTo>
                    <a:pt x="358" y="467"/>
                  </a:lnTo>
                  <a:lnTo>
                    <a:pt x="342" y="470"/>
                  </a:lnTo>
                  <a:lnTo>
                    <a:pt x="328" y="472"/>
                  </a:lnTo>
                  <a:lnTo>
                    <a:pt x="328" y="472"/>
                  </a:lnTo>
                  <a:lnTo>
                    <a:pt x="0" y="472"/>
                  </a:lnTo>
                  <a:lnTo>
                    <a:pt x="0" y="568"/>
                  </a:lnTo>
                  <a:lnTo>
                    <a:pt x="0" y="568"/>
                  </a:lnTo>
                  <a:lnTo>
                    <a:pt x="328" y="568"/>
                  </a:lnTo>
                  <a:lnTo>
                    <a:pt x="328" y="568"/>
                  </a:lnTo>
                  <a:lnTo>
                    <a:pt x="353" y="568"/>
                  </a:lnTo>
                  <a:lnTo>
                    <a:pt x="378" y="563"/>
                  </a:lnTo>
                  <a:lnTo>
                    <a:pt x="403" y="556"/>
                  </a:lnTo>
                  <a:lnTo>
                    <a:pt x="427" y="547"/>
                  </a:lnTo>
                  <a:lnTo>
                    <a:pt x="452" y="536"/>
                  </a:lnTo>
                  <a:lnTo>
                    <a:pt x="476" y="522"/>
                  </a:lnTo>
                  <a:lnTo>
                    <a:pt x="497" y="504"/>
                  </a:lnTo>
                  <a:lnTo>
                    <a:pt x="518" y="484"/>
                  </a:lnTo>
                  <a:lnTo>
                    <a:pt x="538" y="463"/>
                  </a:lnTo>
                  <a:lnTo>
                    <a:pt x="556" y="440"/>
                  </a:lnTo>
                  <a:lnTo>
                    <a:pt x="572" y="415"/>
                  </a:lnTo>
                  <a:lnTo>
                    <a:pt x="584" y="386"/>
                  </a:lnTo>
                  <a:lnTo>
                    <a:pt x="597" y="356"/>
                  </a:lnTo>
                  <a:lnTo>
                    <a:pt x="604" y="324"/>
                  </a:lnTo>
                  <a:lnTo>
                    <a:pt x="609" y="290"/>
                  </a:lnTo>
                  <a:lnTo>
                    <a:pt x="611" y="255"/>
                  </a:lnTo>
                  <a:lnTo>
                    <a:pt x="611" y="255"/>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95" name="Freeform 88"/>
            <p:cNvSpPr/>
            <p:nvPr/>
          </p:nvSpPr>
          <p:spPr bwMode="auto">
            <a:xfrm>
              <a:off x="3060700" y="5175250"/>
              <a:ext cx="949325" cy="84138"/>
            </a:xfrm>
            <a:custGeom>
              <a:avLst/>
              <a:gdLst>
                <a:gd name="T0" fmla="*/ 598 w 598"/>
                <a:gd name="T1" fmla="*/ 30 h 53"/>
                <a:gd name="T2" fmla="*/ 598 w 598"/>
                <a:gd name="T3" fmla="*/ 30 h 53"/>
                <a:gd name="T4" fmla="*/ 596 w 598"/>
                <a:gd name="T5" fmla="*/ 39 h 53"/>
                <a:gd name="T6" fmla="*/ 591 w 598"/>
                <a:gd name="T7" fmla="*/ 46 h 53"/>
                <a:gd name="T8" fmla="*/ 583 w 598"/>
                <a:gd name="T9" fmla="*/ 52 h 53"/>
                <a:gd name="T10" fmla="*/ 575 w 598"/>
                <a:gd name="T11" fmla="*/ 53 h 53"/>
                <a:gd name="T12" fmla="*/ 0 w 598"/>
                <a:gd name="T13" fmla="*/ 53 h 53"/>
                <a:gd name="T14" fmla="*/ 0 w 598"/>
                <a:gd name="T15" fmla="*/ 0 h 53"/>
                <a:gd name="T16" fmla="*/ 575 w 598"/>
                <a:gd name="T17" fmla="*/ 0 h 53"/>
                <a:gd name="T18" fmla="*/ 575 w 598"/>
                <a:gd name="T19" fmla="*/ 0 h 53"/>
                <a:gd name="T20" fmla="*/ 583 w 598"/>
                <a:gd name="T21" fmla="*/ 2 h 53"/>
                <a:gd name="T22" fmla="*/ 591 w 598"/>
                <a:gd name="T23" fmla="*/ 7 h 53"/>
                <a:gd name="T24" fmla="*/ 596 w 598"/>
                <a:gd name="T25" fmla="*/ 14 h 53"/>
                <a:gd name="T26" fmla="*/ 598 w 598"/>
                <a:gd name="T27" fmla="*/ 23 h 53"/>
                <a:gd name="T28" fmla="*/ 598 w 598"/>
                <a:gd name="T29" fmla="*/ 3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98" h="53">
                  <a:moveTo>
                    <a:pt x="598" y="30"/>
                  </a:moveTo>
                  <a:lnTo>
                    <a:pt x="598" y="30"/>
                  </a:lnTo>
                  <a:lnTo>
                    <a:pt x="596" y="39"/>
                  </a:lnTo>
                  <a:lnTo>
                    <a:pt x="591" y="46"/>
                  </a:lnTo>
                  <a:lnTo>
                    <a:pt x="583" y="52"/>
                  </a:lnTo>
                  <a:lnTo>
                    <a:pt x="575" y="53"/>
                  </a:lnTo>
                  <a:lnTo>
                    <a:pt x="0" y="53"/>
                  </a:lnTo>
                  <a:lnTo>
                    <a:pt x="0" y="0"/>
                  </a:lnTo>
                  <a:lnTo>
                    <a:pt x="575" y="0"/>
                  </a:lnTo>
                  <a:lnTo>
                    <a:pt x="575" y="0"/>
                  </a:lnTo>
                  <a:lnTo>
                    <a:pt x="583" y="2"/>
                  </a:lnTo>
                  <a:lnTo>
                    <a:pt x="591" y="7"/>
                  </a:lnTo>
                  <a:lnTo>
                    <a:pt x="596" y="14"/>
                  </a:lnTo>
                  <a:lnTo>
                    <a:pt x="598" y="23"/>
                  </a:lnTo>
                  <a:lnTo>
                    <a:pt x="598" y="30"/>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96" name="Freeform 89"/>
            <p:cNvSpPr/>
            <p:nvPr/>
          </p:nvSpPr>
          <p:spPr bwMode="auto">
            <a:xfrm>
              <a:off x="3684588" y="4030663"/>
              <a:ext cx="325437" cy="323850"/>
            </a:xfrm>
            <a:custGeom>
              <a:avLst/>
              <a:gdLst>
                <a:gd name="T0" fmla="*/ 205 w 205"/>
                <a:gd name="T1" fmla="*/ 103 h 204"/>
                <a:gd name="T2" fmla="*/ 205 w 205"/>
                <a:gd name="T3" fmla="*/ 103 h 204"/>
                <a:gd name="T4" fmla="*/ 201 w 205"/>
                <a:gd name="T5" fmla="*/ 123 h 204"/>
                <a:gd name="T6" fmla="*/ 196 w 205"/>
                <a:gd name="T7" fmla="*/ 142 h 204"/>
                <a:gd name="T8" fmla="*/ 187 w 205"/>
                <a:gd name="T9" fmla="*/ 160 h 204"/>
                <a:gd name="T10" fmla="*/ 174 w 205"/>
                <a:gd name="T11" fmla="*/ 174 h 204"/>
                <a:gd name="T12" fmla="*/ 158 w 205"/>
                <a:gd name="T13" fmla="*/ 187 h 204"/>
                <a:gd name="T14" fmla="*/ 142 w 205"/>
                <a:gd name="T15" fmla="*/ 197 h 204"/>
                <a:gd name="T16" fmla="*/ 123 w 205"/>
                <a:gd name="T17" fmla="*/ 203 h 204"/>
                <a:gd name="T18" fmla="*/ 101 w 205"/>
                <a:gd name="T19" fmla="*/ 204 h 204"/>
                <a:gd name="T20" fmla="*/ 101 w 205"/>
                <a:gd name="T21" fmla="*/ 204 h 204"/>
                <a:gd name="T22" fmla="*/ 82 w 205"/>
                <a:gd name="T23" fmla="*/ 203 h 204"/>
                <a:gd name="T24" fmla="*/ 62 w 205"/>
                <a:gd name="T25" fmla="*/ 197 h 204"/>
                <a:gd name="T26" fmla="*/ 44 w 205"/>
                <a:gd name="T27" fmla="*/ 187 h 204"/>
                <a:gd name="T28" fmla="*/ 30 w 205"/>
                <a:gd name="T29" fmla="*/ 174 h 204"/>
                <a:gd name="T30" fmla="*/ 18 w 205"/>
                <a:gd name="T31" fmla="*/ 160 h 204"/>
                <a:gd name="T32" fmla="*/ 7 w 205"/>
                <a:gd name="T33" fmla="*/ 142 h 204"/>
                <a:gd name="T34" fmla="*/ 2 w 205"/>
                <a:gd name="T35" fmla="*/ 123 h 204"/>
                <a:gd name="T36" fmla="*/ 0 w 205"/>
                <a:gd name="T37" fmla="*/ 103 h 204"/>
                <a:gd name="T38" fmla="*/ 0 w 205"/>
                <a:gd name="T39" fmla="*/ 103 h 204"/>
                <a:gd name="T40" fmla="*/ 2 w 205"/>
                <a:gd name="T41" fmla="*/ 82 h 204"/>
                <a:gd name="T42" fmla="*/ 7 w 205"/>
                <a:gd name="T43" fmla="*/ 62 h 204"/>
                <a:gd name="T44" fmla="*/ 18 w 205"/>
                <a:gd name="T45" fmla="*/ 46 h 204"/>
                <a:gd name="T46" fmla="*/ 30 w 205"/>
                <a:gd name="T47" fmla="*/ 30 h 204"/>
                <a:gd name="T48" fmla="*/ 44 w 205"/>
                <a:gd name="T49" fmla="*/ 17 h 204"/>
                <a:gd name="T50" fmla="*/ 62 w 205"/>
                <a:gd name="T51" fmla="*/ 9 h 204"/>
                <a:gd name="T52" fmla="*/ 82 w 205"/>
                <a:gd name="T53" fmla="*/ 3 h 204"/>
                <a:gd name="T54" fmla="*/ 101 w 205"/>
                <a:gd name="T55" fmla="*/ 0 h 204"/>
                <a:gd name="T56" fmla="*/ 101 w 205"/>
                <a:gd name="T57" fmla="*/ 0 h 204"/>
                <a:gd name="T58" fmla="*/ 123 w 205"/>
                <a:gd name="T59" fmla="*/ 3 h 204"/>
                <a:gd name="T60" fmla="*/ 142 w 205"/>
                <a:gd name="T61" fmla="*/ 9 h 204"/>
                <a:gd name="T62" fmla="*/ 158 w 205"/>
                <a:gd name="T63" fmla="*/ 17 h 204"/>
                <a:gd name="T64" fmla="*/ 174 w 205"/>
                <a:gd name="T65" fmla="*/ 30 h 204"/>
                <a:gd name="T66" fmla="*/ 187 w 205"/>
                <a:gd name="T67" fmla="*/ 46 h 204"/>
                <a:gd name="T68" fmla="*/ 196 w 205"/>
                <a:gd name="T69" fmla="*/ 62 h 204"/>
                <a:gd name="T70" fmla="*/ 201 w 205"/>
                <a:gd name="T71" fmla="*/ 82 h 204"/>
                <a:gd name="T72" fmla="*/ 205 w 205"/>
                <a:gd name="T73" fmla="*/ 103 h 204"/>
                <a:gd name="T74" fmla="*/ 205 w 205"/>
                <a:gd name="T75" fmla="*/ 103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5" h="204">
                  <a:moveTo>
                    <a:pt x="205" y="103"/>
                  </a:moveTo>
                  <a:lnTo>
                    <a:pt x="205" y="103"/>
                  </a:lnTo>
                  <a:lnTo>
                    <a:pt x="201" y="123"/>
                  </a:lnTo>
                  <a:lnTo>
                    <a:pt x="196" y="142"/>
                  </a:lnTo>
                  <a:lnTo>
                    <a:pt x="187" y="160"/>
                  </a:lnTo>
                  <a:lnTo>
                    <a:pt x="174" y="174"/>
                  </a:lnTo>
                  <a:lnTo>
                    <a:pt x="158" y="187"/>
                  </a:lnTo>
                  <a:lnTo>
                    <a:pt x="142" y="197"/>
                  </a:lnTo>
                  <a:lnTo>
                    <a:pt x="123" y="203"/>
                  </a:lnTo>
                  <a:lnTo>
                    <a:pt x="101" y="204"/>
                  </a:lnTo>
                  <a:lnTo>
                    <a:pt x="101" y="204"/>
                  </a:lnTo>
                  <a:lnTo>
                    <a:pt x="82" y="203"/>
                  </a:lnTo>
                  <a:lnTo>
                    <a:pt x="62" y="197"/>
                  </a:lnTo>
                  <a:lnTo>
                    <a:pt x="44" y="187"/>
                  </a:lnTo>
                  <a:lnTo>
                    <a:pt x="30" y="174"/>
                  </a:lnTo>
                  <a:lnTo>
                    <a:pt x="18" y="160"/>
                  </a:lnTo>
                  <a:lnTo>
                    <a:pt x="7" y="142"/>
                  </a:lnTo>
                  <a:lnTo>
                    <a:pt x="2" y="123"/>
                  </a:lnTo>
                  <a:lnTo>
                    <a:pt x="0" y="103"/>
                  </a:lnTo>
                  <a:lnTo>
                    <a:pt x="0" y="103"/>
                  </a:lnTo>
                  <a:lnTo>
                    <a:pt x="2" y="82"/>
                  </a:lnTo>
                  <a:lnTo>
                    <a:pt x="7" y="62"/>
                  </a:lnTo>
                  <a:lnTo>
                    <a:pt x="18" y="46"/>
                  </a:lnTo>
                  <a:lnTo>
                    <a:pt x="30" y="30"/>
                  </a:lnTo>
                  <a:lnTo>
                    <a:pt x="44" y="17"/>
                  </a:lnTo>
                  <a:lnTo>
                    <a:pt x="62" y="9"/>
                  </a:lnTo>
                  <a:lnTo>
                    <a:pt x="82" y="3"/>
                  </a:lnTo>
                  <a:lnTo>
                    <a:pt x="101" y="0"/>
                  </a:lnTo>
                  <a:lnTo>
                    <a:pt x="101" y="0"/>
                  </a:lnTo>
                  <a:lnTo>
                    <a:pt x="123" y="3"/>
                  </a:lnTo>
                  <a:lnTo>
                    <a:pt x="142" y="9"/>
                  </a:lnTo>
                  <a:lnTo>
                    <a:pt x="158" y="17"/>
                  </a:lnTo>
                  <a:lnTo>
                    <a:pt x="174" y="30"/>
                  </a:lnTo>
                  <a:lnTo>
                    <a:pt x="187" y="46"/>
                  </a:lnTo>
                  <a:lnTo>
                    <a:pt x="196" y="62"/>
                  </a:lnTo>
                  <a:lnTo>
                    <a:pt x="201" y="82"/>
                  </a:lnTo>
                  <a:lnTo>
                    <a:pt x="205" y="103"/>
                  </a:lnTo>
                  <a:lnTo>
                    <a:pt x="205" y="103"/>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97" name="Freeform 90"/>
            <p:cNvSpPr/>
            <p:nvPr/>
          </p:nvSpPr>
          <p:spPr bwMode="auto">
            <a:xfrm>
              <a:off x="3732213" y="4081463"/>
              <a:ext cx="227012" cy="225425"/>
            </a:xfrm>
            <a:custGeom>
              <a:avLst/>
              <a:gdLst>
                <a:gd name="T0" fmla="*/ 143 w 143"/>
                <a:gd name="T1" fmla="*/ 71 h 142"/>
                <a:gd name="T2" fmla="*/ 143 w 143"/>
                <a:gd name="T3" fmla="*/ 71 h 142"/>
                <a:gd name="T4" fmla="*/ 141 w 143"/>
                <a:gd name="T5" fmla="*/ 85 h 142"/>
                <a:gd name="T6" fmla="*/ 137 w 143"/>
                <a:gd name="T7" fmla="*/ 98 h 142"/>
                <a:gd name="T8" fmla="*/ 130 w 143"/>
                <a:gd name="T9" fmla="*/ 110 h 142"/>
                <a:gd name="T10" fmla="*/ 123 w 143"/>
                <a:gd name="T11" fmla="*/ 121 h 142"/>
                <a:gd name="T12" fmla="*/ 112 w 143"/>
                <a:gd name="T13" fmla="*/ 130 h 142"/>
                <a:gd name="T14" fmla="*/ 100 w 143"/>
                <a:gd name="T15" fmla="*/ 137 h 142"/>
                <a:gd name="T16" fmla="*/ 86 w 143"/>
                <a:gd name="T17" fmla="*/ 140 h 142"/>
                <a:gd name="T18" fmla="*/ 71 w 143"/>
                <a:gd name="T19" fmla="*/ 142 h 142"/>
                <a:gd name="T20" fmla="*/ 71 w 143"/>
                <a:gd name="T21" fmla="*/ 142 h 142"/>
                <a:gd name="T22" fmla="*/ 57 w 143"/>
                <a:gd name="T23" fmla="*/ 140 h 142"/>
                <a:gd name="T24" fmla="*/ 45 w 143"/>
                <a:gd name="T25" fmla="*/ 137 h 142"/>
                <a:gd name="T26" fmla="*/ 32 w 143"/>
                <a:gd name="T27" fmla="*/ 130 h 142"/>
                <a:gd name="T28" fmla="*/ 22 w 143"/>
                <a:gd name="T29" fmla="*/ 121 h 142"/>
                <a:gd name="T30" fmla="*/ 13 w 143"/>
                <a:gd name="T31" fmla="*/ 110 h 142"/>
                <a:gd name="T32" fmla="*/ 6 w 143"/>
                <a:gd name="T33" fmla="*/ 98 h 142"/>
                <a:gd name="T34" fmla="*/ 2 w 143"/>
                <a:gd name="T35" fmla="*/ 85 h 142"/>
                <a:gd name="T36" fmla="*/ 0 w 143"/>
                <a:gd name="T37" fmla="*/ 71 h 142"/>
                <a:gd name="T38" fmla="*/ 0 w 143"/>
                <a:gd name="T39" fmla="*/ 71 h 142"/>
                <a:gd name="T40" fmla="*/ 2 w 143"/>
                <a:gd name="T41" fmla="*/ 57 h 142"/>
                <a:gd name="T42" fmla="*/ 6 w 143"/>
                <a:gd name="T43" fmla="*/ 42 h 142"/>
                <a:gd name="T44" fmla="*/ 13 w 143"/>
                <a:gd name="T45" fmla="*/ 30 h 142"/>
                <a:gd name="T46" fmla="*/ 22 w 143"/>
                <a:gd name="T47" fmla="*/ 19 h 142"/>
                <a:gd name="T48" fmla="*/ 32 w 143"/>
                <a:gd name="T49" fmla="*/ 12 h 142"/>
                <a:gd name="T50" fmla="*/ 45 w 143"/>
                <a:gd name="T51" fmla="*/ 5 h 142"/>
                <a:gd name="T52" fmla="*/ 57 w 143"/>
                <a:gd name="T53" fmla="*/ 2 h 142"/>
                <a:gd name="T54" fmla="*/ 71 w 143"/>
                <a:gd name="T55" fmla="*/ 0 h 142"/>
                <a:gd name="T56" fmla="*/ 71 w 143"/>
                <a:gd name="T57" fmla="*/ 0 h 142"/>
                <a:gd name="T58" fmla="*/ 86 w 143"/>
                <a:gd name="T59" fmla="*/ 2 h 142"/>
                <a:gd name="T60" fmla="*/ 100 w 143"/>
                <a:gd name="T61" fmla="*/ 5 h 142"/>
                <a:gd name="T62" fmla="*/ 112 w 143"/>
                <a:gd name="T63" fmla="*/ 12 h 142"/>
                <a:gd name="T64" fmla="*/ 123 w 143"/>
                <a:gd name="T65" fmla="*/ 19 h 142"/>
                <a:gd name="T66" fmla="*/ 130 w 143"/>
                <a:gd name="T67" fmla="*/ 30 h 142"/>
                <a:gd name="T68" fmla="*/ 137 w 143"/>
                <a:gd name="T69" fmla="*/ 42 h 142"/>
                <a:gd name="T70" fmla="*/ 141 w 143"/>
                <a:gd name="T71" fmla="*/ 57 h 142"/>
                <a:gd name="T72" fmla="*/ 143 w 143"/>
                <a:gd name="T73" fmla="*/ 71 h 142"/>
                <a:gd name="T74" fmla="*/ 143 w 143"/>
                <a:gd name="T75"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142">
                  <a:moveTo>
                    <a:pt x="143" y="71"/>
                  </a:moveTo>
                  <a:lnTo>
                    <a:pt x="143" y="71"/>
                  </a:lnTo>
                  <a:lnTo>
                    <a:pt x="141" y="85"/>
                  </a:lnTo>
                  <a:lnTo>
                    <a:pt x="137" y="98"/>
                  </a:lnTo>
                  <a:lnTo>
                    <a:pt x="130" y="110"/>
                  </a:lnTo>
                  <a:lnTo>
                    <a:pt x="123" y="121"/>
                  </a:lnTo>
                  <a:lnTo>
                    <a:pt x="112" y="130"/>
                  </a:lnTo>
                  <a:lnTo>
                    <a:pt x="100" y="137"/>
                  </a:lnTo>
                  <a:lnTo>
                    <a:pt x="86" y="140"/>
                  </a:lnTo>
                  <a:lnTo>
                    <a:pt x="71" y="142"/>
                  </a:lnTo>
                  <a:lnTo>
                    <a:pt x="71" y="142"/>
                  </a:lnTo>
                  <a:lnTo>
                    <a:pt x="57" y="140"/>
                  </a:lnTo>
                  <a:lnTo>
                    <a:pt x="45" y="137"/>
                  </a:lnTo>
                  <a:lnTo>
                    <a:pt x="32" y="130"/>
                  </a:lnTo>
                  <a:lnTo>
                    <a:pt x="22" y="121"/>
                  </a:lnTo>
                  <a:lnTo>
                    <a:pt x="13" y="110"/>
                  </a:lnTo>
                  <a:lnTo>
                    <a:pt x="6" y="98"/>
                  </a:lnTo>
                  <a:lnTo>
                    <a:pt x="2" y="85"/>
                  </a:lnTo>
                  <a:lnTo>
                    <a:pt x="0" y="71"/>
                  </a:lnTo>
                  <a:lnTo>
                    <a:pt x="0" y="71"/>
                  </a:lnTo>
                  <a:lnTo>
                    <a:pt x="2" y="57"/>
                  </a:lnTo>
                  <a:lnTo>
                    <a:pt x="6" y="42"/>
                  </a:lnTo>
                  <a:lnTo>
                    <a:pt x="13" y="30"/>
                  </a:lnTo>
                  <a:lnTo>
                    <a:pt x="22" y="19"/>
                  </a:lnTo>
                  <a:lnTo>
                    <a:pt x="32" y="12"/>
                  </a:lnTo>
                  <a:lnTo>
                    <a:pt x="45" y="5"/>
                  </a:lnTo>
                  <a:lnTo>
                    <a:pt x="57" y="2"/>
                  </a:lnTo>
                  <a:lnTo>
                    <a:pt x="71" y="0"/>
                  </a:lnTo>
                  <a:lnTo>
                    <a:pt x="71" y="0"/>
                  </a:lnTo>
                  <a:lnTo>
                    <a:pt x="86" y="2"/>
                  </a:lnTo>
                  <a:lnTo>
                    <a:pt x="100" y="5"/>
                  </a:lnTo>
                  <a:lnTo>
                    <a:pt x="112" y="12"/>
                  </a:lnTo>
                  <a:lnTo>
                    <a:pt x="123" y="19"/>
                  </a:lnTo>
                  <a:lnTo>
                    <a:pt x="130" y="30"/>
                  </a:lnTo>
                  <a:lnTo>
                    <a:pt x="137" y="42"/>
                  </a:lnTo>
                  <a:lnTo>
                    <a:pt x="141" y="57"/>
                  </a:lnTo>
                  <a:lnTo>
                    <a:pt x="143" y="71"/>
                  </a:lnTo>
                  <a:lnTo>
                    <a:pt x="143" y="71"/>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98" name="Freeform 91"/>
            <p:cNvSpPr/>
            <p:nvPr/>
          </p:nvSpPr>
          <p:spPr bwMode="auto">
            <a:xfrm>
              <a:off x="3509963" y="4892675"/>
              <a:ext cx="558800" cy="366713"/>
            </a:xfrm>
            <a:custGeom>
              <a:avLst/>
              <a:gdLst>
                <a:gd name="T0" fmla="*/ 343 w 352"/>
                <a:gd name="T1" fmla="*/ 231 h 231"/>
                <a:gd name="T2" fmla="*/ 343 w 352"/>
                <a:gd name="T3" fmla="*/ 231 h 231"/>
                <a:gd name="T4" fmla="*/ 0 w 352"/>
                <a:gd name="T5" fmla="*/ 231 h 231"/>
                <a:gd name="T6" fmla="*/ 0 w 352"/>
                <a:gd name="T7" fmla="*/ 0 h 231"/>
                <a:gd name="T8" fmla="*/ 170 w 352"/>
                <a:gd name="T9" fmla="*/ 0 h 231"/>
                <a:gd name="T10" fmla="*/ 347 w 352"/>
                <a:gd name="T11" fmla="*/ 219 h 231"/>
                <a:gd name="T12" fmla="*/ 347 w 352"/>
                <a:gd name="T13" fmla="*/ 219 h 231"/>
                <a:gd name="T14" fmla="*/ 348 w 352"/>
                <a:gd name="T15" fmla="*/ 221 h 231"/>
                <a:gd name="T16" fmla="*/ 350 w 352"/>
                <a:gd name="T17" fmla="*/ 224 h 231"/>
                <a:gd name="T18" fmla="*/ 352 w 352"/>
                <a:gd name="T19" fmla="*/ 226 h 231"/>
                <a:gd name="T20" fmla="*/ 350 w 352"/>
                <a:gd name="T21" fmla="*/ 230 h 231"/>
                <a:gd name="T22" fmla="*/ 348 w 352"/>
                <a:gd name="T23" fmla="*/ 230 h 231"/>
                <a:gd name="T24" fmla="*/ 343 w 352"/>
                <a:gd name="T25" fmla="*/ 231 h 231"/>
                <a:gd name="T26" fmla="*/ 343 w 352"/>
                <a:gd name="T27" fmla="*/ 23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2" h="231">
                  <a:moveTo>
                    <a:pt x="343" y="231"/>
                  </a:moveTo>
                  <a:lnTo>
                    <a:pt x="343" y="231"/>
                  </a:lnTo>
                  <a:lnTo>
                    <a:pt x="0" y="231"/>
                  </a:lnTo>
                  <a:lnTo>
                    <a:pt x="0" y="0"/>
                  </a:lnTo>
                  <a:lnTo>
                    <a:pt x="170" y="0"/>
                  </a:lnTo>
                  <a:lnTo>
                    <a:pt x="347" y="219"/>
                  </a:lnTo>
                  <a:lnTo>
                    <a:pt x="347" y="219"/>
                  </a:lnTo>
                  <a:lnTo>
                    <a:pt x="348" y="221"/>
                  </a:lnTo>
                  <a:lnTo>
                    <a:pt x="350" y="224"/>
                  </a:lnTo>
                  <a:lnTo>
                    <a:pt x="352" y="226"/>
                  </a:lnTo>
                  <a:lnTo>
                    <a:pt x="350" y="230"/>
                  </a:lnTo>
                  <a:lnTo>
                    <a:pt x="348" y="230"/>
                  </a:lnTo>
                  <a:lnTo>
                    <a:pt x="343" y="231"/>
                  </a:lnTo>
                  <a:lnTo>
                    <a:pt x="343" y="231"/>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99" name="Freeform 92"/>
            <p:cNvSpPr/>
            <p:nvPr/>
          </p:nvSpPr>
          <p:spPr bwMode="auto">
            <a:xfrm>
              <a:off x="3786188" y="4135438"/>
              <a:ext cx="119062" cy="117475"/>
            </a:xfrm>
            <a:custGeom>
              <a:avLst/>
              <a:gdLst>
                <a:gd name="T0" fmla="*/ 75 w 75"/>
                <a:gd name="T1" fmla="*/ 37 h 74"/>
                <a:gd name="T2" fmla="*/ 75 w 75"/>
                <a:gd name="T3" fmla="*/ 37 h 74"/>
                <a:gd name="T4" fmla="*/ 75 w 75"/>
                <a:gd name="T5" fmla="*/ 44 h 74"/>
                <a:gd name="T6" fmla="*/ 73 w 75"/>
                <a:gd name="T7" fmla="*/ 51 h 74"/>
                <a:gd name="T8" fmla="*/ 69 w 75"/>
                <a:gd name="T9" fmla="*/ 57 h 74"/>
                <a:gd name="T10" fmla="*/ 64 w 75"/>
                <a:gd name="T11" fmla="*/ 64 h 74"/>
                <a:gd name="T12" fmla="*/ 59 w 75"/>
                <a:gd name="T13" fmla="*/ 67 h 74"/>
                <a:gd name="T14" fmla="*/ 52 w 75"/>
                <a:gd name="T15" fmla="*/ 71 h 74"/>
                <a:gd name="T16" fmla="*/ 45 w 75"/>
                <a:gd name="T17" fmla="*/ 73 h 74"/>
                <a:gd name="T18" fmla="*/ 37 w 75"/>
                <a:gd name="T19" fmla="*/ 74 h 74"/>
                <a:gd name="T20" fmla="*/ 37 w 75"/>
                <a:gd name="T21" fmla="*/ 74 h 74"/>
                <a:gd name="T22" fmla="*/ 30 w 75"/>
                <a:gd name="T23" fmla="*/ 73 h 74"/>
                <a:gd name="T24" fmla="*/ 23 w 75"/>
                <a:gd name="T25" fmla="*/ 71 h 74"/>
                <a:gd name="T26" fmla="*/ 18 w 75"/>
                <a:gd name="T27" fmla="*/ 67 h 74"/>
                <a:gd name="T28" fmla="*/ 11 w 75"/>
                <a:gd name="T29" fmla="*/ 64 h 74"/>
                <a:gd name="T30" fmla="*/ 7 w 75"/>
                <a:gd name="T31" fmla="*/ 57 h 74"/>
                <a:gd name="T32" fmla="*/ 4 w 75"/>
                <a:gd name="T33" fmla="*/ 51 h 74"/>
                <a:gd name="T34" fmla="*/ 2 w 75"/>
                <a:gd name="T35" fmla="*/ 44 h 74"/>
                <a:gd name="T36" fmla="*/ 0 w 75"/>
                <a:gd name="T37" fmla="*/ 37 h 74"/>
                <a:gd name="T38" fmla="*/ 0 w 75"/>
                <a:gd name="T39" fmla="*/ 37 h 74"/>
                <a:gd name="T40" fmla="*/ 2 w 75"/>
                <a:gd name="T41" fmla="*/ 30 h 74"/>
                <a:gd name="T42" fmla="*/ 4 w 75"/>
                <a:gd name="T43" fmla="*/ 23 h 74"/>
                <a:gd name="T44" fmla="*/ 7 w 75"/>
                <a:gd name="T45" fmla="*/ 16 h 74"/>
                <a:gd name="T46" fmla="*/ 11 w 75"/>
                <a:gd name="T47" fmla="*/ 10 h 74"/>
                <a:gd name="T48" fmla="*/ 18 w 75"/>
                <a:gd name="T49" fmla="*/ 5 h 74"/>
                <a:gd name="T50" fmla="*/ 23 w 75"/>
                <a:gd name="T51" fmla="*/ 3 h 74"/>
                <a:gd name="T52" fmla="*/ 30 w 75"/>
                <a:gd name="T53" fmla="*/ 0 h 74"/>
                <a:gd name="T54" fmla="*/ 37 w 75"/>
                <a:gd name="T55" fmla="*/ 0 h 74"/>
                <a:gd name="T56" fmla="*/ 37 w 75"/>
                <a:gd name="T57" fmla="*/ 0 h 74"/>
                <a:gd name="T58" fmla="*/ 45 w 75"/>
                <a:gd name="T59" fmla="*/ 0 h 74"/>
                <a:gd name="T60" fmla="*/ 52 w 75"/>
                <a:gd name="T61" fmla="*/ 3 h 74"/>
                <a:gd name="T62" fmla="*/ 59 w 75"/>
                <a:gd name="T63" fmla="*/ 5 h 74"/>
                <a:gd name="T64" fmla="*/ 64 w 75"/>
                <a:gd name="T65" fmla="*/ 10 h 74"/>
                <a:gd name="T66" fmla="*/ 69 w 75"/>
                <a:gd name="T67" fmla="*/ 16 h 74"/>
                <a:gd name="T68" fmla="*/ 73 w 75"/>
                <a:gd name="T69" fmla="*/ 23 h 74"/>
                <a:gd name="T70" fmla="*/ 75 w 75"/>
                <a:gd name="T71" fmla="*/ 30 h 74"/>
                <a:gd name="T72" fmla="*/ 75 w 75"/>
                <a:gd name="T73" fmla="*/ 37 h 74"/>
                <a:gd name="T74" fmla="*/ 75 w 75"/>
                <a:gd name="T75" fmla="*/ 3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 h="74">
                  <a:moveTo>
                    <a:pt x="75" y="37"/>
                  </a:moveTo>
                  <a:lnTo>
                    <a:pt x="75" y="37"/>
                  </a:lnTo>
                  <a:lnTo>
                    <a:pt x="75" y="44"/>
                  </a:lnTo>
                  <a:lnTo>
                    <a:pt x="73" y="51"/>
                  </a:lnTo>
                  <a:lnTo>
                    <a:pt x="69" y="57"/>
                  </a:lnTo>
                  <a:lnTo>
                    <a:pt x="64" y="64"/>
                  </a:lnTo>
                  <a:lnTo>
                    <a:pt x="59" y="67"/>
                  </a:lnTo>
                  <a:lnTo>
                    <a:pt x="52" y="71"/>
                  </a:lnTo>
                  <a:lnTo>
                    <a:pt x="45" y="73"/>
                  </a:lnTo>
                  <a:lnTo>
                    <a:pt x="37" y="74"/>
                  </a:lnTo>
                  <a:lnTo>
                    <a:pt x="37" y="74"/>
                  </a:lnTo>
                  <a:lnTo>
                    <a:pt x="30" y="73"/>
                  </a:lnTo>
                  <a:lnTo>
                    <a:pt x="23" y="71"/>
                  </a:lnTo>
                  <a:lnTo>
                    <a:pt x="18" y="67"/>
                  </a:lnTo>
                  <a:lnTo>
                    <a:pt x="11" y="64"/>
                  </a:lnTo>
                  <a:lnTo>
                    <a:pt x="7" y="57"/>
                  </a:lnTo>
                  <a:lnTo>
                    <a:pt x="4" y="51"/>
                  </a:lnTo>
                  <a:lnTo>
                    <a:pt x="2" y="44"/>
                  </a:lnTo>
                  <a:lnTo>
                    <a:pt x="0" y="37"/>
                  </a:lnTo>
                  <a:lnTo>
                    <a:pt x="0" y="37"/>
                  </a:lnTo>
                  <a:lnTo>
                    <a:pt x="2" y="30"/>
                  </a:lnTo>
                  <a:lnTo>
                    <a:pt x="4" y="23"/>
                  </a:lnTo>
                  <a:lnTo>
                    <a:pt x="7" y="16"/>
                  </a:lnTo>
                  <a:lnTo>
                    <a:pt x="11" y="10"/>
                  </a:lnTo>
                  <a:lnTo>
                    <a:pt x="18" y="5"/>
                  </a:lnTo>
                  <a:lnTo>
                    <a:pt x="23" y="3"/>
                  </a:lnTo>
                  <a:lnTo>
                    <a:pt x="30" y="0"/>
                  </a:lnTo>
                  <a:lnTo>
                    <a:pt x="37" y="0"/>
                  </a:lnTo>
                  <a:lnTo>
                    <a:pt x="37" y="0"/>
                  </a:lnTo>
                  <a:lnTo>
                    <a:pt x="45" y="0"/>
                  </a:lnTo>
                  <a:lnTo>
                    <a:pt x="52" y="3"/>
                  </a:lnTo>
                  <a:lnTo>
                    <a:pt x="59" y="5"/>
                  </a:lnTo>
                  <a:lnTo>
                    <a:pt x="64" y="10"/>
                  </a:lnTo>
                  <a:lnTo>
                    <a:pt x="69" y="16"/>
                  </a:lnTo>
                  <a:lnTo>
                    <a:pt x="73" y="23"/>
                  </a:lnTo>
                  <a:lnTo>
                    <a:pt x="75" y="30"/>
                  </a:lnTo>
                  <a:lnTo>
                    <a:pt x="75" y="37"/>
                  </a:lnTo>
                  <a:lnTo>
                    <a:pt x="75" y="37"/>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00" name="Freeform 93"/>
            <p:cNvSpPr/>
            <p:nvPr/>
          </p:nvSpPr>
          <p:spPr bwMode="auto">
            <a:xfrm>
              <a:off x="3575050" y="4943475"/>
              <a:ext cx="69850" cy="69850"/>
            </a:xfrm>
            <a:custGeom>
              <a:avLst/>
              <a:gdLst>
                <a:gd name="T0" fmla="*/ 44 w 44"/>
                <a:gd name="T1" fmla="*/ 23 h 44"/>
                <a:gd name="T2" fmla="*/ 44 w 44"/>
                <a:gd name="T3" fmla="*/ 23 h 44"/>
                <a:gd name="T4" fmla="*/ 42 w 44"/>
                <a:gd name="T5" fmla="*/ 32 h 44"/>
                <a:gd name="T6" fmla="*/ 37 w 44"/>
                <a:gd name="T7" fmla="*/ 39 h 44"/>
                <a:gd name="T8" fmla="*/ 30 w 44"/>
                <a:gd name="T9" fmla="*/ 43 h 44"/>
                <a:gd name="T10" fmla="*/ 23 w 44"/>
                <a:gd name="T11" fmla="*/ 44 h 44"/>
                <a:gd name="T12" fmla="*/ 23 w 44"/>
                <a:gd name="T13" fmla="*/ 44 h 44"/>
                <a:gd name="T14" fmla="*/ 14 w 44"/>
                <a:gd name="T15" fmla="*/ 43 h 44"/>
                <a:gd name="T16" fmla="*/ 7 w 44"/>
                <a:gd name="T17" fmla="*/ 39 h 44"/>
                <a:gd name="T18" fmla="*/ 1 w 44"/>
                <a:gd name="T19" fmla="*/ 32 h 44"/>
                <a:gd name="T20" fmla="*/ 0 w 44"/>
                <a:gd name="T21" fmla="*/ 23 h 44"/>
                <a:gd name="T22" fmla="*/ 0 w 44"/>
                <a:gd name="T23" fmla="*/ 23 h 44"/>
                <a:gd name="T24" fmla="*/ 1 w 44"/>
                <a:gd name="T25" fmla="*/ 14 h 44"/>
                <a:gd name="T26" fmla="*/ 7 w 44"/>
                <a:gd name="T27" fmla="*/ 7 h 44"/>
                <a:gd name="T28" fmla="*/ 14 w 44"/>
                <a:gd name="T29" fmla="*/ 2 h 44"/>
                <a:gd name="T30" fmla="*/ 23 w 44"/>
                <a:gd name="T31" fmla="*/ 0 h 44"/>
                <a:gd name="T32" fmla="*/ 23 w 44"/>
                <a:gd name="T33" fmla="*/ 0 h 44"/>
                <a:gd name="T34" fmla="*/ 30 w 44"/>
                <a:gd name="T35" fmla="*/ 2 h 44"/>
                <a:gd name="T36" fmla="*/ 37 w 44"/>
                <a:gd name="T37" fmla="*/ 7 h 44"/>
                <a:gd name="T38" fmla="*/ 42 w 44"/>
                <a:gd name="T39" fmla="*/ 14 h 44"/>
                <a:gd name="T40" fmla="*/ 44 w 44"/>
                <a:gd name="T41" fmla="*/ 23 h 44"/>
                <a:gd name="T42" fmla="*/ 44 w 44"/>
                <a:gd name="T43" fmla="*/ 2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44">
                  <a:moveTo>
                    <a:pt x="44" y="23"/>
                  </a:moveTo>
                  <a:lnTo>
                    <a:pt x="44" y="23"/>
                  </a:lnTo>
                  <a:lnTo>
                    <a:pt x="42" y="32"/>
                  </a:lnTo>
                  <a:lnTo>
                    <a:pt x="37" y="39"/>
                  </a:lnTo>
                  <a:lnTo>
                    <a:pt x="30" y="43"/>
                  </a:lnTo>
                  <a:lnTo>
                    <a:pt x="23" y="44"/>
                  </a:lnTo>
                  <a:lnTo>
                    <a:pt x="23" y="44"/>
                  </a:lnTo>
                  <a:lnTo>
                    <a:pt x="14" y="43"/>
                  </a:lnTo>
                  <a:lnTo>
                    <a:pt x="7" y="39"/>
                  </a:lnTo>
                  <a:lnTo>
                    <a:pt x="1" y="32"/>
                  </a:lnTo>
                  <a:lnTo>
                    <a:pt x="0" y="23"/>
                  </a:lnTo>
                  <a:lnTo>
                    <a:pt x="0" y="23"/>
                  </a:lnTo>
                  <a:lnTo>
                    <a:pt x="1" y="14"/>
                  </a:lnTo>
                  <a:lnTo>
                    <a:pt x="7" y="7"/>
                  </a:lnTo>
                  <a:lnTo>
                    <a:pt x="14" y="2"/>
                  </a:lnTo>
                  <a:lnTo>
                    <a:pt x="23" y="0"/>
                  </a:lnTo>
                  <a:lnTo>
                    <a:pt x="23" y="0"/>
                  </a:lnTo>
                  <a:lnTo>
                    <a:pt x="30" y="2"/>
                  </a:lnTo>
                  <a:lnTo>
                    <a:pt x="37" y="7"/>
                  </a:lnTo>
                  <a:lnTo>
                    <a:pt x="42" y="14"/>
                  </a:lnTo>
                  <a:lnTo>
                    <a:pt x="44" y="23"/>
                  </a:lnTo>
                  <a:lnTo>
                    <a:pt x="44" y="23"/>
                  </a:lnTo>
                  <a:close/>
                </a:path>
              </a:pathLst>
            </a:custGeom>
            <a:solidFill>
              <a:srgbClr val="403833"/>
            </a:solidFill>
            <a:ln>
              <a:noFill/>
            </a:ln>
          </p:spPr>
          <p:txBody>
            <a:bodyPr vert="horz" wrap="square" lIns="91440" tIns="45720" rIns="91440" bIns="45720" numCol="1" anchor="t" anchorCtr="0" compatLnSpc="1"/>
            <a:lstStyle/>
            <a:p>
              <a:endParaRPr lang="en-US"/>
            </a:p>
          </p:txBody>
        </p:sp>
        <p:sp>
          <p:nvSpPr>
            <p:cNvPr id="101" name="Freeform 94"/>
            <p:cNvSpPr/>
            <p:nvPr/>
          </p:nvSpPr>
          <p:spPr bwMode="auto">
            <a:xfrm>
              <a:off x="3560763" y="5175250"/>
              <a:ext cx="69850" cy="71438"/>
            </a:xfrm>
            <a:custGeom>
              <a:avLst/>
              <a:gdLst>
                <a:gd name="T0" fmla="*/ 44 w 44"/>
                <a:gd name="T1" fmla="*/ 23 h 45"/>
                <a:gd name="T2" fmla="*/ 44 w 44"/>
                <a:gd name="T3" fmla="*/ 23 h 45"/>
                <a:gd name="T4" fmla="*/ 42 w 44"/>
                <a:gd name="T5" fmla="*/ 32 h 45"/>
                <a:gd name="T6" fmla="*/ 37 w 44"/>
                <a:gd name="T7" fmla="*/ 39 h 45"/>
                <a:gd name="T8" fmla="*/ 30 w 44"/>
                <a:gd name="T9" fmla="*/ 43 h 45"/>
                <a:gd name="T10" fmla="*/ 21 w 44"/>
                <a:gd name="T11" fmla="*/ 45 h 45"/>
                <a:gd name="T12" fmla="*/ 21 w 44"/>
                <a:gd name="T13" fmla="*/ 45 h 45"/>
                <a:gd name="T14" fmla="*/ 14 w 44"/>
                <a:gd name="T15" fmla="*/ 43 h 45"/>
                <a:gd name="T16" fmla="*/ 7 w 44"/>
                <a:gd name="T17" fmla="*/ 39 h 45"/>
                <a:gd name="T18" fmla="*/ 1 w 44"/>
                <a:gd name="T19" fmla="*/ 32 h 45"/>
                <a:gd name="T20" fmla="*/ 0 w 44"/>
                <a:gd name="T21" fmla="*/ 23 h 45"/>
                <a:gd name="T22" fmla="*/ 0 w 44"/>
                <a:gd name="T23" fmla="*/ 23 h 45"/>
                <a:gd name="T24" fmla="*/ 1 w 44"/>
                <a:gd name="T25" fmla="*/ 14 h 45"/>
                <a:gd name="T26" fmla="*/ 7 w 44"/>
                <a:gd name="T27" fmla="*/ 7 h 45"/>
                <a:gd name="T28" fmla="*/ 14 w 44"/>
                <a:gd name="T29" fmla="*/ 2 h 45"/>
                <a:gd name="T30" fmla="*/ 21 w 44"/>
                <a:gd name="T31" fmla="*/ 0 h 45"/>
                <a:gd name="T32" fmla="*/ 21 w 44"/>
                <a:gd name="T33" fmla="*/ 0 h 45"/>
                <a:gd name="T34" fmla="*/ 30 w 44"/>
                <a:gd name="T35" fmla="*/ 2 h 45"/>
                <a:gd name="T36" fmla="*/ 37 w 44"/>
                <a:gd name="T37" fmla="*/ 7 h 45"/>
                <a:gd name="T38" fmla="*/ 42 w 44"/>
                <a:gd name="T39" fmla="*/ 14 h 45"/>
                <a:gd name="T40" fmla="*/ 44 w 44"/>
                <a:gd name="T41" fmla="*/ 23 h 45"/>
                <a:gd name="T42" fmla="*/ 44 w 44"/>
                <a:gd name="T43"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45">
                  <a:moveTo>
                    <a:pt x="44" y="23"/>
                  </a:moveTo>
                  <a:lnTo>
                    <a:pt x="44" y="23"/>
                  </a:lnTo>
                  <a:lnTo>
                    <a:pt x="42" y="32"/>
                  </a:lnTo>
                  <a:lnTo>
                    <a:pt x="37" y="39"/>
                  </a:lnTo>
                  <a:lnTo>
                    <a:pt x="30" y="43"/>
                  </a:lnTo>
                  <a:lnTo>
                    <a:pt x="21" y="45"/>
                  </a:lnTo>
                  <a:lnTo>
                    <a:pt x="21" y="45"/>
                  </a:lnTo>
                  <a:lnTo>
                    <a:pt x="14" y="43"/>
                  </a:lnTo>
                  <a:lnTo>
                    <a:pt x="7" y="39"/>
                  </a:lnTo>
                  <a:lnTo>
                    <a:pt x="1" y="32"/>
                  </a:lnTo>
                  <a:lnTo>
                    <a:pt x="0" y="23"/>
                  </a:lnTo>
                  <a:lnTo>
                    <a:pt x="0" y="23"/>
                  </a:lnTo>
                  <a:lnTo>
                    <a:pt x="1" y="14"/>
                  </a:lnTo>
                  <a:lnTo>
                    <a:pt x="7" y="7"/>
                  </a:lnTo>
                  <a:lnTo>
                    <a:pt x="14" y="2"/>
                  </a:lnTo>
                  <a:lnTo>
                    <a:pt x="21" y="0"/>
                  </a:lnTo>
                  <a:lnTo>
                    <a:pt x="21" y="0"/>
                  </a:lnTo>
                  <a:lnTo>
                    <a:pt x="30" y="2"/>
                  </a:lnTo>
                  <a:lnTo>
                    <a:pt x="37" y="7"/>
                  </a:lnTo>
                  <a:lnTo>
                    <a:pt x="42" y="14"/>
                  </a:lnTo>
                  <a:lnTo>
                    <a:pt x="44" y="23"/>
                  </a:lnTo>
                  <a:lnTo>
                    <a:pt x="44" y="23"/>
                  </a:lnTo>
                  <a:close/>
                </a:path>
              </a:pathLst>
            </a:custGeom>
            <a:solidFill>
              <a:srgbClr val="403833"/>
            </a:solidFill>
            <a:ln>
              <a:noFill/>
            </a:ln>
          </p:spPr>
          <p:txBody>
            <a:bodyPr vert="horz" wrap="square" lIns="91440" tIns="45720" rIns="91440" bIns="45720" numCol="1" anchor="t" anchorCtr="0" compatLnSpc="1"/>
            <a:lstStyle/>
            <a:p>
              <a:endParaRPr lang="en-US"/>
            </a:p>
          </p:txBody>
        </p:sp>
      </p:grpSp>
      <p:grpSp>
        <p:nvGrpSpPr>
          <p:cNvPr id="102" name="Group 101"/>
          <p:cNvGrpSpPr/>
          <p:nvPr/>
        </p:nvGrpSpPr>
        <p:grpSpPr>
          <a:xfrm>
            <a:off x="5612119" y="3209212"/>
            <a:ext cx="465476" cy="587216"/>
            <a:chOff x="8104188" y="1092200"/>
            <a:chExt cx="928687" cy="1171575"/>
          </a:xfrm>
        </p:grpSpPr>
        <p:sp>
          <p:nvSpPr>
            <p:cNvPr id="103" name="Freeform 114"/>
            <p:cNvSpPr/>
            <p:nvPr/>
          </p:nvSpPr>
          <p:spPr bwMode="auto">
            <a:xfrm>
              <a:off x="8104188" y="1101725"/>
              <a:ext cx="928687" cy="1162050"/>
            </a:xfrm>
            <a:custGeom>
              <a:avLst/>
              <a:gdLst>
                <a:gd name="T0" fmla="*/ 377 w 585"/>
                <a:gd name="T1" fmla="*/ 251 h 732"/>
                <a:gd name="T2" fmla="*/ 379 w 585"/>
                <a:gd name="T3" fmla="*/ 0 h 732"/>
                <a:gd name="T4" fmla="*/ 329 w 585"/>
                <a:gd name="T5" fmla="*/ 0 h 732"/>
                <a:gd name="T6" fmla="*/ 329 w 585"/>
                <a:gd name="T7" fmla="*/ 0 h 732"/>
                <a:gd name="T8" fmla="*/ 211 w 585"/>
                <a:gd name="T9" fmla="*/ 0 h 732"/>
                <a:gd name="T10" fmla="*/ 208 w 585"/>
                <a:gd name="T11" fmla="*/ 251 h 732"/>
                <a:gd name="T12" fmla="*/ 208 w 585"/>
                <a:gd name="T13" fmla="*/ 251 h 732"/>
                <a:gd name="T14" fmla="*/ 185 w 585"/>
                <a:gd name="T15" fmla="*/ 258 h 732"/>
                <a:gd name="T16" fmla="*/ 163 w 585"/>
                <a:gd name="T17" fmla="*/ 268 h 732"/>
                <a:gd name="T18" fmla="*/ 142 w 585"/>
                <a:gd name="T19" fmla="*/ 279 h 732"/>
                <a:gd name="T20" fmla="*/ 122 w 585"/>
                <a:gd name="T21" fmla="*/ 292 h 732"/>
                <a:gd name="T22" fmla="*/ 105 w 585"/>
                <a:gd name="T23" fmla="*/ 306 h 732"/>
                <a:gd name="T24" fmla="*/ 87 w 585"/>
                <a:gd name="T25" fmla="*/ 322 h 732"/>
                <a:gd name="T26" fmla="*/ 71 w 585"/>
                <a:gd name="T27" fmla="*/ 338 h 732"/>
                <a:gd name="T28" fmla="*/ 57 w 585"/>
                <a:gd name="T29" fmla="*/ 356 h 732"/>
                <a:gd name="T30" fmla="*/ 44 w 585"/>
                <a:gd name="T31" fmla="*/ 375 h 732"/>
                <a:gd name="T32" fmla="*/ 32 w 585"/>
                <a:gd name="T33" fmla="*/ 395 h 732"/>
                <a:gd name="T34" fmla="*/ 23 w 585"/>
                <a:gd name="T35" fmla="*/ 416 h 732"/>
                <a:gd name="T36" fmla="*/ 14 w 585"/>
                <a:gd name="T37" fmla="*/ 438 h 732"/>
                <a:gd name="T38" fmla="*/ 7 w 585"/>
                <a:gd name="T39" fmla="*/ 461 h 732"/>
                <a:gd name="T40" fmla="*/ 3 w 585"/>
                <a:gd name="T41" fmla="*/ 484 h 732"/>
                <a:gd name="T42" fmla="*/ 0 w 585"/>
                <a:gd name="T43" fmla="*/ 507 h 732"/>
                <a:gd name="T44" fmla="*/ 0 w 585"/>
                <a:gd name="T45" fmla="*/ 532 h 732"/>
                <a:gd name="T46" fmla="*/ 0 w 585"/>
                <a:gd name="T47" fmla="*/ 532 h 732"/>
                <a:gd name="T48" fmla="*/ 0 w 585"/>
                <a:gd name="T49" fmla="*/ 561 h 732"/>
                <a:gd name="T50" fmla="*/ 5 w 585"/>
                <a:gd name="T51" fmla="*/ 587 h 732"/>
                <a:gd name="T52" fmla="*/ 10 w 585"/>
                <a:gd name="T53" fmla="*/ 616 h 732"/>
                <a:gd name="T54" fmla="*/ 19 w 585"/>
                <a:gd name="T55" fmla="*/ 641 h 732"/>
                <a:gd name="T56" fmla="*/ 32 w 585"/>
                <a:gd name="T57" fmla="*/ 666 h 732"/>
                <a:gd name="T58" fmla="*/ 44 w 585"/>
                <a:gd name="T59" fmla="*/ 689 h 732"/>
                <a:gd name="T60" fmla="*/ 60 w 585"/>
                <a:gd name="T61" fmla="*/ 710 h 732"/>
                <a:gd name="T62" fmla="*/ 78 w 585"/>
                <a:gd name="T63" fmla="*/ 732 h 732"/>
                <a:gd name="T64" fmla="*/ 292 w 585"/>
                <a:gd name="T65" fmla="*/ 732 h 732"/>
                <a:gd name="T66" fmla="*/ 507 w 585"/>
                <a:gd name="T67" fmla="*/ 732 h 732"/>
                <a:gd name="T68" fmla="*/ 507 w 585"/>
                <a:gd name="T69" fmla="*/ 732 h 732"/>
                <a:gd name="T70" fmla="*/ 525 w 585"/>
                <a:gd name="T71" fmla="*/ 710 h 732"/>
                <a:gd name="T72" fmla="*/ 539 w 585"/>
                <a:gd name="T73" fmla="*/ 689 h 732"/>
                <a:gd name="T74" fmla="*/ 553 w 585"/>
                <a:gd name="T75" fmla="*/ 666 h 732"/>
                <a:gd name="T76" fmla="*/ 564 w 585"/>
                <a:gd name="T77" fmla="*/ 641 h 732"/>
                <a:gd name="T78" fmla="*/ 573 w 585"/>
                <a:gd name="T79" fmla="*/ 616 h 732"/>
                <a:gd name="T80" fmla="*/ 580 w 585"/>
                <a:gd name="T81" fmla="*/ 587 h 732"/>
                <a:gd name="T82" fmla="*/ 583 w 585"/>
                <a:gd name="T83" fmla="*/ 561 h 732"/>
                <a:gd name="T84" fmla="*/ 585 w 585"/>
                <a:gd name="T85" fmla="*/ 532 h 732"/>
                <a:gd name="T86" fmla="*/ 585 w 585"/>
                <a:gd name="T87" fmla="*/ 532 h 732"/>
                <a:gd name="T88" fmla="*/ 585 w 585"/>
                <a:gd name="T89" fmla="*/ 507 h 732"/>
                <a:gd name="T90" fmla="*/ 582 w 585"/>
                <a:gd name="T91" fmla="*/ 484 h 732"/>
                <a:gd name="T92" fmla="*/ 576 w 585"/>
                <a:gd name="T93" fmla="*/ 461 h 732"/>
                <a:gd name="T94" fmla="*/ 571 w 585"/>
                <a:gd name="T95" fmla="*/ 438 h 732"/>
                <a:gd name="T96" fmla="*/ 562 w 585"/>
                <a:gd name="T97" fmla="*/ 416 h 732"/>
                <a:gd name="T98" fmla="*/ 551 w 585"/>
                <a:gd name="T99" fmla="*/ 395 h 732"/>
                <a:gd name="T100" fmla="*/ 541 w 585"/>
                <a:gd name="T101" fmla="*/ 375 h 732"/>
                <a:gd name="T102" fmla="*/ 526 w 585"/>
                <a:gd name="T103" fmla="*/ 356 h 732"/>
                <a:gd name="T104" fmla="*/ 512 w 585"/>
                <a:gd name="T105" fmla="*/ 338 h 732"/>
                <a:gd name="T106" fmla="*/ 496 w 585"/>
                <a:gd name="T107" fmla="*/ 322 h 732"/>
                <a:gd name="T108" fmla="*/ 480 w 585"/>
                <a:gd name="T109" fmla="*/ 306 h 732"/>
                <a:gd name="T110" fmla="*/ 461 w 585"/>
                <a:gd name="T111" fmla="*/ 292 h 732"/>
                <a:gd name="T112" fmla="*/ 441 w 585"/>
                <a:gd name="T113" fmla="*/ 279 h 732"/>
                <a:gd name="T114" fmla="*/ 421 w 585"/>
                <a:gd name="T115" fmla="*/ 268 h 732"/>
                <a:gd name="T116" fmla="*/ 398 w 585"/>
                <a:gd name="T117" fmla="*/ 258 h 732"/>
                <a:gd name="T118" fmla="*/ 377 w 585"/>
                <a:gd name="T119" fmla="*/ 251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5" h="732">
                  <a:moveTo>
                    <a:pt x="377" y="251"/>
                  </a:moveTo>
                  <a:lnTo>
                    <a:pt x="379" y="0"/>
                  </a:lnTo>
                  <a:lnTo>
                    <a:pt x="329" y="0"/>
                  </a:lnTo>
                  <a:lnTo>
                    <a:pt x="329" y="0"/>
                  </a:lnTo>
                  <a:lnTo>
                    <a:pt x="211" y="0"/>
                  </a:lnTo>
                  <a:lnTo>
                    <a:pt x="208" y="251"/>
                  </a:lnTo>
                  <a:lnTo>
                    <a:pt x="208" y="251"/>
                  </a:lnTo>
                  <a:lnTo>
                    <a:pt x="185" y="258"/>
                  </a:lnTo>
                  <a:lnTo>
                    <a:pt x="163" y="268"/>
                  </a:lnTo>
                  <a:lnTo>
                    <a:pt x="142" y="279"/>
                  </a:lnTo>
                  <a:lnTo>
                    <a:pt x="122" y="292"/>
                  </a:lnTo>
                  <a:lnTo>
                    <a:pt x="105" y="306"/>
                  </a:lnTo>
                  <a:lnTo>
                    <a:pt x="87" y="322"/>
                  </a:lnTo>
                  <a:lnTo>
                    <a:pt x="71" y="338"/>
                  </a:lnTo>
                  <a:lnTo>
                    <a:pt x="57" y="356"/>
                  </a:lnTo>
                  <a:lnTo>
                    <a:pt x="44" y="375"/>
                  </a:lnTo>
                  <a:lnTo>
                    <a:pt x="32" y="395"/>
                  </a:lnTo>
                  <a:lnTo>
                    <a:pt x="23" y="416"/>
                  </a:lnTo>
                  <a:lnTo>
                    <a:pt x="14" y="438"/>
                  </a:lnTo>
                  <a:lnTo>
                    <a:pt x="7" y="461"/>
                  </a:lnTo>
                  <a:lnTo>
                    <a:pt x="3" y="484"/>
                  </a:lnTo>
                  <a:lnTo>
                    <a:pt x="0" y="507"/>
                  </a:lnTo>
                  <a:lnTo>
                    <a:pt x="0" y="532"/>
                  </a:lnTo>
                  <a:lnTo>
                    <a:pt x="0" y="532"/>
                  </a:lnTo>
                  <a:lnTo>
                    <a:pt x="0" y="561"/>
                  </a:lnTo>
                  <a:lnTo>
                    <a:pt x="5" y="587"/>
                  </a:lnTo>
                  <a:lnTo>
                    <a:pt x="10" y="616"/>
                  </a:lnTo>
                  <a:lnTo>
                    <a:pt x="19" y="641"/>
                  </a:lnTo>
                  <a:lnTo>
                    <a:pt x="32" y="666"/>
                  </a:lnTo>
                  <a:lnTo>
                    <a:pt x="44" y="689"/>
                  </a:lnTo>
                  <a:lnTo>
                    <a:pt x="60" y="710"/>
                  </a:lnTo>
                  <a:lnTo>
                    <a:pt x="78" y="732"/>
                  </a:lnTo>
                  <a:lnTo>
                    <a:pt x="292" y="732"/>
                  </a:lnTo>
                  <a:lnTo>
                    <a:pt x="507" y="732"/>
                  </a:lnTo>
                  <a:lnTo>
                    <a:pt x="507" y="732"/>
                  </a:lnTo>
                  <a:lnTo>
                    <a:pt x="525" y="710"/>
                  </a:lnTo>
                  <a:lnTo>
                    <a:pt x="539" y="689"/>
                  </a:lnTo>
                  <a:lnTo>
                    <a:pt x="553" y="666"/>
                  </a:lnTo>
                  <a:lnTo>
                    <a:pt x="564" y="641"/>
                  </a:lnTo>
                  <a:lnTo>
                    <a:pt x="573" y="616"/>
                  </a:lnTo>
                  <a:lnTo>
                    <a:pt x="580" y="587"/>
                  </a:lnTo>
                  <a:lnTo>
                    <a:pt x="583" y="561"/>
                  </a:lnTo>
                  <a:lnTo>
                    <a:pt x="585" y="532"/>
                  </a:lnTo>
                  <a:lnTo>
                    <a:pt x="585" y="532"/>
                  </a:lnTo>
                  <a:lnTo>
                    <a:pt x="585" y="507"/>
                  </a:lnTo>
                  <a:lnTo>
                    <a:pt x="582" y="484"/>
                  </a:lnTo>
                  <a:lnTo>
                    <a:pt x="576" y="461"/>
                  </a:lnTo>
                  <a:lnTo>
                    <a:pt x="571" y="438"/>
                  </a:lnTo>
                  <a:lnTo>
                    <a:pt x="562" y="416"/>
                  </a:lnTo>
                  <a:lnTo>
                    <a:pt x="551" y="395"/>
                  </a:lnTo>
                  <a:lnTo>
                    <a:pt x="541" y="375"/>
                  </a:lnTo>
                  <a:lnTo>
                    <a:pt x="526" y="356"/>
                  </a:lnTo>
                  <a:lnTo>
                    <a:pt x="512" y="338"/>
                  </a:lnTo>
                  <a:lnTo>
                    <a:pt x="496" y="322"/>
                  </a:lnTo>
                  <a:lnTo>
                    <a:pt x="480" y="306"/>
                  </a:lnTo>
                  <a:lnTo>
                    <a:pt x="461" y="292"/>
                  </a:lnTo>
                  <a:lnTo>
                    <a:pt x="441" y="279"/>
                  </a:lnTo>
                  <a:lnTo>
                    <a:pt x="421" y="268"/>
                  </a:lnTo>
                  <a:lnTo>
                    <a:pt x="398" y="258"/>
                  </a:lnTo>
                  <a:lnTo>
                    <a:pt x="377" y="251"/>
                  </a:lnTo>
                  <a:close/>
                </a:path>
              </a:pathLst>
            </a:custGeom>
            <a:solidFill>
              <a:srgbClr val="D9D9D9"/>
            </a:solidFill>
            <a:ln>
              <a:noFill/>
            </a:ln>
          </p:spPr>
          <p:txBody>
            <a:bodyPr vert="horz" wrap="square" lIns="91440" tIns="45720" rIns="91440" bIns="45720" numCol="1" anchor="t" anchorCtr="0" compatLnSpc="1"/>
            <a:lstStyle/>
            <a:p>
              <a:endParaRPr lang="en-US"/>
            </a:p>
          </p:txBody>
        </p:sp>
        <p:sp>
          <p:nvSpPr>
            <p:cNvPr id="104" name="Freeform 115"/>
            <p:cNvSpPr/>
            <p:nvPr/>
          </p:nvSpPr>
          <p:spPr bwMode="auto">
            <a:xfrm>
              <a:off x="8104188" y="1101725"/>
              <a:ext cx="928687" cy="1162050"/>
            </a:xfrm>
            <a:custGeom>
              <a:avLst/>
              <a:gdLst>
                <a:gd name="T0" fmla="*/ 377 w 585"/>
                <a:gd name="T1" fmla="*/ 251 h 732"/>
                <a:gd name="T2" fmla="*/ 379 w 585"/>
                <a:gd name="T3" fmla="*/ 0 h 732"/>
                <a:gd name="T4" fmla="*/ 329 w 585"/>
                <a:gd name="T5" fmla="*/ 0 h 732"/>
                <a:gd name="T6" fmla="*/ 329 w 585"/>
                <a:gd name="T7" fmla="*/ 0 h 732"/>
                <a:gd name="T8" fmla="*/ 211 w 585"/>
                <a:gd name="T9" fmla="*/ 0 h 732"/>
                <a:gd name="T10" fmla="*/ 208 w 585"/>
                <a:gd name="T11" fmla="*/ 251 h 732"/>
                <a:gd name="T12" fmla="*/ 208 w 585"/>
                <a:gd name="T13" fmla="*/ 251 h 732"/>
                <a:gd name="T14" fmla="*/ 185 w 585"/>
                <a:gd name="T15" fmla="*/ 258 h 732"/>
                <a:gd name="T16" fmla="*/ 163 w 585"/>
                <a:gd name="T17" fmla="*/ 268 h 732"/>
                <a:gd name="T18" fmla="*/ 142 w 585"/>
                <a:gd name="T19" fmla="*/ 279 h 732"/>
                <a:gd name="T20" fmla="*/ 122 w 585"/>
                <a:gd name="T21" fmla="*/ 292 h 732"/>
                <a:gd name="T22" fmla="*/ 105 w 585"/>
                <a:gd name="T23" fmla="*/ 306 h 732"/>
                <a:gd name="T24" fmla="*/ 87 w 585"/>
                <a:gd name="T25" fmla="*/ 322 h 732"/>
                <a:gd name="T26" fmla="*/ 71 w 585"/>
                <a:gd name="T27" fmla="*/ 338 h 732"/>
                <a:gd name="T28" fmla="*/ 57 w 585"/>
                <a:gd name="T29" fmla="*/ 356 h 732"/>
                <a:gd name="T30" fmla="*/ 44 w 585"/>
                <a:gd name="T31" fmla="*/ 375 h 732"/>
                <a:gd name="T32" fmla="*/ 32 w 585"/>
                <a:gd name="T33" fmla="*/ 395 h 732"/>
                <a:gd name="T34" fmla="*/ 23 w 585"/>
                <a:gd name="T35" fmla="*/ 416 h 732"/>
                <a:gd name="T36" fmla="*/ 14 w 585"/>
                <a:gd name="T37" fmla="*/ 438 h 732"/>
                <a:gd name="T38" fmla="*/ 7 w 585"/>
                <a:gd name="T39" fmla="*/ 461 h 732"/>
                <a:gd name="T40" fmla="*/ 3 w 585"/>
                <a:gd name="T41" fmla="*/ 484 h 732"/>
                <a:gd name="T42" fmla="*/ 0 w 585"/>
                <a:gd name="T43" fmla="*/ 507 h 732"/>
                <a:gd name="T44" fmla="*/ 0 w 585"/>
                <a:gd name="T45" fmla="*/ 532 h 732"/>
                <a:gd name="T46" fmla="*/ 0 w 585"/>
                <a:gd name="T47" fmla="*/ 532 h 732"/>
                <a:gd name="T48" fmla="*/ 0 w 585"/>
                <a:gd name="T49" fmla="*/ 561 h 732"/>
                <a:gd name="T50" fmla="*/ 5 w 585"/>
                <a:gd name="T51" fmla="*/ 587 h 732"/>
                <a:gd name="T52" fmla="*/ 10 w 585"/>
                <a:gd name="T53" fmla="*/ 616 h 732"/>
                <a:gd name="T54" fmla="*/ 19 w 585"/>
                <a:gd name="T55" fmla="*/ 641 h 732"/>
                <a:gd name="T56" fmla="*/ 32 w 585"/>
                <a:gd name="T57" fmla="*/ 666 h 732"/>
                <a:gd name="T58" fmla="*/ 44 w 585"/>
                <a:gd name="T59" fmla="*/ 689 h 732"/>
                <a:gd name="T60" fmla="*/ 60 w 585"/>
                <a:gd name="T61" fmla="*/ 710 h 732"/>
                <a:gd name="T62" fmla="*/ 78 w 585"/>
                <a:gd name="T63" fmla="*/ 732 h 732"/>
                <a:gd name="T64" fmla="*/ 292 w 585"/>
                <a:gd name="T65" fmla="*/ 732 h 732"/>
                <a:gd name="T66" fmla="*/ 507 w 585"/>
                <a:gd name="T67" fmla="*/ 732 h 732"/>
                <a:gd name="T68" fmla="*/ 507 w 585"/>
                <a:gd name="T69" fmla="*/ 732 h 732"/>
                <a:gd name="T70" fmla="*/ 525 w 585"/>
                <a:gd name="T71" fmla="*/ 710 h 732"/>
                <a:gd name="T72" fmla="*/ 539 w 585"/>
                <a:gd name="T73" fmla="*/ 689 h 732"/>
                <a:gd name="T74" fmla="*/ 553 w 585"/>
                <a:gd name="T75" fmla="*/ 666 h 732"/>
                <a:gd name="T76" fmla="*/ 564 w 585"/>
                <a:gd name="T77" fmla="*/ 641 h 732"/>
                <a:gd name="T78" fmla="*/ 573 w 585"/>
                <a:gd name="T79" fmla="*/ 616 h 732"/>
                <a:gd name="T80" fmla="*/ 580 w 585"/>
                <a:gd name="T81" fmla="*/ 587 h 732"/>
                <a:gd name="T82" fmla="*/ 583 w 585"/>
                <a:gd name="T83" fmla="*/ 561 h 732"/>
                <a:gd name="T84" fmla="*/ 585 w 585"/>
                <a:gd name="T85" fmla="*/ 532 h 732"/>
                <a:gd name="T86" fmla="*/ 585 w 585"/>
                <a:gd name="T87" fmla="*/ 532 h 732"/>
                <a:gd name="T88" fmla="*/ 585 w 585"/>
                <a:gd name="T89" fmla="*/ 507 h 732"/>
                <a:gd name="T90" fmla="*/ 582 w 585"/>
                <a:gd name="T91" fmla="*/ 484 h 732"/>
                <a:gd name="T92" fmla="*/ 576 w 585"/>
                <a:gd name="T93" fmla="*/ 461 h 732"/>
                <a:gd name="T94" fmla="*/ 571 w 585"/>
                <a:gd name="T95" fmla="*/ 438 h 732"/>
                <a:gd name="T96" fmla="*/ 562 w 585"/>
                <a:gd name="T97" fmla="*/ 416 h 732"/>
                <a:gd name="T98" fmla="*/ 551 w 585"/>
                <a:gd name="T99" fmla="*/ 395 h 732"/>
                <a:gd name="T100" fmla="*/ 541 w 585"/>
                <a:gd name="T101" fmla="*/ 375 h 732"/>
                <a:gd name="T102" fmla="*/ 526 w 585"/>
                <a:gd name="T103" fmla="*/ 356 h 732"/>
                <a:gd name="T104" fmla="*/ 512 w 585"/>
                <a:gd name="T105" fmla="*/ 338 h 732"/>
                <a:gd name="T106" fmla="*/ 496 w 585"/>
                <a:gd name="T107" fmla="*/ 322 h 732"/>
                <a:gd name="T108" fmla="*/ 480 w 585"/>
                <a:gd name="T109" fmla="*/ 306 h 732"/>
                <a:gd name="T110" fmla="*/ 461 w 585"/>
                <a:gd name="T111" fmla="*/ 292 h 732"/>
                <a:gd name="T112" fmla="*/ 441 w 585"/>
                <a:gd name="T113" fmla="*/ 279 h 732"/>
                <a:gd name="T114" fmla="*/ 421 w 585"/>
                <a:gd name="T115" fmla="*/ 268 h 732"/>
                <a:gd name="T116" fmla="*/ 398 w 585"/>
                <a:gd name="T117" fmla="*/ 258 h 732"/>
                <a:gd name="T118" fmla="*/ 377 w 585"/>
                <a:gd name="T119" fmla="*/ 251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5" h="732">
                  <a:moveTo>
                    <a:pt x="377" y="251"/>
                  </a:moveTo>
                  <a:lnTo>
                    <a:pt x="379" y="0"/>
                  </a:lnTo>
                  <a:lnTo>
                    <a:pt x="329" y="0"/>
                  </a:lnTo>
                  <a:lnTo>
                    <a:pt x="329" y="0"/>
                  </a:lnTo>
                  <a:lnTo>
                    <a:pt x="211" y="0"/>
                  </a:lnTo>
                  <a:lnTo>
                    <a:pt x="208" y="251"/>
                  </a:lnTo>
                  <a:lnTo>
                    <a:pt x="208" y="251"/>
                  </a:lnTo>
                  <a:lnTo>
                    <a:pt x="185" y="258"/>
                  </a:lnTo>
                  <a:lnTo>
                    <a:pt x="163" y="268"/>
                  </a:lnTo>
                  <a:lnTo>
                    <a:pt x="142" y="279"/>
                  </a:lnTo>
                  <a:lnTo>
                    <a:pt x="122" y="292"/>
                  </a:lnTo>
                  <a:lnTo>
                    <a:pt x="105" y="306"/>
                  </a:lnTo>
                  <a:lnTo>
                    <a:pt x="87" y="322"/>
                  </a:lnTo>
                  <a:lnTo>
                    <a:pt x="71" y="338"/>
                  </a:lnTo>
                  <a:lnTo>
                    <a:pt x="57" y="356"/>
                  </a:lnTo>
                  <a:lnTo>
                    <a:pt x="44" y="375"/>
                  </a:lnTo>
                  <a:lnTo>
                    <a:pt x="32" y="395"/>
                  </a:lnTo>
                  <a:lnTo>
                    <a:pt x="23" y="416"/>
                  </a:lnTo>
                  <a:lnTo>
                    <a:pt x="14" y="438"/>
                  </a:lnTo>
                  <a:lnTo>
                    <a:pt x="7" y="461"/>
                  </a:lnTo>
                  <a:lnTo>
                    <a:pt x="3" y="484"/>
                  </a:lnTo>
                  <a:lnTo>
                    <a:pt x="0" y="507"/>
                  </a:lnTo>
                  <a:lnTo>
                    <a:pt x="0" y="532"/>
                  </a:lnTo>
                  <a:lnTo>
                    <a:pt x="0" y="532"/>
                  </a:lnTo>
                  <a:lnTo>
                    <a:pt x="0" y="561"/>
                  </a:lnTo>
                  <a:lnTo>
                    <a:pt x="5" y="587"/>
                  </a:lnTo>
                  <a:lnTo>
                    <a:pt x="10" y="616"/>
                  </a:lnTo>
                  <a:lnTo>
                    <a:pt x="19" y="641"/>
                  </a:lnTo>
                  <a:lnTo>
                    <a:pt x="32" y="666"/>
                  </a:lnTo>
                  <a:lnTo>
                    <a:pt x="44" y="689"/>
                  </a:lnTo>
                  <a:lnTo>
                    <a:pt x="60" y="710"/>
                  </a:lnTo>
                  <a:lnTo>
                    <a:pt x="78" y="732"/>
                  </a:lnTo>
                  <a:lnTo>
                    <a:pt x="292" y="732"/>
                  </a:lnTo>
                  <a:lnTo>
                    <a:pt x="507" y="732"/>
                  </a:lnTo>
                  <a:lnTo>
                    <a:pt x="507" y="732"/>
                  </a:lnTo>
                  <a:lnTo>
                    <a:pt x="525" y="710"/>
                  </a:lnTo>
                  <a:lnTo>
                    <a:pt x="539" y="689"/>
                  </a:lnTo>
                  <a:lnTo>
                    <a:pt x="553" y="666"/>
                  </a:lnTo>
                  <a:lnTo>
                    <a:pt x="564" y="641"/>
                  </a:lnTo>
                  <a:lnTo>
                    <a:pt x="573" y="616"/>
                  </a:lnTo>
                  <a:lnTo>
                    <a:pt x="580" y="587"/>
                  </a:lnTo>
                  <a:lnTo>
                    <a:pt x="583" y="561"/>
                  </a:lnTo>
                  <a:lnTo>
                    <a:pt x="585" y="532"/>
                  </a:lnTo>
                  <a:lnTo>
                    <a:pt x="585" y="532"/>
                  </a:lnTo>
                  <a:lnTo>
                    <a:pt x="585" y="507"/>
                  </a:lnTo>
                  <a:lnTo>
                    <a:pt x="582" y="484"/>
                  </a:lnTo>
                  <a:lnTo>
                    <a:pt x="576" y="461"/>
                  </a:lnTo>
                  <a:lnTo>
                    <a:pt x="571" y="438"/>
                  </a:lnTo>
                  <a:lnTo>
                    <a:pt x="562" y="416"/>
                  </a:lnTo>
                  <a:lnTo>
                    <a:pt x="551" y="395"/>
                  </a:lnTo>
                  <a:lnTo>
                    <a:pt x="541" y="375"/>
                  </a:lnTo>
                  <a:lnTo>
                    <a:pt x="526" y="356"/>
                  </a:lnTo>
                  <a:lnTo>
                    <a:pt x="512" y="338"/>
                  </a:lnTo>
                  <a:lnTo>
                    <a:pt x="496" y="322"/>
                  </a:lnTo>
                  <a:lnTo>
                    <a:pt x="480" y="306"/>
                  </a:lnTo>
                  <a:lnTo>
                    <a:pt x="461" y="292"/>
                  </a:lnTo>
                  <a:lnTo>
                    <a:pt x="441" y="279"/>
                  </a:lnTo>
                  <a:lnTo>
                    <a:pt x="421" y="268"/>
                  </a:lnTo>
                  <a:lnTo>
                    <a:pt x="398" y="258"/>
                  </a:lnTo>
                  <a:lnTo>
                    <a:pt x="377" y="251"/>
                  </a:lnTo>
                </a:path>
              </a:pathLst>
            </a:custGeom>
            <a:noFill/>
            <a:ln>
              <a:noFill/>
            </a:ln>
          </p:spPr>
          <p:txBody>
            <a:bodyPr vert="horz" wrap="square" lIns="91440" tIns="45720" rIns="91440" bIns="45720" numCol="1" anchor="t" anchorCtr="0" compatLnSpc="1"/>
            <a:lstStyle/>
            <a:p>
              <a:endParaRPr lang="en-US"/>
            </a:p>
          </p:txBody>
        </p:sp>
        <p:sp>
          <p:nvSpPr>
            <p:cNvPr id="105" name="Freeform 116"/>
            <p:cNvSpPr/>
            <p:nvPr/>
          </p:nvSpPr>
          <p:spPr bwMode="auto">
            <a:xfrm>
              <a:off x="8196263" y="1798638"/>
              <a:ext cx="742950" cy="376238"/>
            </a:xfrm>
            <a:custGeom>
              <a:avLst/>
              <a:gdLst>
                <a:gd name="T0" fmla="*/ 27 w 468"/>
                <a:gd name="T1" fmla="*/ 31 h 237"/>
                <a:gd name="T2" fmla="*/ 27 w 468"/>
                <a:gd name="T3" fmla="*/ 31 h 237"/>
                <a:gd name="T4" fmla="*/ 11 w 468"/>
                <a:gd name="T5" fmla="*/ 31 h 237"/>
                <a:gd name="T6" fmla="*/ 11 w 468"/>
                <a:gd name="T7" fmla="*/ 31 h 237"/>
                <a:gd name="T8" fmla="*/ 6 w 468"/>
                <a:gd name="T9" fmla="*/ 49 h 237"/>
                <a:gd name="T10" fmla="*/ 2 w 468"/>
                <a:gd name="T11" fmla="*/ 65 h 237"/>
                <a:gd name="T12" fmla="*/ 0 w 468"/>
                <a:gd name="T13" fmla="*/ 84 h 237"/>
                <a:gd name="T14" fmla="*/ 0 w 468"/>
                <a:gd name="T15" fmla="*/ 102 h 237"/>
                <a:gd name="T16" fmla="*/ 0 w 468"/>
                <a:gd name="T17" fmla="*/ 102 h 237"/>
                <a:gd name="T18" fmla="*/ 0 w 468"/>
                <a:gd name="T19" fmla="*/ 122 h 237"/>
                <a:gd name="T20" fmla="*/ 2 w 468"/>
                <a:gd name="T21" fmla="*/ 139 h 237"/>
                <a:gd name="T22" fmla="*/ 6 w 468"/>
                <a:gd name="T23" fmla="*/ 157 h 237"/>
                <a:gd name="T24" fmla="*/ 11 w 468"/>
                <a:gd name="T25" fmla="*/ 175 h 237"/>
                <a:gd name="T26" fmla="*/ 18 w 468"/>
                <a:gd name="T27" fmla="*/ 191 h 237"/>
                <a:gd name="T28" fmla="*/ 25 w 468"/>
                <a:gd name="T29" fmla="*/ 207 h 237"/>
                <a:gd name="T30" fmla="*/ 34 w 468"/>
                <a:gd name="T31" fmla="*/ 223 h 237"/>
                <a:gd name="T32" fmla="*/ 43 w 468"/>
                <a:gd name="T33" fmla="*/ 237 h 237"/>
                <a:gd name="T34" fmla="*/ 235 w 468"/>
                <a:gd name="T35" fmla="*/ 237 h 237"/>
                <a:gd name="T36" fmla="*/ 426 w 468"/>
                <a:gd name="T37" fmla="*/ 237 h 237"/>
                <a:gd name="T38" fmla="*/ 426 w 468"/>
                <a:gd name="T39" fmla="*/ 237 h 237"/>
                <a:gd name="T40" fmla="*/ 435 w 468"/>
                <a:gd name="T41" fmla="*/ 223 h 237"/>
                <a:gd name="T42" fmla="*/ 444 w 468"/>
                <a:gd name="T43" fmla="*/ 207 h 237"/>
                <a:gd name="T44" fmla="*/ 451 w 468"/>
                <a:gd name="T45" fmla="*/ 191 h 237"/>
                <a:gd name="T46" fmla="*/ 456 w 468"/>
                <a:gd name="T47" fmla="*/ 175 h 237"/>
                <a:gd name="T48" fmla="*/ 461 w 468"/>
                <a:gd name="T49" fmla="*/ 157 h 237"/>
                <a:gd name="T50" fmla="*/ 465 w 468"/>
                <a:gd name="T51" fmla="*/ 139 h 237"/>
                <a:gd name="T52" fmla="*/ 467 w 468"/>
                <a:gd name="T53" fmla="*/ 122 h 237"/>
                <a:gd name="T54" fmla="*/ 468 w 468"/>
                <a:gd name="T55" fmla="*/ 102 h 237"/>
                <a:gd name="T56" fmla="*/ 468 w 468"/>
                <a:gd name="T57" fmla="*/ 102 h 237"/>
                <a:gd name="T58" fmla="*/ 467 w 468"/>
                <a:gd name="T59" fmla="*/ 75 h 237"/>
                <a:gd name="T60" fmla="*/ 463 w 468"/>
                <a:gd name="T61" fmla="*/ 49 h 237"/>
                <a:gd name="T62" fmla="*/ 454 w 468"/>
                <a:gd name="T63" fmla="*/ 24 h 237"/>
                <a:gd name="T64" fmla="*/ 445 w 468"/>
                <a:gd name="T65" fmla="*/ 0 h 237"/>
                <a:gd name="T66" fmla="*/ 445 w 468"/>
                <a:gd name="T67" fmla="*/ 0 h 237"/>
                <a:gd name="T68" fmla="*/ 401 w 468"/>
                <a:gd name="T69" fmla="*/ 2 h 237"/>
                <a:gd name="T70" fmla="*/ 355 w 468"/>
                <a:gd name="T71" fmla="*/ 6 h 237"/>
                <a:gd name="T72" fmla="*/ 266 w 468"/>
                <a:gd name="T73" fmla="*/ 16 h 237"/>
                <a:gd name="T74" fmla="*/ 266 w 468"/>
                <a:gd name="T75" fmla="*/ 16 h 237"/>
                <a:gd name="T76" fmla="*/ 205 w 468"/>
                <a:gd name="T77" fmla="*/ 25 h 237"/>
                <a:gd name="T78" fmla="*/ 146 w 468"/>
                <a:gd name="T79" fmla="*/ 31 h 237"/>
                <a:gd name="T80" fmla="*/ 116 w 468"/>
                <a:gd name="T81" fmla="*/ 32 h 237"/>
                <a:gd name="T82" fmla="*/ 88 w 468"/>
                <a:gd name="T83" fmla="*/ 34 h 237"/>
                <a:gd name="T84" fmla="*/ 57 w 468"/>
                <a:gd name="T85" fmla="*/ 32 h 237"/>
                <a:gd name="T86" fmla="*/ 27 w 468"/>
                <a:gd name="T87" fmla="*/ 3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8" h="237">
                  <a:moveTo>
                    <a:pt x="27" y="31"/>
                  </a:moveTo>
                  <a:lnTo>
                    <a:pt x="27" y="31"/>
                  </a:lnTo>
                  <a:lnTo>
                    <a:pt x="11" y="31"/>
                  </a:lnTo>
                  <a:lnTo>
                    <a:pt x="11" y="31"/>
                  </a:lnTo>
                  <a:lnTo>
                    <a:pt x="6" y="49"/>
                  </a:lnTo>
                  <a:lnTo>
                    <a:pt x="2" y="65"/>
                  </a:lnTo>
                  <a:lnTo>
                    <a:pt x="0" y="84"/>
                  </a:lnTo>
                  <a:lnTo>
                    <a:pt x="0" y="102"/>
                  </a:lnTo>
                  <a:lnTo>
                    <a:pt x="0" y="102"/>
                  </a:lnTo>
                  <a:lnTo>
                    <a:pt x="0" y="122"/>
                  </a:lnTo>
                  <a:lnTo>
                    <a:pt x="2" y="139"/>
                  </a:lnTo>
                  <a:lnTo>
                    <a:pt x="6" y="157"/>
                  </a:lnTo>
                  <a:lnTo>
                    <a:pt x="11" y="175"/>
                  </a:lnTo>
                  <a:lnTo>
                    <a:pt x="18" y="191"/>
                  </a:lnTo>
                  <a:lnTo>
                    <a:pt x="25" y="207"/>
                  </a:lnTo>
                  <a:lnTo>
                    <a:pt x="34" y="223"/>
                  </a:lnTo>
                  <a:lnTo>
                    <a:pt x="43" y="237"/>
                  </a:lnTo>
                  <a:lnTo>
                    <a:pt x="235" y="237"/>
                  </a:lnTo>
                  <a:lnTo>
                    <a:pt x="426" y="237"/>
                  </a:lnTo>
                  <a:lnTo>
                    <a:pt x="426" y="237"/>
                  </a:lnTo>
                  <a:lnTo>
                    <a:pt x="435" y="223"/>
                  </a:lnTo>
                  <a:lnTo>
                    <a:pt x="444" y="207"/>
                  </a:lnTo>
                  <a:lnTo>
                    <a:pt x="451" y="191"/>
                  </a:lnTo>
                  <a:lnTo>
                    <a:pt x="456" y="175"/>
                  </a:lnTo>
                  <a:lnTo>
                    <a:pt x="461" y="157"/>
                  </a:lnTo>
                  <a:lnTo>
                    <a:pt x="465" y="139"/>
                  </a:lnTo>
                  <a:lnTo>
                    <a:pt x="467" y="122"/>
                  </a:lnTo>
                  <a:lnTo>
                    <a:pt x="468" y="102"/>
                  </a:lnTo>
                  <a:lnTo>
                    <a:pt x="468" y="102"/>
                  </a:lnTo>
                  <a:lnTo>
                    <a:pt x="467" y="75"/>
                  </a:lnTo>
                  <a:lnTo>
                    <a:pt x="463" y="49"/>
                  </a:lnTo>
                  <a:lnTo>
                    <a:pt x="454" y="24"/>
                  </a:lnTo>
                  <a:lnTo>
                    <a:pt x="445" y="0"/>
                  </a:lnTo>
                  <a:lnTo>
                    <a:pt x="445" y="0"/>
                  </a:lnTo>
                  <a:lnTo>
                    <a:pt x="401" y="2"/>
                  </a:lnTo>
                  <a:lnTo>
                    <a:pt x="355" y="6"/>
                  </a:lnTo>
                  <a:lnTo>
                    <a:pt x="266" y="16"/>
                  </a:lnTo>
                  <a:lnTo>
                    <a:pt x="266" y="16"/>
                  </a:lnTo>
                  <a:lnTo>
                    <a:pt x="205" y="25"/>
                  </a:lnTo>
                  <a:lnTo>
                    <a:pt x="146" y="31"/>
                  </a:lnTo>
                  <a:lnTo>
                    <a:pt x="116" y="32"/>
                  </a:lnTo>
                  <a:lnTo>
                    <a:pt x="88" y="34"/>
                  </a:lnTo>
                  <a:lnTo>
                    <a:pt x="57" y="32"/>
                  </a:lnTo>
                  <a:lnTo>
                    <a:pt x="27" y="31"/>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06" name="Freeform 117"/>
            <p:cNvSpPr/>
            <p:nvPr/>
          </p:nvSpPr>
          <p:spPr bwMode="auto">
            <a:xfrm>
              <a:off x="8196263" y="1798638"/>
              <a:ext cx="742950" cy="376238"/>
            </a:xfrm>
            <a:custGeom>
              <a:avLst/>
              <a:gdLst>
                <a:gd name="T0" fmla="*/ 27 w 468"/>
                <a:gd name="T1" fmla="*/ 31 h 237"/>
                <a:gd name="T2" fmla="*/ 27 w 468"/>
                <a:gd name="T3" fmla="*/ 31 h 237"/>
                <a:gd name="T4" fmla="*/ 11 w 468"/>
                <a:gd name="T5" fmla="*/ 31 h 237"/>
                <a:gd name="T6" fmla="*/ 11 w 468"/>
                <a:gd name="T7" fmla="*/ 31 h 237"/>
                <a:gd name="T8" fmla="*/ 6 w 468"/>
                <a:gd name="T9" fmla="*/ 49 h 237"/>
                <a:gd name="T10" fmla="*/ 2 w 468"/>
                <a:gd name="T11" fmla="*/ 65 h 237"/>
                <a:gd name="T12" fmla="*/ 0 w 468"/>
                <a:gd name="T13" fmla="*/ 84 h 237"/>
                <a:gd name="T14" fmla="*/ 0 w 468"/>
                <a:gd name="T15" fmla="*/ 102 h 237"/>
                <a:gd name="T16" fmla="*/ 0 w 468"/>
                <a:gd name="T17" fmla="*/ 102 h 237"/>
                <a:gd name="T18" fmla="*/ 0 w 468"/>
                <a:gd name="T19" fmla="*/ 122 h 237"/>
                <a:gd name="T20" fmla="*/ 2 w 468"/>
                <a:gd name="T21" fmla="*/ 139 h 237"/>
                <a:gd name="T22" fmla="*/ 6 w 468"/>
                <a:gd name="T23" fmla="*/ 157 h 237"/>
                <a:gd name="T24" fmla="*/ 11 w 468"/>
                <a:gd name="T25" fmla="*/ 175 h 237"/>
                <a:gd name="T26" fmla="*/ 18 w 468"/>
                <a:gd name="T27" fmla="*/ 191 h 237"/>
                <a:gd name="T28" fmla="*/ 25 w 468"/>
                <a:gd name="T29" fmla="*/ 207 h 237"/>
                <a:gd name="T30" fmla="*/ 34 w 468"/>
                <a:gd name="T31" fmla="*/ 223 h 237"/>
                <a:gd name="T32" fmla="*/ 43 w 468"/>
                <a:gd name="T33" fmla="*/ 237 h 237"/>
                <a:gd name="T34" fmla="*/ 235 w 468"/>
                <a:gd name="T35" fmla="*/ 237 h 237"/>
                <a:gd name="T36" fmla="*/ 426 w 468"/>
                <a:gd name="T37" fmla="*/ 237 h 237"/>
                <a:gd name="T38" fmla="*/ 426 w 468"/>
                <a:gd name="T39" fmla="*/ 237 h 237"/>
                <a:gd name="T40" fmla="*/ 435 w 468"/>
                <a:gd name="T41" fmla="*/ 223 h 237"/>
                <a:gd name="T42" fmla="*/ 444 w 468"/>
                <a:gd name="T43" fmla="*/ 207 h 237"/>
                <a:gd name="T44" fmla="*/ 451 w 468"/>
                <a:gd name="T45" fmla="*/ 191 h 237"/>
                <a:gd name="T46" fmla="*/ 456 w 468"/>
                <a:gd name="T47" fmla="*/ 175 h 237"/>
                <a:gd name="T48" fmla="*/ 461 w 468"/>
                <a:gd name="T49" fmla="*/ 157 h 237"/>
                <a:gd name="T50" fmla="*/ 465 w 468"/>
                <a:gd name="T51" fmla="*/ 139 h 237"/>
                <a:gd name="T52" fmla="*/ 467 w 468"/>
                <a:gd name="T53" fmla="*/ 122 h 237"/>
                <a:gd name="T54" fmla="*/ 468 w 468"/>
                <a:gd name="T55" fmla="*/ 102 h 237"/>
                <a:gd name="T56" fmla="*/ 468 w 468"/>
                <a:gd name="T57" fmla="*/ 102 h 237"/>
                <a:gd name="T58" fmla="*/ 467 w 468"/>
                <a:gd name="T59" fmla="*/ 75 h 237"/>
                <a:gd name="T60" fmla="*/ 463 w 468"/>
                <a:gd name="T61" fmla="*/ 49 h 237"/>
                <a:gd name="T62" fmla="*/ 454 w 468"/>
                <a:gd name="T63" fmla="*/ 24 h 237"/>
                <a:gd name="T64" fmla="*/ 445 w 468"/>
                <a:gd name="T65" fmla="*/ 0 h 237"/>
                <a:gd name="T66" fmla="*/ 445 w 468"/>
                <a:gd name="T67" fmla="*/ 0 h 237"/>
                <a:gd name="T68" fmla="*/ 401 w 468"/>
                <a:gd name="T69" fmla="*/ 2 h 237"/>
                <a:gd name="T70" fmla="*/ 355 w 468"/>
                <a:gd name="T71" fmla="*/ 6 h 237"/>
                <a:gd name="T72" fmla="*/ 266 w 468"/>
                <a:gd name="T73" fmla="*/ 16 h 237"/>
                <a:gd name="T74" fmla="*/ 266 w 468"/>
                <a:gd name="T75" fmla="*/ 16 h 237"/>
                <a:gd name="T76" fmla="*/ 205 w 468"/>
                <a:gd name="T77" fmla="*/ 25 h 237"/>
                <a:gd name="T78" fmla="*/ 146 w 468"/>
                <a:gd name="T79" fmla="*/ 31 h 237"/>
                <a:gd name="T80" fmla="*/ 116 w 468"/>
                <a:gd name="T81" fmla="*/ 32 h 237"/>
                <a:gd name="T82" fmla="*/ 88 w 468"/>
                <a:gd name="T83" fmla="*/ 34 h 237"/>
                <a:gd name="T84" fmla="*/ 57 w 468"/>
                <a:gd name="T85" fmla="*/ 32 h 237"/>
                <a:gd name="T86" fmla="*/ 27 w 468"/>
                <a:gd name="T87" fmla="*/ 3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8" h="237">
                  <a:moveTo>
                    <a:pt x="27" y="31"/>
                  </a:moveTo>
                  <a:lnTo>
                    <a:pt x="27" y="31"/>
                  </a:lnTo>
                  <a:lnTo>
                    <a:pt x="11" y="31"/>
                  </a:lnTo>
                  <a:lnTo>
                    <a:pt x="11" y="31"/>
                  </a:lnTo>
                  <a:lnTo>
                    <a:pt x="6" y="49"/>
                  </a:lnTo>
                  <a:lnTo>
                    <a:pt x="2" y="65"/>
                  </a:lnTo>
                  <a:lnTo>
                    <a:pt x="0" y="84"/>
                  </a:lnTo>
                  <a:lnTo>
                    <a:pt x="0" y="102"/>
                  </a:lnTo>
                  <a:lnTo>
                    <a:pt x="0" y="102"/>
                  </a:lnTo>
                  <a:lnTo>
                    <a:pt x="0" y="122"/>
                  </a:lnTo>
                  <a:lnTo>
                    <a:pt x="2" y="139"/>
                  </a:lnTo>
                  <a:lnTo>
                    <a:pt x="6" y="157"/>
                  </a:lnTo>
                  <a:lnTo>
                    <a:pt x="11" y="175"/>
                  </a:lnTo>
                  <a:lnTo>
                    <a:pt x="18" y="191"/>
                  </a:lnTo>
                  <a:lnTo>
                    <a:pt x="25" y="207"/>
                  </a:lnTo>
                  <a:lnTo>
                    <a:pt x="34" y="223"/>
                  </a:lnTo>
                  <a:lnTo>
                    <a:pt x="43" y="237"/>
                  </a:lnTo>
                  <a:lnTo>
                    <a:pt x="235" y="237"/>
                  </a:lnTo>
                  <a:lnTo>
                    <a:pt x="426" y="237"/>
                  </a:lnTo>
                  <a:lnTo>
                    <a:pt x="426" y="237"/>
                  </a:lnTo>
                  <a:lnTo>
                    <a:pt x="435" y="223"/>
                  </a:lnTo>
                  <a:lnTo>
                    <a:pt x="444" y="207"/>
                  </a:lnTo>
                  <a:lnTo>
                    <a:pt x="451" y="191"/>
                  </a:lnTo>
                  <a:lnTo>
                    <a:pt x="456" y="175"/>
                  </a:lnTo>
                  <a:lnTo>
                    <a:pt x="461" y="157"/>
                  </a:lnTo>
                  <a:lnTo>
                    <a:pt x="465" y="139"/>
                  </a:lnTo>
                  <a:lnTo>
                    <a:pt x="467" y="122"/>
                  </a:lnTo>
                  <a:lnTo>
                    <a:pt x="468" y="102"/>
                  </a:lnTo>
                  <a:lnTo>
                    <a:pt x="468" y="102"/>
                  </a:lnTo>
                  <a:lnTo>
                    <a:pt x="467" y="75"/>
                  </a:lnTo>
                  <a:lnTo>
                    <a:pt x="463" y="49"/>
                  </a:lnTo>
                  <a:lnTo>
                    <a:pt x="454" y="24"/>
                  </a:lnTo>
                  <a:lnTo>
                    <a:pt x="445" y="0"/>
                  </a:lnTo>
                  <a:lnTo>
                    <a:pt x="445" y="0"/>
                  </a:lnTo>
                  <a:lnTo>
                    <a:pt x="401" y="2"/>
                  </a:lnTo>
                  <a:lnTo>
                    <a:pt x="355" y="6"/>
                  </a:lnTo>
                  <a:lnTo>
                    <a:pt x="266" y="16"/>
                  </a:lnTo>
                  <a:lnTo>
                    <a:pt x="266" y="16"/>
                  </a:lnTo>
                  <a:lnTo>
                    <a:pt x="205" y="25"/>
                  </a:lnTo>
                  <a:lnTo>
                    <a:pt x="146" y="31"/>
                  </a:lnTo>
                  <a:lnTo>
                    <a:pt x="116" y="32"/>
                  </a:lnTo>
                  <a:lnTo>
                    <a:pt x="88" y="34"/>
                  </a:lnTo>
                  <a:lnTo>
                    <a:pt x="57" y="32"/>
                  </a:lnTo>
                  <a:lnTo>
                    <a:pt x="27" y="31"/>
                  </a:lnTo>
                </a:path>
              </a:pathLst>
            </a:custGeom>
            <a:noFill/>
            <a:ln>
              <a:noFill/>
            </a:ln>
          </p:spPr>
          <p:txBody>
            <a:bodyPr vert="horz" wrap="square" lIns="91440" tIns="45720" rIns="91440" bIns="45720" numCol="1" anchor="t" anchorCtr="0" compatLnSpc="1"/>
            <a:lstStyle/>
            <a:p>
              <a:endParaRPr lang="en-US"/>
            </a:p>
          </p:txBody>
        </p:sp>
        <p:sp>
          <p:nvSpPr>
            <p:cNvPr id="107" name="Freeform 118"/>
            <p:cNvSpPr/>
            <p:nvPr/>
          </p:nvSpPr>
          <p:spPr bwMode="auto">
            <a:xfrm>
              <a:off x="8539163" y="1917700"/>
              <a:ext cx="47625" cy="49213"/>
            </a:xfrm>
            <a:custGeom>
              <a:avLst/>
              <a:gdLst>
                <a:gd name="T0" fmla="*/ 16 w 30"/>
                <a:gd name="T1" fmla="*/ 0 h 31"/>
                <a:gd name="T2" fmla="*/ 16 w 30"/>
                <a:gd name="T3" fmla="*/ 0 h 31"/>
                <a:gd name="T4" fmla="*/ 10 w 30"/>
                <a:gd name="T5" fmla="*/ 2 h 31"/>
                <a:gd name="T6" fmla="*/ 5 w 30"/>
                <a:gd name="T7" fmla="*/ 4 h 31"/>
                <a:gd name="T8" fmla="*/ 1 w 30"/>
                <a:gd name="T9" fmla="*/ 9 h 31"/>
                <a:gd name="T10" fmla="*/ 0 w 30"/>
                <a:gd name="T11" fmla="*/ 14 h 31"/>
                <a:gd name="T12" fmla="*/ 0 w 30"/>
                <a:gd name="T13" fmla="*/ 14 h 31"/>
                <a:gd name="T14" fmla="*/ 1 w 30"/>
                <a:gd name="T15" fmla="*/ 22 h 31"/>
                <a:gd name="T16" fmla="*/ 5 w 30"/>
                <a:gd name="T17" fmla="*/ 25 h 31"/>
                <a:gd name="T18" fmla="*/ 10 w 30"/>
                <a:gd name="T19" fmla="*/ 29 h 31"/>
                <a:gd name="T20" fmla="*/ 16 w 30"/>
                <a:gd name="T21" fmla="*/ 31 h 31"/>
                <a:gd name="T22" fmla="*/ 16 w 30"/>
                <a:gd name="T23" fmla="*/ 31 h 31"/>
                <a:gd name="T24" fmla="*/ 21 w 30"/>
                <a:gd name="T25" fmla="*/ 29 h 31"/>
                <a:gd name="T26" fmla="*/ 26 w 30"/>
                <a:gd name="T27" fmla="*/ 25 h 31"/>
                <a:gd name="T28" fmla="*/ 30 w 30"/>
                <a:gd name="T29" fmla="*/ 22 h 31"/>
                <a:gd name="T30" fmla="*/ 30 w 30"/>
                <a:gd name="T31" fmla="*/ 14 h 31"/>
                <a:gd name="T32" fmla="*/ 30 w 30"/>
                <a:gd name="T33" fmla="*/ 14 h 31"/>
                <a:gd name="T34" fmla="*/ 30 w 30"/>
                <a:gd name="T35" fmla="*/ 9 h 31"/>
                <a:gd name="T36" fmla="*/ 26 w 30"/>
                <a:gd name="T37" fmla="*/ 4 h 31"/>
                <a:gd name="T38" fmla="*/ 21 w 30"/>
                <a:gd name="T39" fmla="*/ 2 h 31"/>
                <a:gd name="T40" fmla="*/ 16 w 30"/>
                <a:gd name="T4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1">
                  <a:moveTo>
                    <a:pt x="16" y="0"/>
                  </a:moveTo>
                  <a:lnTo>
                    <a:pt x="16" y="0"/>
                  </a:lnTo>
                  <a:lnTo>
                    <a:pt x="10" y="2"/>
                  </a:lnTo>
                  <a:lnTo>
                    <a:pt x="5" y="4"/>
                  </a:lnTo>
                  <a:lnTo>
                    <a:pt x="1" y="9"/>
                  </a:lnTo>
                  <a:lnTo>
                    <a:pt x="0" y="14"/>
                  </a:lnTo>
                  <a:lnTo>
                    <a:pt x="0" y="14"/>
                  </a:lnTo>
                  <a:lnTo>
                    <a:pt x="1" y="22"/>
                  </a:lnTo>
                  <a:lnTo>
                    <a:pt x="5" y="25"/>
                  </a:lnTo>
                  <a:lnTo>
                    <a:pt x="10" y="29"/>
                  </a:lnTo>
                  <a:lnTo>
                    <a:pt x="16" y="31"/>
                  </a:lnTo>
                  <a:lnTo>
                    <a:pt x="16" y="31"/>
                  </a:lnTo>
                  <a:lnTo>
                    <a:pt x="21" y="29"/>
                  </a:lnTo>
                  <a:lnTo>
                    <a:pt x="26" y="25"/>
                  </a:lnTo>
                  <a:lnTo>
                    <a:pt x="30" y="22"/>
                  </a:lnTo>
                  <a:lnTo>
                    <a:pt x="30" y="14"/>
                  </a:lnTo>
                  <a:lnTo>
                    <a:pt x="30" y="14"/>
                  </a:lnTo>
                  <a:lnTo>
                    <a:pt x="30" y="9"/>
                  </a:lnTo>
                  <a:lnTo>
                    <a:pt x="26" y="4"/>
                  </a:lnTo>
                  <a:lnTo>
                    <a:pt x="21" y="2"/>
                  </a:lnTo>
                  <a:lnTo>
                    <a:pt x="16" y="0"/>
                  </a:lnTo>
                  <a:close/>
                </a:path>
              </a:pathLst>
            </a:custGeom>
            <a:solidFill>
              <a:srgbClr val="077E4D"/>
            </a:solidFill>
            <a:ln>
              <a:noFill/>
            </a:ln>
          </p:spPr>
          <p:txBody>
            <a:bodyPr vert="horz" wrap="square" lIns="91440" tIns="45720" rIns="91440" bIns="45720" numCol="1" anchor="t" anchorCtr="0" compatLnSpc="1"/>
            <a:lstStyle/>
            <a:p>
              <a:endParaRPr lang="en-US"/>
            </a:p>
          </p:txBody>
        </p:sp>
        <p:sp>
          <p:nvSpPr>
            <p:cNvPr id="108" name="Freeform 119"/>
            <p:cNvSpPr/>
            <p:nvPr/>
          </p:nvSpPr>
          <p:spPr bwMode="auto">
            <a:xfrm>
              <a:off x="8539163" y="1917700"/>
              <a:ext cx="47625" cy="49213"/>
            </a:xfrm>
            <a:custGeom>
              <a:avLst/>
              <a:gdLst>
                <a:gd name="T0" fmla="*/ 16 w 30"/>
                <a:gd name="T1" fmla="*/ 0 h 31"/>
                <a:gd name="T2" fmla="*/ 16 w 30"/>
                <a:gd name="T3" fmla="*/ 0 h 31"/>
                <a:gd name="T4" fmla="*/ 10 w 30"/>
                <a:gd name="T5" fmla="*/ 2 h 31"/>
                <a:gd name="T6" fmla="*/ 5 w 30"/>
                <a:gd name="T7" fmla="*/ 4 h 31"/>
                <a:gd name="T8" fmla="*/ 1 w 30"/>
                <a:gd name="T9" fmla="*/ 9 h 31"/>
                <a:gd name="T10" fmla="*/ 0 w 30"/>
                <a:gd name="T11" fmla="*/ 14 h 31"/>
                <a:gd name="T12" fmla="*/ 0 w 30"/>
                <a:gd name="T13" fmla="*/ 14 h 31"/>
                <a:gd name="T14" fmla="*/ 1 w 30"/>
                <a:gd name="T15" fmla="*/ 22 h 31"/>
                <a:gd name="T16" fmla="*/ 5 w 30"/>
                <a:gd name="T17" fmla="*/ 25 h 31"/>
                <a:gd name="T18" fmla="*/ 10 w 30"/>
                <a:gd name="T19" fmla="*/ 29 h 31"/>
                <a:gd name="T20" fmla="*/ 16 w 30"/>
                <a:gd name="T21" fmla="*/ 31 h 31"/>
                <a:gd name="T22" fmla="*/ 16 w 30"/>
                <a:gd name="T23" fmla="*/ 31 h 31"/>
                <a:gd name="T24" fmla="*/ 21 w 30"/>
                <a:gd name="T25" fmla="*/ 29 h 31"/>
                <a:gd name="T26" fmla="*/ 26 w 30"/>
                <a:gd name="T27" fmla="*/ 25 h 31"/>
                <a:gd name="T28" fmla="*/ 30 w 30"/>
                <a:gd name="T29" fmla="*/ 22 h 31"/>
                <a:gd name="T30" fmla="*/ 30 w 30"/>
                <a:gd name="T31" fmla="*/ 14 h 31"/>
                <a:gd name="T32" fmla="*/ 30 w 30"/>
                <a:gd name="T33" fmla="*/ 14 h 31"/>
                <a:gd name="T34" fmla="*/ 30 w 30"/>
                <a:gd name="T35" fmla="*/ 9 h 31"/>
                <a:gd name="T36" fmla="*/ 26 w 30"/>
                <a:gd name="T37" fmla="*/ 4 h 31"/>
                <a:gd name="T38" fmla="*/ 21 w 30"/>
                <a:gd name="T39" fmla="*/ 2 h 31"/>
                <a:gd name="T40" fmla="*/ 16 w 30"/>
                <a:gd name="T4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1">
                  <a:moveTo>
                    <a:pt x="16" y="0"/>
                  </a:moveTo>
                  <a:lnTo>
                    <a:pt x="16" y="0"/>
                  </a:lnTo>
                  <a:lnTo>
                    <a:pt x="10" y="2"/>
                  </a:lnTo>
                  <a:lnTo>
                    <a:pt x="5" y="4"/>
                  </a:lnTo>
                  <a:lnTo>
                    <a:pt x="1" y="9"/>
                  </a:lnTo>
                  <a:lnTo>
                    <a:pt x="0" y="14"/>
                  </a:lnTo>
                  <a:lnTo>
                    <a:pt x="0" y="14"/>
                  </a:lnTo>
                  <a:lnTo>
                    <a:pt x="1" y="22"/>
                  </a:lnTo>
                  <a:lnTo>
                    <a:pt x="5" y="25"/>
                  </a:lnTo>
                  <a:lnTo>
                    <a:pt x="10" y="29"/>
                  </a:lnTo>
                  <a:lnTo>
                    <a:pt x="16" y="31"/>
                  </a:lnTo>
                  <a:lnTo>
                    <a:pt x="16" y="31"/>
                  </a:lnTo>
                  <a:lnTo>
                    <a:pt x="21" y="29"/>
                  </a:lnTo>
                  <a:lnTo>
                    <a:pt x="26" y="25"/>
                  </a:lnTo>
                  <a:lnTo>
                    <a:pt x="30" y="22"/>
                  </a:lnTo>
                  <a:lnTo>
                    <a:pt x="30" y="14"/>
                  </a:lnTo>
                  <a:lnTo>
                    <a:pt x="30" y="14"/>
                  </a:lnTo>
                  <a:lnTo>
                    <a:pt x="30" y="9"/>
                  </a:lnTo>
                  <a:lnTo>
                    <a:pt x="26" y="4"/>
                  </a:lnTo>
                  <a:lnTo>
                    <a:pt x="21" y="2"/>
                  </a:lnTo>
                  <a:lnTo>
                    <a:pt x="16" y="0"/>
                  </a:lnTo>
                </a:path>
              </a:pathLst>
            </a:custGeom>
            <a:solidFill>
              <a:schemeClr val="accent3">
                <a:lumMod val="50000"/>
              </a:schemeClr>
            </a:solidFill>
            <a:ln>
              <a:noFill/>
            </a:ln>
          </p:spPr>
          <p:txBody>
            <a:bodyPr vert="horz" wrap="square" lIns="91440" tIns="45720" rIns="91440" bIns="45720" numCol="1" anchor="t" anchorCtr="0" compatLnSpc="1"/>
            <a:lstStyle/>
            <a:p>
              <a:endParaRPr lang="en-US"/>
            </a:p>
          </p:txBody>
        </p:sp>
        <p:sp>
          <p:nvSpPr>
            <p:cNvPr id="109" name="Freeform 120"/>
            <p:cNvSpPr/>
            <p:nvPr/>
          </p:nvSpPr>
          <p:spPr bwMode="auto">
            <a:xfrm>
              <a:off x="8597900" y="2030413"/>
              <a:ext cx="79375" cy="77788"/>
            </a:xfrm>
            <a:custGeom>
              <a:avLst/>
              <a:gdLst>
                <a:gd name="T0" fmla="*/ 25 w 50"/>
                <a:gd name="T1" fmla="*/ 0 h 49"/>
                <a:gd name="T2" fmla="*/ 25 w 50"/>
                <a:gd name="T3" fmla="*/ 0 h 49"/>
                <a:gd name="T4" fmla="*/ 14 w 50"/>
                <a:gd name="T5" fmla="*/ 2 h 49"/>
                <a:gd name="T6" fmla="*/ 7 w 50"/>
                <a:gd name="T7" fmla="*/ 8 h 49"/>
                <a:gd name="T8" fmla="*/ 2 w 50"/>
                <a:gd name="T9" fmla="*/ 15 h 49"/>
                <a:gd name="T10" fmla="*/ 0 w 50"/>
                <a:gd name="T11" fmla="*/ 24 h 49"/>
                <a:gd name="T12" fmla="*/ 0 w 50"/>
                <a:gd name="T13" fmla="*/ 24 h 49"/>
                <a:gd name="T14" fmla="*/ 2 w 50"/>
                <a:gd name="T15" fmla="*/ 34 h 49"/>
                <a:gd name="T16" fmla="*/ 7 w 50"/>
                <a:gd name="T17" fmla="*/ 41 h 49"/>
                <a:gd name="T18" fmla="*/ 14 w 50"/>
                <a:gd name="T19" fmla="*/ 47 h 49"/>
                <a:gd name="T20" fmla="*/ 25 w 50"/>
                <a:gd name="T21" fmla="*/ 49 h 49"/>
                <a:gd name="T22" fmla="*/ 25 w 50"/>
                <a:gd name="T23" fmla="*/ 49 h 49"/>
                <a:gd name="T24" fmla="*/ 34 w 50"/>
                <a:gd name="T25" fmla="*/ 47 h 49"/>
                <a:gd name="T26" fmla="*/ 43 w 50"/>
                <a:gd name="T27" fmla="*/ 41 h 49"/>
                <a:gd name="T28" fmla="*/ 46 w 50"/>
                <a:gd name="T29" fmla="*/ 34 h 49"/>
                <a:gd name="T30" fmla="*/ 50 w 50"/>
                <a:gd name="T31" fmla="*/ 24 h 49"/>
                <a:gd name="T32" fmla="*/ 50 w 50"/>
                <a:gd name="T33" fmla="*/ 24 h 49"/>
                <a:gd name="T34" fmla="*/ 46 w 50"/>
                <a:gd name="T35" fmla="*/ 15 h 49"/>
                <a:gd name="T36" fmla="*/ 43 w 50"/>
                <a:gd name="T37" fmla="*/ 8 h 49"/>
                <a:gd name="T38" fmla="*/ 34 w 50"/>
                <a:gd name="T39" fmla="*/ 2 h 49"/>
                <a:gd name="T40" fmla="*/ 25 w 50"/>
                <a:gd name="T4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49">
                  <a:moveTo>
                    <a:pt x="25" y="0"/>
                  </a:moveTo>
                  <a:lnTo>
                    <a:pt x="25" y="0"/>
                  </a:lnTo>
                  <a:lnTo>
                    <a:pt x="14" y="2"/>
                  </a:lnTo>
                  <a:lnTo>
                    <a:pt x="7" y="8"/>
                  </a:lnTo>
                  <a:lnTo>
                    <a:pt x="2" y="15"/>
                  </a:lnTo>
                  <a:lnTo>
                    <a:pt x="0" y="24"/>
                  </a:lnTo>
                  <a:lnTo>
                    <a:pt x="0" y="24"/>
                  </a:lnTo>
                  <a:lnTo>
                    <a:pt x="2" y="34"/>
                  </a:lnTo>
                  <a:lnTo>
                    <a:pt x="7" y="41"/>
                  </a:lnTo>
                  <a:lnTo>
                    <a:pt x="14" y="47"/>
                  </a:lnTo>
                  <a:lnTo>
                    <a:pt x="25" y="49"/>
                  </a:lnTo>
                  <a:lnTo>
                    <a:pt x="25" y="49"/>
                  </a:lnTo>
                  <a:lnTo>
                    <a:pt x="34" y="47"/>
                  </a:lnTo>
                  <a:lnTo>
                    <a:pt x="43" y="41"/>
                  </a:lnTo>
                  <a:lnTo>
                    <a:pt x="46" y="34"/>
                  </a:lnTo>
                  <a:lnTo>
                    <a:pt x="50" y="24"/>
                  </a:lnTo>
                  <a:lnTo>
                    <a:pt x="50" y="24"/>
                  </a:lnTo>
                  <a:lnTo>
                    <a:pt x="46" y="15"/>
                  </a:lnTo>
                  <a:lnTo>
                    <a:pt x="43" y="8"/>
                  </a:lnTo>
                  <a:lnTo>
                    <a:pt x="34" y="2"/>
                  </a:lnTo>
                  <a:lnTo>
                    <a:pt x="25" y="0"/>
                  </a:lnTo>
                  <a:close/>
                </a:path>
              </a:pathLst>
            </a:custGeom>
            <a:solidFill>
              <a:schemeClr val="accent3">
                <a:lumMod val="50000"/>
              </a:schemeClr>
            </a:solidFill>
            <a:ln>
              <a:noFill/>
            </a:ln>
          </p:spPr>
          <p:txBody>
            <a:bodyPr vert="horz" wrap="square" lIns="91440" tIns="45720" rIns="91440" bIns="45720" numCol="1" anchor="t" anchorCtr="0" compatLnSpc="1"/>
            <a:lstStyle/>
            <a:p>
              <a:endParaRPr lang="en-US"/>
            </a:p>
          </p:txBody>
        </p:sp>
        <p:sp>
          <p:nvSpPr>
            <p:cNvPr id="110" name="Freeform 121"/>
            <p:cNvSpPr/>
            <p:nvPr/>
          </p:nvSpPr>
          <p:spPr bwMode="auto">
            <a:xfrm>
              <a:off x="8597900" y="2030413"/>
              <a:ext cx="79375" cy="77788"/>
            </a:xfrm>
            <a:custGeom>
              <a:avLst/>
              <a:gdLst>
                <a:gd name="T0" fmla="*/ 25 w 50"/>
                <a:gd name="T1" fmla="*/ 0 h 49"/>
                <a:gd name="T2" fmla="*/ 25 w 50"/>
                <a:gd name="T3" fmla="*/ 0 h 49"/>
                <a:gd name="T4" fmla="*/ 14 w 50"/>
                <a:gd name="T5" fmla="*/ 2 h 49"/>
                <a:gd name="T6" fmla="*/ 7 w 50"/>
                <a:gd name="T7" fmla="*/ 8 h 49"/>
                <a:gd name="T8" fmla="*/ 2 w 50"/>
                <a:gd name="T9" fmla="*/ 15 h 49"/>
                <a:gd name="T10" fmla="*/ 0 w 50"/>
                <a:gd name="T11" fmla="*/ 24 h 49"/>
                <a:gd name="T12" fmla="*/ 0 w 50"/>
                <a:gd name="T13" fmla="*/ 24 h 49"/>
                <a:gd name="T14" fmla="*/ 2 w 50"/>
                <a:gd name="T15" fmla="*/ 34 h 49"/>
                <a:gd name="T16" fmla="*/ 7 w 50"/>
                <a:gd name="T17" fmla="*/ 41 h 49"/>
                <a:gd name="T18" fmla="*/ 14 w 50"/>
                <a:gd name="T19" fmla="*/ 47 h 49"/>
                <a:gd name="T20" fmla="*/ 25 w 50"/>
                <a:gd name="T21" fmla="*/ 49 h 49"/>
                <a:gd name="T22" fmla="*/ 25 w 50"/>
                <a:gd name="T23" fmla="*/ 49 h 49"/>
                <a:gd name="T24" fmla="*/ 34 w 50"/>
                <a:gd name="T25" fmla="*/ 47 h 49"/>
                <a:gd name="T26" fmla="*/ 43 w 50"/>
                <a:gd name="T27" fmla="*/ 41 h 49"/>
                <a:gd name="T28" fmla="*/ 46 w 50"/>
                <a:gd name="T29" fmla="*/ 34 h 49"/>
                <a:gd name="T30" fmla="*/ 50 w 50"/>
                <a:gd name="T31" fmla="*/ 24 h 49"/>
                <a:gd name="T32" fmla="*/ 50 w 50"/>
                <a:gd name="T33" fmla="*/ 24 h 49"/>
                <a:gd name="T34" fmla="*/ 46 w 50"/>
                <a:gd name="T35" fmla="*/ 15 h 49"/>
                <a:gd name="T36" fmla="*/ 43 w 50"/>
                <a:gd name="T37" fmla="*/ 8 h 49"/>
                <a:gd name="T38" fmla="*/ 34 w 50"/>
                <a:gd name="T39" fmla="*/ 2 h 49"/>
                <a:gd name="T40" fmla="*/ 25 w 50"/>
                <a:gd name="T4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49">
                  <a:moveTo>
                    <a:pt x="25" y="0"/>
                  </a:moveTo>
                  <a:lnTo>
                    <a:pt x="25" y="0"/>
                  </a:lnTo>
                  <a:lnTo>
                    <a:pt x="14" y="2"/>
                  </a:lnTo>
                  <a:lnTo>
                    <a:pt x="7" y="8"/>
                  </a:lnTo>
                  <a:lnTo>
                    <a:pt x="2" y="15"/>
                  </a:lnTo>
                  <a:lnTo>
                    <a:pt x="0" y="24"/>
                  </a:lnTo>
                  <a:lnTo>
                    <a:pt x="0" y="24"/>
                  </a:lnTo>
                  <a:lnTo>
                    <a:pt x="2" y="34"/>
                  </a:lnTo>
                  <a:lnTo>
                    <a:pt x="7" y="41"/>
                  </a:lnTo>
                  <a:lnTo>
                    <a:pt x="14" y="47"/>
                  </a:lnTo>
                  <a:lnTo>
                    <a:pt x="25" y="49"/>
                  </a:lnTo>
                  <a:lnTo>
                    <a:pt x="25" y="49"/>
                  </a:lnTo>
                  <a:lnTo>
                    <a:pt x="34" y="47"/>
                  </a:lnTo>
                  <a:lnTo>
                    <a:pt x="43" y="41"/>
                  </a:lnTo>
                  <a:lnTo>
                    <a:pt x="46" y="34"/>
                  </a:lnTo>
                  <a:lnTo>
                    <a:pt x="50" y="24"/>
                  </a:lnTo>
                  <a:lnTo>
                    <a:pt x="50" y="24"/>
                  </a:lnTo>
                  <a:lnTo>
                    <a:pt x="46" y="15"/>
                  </a:lnTo>
                  <a:lnTo>
                    <a:pt x="43" y="8"/>
                  </a:lnTo>
                  <a:lnTo>
                    <a:pt x="34" y="2"/>
                  </a:lnTo>
                  <a:lnTo>
                    <a:pt x="25" y="0"/>
                  </a:lnTo>
                </a:path>
              </a:pathLst>
            </a:custGeom>
            <a:noFill/>
            <a:ln>
              <a:noFill/>
            </a:ln>
          </p:spPr>
          <p:txBody>
            <a:bodyPr vert="horz" wrap="square" lIns="91440" tIns="45720" rIns="91440" bIns="45720" numCol="1" anchor="t" anchorCtr="0" compatLnSpc="1"/>
            <a:lstStyle/>
            <a:p>
              <a:endParaRPr lang="en-US"/>
            </a:p>
          </p:txBody>
        </p:sp>
        <p:sp>
          <p:nvSpPr>
            <p:cNvPr id="111" name="Freeform 122"/>
            <p:cNvSpPr/>
            <p:nvPr/>
          </p:nvSpPr>
          <p:spPr bwMode="auto">
            <a:xfrm>
              <a:off x="8656638" y="1931988"/>
              <a:ext cx="49212" cy="47625"/>
            </a:xfrm>
            <a:custGeom>
              <a:avLst/>
              <a:gdLst>
                <a:gd name="T0" fmla="*/ 16 w 31"/>
                <a:gd name="T1" fmla="*/ 0 h 30"/>
                <a:gd name="T2" fmla="*/ 16 w 31"/>
                <a:gd name="T3" fmla="*/ 0 h 30"/>
                <a:gd name="T4" fmla="*/ 9 w 31"/>
                <a:gd name="T5" fmla="*/ 2 h 30"/>
                <a:gd name="T6" fmla="*/ 6 w 31"/>
                <a:gd name="T7" fmla="*/ 5 h 30"/>
                <a:gd name="T8" fmla="*/ 2 w 31"/>
                <a:gd name="T9" fmla="*/ 9 h 30"/>
                <a:gd name="T10" fmla="*/ 0 w 31"/>
                <a:gd name="T11" fmla="*/ 16 h 30"/>
                <a:gd name="T12" fmla="*/ 0 w 31"/>
                <a:gd name="T13" fmla="*/ 16 h 30"/>
                <a:gd name="T14" fmla="*/ 2 w 31"/>
                <a:gd name="T15" fmla="*/ 22 h 30"/>
                <a:gd name="T16" fmla="*/ 6 w 31"/>
                <a:gd name="T17" fmla="*/ 27 h 30"/>
                <a:gd name="T18" fmla="*/ 9 w 31"/>
                <a:gd name="T19" fmla="*/ 30 h 30"/>
                <a:gd name="T20" fmla="*/ 16 w 31"/>
                <a:gd name="T21" fmla="*/ 30 h 30"/>
                <a:gd name="T22" fmla="*/ 16 w 31"/>
                <a:gd name="T23" fmla="*/ 30 h 30"/>
                <a:gd name="T24" fmla="*/ 22 w 31"/>
                <a:gd name="T25" fmla="*/ 30 h 30"/>
                <a:gd name="T26" fmla="*/ 27 w 31"/>
                <a:gd name="T27" fmla="*/ 27 h 30"/>
                <a:gd name="T28" fmla="*/ 29 w 31"/>
                <a:gd name="T29" fmla="*/ 22 h 30"/>
                <a:gd name="T30" fmla="*/ 31 w 31"/>
                <a:gd name="T31" fmla="*/ 16 h 30"/>
                <a:gd name="T32" fmla="*/ 31 w 31"/>
                <a:gd name="T33" fmla="*/ 16 h 30"/>
                <a:gd name="T34" fmla="*/ 29 w 31"/>
                <a:gd name="T35" fmla="*/ 9 h 30"/>
                <a:gd name="T36" fmla="*/ 27 w 31"/>
                <a:gd name="T37" fmla="*/ 5 h 30"/>
                <a:gd name="T38" fmla="*/ 22 w 31"/>
                <a:gd name="T39" fmla="*/ 2 h 30"/>
                <a:gd name="T40" fmla="*/ 16 w 31"/>
                <a:gd name="T4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30">
                  <a:moveTo>
                    <a:pt x="16" y="0"/>
                  </a:moveTo>
                  <a:lnTo>
                    <a:pt x="16" y="0"/>
                  </a:lnTo>
                  <a:lnTo>
                    <a:pt x="9" y="2"/>
                  </a:lnTo>
                  <a:lnTo>
                    <a:pt x="6" y="5"/>
                  </a:lnTo>
                  <a:lnTo>
                    <a:pt x="2" y="9"/>
                  </a:lnTo>
                  <a:lnTo>
                    <a:pt x="0" y="16"/>
                  </a:lnTo>
                  <a:lnTo>
                    <a:pt x="0" y="16"/>
                  </a:lnTo>
                  <a:lnTo>
                    <a:pt x="2" y="22"/>
                  </a:lnTo>
                  <a:lnTo>
                    <a:pt x="6" y="27"/>
                  </a:lnTo>
                  <a:lnTo>
                    <a:pt x="9" y="30"/>
                  </a:lnTo>
                  <a:lnTo>
                    <a:pt x="16" y="30"/>
                  </a:lnTo>
                  <a:lnTo>
                    <a:pt x="16" y="30"/>
                  </a:lnTo>
                  <a:lnTo>
                    <a:pt x="22" y="30"/>
                  </a:lnTo>
                  <a:lnTo>
                    <a:pt x="27" y="27"/>
                  </a:lnTo>
                  <a:lnTo>
                    <a:pt x="29" y="22"/>
                  </a:lnTo>
                  <a:lnTo>
                    <a:pt x="31" y="16"/>
                  </a:lnTo>
                  <a:lnTo>
                    <a:pt x="31" y="16"/>
                  </a:lnTo>
                  <a:lnTo>
                    <a:pt x="29" y="9"/>
                  </a:lnTo>
                  <a:lnTo>
                    <a:pt x="27" y="5"/>
                  </a:lnTo>
                  <a:lnTo>
                    <a:pt x="22" y="2"/>
                  </a:lnTo>
                  <a:lnTo>
                    <a:pt x="16" y="0"/>
                  </a:lnTo>
                  <a:close/>
                </a:path>
              </a:pathLst>
            </a:custGeom>
            <a:solidFill>
              <a:schemeClr val="accent3">
                <a:lumMod val="50000"/>
              </a:schemeClr>
            </a:solidFill>
            <a:ln>
              <a:noFill/>
            </a:ln>
          </p:spPr>
          <p:txBody>
            <a:bodyPr vert="horz" wrap="square" lIns="91440" tIns="45720" rIns="91440" bIns="45720" numCol="1" anchor="t" anchorCtr="0" compatLnSpc="1"/>
            <a:lstStyle/>
            <a:p>
              <a:endParaRPr lang="en-US"/>
            </a:p>
          </p:txBody>
        </p:sp>
        <p:sp>
          <p:nvSpPr>
            <p:cNvPr id="112" name="Freeform 123"/>
            <p:cNvSpPr/>
            <p:nvPr/>
          </p:nvSpPr>
          <p:spPr bwMode="auto">
            <a:xfrm>
              <a:off x="8656638" y="1931988"/>
              <a:ext cx="49212" cy="47625"/>
            </a:xfrm>
            <a:custGeom>
              <a:avLst/>
              <a:gdLst>
                <a:gd name="T0" fmla="*/ 16 w 31"/>
                <a:gd name="T1" fmla="*/ 0 h 30"/>
                <a:gd name="T2" fmla="*/ 16 w 31"/>
                <a:gd name="T3" fmla="*/ 0 h 30"/>
                <a:gd name="T4" fmla="*/ 9 w 31"/>
                <a:gd name="T5" fmla="*/ 2 h 30"/>
                <a:gd name="T6" fmla="*/ 6 w 31"/>
                <a:gd name="T7" fmla="*/ 5 h 30"/>
                <a:gd name="T8" fmla="*/ 2 w 31"/>
                <a:gd name="T9" fmla="*/ 9 h 30"/>
                <a:gd name="T10" fmla="*/ 0 w 31"/>
                <a:gd name="T11" fmla="*/ 16 h 30"/>
                <a:gd name="T12" fmla="*/ 0 w 31"/>
                <a:gd name="T13" fmla="*/ 16 h 30"/>
                <a:gd name="T14" fmla="*/ 2 w 31"/>
                <a:gd name="T15" fmla="*/ 22 h 30"/>
                <a:gd name="T16" fmla="*/ 6 w 31"/>
                <a:gd name="T17" fmla="*/ 27 h 30"/>
                <a:gd name="T18" fmla="*/ 9 w 31"/>
                <a:gd name="T19" fmla="*/ 30 h 30"/>
                <a:gd name="T20" fmla="*/ 16 w 31"/>
                <a:gd name="T21" fmla="*/ 30 h 30"/>
                <a:gd name="T22" fmla="*/ 16 w 31"/>
                <a:gd name="T23" fmla="*/ 30 h 30"/>
                <a:gd name="T24" fmla="*/ 22 w 31"/>
                <a:gd name="T25" fmla="*/ 30 h 30"/>
                <a:gd name="T26" fmla="*/ 27 w 31"/>
                <a:gd name="T27" fmla="*/ 27 h 30"/>
                <a:gd name="T28" fmla="*/ 29 w 31"/>
                <a:gd name="T29" fmla="*/ 22 h 30"/>
                <a:gd name="T30" fmla="*/ 31 w 31"/>
                <a:gd name="T31" fmla="*/ 16 h 30"/>
                <a:gd name="T32" fmla="*/ 31 w 31"/>
                <a:gd name="T33" fmla="*/ 16 h 30"/>
                <a:gd name="T34" fmla="*/ 29 w 31"/>
                <a:gd name="T35" fmla="*/ 9 h 30"/>
                <a:gd name="T36" fmla="*/ 27 w 31"/>
                <a:gd name="T37" fmla="*/ 5 h 30"/>
                <a:gd name="T38" fmla="*/ 22 w 31"/>
                <a:gd name="T39" fmla="*/ 2 h 30"/>
                <a:gd name="T40" fmla="*/ 16 w 31"/>
                <a:gd name="T4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30">
                  <a:moveTo>
                    <a:pt x="16" y="0"/>
                  </a:moveTo>
                  <a:lnTo>
                    <a:pt x="16" y="0"/>
                  </a:lnTo>
                  <a:lnTo>
                    <a:pt x="9" y="2"/>
                  </a:lnTo>
                  <a:lnTo>
                    <a:pt x="6" y="5"/>
                  </a:lnTo>
                  <a:lnTo>
                    <a:pt x="2" y="9"/>
                  </a:lnTo>
                  <a:lnTo>
                    <a:pt x="0" y="16"/>
                  </a:lnTo>
                  <a:lnTo>
                    <a:pt x="0" y="16"/>
                  </a:lnTo>
                  <a:lnTo>
                    <a:pt x="2" y="22"/>
                  </a:lnTo>
                  <a:lnTo>
                    <a:pt x="6" y="27"/>
                  </a:lnTo>
                  <a:lnTo>
                    <a:pt x="9" y="30"/>
                  </a:lnTo>
                  <a:lnTo>
                    <a:pt x="16" y="30"/>
                  </a:lnTo>
                  <a:lnTo>
                    <a:pt x="16" y="30"/>
                  </a:lnTo>
                  <a:lnTo>
                    <a:pt x="22" y="30"/>
                  </a:lnTo>
                  <a:lnTo>
                    <a:pt x="27" y="27"/>
                  </a:lnTo>
                  <a:lnTo>
                    <a:pt x="29" y="22"/>
                  </a:lnTo>
                  <a:lnTo>
                    <a:pt x="31" y="16"/>
                  </a:lnTo>
                  <a:lnTo>
                    <a:pt x="31" y="16"/>
                  </a:lnTo>
                  <a:lnTo>
                    <a:pt x="29" y="9"/>
                  </a:lnTo>
                  <a:lnTo>
                    <a:pt x="27" y="5"/>
                  </a:lnTo>
                  <a:lnTo>
                    <a:pt x="22" y="2"/>
                  </a:lnTo>
                  <a:lnTo>
                    <a:pt x="16" y="0"/>
                  </a:lnTo>
                </a:path>
              </a:pathLst>
            </a:custGeom>
            <a:noFill/>
            <a:ln>
              <a:noFill/>
            </a:ln>
          </p:spPr>
          <p:txBody>
            <a:bodyPr vert="horz" wrap="square" lIns="91440" tIns="45720" rIns="91440" bIns="45720" numCol="1" anchor="t" anchorCtr="0" compatLnSpc="1"/>
            <a:lstStyle/>
            <a:p>
              <a:endParaRPr lang="en-US"/>
            </a:p>
          </p:txBody>
        </p:sp>
        <p:sp>
          <p:nvSpPr>
            <p:cNvPr id="113" name="Freeform 124"/>
            <p:cNvSpPr/>
            <p:nvPr/>
          </p:nvSpPr>
          <p:spPr bwMode="auto">
            <a:xfrm>
              <a:off x="8431213" y="2005013"/>
              <a:ext cx="47625" cy="49213"/>
            </a:xfrm>
            <a:custGeom>
              <a:avLst/>
              <a:gdLst>
                <a:gd name="T0" fmla="*/ 14 w 30"/>
                <a:gd name="T1" fmla="*/ 0 h 31"/>
                <a:gd name="T2" fmla="*/ 14 w 30"/>
                <a:gd name="T3" fmla="*/ 0 h 31"/>
                <a:gd name="T4" fmla="*/ 9 w 30"/>
                <a:gd name="T5" fmla="*/ 2 h 31"/>
                <a:gd name="T6" fmla="*/ 4 w 30"/>
                <a:gd name="T7" fmla="*/ 6 h 31"/>
                <a:gd name="T8" fmla="*/ 0 w 30"/>
                <a:gd name="T9" fmla="*/ 9 h 31"/>
                <a:gd name="T10" fmla="*/ 0 w 30"/>
                <a:gd name="T11" fmla="*/ 16 h 31"/>
                <a:gd name="T12" fmla="*/ 0 w 30"/>
                <a:gd name="T13" fmla="*/ 16 h 31"/>
                <a:gd name="T14" fmla="*/ 0 w 30"/>
                <a:gd name="T15" fmla="*/ 22 h 31"/>
                <a:gd name="T16" fmla="*/ 4 w 30"/>
                <a:gd name="T17" fmla="*/ 27 h 31"/>
                <a:gd name="T18" fmla="*/ 9 w 30"/>
                <a:gd name="T19" fmla="*/ 29 h 31"/>
                <a:gd name="T20" fmla="*/ 14 w 30"/>
                <a:gd name="T21" fmla="*/ 31 h 31"/>
                <a:gd name="T22" fmla="*/ 14 w 30"/>
                <a:gd name="T23" fmla="*/ 31 h 31"/>
                <a:gd name="T24" fmla="*/ 20 w 30"/>
                <a:gd name="T25" fmla="*/ 29 h 31"/>
                <a:gd name="T26" fmla="*/ 25 w 30"/>
                <a:gd name="T27" fmla="*/ 27 h 31"/>
                <a:gd name="T28" fmla="*/ 29 w 30"/>
                <a:gd name="T29" fmla="*/ 22 h 31"/>
                <a:gd name="T30" fmla="*/ 30 w 30"/>
                <a:gd name="T31" fmla="*/ 16 h 31"/>
                <a:gd name="T32" fmla="*/ 30 w 30"/>
                <a:gd name="T33" fmla="*/ 16 h 31"/>
                <a:gd name="T34" fmla="*/ 29 w 30"/>
                <a:gd name="T35" fmla="*/ 9 h 31"/>
                <a:gd name="T36" fmla="*/ 25 w 30"/>
                <a:gd name="T37" fmla="*/ 6 h 31"/>
                <a:gd name="T38" fmla="*/ 20 w 30"/>
                <a:gd name="T39" fmla="*/ 2 h 31"/>
                <a:gd name="T40" fmla="*/ 14 w 30"/>
                <a:gd name="T4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1">
                  <a:moveTo>
                    <a:pt x="14" y="0"/>
                  </a:moveTo>
                  <a:lnTo>
                    <a:pt x="14" y="0"/>
                  </a:lnTo>
                  <a:lnTo>
                    <a:pt x="9" y="2"/>
                  </a:lnTo>
                  <a:lnTo>
                    <a:pt x="4" y="6"/>
                  </a:lnTo>
                  <a:lnTo>
                    <a:pt x="0" y="9"/>
                  </a:lnTo>
                  <a:lnTo>
                    <a:pt x="0" y="16"/>
                  </a:lnTo>
                  <a:lnTo>
                    <a:pt x="0" y="16"/>
                  </a:lnTo>
                  <a:lnTo>
                    <a:pt x="0" y="22"/>
                  </a:lnTo>
                  <a:lnTo>
                    <a:pt x="4" y="27"/>
                  </a:lnTo>
                  <a:lnTo>
                    <a:pt x="9" y="29"/>
                  </a:lnTo>
                  <a:lnTo>
                    <a:pt x="14" y="31"/>
                  </a:lnTo>
                  <a:lnTo>
                    <a:pt x="14" y="31"/>
                  </a:lnTo>
                  <a:lnTo>
                    <a:pt x="20" y="29"/>
                  </a:lnTo>
                  <a:lnTo>
                    <a:pt x="25" y="27"/>
                  </a:lnTo>
                  <a:lnTo>
                    <a:pt x="29" y="22"/>
                  </a:lnTo>
                  <a:lnTo>
                    <a:pt x="30" y="16"/>
                  </a:lnTo>
                  <a:lnTo>
                    <a:pt x="30" y="16"/>
                  </a:lnTo>
                  <a:lnTo>
                    <a:pt x="29" y="9"/>
                  </a:lnTo>
                  <a:lnTo>
                    <a:pt x="25" y="6"/>
                  </a:lnTo>
                  <a:lnTo>
                    <a:pt x="20" y="2"/>
                  </a:lnTo>
                  <a:lnTo>
                    <a:pt x="14" y="0"/>
                  </a:lnTo>
                  <a:close/>
                </a:path>
              </a:pathLst>
            </a:custGeom>
            <a:solidFill>
              <a:schemeClr val="accent3">
                <a:lumMod val="50000"/>
              </a:schemeClr>
            </a:solidFill>
            <a:ln>
              <a:noFill/>
            </a:ln>
          </p:spPr>
          <p:txBody>
            <a:bodyPr vert="horz" wrap="square" lIns="91440" tIns="45720" rIns="91440" bIns="45720" numCol="1" anchor="t" anchorCtr="0" compatLnSpc="1"/>
            <a:lstStyle/>
            <a:p>
              <a:endParaRPr lang="en-US"/>
            </a:p>
          </p:txBody>
        </p:sp>
        <p:sp>
          <p:nvSpPr>
            <p:cNvPr id="114" name="Freeform 125"/>
            <p:cNvSpPr/>
            <p:nvPr/>
          </p:nvSpPr>
          <p:spPr bwMode="auto">
            <a:xfrm>
              <a:off x="8431213" y="2005013"/>
              <a:ext cx="47625" cy="49213"/>
            </a:xfrm>
            <a:custGeom>
              <a:avLst/>
              <a:gdLst>
                <a:gd name="T0" fmla="*/ 14 w 30"/>
                <a:gd name="T1" fmla="*/ 0 h 31"/>
                <a:gd name="T2" fmla="*/ 14 w 30"/>
                <a:gd name="T3" fmla="*/ 0 h 31"/>
                <a:gd name="T4" fmla="*/ 9 w 30"/>
                <a:gd name="T5" fmla="*/ 2 h 31"/>
                <a:gd name="T6" fmla="*/ 4 w 30"/>
                <a:gd name="T7" fmla="*/ 6 h 31"/>
                <a:gd name="T8" fmla="*/ 0 w 30"/>
                <a:gd name="T9" fmla="*/ 9 h 31"/>
                <a:gd name="T10" fmla="*/ 0 w 30"/>
                <a:gd name="T11" fmla="*/ 16 h 31"/>
                <a:gd name="T12" fmla="*/ 0 w 30"/>
                <a:gd name="T13" fmla="*/ 16 h 31"/>
                <a:gd name="T14" fmla="*/ 0 w 30"/>
                <a:gd name="T15" fmla="*/ 22 h 31"/>
                <a:gd name="T16" fmla="*/ 4 w 30"/>
                <a:gd name="T17" fmla="*/ 27 h 31"/>
                <a:gd name="T18" fmla="*/ 9 w 30"/>
                <a:gd name="T19" fmla="*/ 29 h 31"/>
                <a:gd name="T20" fmla="*/ 14 w 30"/>
                <a:gd name="T21" fmla="*/ 31 h 31"/>
                <a:gd name="T22" fmla="*/ 14 w 30"/>
                <a:gd name="T23" fmla="*/ 31 h 31"/>
                <a:gd name="T24" fmla="*/ 20 w 30"/>
                <a:gd name="T25" fmla="*/ 29 h 31"/>
                <a:gd name="T26" fmla="*/ 25 w 30"/>
                <a:gd name="T27" fmla="*/ 27 h 31"/>
                <a:gd name="T28" fmla="*/ 29 w 30"/>
                <a:gd name="T29" fmla="*/ 22 h 31"/>
                <a:gd name="T30" fmla="*/ 30 w 30"/>
                <a:gd name="T31" fmla="*/ 16 h 31"/>
                <a:gd name="T32" fmla="*/ 30 w 30"/>
                <a:gd name="T33" fmla="*/ 16 h 31"/>
                <a:gd name="T34" fmla="*/ 29 w 30"/>
                <a:gd name="T35" fmla="*/ 9 h 31"/>
                <a:gd name="T36" fmla="*/ 25 w 30"/>
                <a:gd name="T37" fmla="*/ 6 h 31"/>
                <a:gd name="T38" fmla="*/ 20 w 30"/>
                <a:gd name="T39" fmla="*/ 2 h 31"/>
                <a:gd name="T40" fmla="*/ 14 w 30"/>
                <a:gd name="T4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1">
                  <a:moveTo>
                    <a:pt x="14" y="0"/>
                  </a:moveTo>
                  <a:lnTo>
                    <a:pt x="14" y="0"/>
                  </a:lnTo>
                  <a:lnTo>
                    <a:pt x="9" y="2"/>
                  </a:lnTo>
                  <a:lnTo>
                    <a:pt x="4" y="6"/>
                  </a:lnTo>
                  <a:lnTo>
                    <a:pt x="0" y="9"/>
                  </a:lnTo>
                  <a:lnTo>
                    <a:pt x="0" y="16"/>
                  </a:lnTo>
                  <a:lnTo>
                    <a:pt x="0" y="16"/>
                  </a:lnTo>
                  <a:lnTo>
                    <a:pt x="0" y="22"/>
                  </a:lnTo>
                  <a:lnTo>
                    <a:pt x="4" y="27"/>
                  </a:lnTo>
                  <a:lnTo>
                    <a:pt x="9" y="29"/>
                  </a:lnTo>
                  <a:lnTo>
                    <a:pt x="14" y="31"/>
                  </a:lnTo>
                  <a:lnTo>
                    <a:pt x="14" y="31"/>
                  </a:lnTo>
                  <a:lnTo>
                    <a:pt x="20" y="29"/>
                  </a:lnTo>
                  <a:lnTo>
                    <a:pt x="25" y="27"/>
                  </a:lnTo>
                  <a:lnTo>
                    <a:pt x="29" y="22"/>
                  </a:lnTo>
                  <a:lnTo>
                    <a:pt x="30" y="16"/>
                  </a:lnTo>
                  <a:lnTo>
                    <a:pt x="30" y="16"/>
                  </a:lnTo>
                  <a:lnTo>
                    <a:pt x="29" y="9"/>
                  </a:lnTo>
                  <a:lnTo>
                    <a:pt x="25" y="6"/>
                  </a:lnTo>
                  <a:lnTo>
                    <a:pt x="20" y="2"/>
                  </a:lnTo>
                  <a:lnTo>
                    <a:pt x="14" y="0"/>
                  </a:lnTo>
                </a:path>
              </a:pathLst>
            </a:custGeom>
            <a:noFill/>
            <a:ln>
              <a:noFill/>
            </a:ln>
          </p:spPr>
          <p:txBody>
            <a:bodyPr vert="horz" wrap="square" lIns="91440" tIns="45720" rIns="91440" bIns="45720" numCol="1" anchor="t" anchorCtr="0" compatLnSpc="1"/>
            <a:lstStyle/>
            <a:p>
              <a:endParaRPr lang="en-US"/>
            </a:p>
          </p:txBody>
        </p:sp>
        <p:sp>
          <p:nvSpPr>
            <p:cNvPr id="115" name="Freeform 126"/>
            <p:cNvSpPr/>
            <p:nvPr/>
          </p:nvSpPr>
          <p:spPr bwMode="auto">
            <a:xfrm>
              <a:off x="8318500" y="1892300"/>
              <a:ext cx="47625" cy="47625"/>
            </a:xfrm>
            <a:custGeom>
              <a:avLst/>
              <a:gdLst>
                <a:gd name="T0" fmla="*/ 16 w 30"/>
                <a:gd name="T1" fmla="*/ 0 h 30"/>
                <a:gd name="T2" fmla="*/ 16 w 30"/>
                <a:gd name="T3" fmla="*/ 0 h 30"/>
                <a:gd name="T4" fmla="*/ 11 w 30"/>
                <a:gd name="T5" fmla="*/ 2 h 30"/>
                <a:gd name="T6" fmla="*/ 5 w 30"/>
                <a:gd name="T7" fmla="*/ 6 h 30"/>
                <a:gd name="T8" fmla="*/ 2 w 30"/>
                <a:gd name="T9" fmla="*/ 11 h 30"/>
                <a:gd name="T10" fmla="*/ 0 w 30"/>
                <a:gd name="T11" fmla="*/ 16 h 30"/>
                <a:gd name="T12" fmla="*/ 0 w 30"/>
                <a:gd name="T13" fmla="*/ 16 h 30"/>
                <a:gd name="T14" fmla="*/ 2 w 30"/>
                <a:gd name="T15" fmla="*/ 22 h 30"/>
                <a:gd name="T16" fmla="*/ 5 w 30"/>
                <a:gd name="T17" fmla="*/ 27 h 30"/>
                <a:gd name="T18" fmla="*/ 11 w 30"/>
                <a:gd name="T19" fmla="*/ 30 h 30"/>
                <a:gd name="T20" fmla="*/ 16 w 30"/>
                <a:gd name="T21" fmla="*/ 30 h 30"/>
                <a:gd name="T22" fmla="*/ 16 w 30"/>
                <a:gd name="T23" fmla="*/ 30 h 30"/>
                <a:gd name="T24" fmla="*/ 21 w 30"/>
                <a:gd name="T25" fmla="*/ 30 h 30"/>
                <a:gd name="T26" fmla="*/ 27 w 30"/>
                <a:gd name="T27" fmla="*/ 27 h 30"/>
                <a:gd name="T28" fmla="*/ 30 w 30"/>
                <a:gd name="T29" fmla="*/ 22 h 30"/>
                <a:gd name="T30" fmla="*/ 30 w 30"/>
                <a:gd name="T31" fmla="*/ 16 h 30"/>
                <a:gd name="T32" fmla="*/ 30 w 30"/>
                <a:gd name="T33" fmla="*/ 16 h 30"/>
                <a:gd name="T34" fmla="*/ 30 w 30"/>
                <a:gd name="T35" fmla="*/ 11 h 30"/>
                <a:gd name="T36" fmla="*/ 27 w 30"/>
                <a:gd name="T37" fmla="*/ 6 h 30"/>
                <a:gd name="T38" fmla="*/ 21 w 30"/>
                <a:gd name="T39" fmla="*/ 2 h 30"/>
                <a:gd name="T40" fmla="*/ 16 w 30"/>
                <a:gd name="T4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0">
                  <a:moveTo>
                    <a:pt x="16" y="0"/>
                  </a:moveTo>
                  <a:lnTo>
                    <a:pt x="16" y="0"/>
                  </a:lnTo>
                  <a:lnTo>
                    <a:pt x="11" y="2"/>
                  </a:lnTo>
                  <a:lnTo>
                    <a:pt x="5" y="6"/>
                  </a:lnTo>
                  <a:lnTo>
                    <a:pt x="2" y="11"/>
                  </a:lnTo>
                  <a:lnTo>
                    <a:pt x="0" y="16"/>
                  </a:lnTo>
                  <a:lnTo>
                    <a:pt x="0" y="16"/>
                  </a:lnTo>
                  <a:lnTo>
                    <a:pt x="2" y="22"/>
                  </a:lnTo>
                  <a:lnTo>
                    <a:pt x="5" y="27"/>
                  </a:lnTo>
                  <a:lnTo>
                    <a:pt x="11" y="30"/>
                  </a:lnTo>
                  <a:lnTo>
                    <a:pt x="16" y="30"/>
                  </a:lnTo>
                  <a:lnTo>
                    <a:pt x="16" y="30"/>
                  </a:lnTo>
                  <a:lnTo>
                    <a:pt x="21" y="30"/>
                  </a:lnTo>
                  <a:lnTo>
                    <a:pt x="27" y="27"/>
                  </a:lnTo>
                  <a:lnTo>
                    <a:pt x="30" y="22"/>
                  </a:lnTo>
                  <a:lnTo>
                    <a:pt x="30" y="16"/>
                  </a:lnTo>
                  <a:lnTo>
                    <a:pt x="30" y="16"/>
                  </a:lnTo>
                  <a:lnTo>
                    <a:pt x="30" y="11"/>
                  </a:lnTo>
                  <a:lnTo>
                    <a:pt x="27" y="6"/>
                  </a:lnTo>
                  <a:lnTo>
                    <a:pt x="21" y="2"/>
                  </a:lnTo>
                  <a:lnTo>
                    <a:pt x="16" y="0"/>
                  </a:lnTo>
                  <a:close/>
                </a:path>
              </a:pathLst>
            </a:custGeom>
            <a:solidFill>
              <a:schemeClr val="accent3">
                <a:lumMod val="50000"/>
              </a:schemeClr>
            </a:solidFill>
            <a:ln>
              <a:noFill/>
            </a:ln>
          </p:spPr>
          <p:txBody>
            <a:bodyPr vert="horz" wrap="square" lIns="91440" tIns="45720" rIns="91440" bIns="45720" numCol="1" anchor="t" anchorCtr="0" compatLnSpc="1"/>
            <a:lstStyle/>
            <a:p>
              <a:endParaRPr lang="en-US"/>
            </a:p>
          </p:txBody>
        </p:sp>
        <p:sp>
          <p:nvSpPr>
            <p:cNvPr id="116" name="Freeform 127"/>
            <p:cNvSpPr/>
            <p:nvPr/>
          </p:nvSpPr>
          <p:spPr bwMode="auto">
            <a:xfrm>
              <a:off x="8318500" y="1892300"/>
              <a:ext cx="47625" cy="47625"/>
            </a:xfrm>
            <a:custGeom>
              <a:avLst/>
              <a:gdLst>
                <a:gd name="T0" fmla="*/ 16 w 30"/>
                <a:gd name="T1" fmla="*/ 0 h 30"/>
                <a:gd name="T2" fmla="*/ 16 w 30"/>
                <a:gd name="T3" fmla="*/ 0 h 30"/>
                <a:gd name="T4" fmla="*/ 11 w 30"/>
                <a:gd name="T5" fmla="*/ 2 h 30"/>
                <a:gd name="T6" fmla="*/ 5 w 30"/>
                <a:gd name="T7" fmla="*/ 6 h 30"/>
                <a:gd name="T8" fmla="*/ 2 w 30"/>
                <a:gd name="T9" fmla="*/ 11 h 30"/>
                <a:gd name="T10" fmla="*/ 0 w 30"/>
                <a:gd name="T11" fmla="*/ 16 h 30"/>
                <a:gd name="T12" fmla="*/ 0 w 30"/>
                <a:gd name="T13" fmla="*/ 16 h 30"/>
                <a:gd name="T14" fmla="*/ 2 w 30"/>
                <a:gd name="T15" fmla="*/ 22 h 30"/>
                <a:gd name="T16" fmla="*/ 5 w 30"/>
                <a:gd name="T17" fmla="*/ 27 h 30"/>
                <a:gd name="T18" fmla="*/ 11 w 30"/>
                <a:gd name="T19" fmla="*/ 30 h 30"/>
                <a:gd name="T20" fmla="*/ 16 w 30"/>
                <a:gd name="T21" fmla="*/ 30 h 30"/>
                <a:gd name="T22" fmla="*/ 16 w 30"/>
                <a:gd name="T23" fmla="*/ 30 h 30"/>
                <a:gd name="T24" fmla="*/ 21 w 30"/>
                <a:gd name="T25" fmla="*/ 30 h 30"/>
                <a:gd name="T26" fmla="*/ 27 w 30"/>
                <a:gd name="T27" fmla="*/ 27 h 30"/>
                <a:gd name="T28" fmla="*/ 30 w 30"/>
                <a:gd name="T29" fmla="*/ 22 h 30"/>
                <a:gd name="T30" fmla="*/ 30 w 30"/>
                <a:gd name="T31" fmla="*/ 16 h 30"/>
                <a:gd name="T32" fmla="*/ 30 w 30"/>
                <a:gd name="T33" fmla="*/ 16 h 30"/>
                <a:gd name="T34" fmla="*/ 30 w 30"/>
                <a:gd name="T35" fmla="*/ 11 h 30"/>
                <a:gd name="T36" fmla="*/ 27 w 30"/>
                <a:gd name="T37" fmla="*/ 6 h 30"/>
                <a:gd name="T38" fmla="*/ 21 w 30"/>
                <a:gd name="T39" fmla="*/ 2 h 30"/>
                <a:gd name="T40" fmla="*/ 16 w 30"/>
                <a:gd name="T41"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0">
                  <a:moveTo>
                    <a:pt x="16" y="0"/>
                  </a:moveTo>
                  <a:lnTo>
                    <a:pt x="16" y="0"/>
                  </a:lnTo>
                  <a:lnTo>
                    <a:pt x="11" y="2"/>
                  </a:lnTo>
                  <a:lnTo>
                    <a:pt x="5" y="6"/>
                  </a:lnTo>
                  <a:lnTo>
                    <a:pt x="2" y="11"/>
                  </a:lnTo>
                  <a:lnTo>
                    <a:pt x="0" y="16"/>
                  </a:lnTo>
                  <a:lnTo>
                    <a:pt x="0" y="16"/>
                  </a:lnTo>
                  <a:lnTo>
                    <a:pt x="2" y="22"/>
                  </a:lnTo>
                  <a:lnTo>
                    <a:pt x="5" y="27"/>
                  </a:lnTo>
                  <a:lnTo>
                    <a:pt x="11" y="30"/>
                  </a:lnTo>
                  <a:lnTo>
                    <a:pt x="16" y="30"/>
                  </a:lnTo>
                  <a:lnTo>
                    <a:pt x="16" y="30"/>
                  </a:lnTo>
                  <a:lnTo>
                    <a:pt x="21" y="30"/>
                  </a:lnTo>
                  <a:lnTo>
                    <a:pt x="27" y="27"/>
                  </a:lnTo>
                  <a:lnTo>
                    <a:pt x="30" y="22"/>
                  </a:lnTo>
                  <a:lnTo>
                    <a:pt x="30" y="16"/>
                  </a:lnTo>
                  <a:lnTo>
                    <a:pt x="30" y="16"/>
                  </a:lnTo>
                  <a:lnTo>
                    <a:pt x="30" y="11"/>
                  </a:lnTo>
                  <a:lnTo>
                    <a:pt x="27" y="6"/>
                  </a:lnTo>
                  <a:lnTo>
                    <a:pt x="21" y="2"/>
                  </a:lnTo>
                  <a:lnTo>
                    <a:pt x="16" y="0"/>
                  </a:lnTo>
                </a:path>
              </a:pathLst>
            </a:custGeom>
            <a:noFill/>
            <a:ln>
              <a:noFill/>
            </a:ln>
          </p:spPr>
          <p:txBody>
            <a:bodyPr vert="horz" wrap="square" lIns="91440" tIns="45720" rIns="91440" bIns="45720" numCol="1" anchor="t" anchorCtr="0" compatLnSpc="1"/>
            <a:lstStyle/>
            <a:p>
              <a:endParaRPr lang="en-US"/>
            </a:p>
          </p:txBody>
        </p:sp>
        <p:sp>
          <p:nvSpPr>
            <p:cNvPr id="117" name="Rectangle 128"/>
            <p:cNvSpPr>
              <a:spLocks noChangeArrowheads="1"/>
            </p:cNvSpPr>
            <p:nvPr/>
          </p:nvSpPr>
          <p:spPr bwMode="auto">
            <a:xfrm>
              <a:off x="8402638" y="1092200"/>
              <a:ext cx="328612" cy="57150"/>
            </a:xfrm>
            <a:prstGeom prst="rect">
              <a:avLst/>
            </a:prstGeom>
            <a:solidFill>
              <a:srgbClr val="F1F0EF"/>
            </a:solidFill>
            <a:ln>
              <a:noFill/>
            </a:ln>
          </p:spPr>
          <p:txBody>
            <a:bodyPr vert="horz" wrap="square" lIns="91440" tIns="45720" rIns="91440" bIns="45720" numCol="1" anchor="t" anchorCtr="0" compatLnSpc="1"/>
            <a:lstStyle/>
            <a:p>
              <a:endParaRPr lang="en-US"/>
            </a:p>
          </p:txBody>
        </p:sp>
      </p:grpSp>
      <p:grpSp>
        <p:nvGrpSpPr>
          <p:cNvPr id="118" name="Group 117"/>
          <p:cNvGrpSpPr/>
          <p:nvPr/>
        </p:nvGrpSpPr>
        <p:grpSpPr>
          <a:xfrm flipH="1">
            <a:off x="5612119" y="4204851"/>
            <a:ext cx="653554" cy="545386"/>
            <a:chOff x="5757863" y="1196975"/>
            <a:chExt cx="1141412" cy="952501"/>
          </a:xfrm>
        </p:grpSpPr>
        <p:sp>
          <p:nvSpPr>
            <p:cNvPr id="119" name="Freeform 204"/>
            <p:cNvSpPr/>
            <p:nvPr/>
          </p:nvSpPr>
          <p:spPr bwMode="auto">
            <a:xfrm>
              <a:off x="5795963" y="1309688"/>
              <a:ext cx="1103312" cy="839788"/>
            </a:xfrm>
            <a:custGeom>
              <a:avLst/>
              <a:gdLst>
                <a:gd name="T0" fmla="*/ 678 w 695"/>
                <a:gd name="T1" fmla="*/ 529 h 529"/>
                <a:gd name="T2" fmla="*/ 142 w 695"/>
                <a:gd name="T3" fmla="*/ 529 h 529"/>
                <a:gd name="T4" fmla="*/ 142 w 695"/>
                <a:gd name="T5" fmla="*/ 529 h 529"/>
                <a:gd name="T6" fmla="*/ 135 w 695"/>
                <a:gd name="T7" fmla="*/ 527 h 529"/>
                <a:gd name="T8" fmla="*/ 129 w 695"/>
                <a:gd name="T9" fmla="*/ 524 h 529"/>
                <a:gd name="T10" fmla="*/ 126 w 695"/>
                <a:gd name="T11" fmla="*/ 519 h 529"/>
                <a:gd name="T12" fmla="*/ 124 w 695"/>
                <a:gd name="T13" fmla="*/ 513 h 529"/>
                <a:gd name="T14" fmla="*/ 124 w 695"/>
                <a:gd name="T15" fmla="*/ 513 h 529"/>
                <a:gd name="T16" fmla="*/ 126 w 695"/>
                <a:gd name="T17" fmla="*/ 506 h 529"/>
                <a:gd name="T18" fmla="*/ 129 w 695"/>
                <a:gd name="T19" fmla="*/ 501 h 529"/>
                <a:gd name="T20" fmla="*/ 135 w 695"/>
                <a:gd name="T21" fmla="*/ 497 h 529"/>
                <a:gd name="T22" fmla="*/ 142 w 695"/>
                <a:gd name="T23" fmla="*/ 495 h 529"/>
                <a:gd name="T24" fmla="*/ 662 w 695"/>
                <a:gd name="T25" fmla="*/ 495 h 529"/>
                <a:gd name="T26" fmla="*/ 662 w 695"/>
                <a:gd name="T27" fmla="*/ 34 h 529"/>
                <a:gd name="T28" fmla="*/ 16 w 695"/>
                <a:gd name="T29" fmla="*/ 34 h 529"/>
                <a:gd name="T30" fmla="*/ 16 w 695"/>
                <a:gd name="T31" fmla="*/ 34 h 529"/>
                <a:gd name="T32" fmla="*/ 10 w 695"/>
                <a:gd name="T33" fmla="*/ 34 h 529"/>
                <a:gd name="T34" fmla="*/ 5 w 695"/>
                <a:gd name="T35" fmla="*/ 31 h 529"/>
                <a:gd name="T36" fmla="*/ 1 w 695"/>
                <a:gd name="T37" fmla="*/ 25 h 529"/>
                <a:gd name="T38" fmla="*/ 0 w 695"/>
                <a:gd name="T39" fmla="*/ 18 h 529"/>
                <a:gd name="T40" fmla="*/ 0 w 695"/>
                <a:gd name="T41" fmla="*/ 18 h 529"/>
                <a:gd name="T42" fmla="*/ 1 w 695"/>
                <a:gd name="T43" fmla="*/ 11 h 529"/>
                <a:gd name="T44" fmla="*/ 5 w 695"/>
                <a:gd name="T45" fmla="*/ 6 h 529"/>
                <a:gd name="T46" fmla="*/ 10 w 695"/>
                <a:gd name="T47" fmla="*/ 2 h 529"/>
                <a:gd name="T48" fmla="*/ 16 w 695"/>
                <a:gd name="T49" fmla="*/ 0 h 529"/>
                <a:gd name="T50" fmla="*/ 678 w 695"/>
                <a:gd name="T51" fmla="*/ 0 h 529"/>
                <a:gd name="T52" fmla="*/ 678 w 695"/>
                <a:gd name="T53" fmla="*/ 0 h 529"/>
                <a:gd name="T54" fmla="*/ 685 w 695"/>
                <a:gd name="T55" fmla="*/ 2 h 529"/>
                <a:gd name="T56" fmla="*/ 690 w 695"/>
                <a:gd name="T57" fmla="*/ 6 h 529"/>
                <a:gd name="T58" fmla="*/ 694 w 695"/>
                <a:gd name="T59" fmla="*/ 11 h 529"/>
                <a:gd name="T60" fmla="*/ 695 w 695"/>
                <a:gd name="T61" fmla="*/ 18 h 529"/>
                <a:gd name="T62" fmla="*/ 695 w 695"/>
                <a:gd name="T63" fmla="*/ 513 h 529"/>
                <a:gd name="T64" fmla="*/ 695 w 695"/>
                <a:gd name="T65" fmla="*/ 513 h 529"/>
                <a:gd name="T66" fmla="*/ 694 w 695"/>
                <a:gd name="T67" fmla="*/ 519 h 529"/>
                <a:gd name="T68" fmla="*/ 690 w 695"/>
                <a:gd name="T69" fmla="*/ 524 h 529"/>
                <a:gd name="T70" fmla="*/ 685 w 695"/>
                <a:gd name="T71" fmla="*/ 527 h 529"/>
                <a:gd name="T72" fmla="*/ 678 w 695"/>
                <a:gd name="T73" fmla="*/ 529 h 529"/>
                <a:gd name="T74" fmla="*/ 678 w 695"/>
                <a:gd name="T75" fmla="*/ 529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95" h="529">
                  <a:moveTo>
                    <a:pt x="678" y="529"/>
                  </a:moveTo>
                  <a:lnTo>
                    <a:pt x="142" y="529"/>
                  </a:lnTo>
                  <a:lnTo>
                    <a:pt x="142" y="529"/>
                  </a:lnTo>
                  <a:lnTo>
                    <a:pt x="135" y="527"/>
                  </a:lnTo>
                  <a:lnTo>
                    <a:pt x="129" y="524"/>
                  </a:lnTo>
                  <a:lnTo>
                    <a:pt x="126" y="519"/>
                  </a:lnTo>
                  <a:lnTo>
                    <a:pt x="124" y="513"/>
                  </a:lnTo>
                  <a:lnTo>
                    <a:pt x="124" y="513"/>
                  </a:lnTo>
                  <a:lnTo>
                    <a:pt x="126" y="506"/>
                  </a:lnTo>
                  <a:lnTo>
                    <a:pt x="129" y="501"/>
                  </a:lnTo>
                  <a:lnTo>
                    <a:pt x="135" y="497"/>
                  </a:lnTo>
                  <a:lnTo>
                    <a:pt x="142" y="495"/>
                  </a:lnTo>
                  <a:lnTo>
                    <a:pt x="662" y="495"/>
                  </a:lnTo>
                  <a:lnTo>
                    <a:pt x="662" y="34"/>
                  </a:lnTo>
                  <a:lnTo>
                    <a:pt x="16" y="34"/>
                  </a:lnTo>
                  <a:lnTo>
                    <a:pt x="16" y="34"/>
                  </a:lnTo>
                  <a:lnTo>
                    <a:pt x="10" y="34"/>
                  </a:lnTo>
                  <a:lnTo>
                    <a:pt x="5" y="31"/>
                  </a:lnTo>
                  <a:lnTo>
                    <a:pt x="1" y="25"/>
                  </a:lnTo>
                  <a:lnTo>
                    <a:pt x="0" y="18"/>
                  </a:lnTo>
                  <a:lnTo>
                    <a:pt x="0" y="18"/>
                  </a:lnTo>
                  <a:lnTo>
                    <a:pt x="1" y="11"/>
                  </a:lnTo>
                  <a:lnTo>
                    <a:pt x="5" y="6"/>
                  </a:lnTo>
                  <a:lnTo>
                    <a:pt x="10" y="2"/>
                  </a:lnTo>
                  <a:lnTo>
                    <a:pt x="16" y="0"/>
                  </a:lnTo>
                  <a:lnTo>
                    <a:pt x="678" y="0"/>
                  </a:lnTo>
                  <a:lnTo>
                    <a:pt x="678" y="0"/>
                  </a:lnTo>
                  <a:lnTo>
                    <a:pt x="685" y="2"/>
                  </a:lnTo>
                  <a:lnTo>
                    <a:pt x="690" y="6"/>
                  </a:lnTo>
                  <a:lnTo>
                    <a:pt x="694" y="11"/>
                  </a:lnTo>
                  <a:lnTo>
                    <a:pt x="695" y="18"/>
                  </a:lnTo>
                  <a:lnTo>
                    <a:pt x="695" y="513"/>
                  </a:lnTo>
                  <a:lnTo>
                    <a:pt x="695" y="513"/>
                  </a:lnTo>
                  <a:lnTo>
                    <a:pt x="694" y="519"/>
                  </a:lnTo>
                  <a:lnTo>
                    <a:pt x="690" y="524"/>
                  </a:lnTo>
                  <a:lnTo>
                    <a:pt x="685" y="527"/>
                  </a:lnTo>
                  <a:lnTo>
                    <a:pt x="678" y="529"/>
                  </a:lnTo>
                  <a:lnTo>
                    <a:pt x="678" y="529"/>
                  </a:lnTo>
                  <a:close/>
                </a:path>
              </a:pathLst>
            </a:custGeom>
            <a:solidFill>
              <a:schemeClr val="bg1">
                <a:lumMod val="65000"/>
              </a:schemeClr>
            </a:solidFill>
            <a:ln>
              <a:noFill/>
            </a:ln>
          </p:spPr>
          <p:txBody>
            <a:bodyPr vert="horz" wrap="square" lIns="91440" tIns="45720" rIns="91440" bIns="45720" numCol="1" anchor="t" anchorCtr="0" compatLnSpc="1"/>
            <a:lstStyle/>
            <a:p>
              <a:endParaRPr lang="en-US"/>
            </a:p>
          </p:txBody>
        </p:sp>
        <p:sp>
          <p:nvSpPr>
            <p:cNvPr id="120" name="Freeform 206"/>
            <p:cNvSpPr/>
            <p:nvPr/>
          </p:nvSpPr>
          <p:spPr bwMode="auto">
            <a:xfrm>
              <a:off x="5786438" y="1214438"/>
              <a:ext cx="173037" cy="647700"/>
            </a:xfrm>
            <a:custGeom>
              <a:avLst/>
              <a:gdLst>
                <a:gd name="T0" fmla="*/ 109 w 109"/>
                <a:gd name="T1" fmla="*/ 110 h 408"/>
                <a:gd name="T2" fmla="*/ 109 w 109"/>
                <a:gd name="T3" fmla="*/ 73 h 408"/>
                <a:gd name="T4" fmla="*/ 109 w 109"/>
                <a:gd name="T5" fmla="*/ 73 h 408"/>
                <a:gd name="T6" fmla="*/ 109 w 109"/>
                <a:gd name="T7" fmla="*/ 25 h 408"/>
                <a:gd name="T8" fmla="*/ 109 w 109"/>
                <a:gd name="T9" fmla="*/ 0 h 408"/>
                <a:gd name="T10" fmla="*/ 78 w 109"/>
                <a:gd name="T11" fmla="*/ 0 h 408"/>
                <a:gd name="T12" fmla="*/ 78 w 109"/>
                <a:gd name="T13" fmla="*/ 0 h 408"/>
                <a:gd name="T14" fmla="*/ 0 w 109"/>
                <a:gd name="T15" fmla="*/ 0 h 408"/>
                <a:gd name="T16" fmla="*/ 0 w 109"/>
                <a:gd name="T17" fmla="*/ 0 h 408"/>
                <a:gd name="T18" fmla="*/ 0 w 109"/>
                <a:gd name="T19" fmla="*/ 25 h 408"/>
                <a:gd name="T20" fmla="*/ 2 w 109"/>
                <a:gd name="T21" fmla="*/ 73 h 408"/>
                <a:gd name="T22" fmla="*/ 2 w 109"/>
                <a:gd name="T23" fmla="*/ 110 h 408"/>
                <a:gd name="T24" fmla="*/ 2 w 109"/>
                <a:gd name="T25" fmla="*/ 110 h 408"/>
                <a:gd name="T26" fmla="*/ 2 w 109"/>
                <a:gd name="T27" fmla="*/ 110 h 408"/>
                <a:gd name="T28" fmla="*/ 2 w 109"/>
                <a:gd name="T29" fmla="*/ 347 h 408"/>
                <a:gd name="T30" fmla="*/ 2 w 109"/>
                <a:gd name="T31" fmla="*/ 347 h 408"/>
                <a:gd name="T32" fmla="*/ 4 w 109"/>
                <a:gd name="T33" fmla="*/ 361 h 408"/>
                <a:gd name="T34" fmla="*/ 7 w 109"/>
                <a:gd name="T35" fmla="*/ 374 h 408"/>
                <a:gd name="T36" fmla="*/ 13 w 109"/>
                <a:gd name="T37" fmla="*/ 384 h 408"/>
                <a:gd name="T38" fmla="*/ 20 w 109"/>
                <a:gd name="T39" fmla="*/ 393 h 408"/>
                <a:gd name="T40" fmla="*/ 27 w 109"/>
                <a:gd name="T41" fmla="*/ 400 h 408"/>
                <a:gd name="T42" fmla="*/ 36 w 109"/>
                <a:gd name="T43" fmla="*/ 404 h 408"/>
                <a:gd name="T44" fmla="*/ 46 w 109"/>
                <a:gd name="T45" fmla="*/ 408 h 408"/>
                <a:gd name="T46" fmla="*/ 55 w 109"/>
                <a:gd name="T47" fmla="*/ 408 h 408"/>
                <a:gd name="T48" fmla="*/ 66 w 109"/>
                <a:gd name="T49" fmla="*/ 408 h 408"/>
                <a:gd name="T50" fmla="*/ 75 w 109"/>
                <a:gd name="T51" fmla="*/ 404 h 408"/>
                <a:gd name="T52" fmla="*/ 84 w 109"/>
                <a:gd name="T53" fmla="*/ 399 h 408"/>
                <a:gd name="T54" fmla="*/ 93 w 109"/>
                <a:gd name="T55" fmla="*/ 392 h 408"/>
                <a:gd name="T56" fmla="*/ 98 w 109"/>
                <a:gd name="T57" fmla="*/ 384 h 408"/>
                <a:gd name="T58" fmla="*/ 103 w 109"/>
                <a:gd name="T59" fmla="*/ 374 h 408"/>
                <a:gd name="T60" fmla="*/ 107 w 109"/>
                <a:gd name="T61" fmla="*/ 361 h 408"/>
                <a:gd name="T62" fmla="*/ 109 w 109"/>
                <a:gd name="T63" fmla="*/ 347 h 408"/>
                <a:gd name="T64" fmla="*/ 109 w 109"/>
                <a:gd name="T65" fmla="*/ 347 h 408"/>
                <a:gd name="T66" fmla="*/ 109 w 109"/>
                <a:gd name="T67" fmla="*/ 110 h 408"/>
                <a:gd name="T68" fmla="*/ 109 w 109"/>
                <a:gd name="T69" fmla="*/ 11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9" h="408">
                  <a:moveTo>
                    <a:pt x="109" y="110"/>
                  </a:moveTo>
                  <a:lnTo>
                    <a:pt x="109" y="73"/>
                  </a:lnTo>
                  <a:lnTo>
                    <a:pt x="109" y="73"/>
                  </a:lnTo>
                  <a:lnTo>
                    <a:pt x="109" y="25"/>
                  </a:lnTo>
                  <a:lnTo>
                    <a:pt x="109" y="0"/>
                  </a:lnTo>
                  <a:lnTo>
                    <a:pt x="78" y="0"/>
                  </a:lnTo>
                  <a:lnTo>
                    <a:pt x="78" y="0"/>
                  </a:lnTo>
                  <a:lnTo>
                    <a:pt x="0" y="0"/>
                  </a:lnTo>
                  <a:lnTo>
                    <a:pt x="0" y="0"/>
                  </a:lnTo>
                  <a:lnTo>
                    <a:pt x="0" y="25"/>
                  </a:lnTo>
                  <a:lnTo>
                    <a:pt x="2" y="73"/>
                  </a:lnTo>
                  <a:lnTo>
                    <a:pt x="2" y="110"/>
                  </a:lnTo>
                  <a:lnTo>
                    <a:pt x="2" y="110"/>
                  </a:lnTo>
                  <a:lnTo>
                    <a:pt x="2" y="110"/>
                  </a:lnTo>
                  <a:lnTo>
                    <a:pt x="2" y="347"/>
                  </a:lnTo>
                  <a:lnTo>
                    <a:pt x="2" y="347"/>
                  </a:lnTo>
                  <a:lnTo>
                    <a:pt x="4" y="361"/>
                  </a:lnTo>
                  <a:lnTo>
                    <a:pt x="7" y="374"/>
                  </a:lnTo>
                  <a:lnTo>
                    <a:pt x="13" y="384"/>
                  </a:lnTo>
                  <a:lnTo>
                    <a:pt x="20" y="393"/>
                  </a:lnTo>
                  <a:lnTo>
                    <a:pt x="27" y="400"/>
                  </a:lnTo>
                  <a:lnTo>
                    <a:pt x="36" y="404"/>
                  </a:lnTo>
                  <a:lnTo>
                    <a:pt x="46" y="408"/>
                  </a:lnTo>
                  <a:lnTo>
                    <a:pt x="55" y="408"/>
                  </a:lnTo>
                  <a:lnTo>
                    <a:pt x="66" y="408"/>
                  </a:lnTo>
                  <a:lnTo>
                    <a:pt x="75" y="404"/>
                  </a:lnTo>
                  <a:lnTo>
                    <a:pt x="84" y="399"/>
                  </a:lnTo>
                  <a:lnTo>
                    <a:pt x="93" y="392"/>
                  </a:lnTo>
                  <a:lnTo>
                    <a:pt x="98" y="384"/>
                  </a:lnTo>
                  <a:lnTo>
                    <a:pt x="103" y="374"/>
                  </a:lnTo>
                  <a:lnTo>
                    <a:pt x="107" y="361"/>
                  </a:lnTo>
                  <a:lnTo>
                    <a:pt x="109" y="347"/>
                  </a:lnTo>
                  <a:lnTo>
                    <a:pt x="109" y="347"/>
                  </a:lnTo>
                  <a:lnTo>
                    <a:pt x="109" y="110"/>
                  </a:lnTo>
                  <a:lnTo>
                    <a:pt x="109" y="110"/>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21" name="Freeform 207"/>
            <p:cNvSpPr/>
            <p:nvPr/>
          </p:nvSpPr>
          <p:spPr bwMode="auto">
            <a:xfrm>
              <a:off x="5815013" y="1501775"/>
              <a:ext cx="119062" cy="328613"/>
            </a:xfrm>
            <a:custGeom>
              <a:avLst/>
              <a:gdLst>
                <a:gd name="T0" fmla="*/ 0 w 75"/>
                <a:gd name="T1" fmla="*/ 0 h 207"/>
                <a:gd name="T2" fmla="*/ 0 w 75"/>
                <a:gd name="T3" fmla="*/ 0 h 207"/>
                <a:gd name="T4" fmla="*/ 0 w 75"/>
                <a:gd name="T5" fmla="*/ 164 h 207"/>
                <a:gd name="T6" fmla="*/ 0 w 75"/>
                <a:gd name="T7" fmla="*/ 164 h 207"/>
                <a:gd name="T8" fmla="*/ 2 w 75"/>
                <a:gd name="T9" fmla="*/ 175 h 207"/>
                <a:gd name="T10" fmla="*/ 4 w 75"/>
                <a:gd name="T11" fmla="*/ 184 h 207"/>
                <a:gd name="T12" fmla="*/ 7 w 75"/>
                <a:gd name="T13" fmla="*/ 191 h 207"/>
                <a:gd name="T14" fmla="*/ 12 w 75"/>
                <a:gd name="T15" fmla="*/ 196 h 207"/>
                <a:gd name="T16" fmla="*/ 18 w 75"/>
                <a:gd name="T17" fmla="*/ 202 h 207"/>
                <a:gd name="T18" fmla="*/ 25 w 75"/>
                <a:gd name="T19" fmla="*/ 205 h 207"/>
                <a:gd name="T20" fmla="*/ 30 w 75"/>
                <a:gd name="T21" fmla="*/ 207 h 207"/>
                <a:gd name="T22" fmla="*/ 37 w 75"/>
                <a:gd name="T23" fmla="*/ 207 h 207"/>
                <a:gd name="T24" fmla="*/ 44 w 75"/>
                <a:gd name="T25" fmla="*/ 207 h 207"/>
                <a:gd name="T26" fmla="*/ 52 w 75"/>
                <a:gd name="T27" fmla="*/ 203 h 207"/>
                <a:gd name="T28" fmla="*/ 59 w 75"/>
                <a:gd name="T29" fmla="*/ 202 h 207"/>
                <a:gd name="T30" fmla="*/ 64 w 75"/>
                <a:gd name="T31" fmla="*/ 196 h 207"/>
                <a:gd name="T32" fmla="*/ 69 w 75"/>
                <a:gd name="T33" fmla="*/ 191 h 207"/>
                <a:gd name="T34" fmla="*/ 73 w 75"/>
                <a:gd name="T35" fmla="*/ 182 h 207"/>
                <a:gd name="T36" fmla="*/ 75 w 75"/>
                <a:gd name="T37" fmla="*/ 175 h 207"/>
                <a:gd name="T38" fmla="*/ 75 w 75"/>
                <a:gd name="T39" fmla="*/ 164 h 207"/>
                <a:gd name="T40" fmla="*/ 75 w 75"/>
                <a:gd name="T41" fmla="*/ 164 h 207"/>
                <a:gd name="T42" fmla="*/ 75 w 75"/>
                <a:gd name="T43" fmla="*/ 0 h 207"/>
                <a:gd name="T44" fmla="*/ 0 w 75"/>
                <a:gd name="T4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5" h="207">
                  <a:moveTo>
                    <a:pt x="0" y="0"/>
                  </a:moveTo>
                  <a:lnTo>
                    <a:pt x="0" y="0"/>
                  </a:lnTo>
                  <a:lnTo>
                    <a:pt x="0" y="164"/>
                  </a:lnTo>
                  <a:lnTo>
                    <a:pt x="0" y="164"/>
                  </a:lnTo>
                  <a:lnTo>
                    <a:pt x="2" y="175"/>
                  </a:lnTo>
                  <a:lnTo>
                    <a:pt x="4" y="184"/>
                  </a:lnTo>
                  <a:lnTo>
                    <a:pt x="7" y="191"/>
                  </a:lnTo>
                  <a:lnTo>
                    <a:pt x="12" y="196"/>
                  </a:lnTo>
                  <a:lnTo>
                    <a:pt x="18" y="202"/>
                  </a:lnTo>
                  <a:lnTo>
                    <a:pt x="25" y="205"/>
                  </a:lnTo>
                  <a:lnTo>
                    <a:pt x="30" y="207"/>
                  </a:lnTo>
                  <a:lnTo>
                    <a:pt x="37" y="207"/>
                  </a:lnTo>
                  <a:lnTo>
                    <a:pt x="44" y="207"/>
                  </a:lnTo>
                  <a:lnTo>
                    <a:pt x="52" y="203"/>
                  </a:lnTo>
                  <a:lnTo>
                    <a:pt x="59" y="202"/>
                  </a:lnTo>
                  <a:lnTo>
                    <a:pt x="64" y="196"/>
                  </a:lnTo>
                  <a:lnTo>
                    <a:pt x="69" y="191"/>
                  </a:lnTo>
                  <a:lnTo>
                    <a:pt x="73" y="182"/>
                  </a:lnTo>
                  <a:lnTo>
                    <a:pt x="75" y="175"/>
                  </a:lnTo>
                  <a:lnTo>
                    <a:pt x="75" y="164"/>
                  </a:lnTo>
                  <a:lnTo>
                    <a:pt x="75" y="164"/>
                  </a:lnTo>
                  <a:lnTo>
                    <a:pt x="75" y="0"/>
                  </a:lnTo>
                  <a:lnTo>
                    <a:pt x="0" y="0"/>
                  </a:lnTo>
                  <a:close/>
                </a:path>
              </a:pathLst>
            </a:custGeom>
            <a:solidFill>
              <a:srgbClr val="FCC009"/>
            </a:solidFill>
            <a:ln>
              <a:noFill/>
            </a:ln>
          </p:spPr>
          <p:txBody>
            <a:bodyPr vert="horz" wrap="square" lIns="91440" tIns="45720" rIns="91440" bIns="45720" numCol="1" anchor="t" anchorCtr="0" compatLnSpc="1"/>
            <a:lstStyle/>
            <a:p>
              <a:endParaRPr lang="en-US"/>
            </a:p>
          </p:txBody>
        </p:sp>
        <p:sp>
          <p:nvSpPr>
            <p:cNvPr id="122" name="Freeform 208"/>
            <p:cNvSpPr/>
            <p:nvPr/>
          </p:nvSpPr>
          <p:spPr bwMode="auto">
            <a:xfrm>
              <a:off x="6176963" y="1214438"/>
              <a:ext cx="169862" cy="647700"/>
            </a:xfrm>
            <a:custGeom>
              <a:avLst/>
              <a:gdLst>
                <a:gd name="T0" fmla="*/ 105 w 107"/>
                <a:gd name="T1" fmla="*/ 110 h 408"/>
                <a:gd name="T2" fmla="*/ 105 w 107"/>
                <a:gd name="T3" fmla="*/ 73 h 408"/>
                <a:gd name="T4" fmla="*/ 105 w 107"/>
                <a:gd name="T5" fmla="*/ 73 h 408"/>
                <a:gd name="T6" fmla="*/ 105 w 107"/>
                <a:gd name="T7" fmla="*/ 48 h 408"/>
                <a:gd name="T8" fmla="*/ 105 w 107"/>
                <a:gd name="T9" fmla="*/ 25 h 408"/>
                <a:gd name="T10" fmla="*/ 107 w 107"/>
                <a:gd name="T11" fmla="*/ 0 h 408"/>
                <a:gd name="T12" fmla="*/ 75 w 107"/>
                <a:gd name="T13" fmla="*/ 0 h 408"/>
                <a:gd name="T14" fmla="*/ 75 w 107"/>
                <a:gd name="T15" fmla="*/ 0 h 408"/>
                <a:gd name="T16" fmla="*/ 0 w 107"/>
                <a:gd name="T17" fmla="*/ 0 h 408"/>
                <a:gd name="T18" fmla="*/ 0 w 107"/>
                <a:gd name="T19" fmla="*/ 0 h 408"/>
                <a:gd name="T20" fmla="*/ 0 w 107"/>
                <a:gd name="T21" fmla="*/ 73 h 408"/>
                <a:gd name="T22" fmla="*/ 0 w 107"/>
                <a:gd name="T23" fmla="*/ 110 h 408"/>
                <a:gd name="T24" fmla="*/ 0 w 107"/>
                <a:gd name="T25" fmla="*/ 110 h 408"/>
                <a:gd name="T26" fmla="*/ 0 w 107"/>
                <a:gd name="T27" fmla="*/ 110 h 408"/>
                <a:gd name="T28" fmla="*/ 0 w 107"/>
                <a:gd name="T29" fmla="*/ 347 h 408"/>
                <a:gd name="T30" fmla="*/ 0 w 107"/>
                <a:gd name="T31" fmla="*/ 347 h 408"/>
                <a:gd name="T32" fmla="*/ 0 w 107"/>
                <a:gd name="T33" fmla="*/ 361 h 408"/>
                <a:gd name="T34" fmla="*/ 3 w 107"/>
                <a:gd name="T35" fmla="*/ 374 h 408"/>
                <a:gd name="T36" fmla="*/ 9 w 107"/>
                <a:gd name="T37" fmla="*/ 384 h 408"/>
                <a:gd name="T38" fmla="*/ 16 w 107"/>
                <a:gd name="T39" fmla="*/ 393 h 408"/>
                <a:gd name="T40" fmla="*/ 23 w 107"/>
                <a:gd name="T41" fmla="*/ 400 h 408"/>
                <a:gd name="T42" fmla="*/ 32 w 107"/>
                <a:gd name="T43" fmla="*/ 404 h 408"/>
                <a:gd name="T44" fmla="*/ 43 w 107"/>
                <a:gd name="T45" fmla="*/ 408 h 408"/>
                <a:gd name="T46" fmla="*/ 51 w 107"/>
                <a:gd name="T47" fmla="*/ 408 h 408"/>
                <a:gd name="T48" fmla="*/ 62 w 107"/>
                <a:gd name="T49" fmla="*/ 408 h 408"/>
                <a:gd name="T50" fmla="*/ 71 w 107"/>
                <a:gd name="T51" fmla="*/ 404 h 408"/>
                <a:gd name="T52" fmla="*/ 80 w 107"/>
                <a:gd name="T53" fmla="*/ 399 h 408"/>
                <a:gd name="T54" fmla="*/ 89 w 107"/>
                <a:gd name="T55" fmla="*/ 392 h 408"/>
                <a:gd name="T56" fmla="*/ 96 w 107"/>
                <a:gd name="T57" fmla="*/ 384 h 408"/>
                <a:gd name="T58" fmla="*/ 99 w 107"/>
                <a:gd name="T59" fmla="*/ 374 h 408"/>
                <a:gd name="T60" fmla="*/ 103 w 107"/>
                <a:gd name="T61" fmla="*/ 361 h 408"/>
                <a:gd name="T62" fmla="*/ 105 w 107"/>
                <a:gd name="T63" fmla="*/ 347 h 408"/>
                <a:gd name="T64" fmla="*/ 105 w 107"/>
                <a:gd name="T65" fmla="*/ 347 h 408"/>
                <a:gd name="T66" fmla="*/ 105 w 107"/>
                <a:gd name="T67" fmla="*/ 110 h 408"/>
                <a:gd name="T68" fmla="*/ 105 w 107"/>
                <a:gd name="T69" fmla="*/ 11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 h="408">
                  <a:moveTo>
                    <a:pt x="105" y="110"/>
                  </a:moveTo>
                  <a:lnTo>
                    <a:pt x="105" y="73"/>
                  </a:lnTo>
                  <a:lnTo>
                    <a:pt x="105" y="73"/>
                  </a:lnTo>
                  <a:lnTo>
                    <a:pt x="105" y="48"/>
                  </a:lnTo>
                  <a:lnTo>
                    <a:pt x="105" y="25"/>
                  </a:lnTo>
                  <a:lnTo>
                    <a:pt x="107" y="0"/>
                  </a:lnTo>
                  <a:lnTo>
                    <a:pt x="75" y="0"/>
                  </a:lnTo>
                  <a:lnTo>
                    <a:pt x="75" y="0"/>
                  </a:lnTo>
                  <a:lnTo>
                    <a:pt x="0" y="0"/>
                  </a:lnTo>
                  <a:lnTo>
                    <a:pt x="0" y="0"/>
                  </a:lnTo>
                  <a:lnTo>
                    <a:pt x="0" y="73"/>
                  </a:lnTo>
                  <a:lnTo>
                    <a:pt x="0" y="110"/>
                  </a:lnTo>
                  <a:lnTo>
                    <a:pt x="0" y="110"/>
                  </a:lnTo>
                  <a:lnTo>
                    <a:pt x="0" y="110"/>
                  </a:lnTo>
                  <a:lnTo>
                    <a:pt x="0" y="347"/>
                  </a:lnTo>
                  <a:lnTo>
                    <a:pt x="0" y="347"/>
                  </a:lnTo>
                  <a:lnTo>
                    <a:pt x="0" y="361"/>
                  </a:lnTo>
                  <a:lnTo>
                    <a:pt x="3" y="374"/>
                  </a:lnTo>
                  <a:lnTo>
                    <a:pt x="9" y="384"/>
                  </a:lnTo>
                  <a:lnTo>
                    <a:pt x="16" y="393"/>
                  </a:lnTo>
                  <a:lnTo>
                    <a:pt x="23" y="400"/>
                  </a:lnTo>
                  <a:lnTo>
                    <a:pt x="32" y="404"/>
                  </a:lnTo>
                  <a:lnTo>
                    <a:pt x="43" y="408"/>
                  </a:lnTo>
                  <a:lnTo>
                    <a:pt x="51" y="408"/>
                  </a:lnTo>
                  <a:lnTo>
                    <a:pt x="62" y="408"/>
                  </a:lnTo>
                  <a:lnTo>
                    <a:pt x="71" y="404"/>
                  </a:lnTo>
                  <a:lnTo>
                    <a:pt x="80" y="399"/>
                  </a:lnTo>
                  <a:lnTo>
                    <a:pt x="89" y="392"/>
                  </a:lnTo>
                  <a:lnTo>
                    <a:pt x="96" y="384"/>
                  </a:lnTo>
                  <a:lnTo>
                    <a:pt x="99" y="374"/>
                  </a:lnTo>
                  <a:lnTo>
                    <a:pt x="103" y="361"/>
                  </a:lnTo>
                  <a:lnTo>
                    <a:pt x="105" y="347"/>
                  </a:lnTo>
                  <a:lnTo>
                    <a:pt x="105" y="347"/>
                  </a:lnTo>
                  <a:lnTo>
                    <a:pt x="105" y="110"/>
                  </a:lnTo>
                  <a:lnTo>
                    <a:pt x="105" y="110"/>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23" name="Freeform 209"/>
            <p:cNvSpPr/>
            <p:nvPr/>
          </p:nvSpPr>
          <p:spPr bwMode="auto">
            <a:xfrm>
              <a:off x="6199188" y="1501775"/>
              <a:ext cx="122237" cy="328613"/>
            </a:xfrm>
            <a:custGeom>
              <a:avLst/>
              <a:gdLst>
                <a:gd name="T0" fmla="*/ 0 w 77"/>
                <a:gd name="T1" fmla="*/ 0 h 207"/>
                <a:gd name="T2" fmla="*/ 0 w 77"/>
                <a:gd name="T3" fmla="*/ 0 h 207"/>
                <a:gd name="T4" fmla="*/ 0 w 77"/>
                <a:gd name="T5" fmla="*/ 164 h 207"/>
                <a:gd name="T6" fmla="*/ 0 w 77"/>
                <a:gd name="T7" fmla="*/ 164 h 207"/>
                <a:gd name="T8" fmla="*/ 2 w 77"/>
                <a:gd name="T9" fmla="*/ 175 h 207"/>
                <a:gd name="T10" fmla="*/ 4 w 77"/>
                <a:gd name="T11" fmla="*/ 184 h 207"/>
                <a:gd name="T12" fmla="*/ 7 w 77"/>
                <a:gd name="T13" fmla="*/ 191 h 207"/>
                <a:gd name="T14" fmla="*/ 12 w 77"/>
                <a:gd name="T15" fmla="*/ 196 h 207"/>
                <a:gd name="T16" fmla="*/ 18 w 77"/>
                <a:gd name="T17" fmla="*/ 202 h 207"/>
                <a:gd name="T18" fmla="*/ 25 w 77"/>
                <a:gd name="T19" fmla="*/ 205 h 207"/>
                <a:gd name="T20" fmla="*/ 32 w 77"/>
                <a:gd name="T21" fmla="*/ 207 h 207"/>
                <a:gd name="T22" fmla="*/ 37 w 77"/>
                <a:gd name="T23" fmla="*/ 207 h 207"/>
                <a:gd name="T24" fmla="*/ 45 w 77"/>
                <a:gd name="T25" fmla="*/ 207 h 207"/>
                <a:gd name="T26" fmla="*/ 52 w 77"/>
                <a:gd name="T27" fmla="*/ 203 h 207"/>
                <a:gd name="T28" fmla="*/ 59 w 77"/>
                <a:gd name="T29" fmla="*/ 202 h 207"/>
                <a:gd name="T30" fmla="*/ 64 w 77"/>
                <a:gd name="T31" fmla="*/ 196 h 207"/>
                <a:gd name="T32" fmla="*/ 69 w 77"/>
                <a:gd name="T33" fmla="*/ 191 h 207"/>
                <a:gd name="T34" fmla="*/ 73 w 77"/>
                <a:gd name="T35" fmla="*/ 182 h 207"/>
                <a:gd name="T36" fmla="*/ 75 w 77"/>
                <a:gd name="T37" fmla="*/ 175 h 207"/>
                <a:gd name="T38" fmla="*/ 77 w 77"/>
                <a:gd name="T39" fmla="*/ 164 h 207"/>
                <a:gd name="T40" fmla="*/ 77 w 77"/>
                <a:gd name="T41" fmla="*/ 164 h 207"/>
                <a:gd name="T42" fmla="*/ 77 w 77"/>
                <a:gd name="T43" fmla="*/ 0 h 207"/>
                <a:gd name="T44" fmla="*/ 0 w 77"/>
                <a:gd name="T4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7" h="207">
                  <a:moveTo>
                    <a:pt x="0" y="0"/>
                  </a:moveTo>
                  <a:lnTo>
                    <a:pt x="0" y="0"/>
                  </a:lnTo>
                  <a:lnTo>
                    <a:pt x="0" y="164"/>
                  </a:lnTo>
                  <a:lnTo>
                    <a:pt x="0" y="164"/>
                  </a:lnTo>
                  <a:lnTo>
                    <a:pt x="2" y="175"/>
                  </a:lnTo>
                  <a:lnTo>
                    <a:pt x="4" y="184"/>
                  </a:lnTo>
                  <a:lnTo>
                    <a:pt x="7" y="191"/>
                  </a:lnTo>
                  <a:lnTo>
                    <a:pt x="12" y="196"/>
                  </a:lnTo>
                  <a:lnTo>
                    <a:pt x="18" y="202"/>
                  </a:lnTo>
                  <a:lnTo>
                    <a:pt x="25" y="205"/>
                  </a:lnTo>
                  <a:lnTo>
                    <a:pt x="32" y="207"/>
                  </a:lnTo>
                  <a:lnTo>
                    <a:pt x="37" y="207"/>
                  </a:lnTo>
                  <a:lnTo>
                    <a:pt x="45" y="207"/>
                  </a:lnTo>
                  <a:lnTo>
                    <a:pt x="52" y="203"/>
                  </a:lnTo>
                  <a:lnTo>
                    <a:pt x="59" y="202"/>
                  </a:lnTo>
                  <a:lnTo>
                    <a:pt x="64" y="196"/>
                  </a:lnTo>
                  <a:lnTo>
                    <a:pt x="69" y="191"/>
                  </a:lnTo>
                  <a:lnTo>
                    <a:pt x="73" y="182"/>
                  </a:lnTo>
                  <a:lnTo>
                    <a:pt x="75" y="175"/>
                  </a:lnTo>
                  <a:lnTo>
                    <a:pt x="77" y="164"/>
                  </a:lnTo>
                  <a:lnTo>
                    <a:pt x="77" y="164"/>
                  </a:lnTo>
                  <a:lnTo>
                    <a:pt x="77" y="0"/>
                  </a:lnTo>
                  <a:lnTo>
                    <a:pt x="0" y="0"/>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24" name="Freeform 210"/>
            <p:cNvSpPr/>
            <p:nvPr/>
          </p:nvSpPr>
          <p:spPr bwMode="auto">
            <a:xfrm>
              <a:off x="6564313" y="1214438"/>
              <a:ext cx="168275" cy="647700"/>
            </a:xfrm>
            <a:custGeom>
              <a:avLst/>
              <a:gdLst>
                <a:gd name="T0" fmla="*/ 106 w 106"/>
                <a:gd name="T1" fmla="*/ 110 h 408"/>
                <a:gd name="T2" fmla="*/ 106 w 106"/>
                <a:gd name="T3" fmla="*/ 73 h 408"/>
                <a:gd name="T4" fmla="*/ 106 w 106"/>
                <a:gd name="T5" fmla="*/ 73 h 408"/>
                <a:gd name="T6" fmla="*/ 106 w 106"/>
                <a:gd name="T7" fmla="*/ 25 h 408"/>
                <a:gd name="T8" fmla="*/ 106 w 106"/>
                <a:gd name="T9" fmla="*/ 0 h 408"/>
                <a:gd name="T10" fmla="*/ 76 w 106"/>
                <a:gd name="T11" fmla="*/ 0 h 408"/>
                <a:gd name="T12" fmla="*/ 76 w 106"/>
                <a:gd name="T13" fmla="*/ 0 h 408"/>
                <a:gd name="T14" fmla="*/ 0 w 106"/>
                <a:gd name="T15" fmla="*/ 0 h 408"/>
                <a:gd name="T16" fmla="*/ 0 w 106"/>
                <a:gd name="T17" fmla="*/ 0 h 408"/>
                <a:gd name="T18" fmla="*/ 1 w 106"/>
                <a:gd name="T19" fmla="*/ 73 h 408"/>
                <a:gd name="T20" fmla="*/ 1 w 106"/>
                <a:gd name="T21" fmla="*/ 110 h 408"/>
                <a:gd name="T22" fmla="*/ 1 w 106"/>
                <a:gd name="T23" fmla="*/ 110 h 408"/>
                <a:gd name="T24" fmla="*/ 1 w 106"/>
                <a:gd name="T25" fmla="*/ 110 h 408"/>
                <a:gd name="T26" fmla="*/ 1 w 106"/>
                <a:gd name="T27" fmla="*/ 347 h 408"/>
                <a:gd name="T28" fmla="*/ 1 w 106"/>
                <a:gd name="T29" fmla="*/ 347 h 408"/>
                <a:gd name="T30" fmla="*/ 1 w 106"/>
                <a:gd name="T31" fmla="*/ 361 h 408"/>
                <a:gd name="T32" fmla="*/ 5 w 106"/>
                <a:gd name="T33" fmla="*/ 374 h 408"/>
                <a:gd name="T34" fmla="*/ 10 w 106"/>
                <a:gd name="T35" fmla="*/ 384 h 408"/>
                <a:gd name="T36" fmla="*/ 17 w 106"/>
                <a:gd name="T37" fmla="*/ 393 h 408"/>
                <a:gd name="T38" fmla="*/ 26 w 106"/>
                <a:gd name="T39" fmla="*/ 400 h 408"/>
                <a:gd name="T40" fmla="*/ 35 w 106"/>
                <a:gd name="T41" fmla="*/ 404 h 408"/>
                <a:gd name="T42" fmla="*/ 44 w 106"/>
                <a:gd name="T43" fmla="*/ 408 h 408"/>
                <a:gd name="T44" fmla="*/ 55 w 106"/>
                <a:gd name="T45" fmla="*/ 408 h 408"/>
                <a:gd name="T46" fmla="*/ 64 w 106"/>
                <a:gd name="T47" fmla="*/ 408 h 408"/>
                <a:gd name="T48" fmla="*/ 73 w 106"/>
                <a:gd name="T49" fmla="*/ 404 h 408"/>
                <a:gd name="T50" fmla="*/ 81 w 106"/>
                <a:gd name="T51" fmla="*/ 399 h 408"/>
                <a:gd name="T52" fmla="*/ 90 w 106"/>
                <a:gd name="T53" fmla="*/ 392 h 408"/>
                <a:gd name="T54" fmla="*/ 98 w 106"/>
                <a:gd name="T55" fmla="*/ 384 h 408"/>
                <a:gd name="T56" fmla="*/ 103 w 106"/>
                <a:gd name="T57" fmla="*/ 374 h 408"/>
                <a:gd name="T58" fmla="*/ 106 w 106"/>
                <a:gd name="T59" fmla="*/ 361 h 408"/>
                <a:gd name="T60" fmla="*/ 106 w 106"/>
                <a:gd name="T61" fmla="*/ 347 h 408"/>
                <a:gd name="T62" fmla="*/ 106 w 106"/>
                <a:gd name="T63" fmla="*/ 347 h 408"/>
                <a:gd name="T64" fmla="*/ 106 w 106"/>
                <a:gd name="T65" fmla="*/ 110 h 408"/>
                <a:gd name="T66" fmla="*/ 106 w 106"/>
                <a:gd name="T67" fmla="*/ 11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408">
                  <a:moveTo>
                    <a:pt x="106" y="110"/>
                  </a:moveTo>
                  <a:lnTo>
                    <a:pt x="106" y="73"/>
                  </a:lnTo>
                  <a:lnTo>
                    <a:pt x="106" y="73"/>
                  </a:lnTo>
                  <a:lnTo>
                    <a:pt x="106" y="25"/>
                  </a:lnTo>
                  <a:lnTo>
                    <a:pt x="106" y="0"/>
                  </a:lnTo>
                  <a:lnTo>
                    <a:pt x="76" y="0"/>
                  </a:lnTo>
                  <a:lnTo>
                    <a:pt x="76" y="0"/>
                  </a:lnTo>
                  <a:lnTo>
                    <a:pt x="0" y="0"/>
                  </a:lnTo>
                  <a:lnTo>
                    <a:pt x="0" y="0"/>
                  </a:lnTo>
                  <a:lnTo>
                    <a:pt x="1" y="73"/>
                  </a:lnTo>
                  <a:lnTo>
                    <a:pt x="1" y="110"/>
                  </a:lnTo>
                  <a:lnTo>
                    <a:pt x="1" y="110"/>
                  </a:lnTo>
                  <a:lnTo>
                    <a:pt x="1" y="110"/>
                  </a:lnTo>
                  <a:lnTo>
                    <a:pt x="1" y="347"/>
                  </a:lnTo>
                  <a:lnTo>
                    <a:pt x="1" y="347"/>
                  </a:lnTo>
                  <a:lnTo>
                    <a:pt x="1" y="361"/>
                  </a:lnTo>
                  <a:lnTo>
                    <a:pt x="5" y="374"/>
                  </a:lnTo>
                  <a:lnTo>
                    <a:pt x="10" y="384"/>
                  </a:lnTo>
                  <a:lnTo>
                    <a:pt x="17" y="393"/>
                  </a:lnTo>
                  <a:lnTo>
                    <a:pt x="26" y="400"/>
                  </a:lnTo>
                  <a:lnTo>
                    <a:pt x="35" y="404"/>
                  </a:lnTo>
                  <a:lnTo>
                    <a:pt x="44" y="408"/>
                  </a:lnTo>
                  <a:lnTo>
                    <a:pt x="55" y="408"/>
                  </a:lnTo>
                  <a:lnTo>
                    <a:pt x="64" y="408"/>
                  </a:lnTo>
                  <a:lnTo>
                    <a:pt x="73" y="404"/>
                  </a:lnTo>
                  <a:lnTo>
                    <a:pt x="81" y="399"/>
                  </a:lnTo>
                  <a:lnTo>
                    <a:pt x="90" y="392"/>
                  </a:lnTo>
                  <a:lnTo>
                    <a:pt x="98" y="384"/>
                  </a:lnTo>
                  <a:lnTo>
                    <a:pt x="103" y="374"/>
                  </a:lnTo>
                  <a:lnTo>
                    <a:pt x="106" y="361"/>
                  </a:lnTo>
                  <a:lnTo>
                    <a:pt x="106" y="347"/>
                  </a:lnTo>
                  <a:lnTo>
                    <a:pt x="106" y="347"/>
                  </a:lnTo>
                  <a:lnTo>
                    <a:pt x="106" y="110"/>
                  </a:lnTo>
                  <a:lnTo>
                    <a:pt x="106" y="110"/>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25" name="Freeform 211"/>
            <p:cNvSpPr/>
            <p:nvPr/>
          </p:nvSpPr>
          <p:spPr bwMode="auto">
            <a:xfrm>
              <a:off x="6591300" y="1501775"/>
              <a:ext cx="119062" cy="328613"/>
            </a:xfrm>
            <a:custGeom>
              <a:avLst/>
              <a:gdLst>
                <a:gd name="T0" fmla="*/ 0 w 75"/>
                <a:gd name="T1" fmla="*/ 0 h 207"/>
                <a:gd name="T2" fmla="*/ 0 w 75"/>
                <a:gd name="T3" fmla="*/ 0 h 207"/>
                <a:gd name="T4" fmla="*/ 0 w 75"/>
                <a:gd name="T5" fmla="*/ 164 h 207"/>
                <a:gd name="T6" fmla="*/ 0 w 75"/>
                <a:gd name="T7" fmla="*/ 164 h 207"/>
                <a:gd name="T8" fmla="*/ 0 w 75"/>
                <a:gd name="T9" fmla="*/ 175 h 207"/>
                <a:gd name="T10" fmla="*/ 2 w 75"/>
                <a:gd name="T11" fmla="*/ 184 h 207"/>
                <a:gd name="T12" fmla="*/ 6 w 75"/>
                <a:gd name="T13" fmla="*/ 191 h 207"/>
                <a:gd name="T14" fmla="*/ 11 w 75"/>
                <a:gd name="T15" fmla="*/ 196 h 207"/>
                <a:gd name="T16" fmla="*/ 16 w 75"/>
                <a:gd name="T17" fmla="*/ 202 h 207"/>
                <a:gd name="T18" fmla="*/ 24 w 75"/>
                <a:gd name="T19" fmla="*/ 205 h 207"/>
                <a:gd name="T20" fmla="*/ 31 w 75"/>
                <a:gd name="T21" fmla="*/ 207 h 207"/>
                <a:gd name="T22" fmla="*/ 38 w 75"/>
                <a:gd name="T23" fmla="*/ 207 h 207"/>
                <a:gd name="T24" fmla="*/ 45 w 75"/>
                <a:gd name="T25" fmla="*/ 207 h 207"/>
                <a:gd name="T26" fmla="*/ 50 w 75"/>
                <a:gd name="T27" fmla="*/ 203 h 207"/>
                <a:gd name="T28" fmla="*/ 57 w 75"/>
                <a:gd name="T29" fmla="*/ 202 h 207"/>
                <a:gd name="T30" fmla="*/ 63 w 75"/>
                <a:gd name="T31" fmla="*/ 196 h 207"/>
                <a:gd name="T32" fmla="*/ 68 w 75"/>
                <a:gd name="T33" fmla="*/ 191 h 207"/>
                <a:gd name="T34" fmla="*/ 72 w 75"/>
                <a:gd name="T35" fmla="*/ 182 h 207"/>
                <a:gd name="T36" fmla="*/ 73 w 75"/>
                <a:gd name="T37" fmla="*/ 175 h 207"/>
                <a:gd name="T38" fmla="*/ 75 w 75"/>
                <a:gd name="T39" fmla="*/ 164 h 207"/>
                <a:gd name="T40" fmla="*/ 75 w 75"/>
                <a:gd name="T41" fmla="*/ 164 h 207"/>
                <a:gd name="T42" fmla="*/ 75 w 75"/>
                <a:gd name="T43" fmla="*/ 0 h 207"/>
                <a:gd name="T44" fmla="*/ 0 w 75"/>
                <a:gd name="T4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5" h="207">
                  <a:moveTo>
                    <a:pt x="0" y="0"/>
                  </a:moveTo>
                  <a:lnTo>
                    <a:pt x="0" y="0"/>
                  </a:lnTo>
                  <a:lnTo>
                    <a:pt x="0" y="164"/>
                  </a:lnTo>
                  <a:lnTo>
                    <a:pt x="0" y="164"/>
                  </a:lnTo>
                  <a:lnTo>
                    <a:pt x="0" y="175"/>
                  </a:lnTo>
                  <a:lnTo>
                    <a:pt x="2" y="184"/>
                  </a:lnTo>
                  <a:lnTo>
                    <a:pt x="6" y="191"/>
                  </a:lnTo>
                  <a:lnTo>
                    <a:pt x="11" y="196"/>
                  </a:lnTo>
                  <a:lnTo>
                    <a:pt x="16" y="202"/>
                  </a:lnTo>
                  <a:lnTo>
                    <a:pt x="24" y="205"/>
                  </a:lnTo>
                  <a:lnTo>
                    <a:pt x="31" y="207"/>
                  </a:lnTo>
                  <a:lnTo>
                    <a:pt x="38" y="207"/>
                  </a:lnTo>
                  <a:lnTo>
                    <a:pt x="45" y="207"/>
                  </a:lnTo>
                  <a:lnTo>
                    <a:pt x="50" y="203"/>
                  </a:lnTo>
                  <a:lnTo>
                    <a:pt x="57" y="202"/>
                  </a:lnTo>
                  <a:lnTo>
                    <a:pt x="63" y="196"/>
                  </a:lnTo>
                  <a:lnTo>
                    <a:pt x="68" y="191"/>
                  </a:lnTo>
                  <a:lnTo>
                    <a:pt x="72" y="182"/>
                  </a:lnTo>
                  <a:lnTo>
                    <a:pt x="73" y="175"/>
                  </a:lnTo>
                  <a:lnTo>
                    <a:pt x="75" y="164"/>
                  </a:lnTo>
                  <a:lnTo>
                    <a:pt x="75" y="164"/>
                  </a:lnTo>
                  <a:lnTo>
                    <a:pt x="75" y="0"/>
                  </a:lnTo>
                  <a:lnTo>
                    <a:pt x="0" y="0"/>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26" name="Rectangle 213"/>
            <p:cNvSpPr>
              <a:spLocks noChangeArrowheads="1"/>
            </p:cNvSpPr>
            <p:nvPr/>
          </p:nvSpPr>
          <p:spPr bwMode="auto">
            <a:xfrm>
              <a:off x="5757863" y="1196975"/>
              <a:ext cx="217487" cy="50800"/>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127" name="Rectangle 214"/>
            <p:cNvSpPr>
              <a:spLocks noChangeArrowheads="1"/>
            </p:cNvSpPr>
            <p:nvPr/>
          </p:nvSpPr>
          <p:spPr bwMode="auto">
            <a:xfrm>
              <a:off x="6151563" y="1196975"/>
              <a:ext cx="217487" cy="50800"/>
            </a:xfrm>
            <a:prstGeom prst="rect">
              <a:avLst/>
            </a:prstGeom>
            <a:solidFill>
              <a:srgbClr val="FFFFFF"/>
            </a:solidFill>
            <a:ln>
              <a:noFill/>
            </a:ln>
          </p:spPr>
          <p:txBody>
            <a:bodyPr vert="horz" wrap="square" lIns="91440" tIns="45720" rIns="91440" bIns="45720" numCol="1" anchor="t" anchorCtr="0" compatLnSpc="1"/>
            <a:lstStyle/>
            <a:p>
              <a:endParaRPr lang="en-US"/>
            </a:p>
          </p:txBody>
        </p:sp>
        <p:sp>
          <p:nvSpPr>
            <p:cNvPr id="128" name="Rectangle 215"/>
            <p:cNvSpPr>
              <a:spLocks noChangeArrowheads="1"/>
            </p:cNvSpPr>
            <p:nvPr/>
          </p:nvSpPr>
          <p:spPr bwMode="auto">
            <a:xfrm>
              <a:off x="6538913" y="1196975"/>
              <a:ext cx="219075" cy="50800"/>
            </a:xfrm>
            <a:prstGeom prst="rect">
              <a:avLst/>
            </a:prstGeom>
            <a:solidFill>
              <a:srgbClr val="FFFFFF"/>
            </a:solidFill>
            <a:ln>
              <a:noFill/>
            </a:ln>
          </p:spPr>
          <p:txBody>
            <a:bodyPr vert="horz" wrap="square" lIns="91440" tIns="45720" rIns="91440" bIns="45720" numCol="1" anchor="t" anchorCtr="0" compatLnSpc="1"/>
            <a:lstStyle/>
            <a:p>
              <a:endParaRPr lang="en-US"/>
            </a:p>
          </p:txBody>
        </p:sp>
      </p:grpSp>
      <p:sp>
        <p:nvSpPr>
          <p:cNvPr id="68"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70"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2"/>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fade">
                                      <p:cBhvr>
                                        <p:cTn id="11" dur="500"/>
                                        <p:tgtEl>
                                          <p:spTgt spid="6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500"/>
                                        <p:tgtEl>
                                          <p:spTgt spid="6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500"/>
                                        <p:tgtEl>
                                          <p:spTgt spid="66"/>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500"/>
                                        <p:tgtEl>
                                          <p:spTgt spid="7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7"/>
                                        </p:tgtEl>
                                        <p:attrNameLst>
                                          <p:attrName>style.visibility</p:attrName>
                                        </p:attrNameLst>
                                      </p:cBhvr>
                                      <p:to>
                                        <p:strVal val="visible"/>
                                      </p:to>
                                    </p:set>
                                    <p:animEffect transition="in" filter="fade">
                                      <p:cBhvr>
                                        <p:cTn id="30" dur="500"/>
                                        <p:tgtEl>
                                          <p:spTgt spid="67"/>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102"/>
                                        </p:tgtEl>
                                        <p:attrNameLst>
                                          <p:attrName>style.visibility</p:attrName>
                                        </p:attrNameLst>
                                      </p:cBhvr>
                                      <p:to>
                                        <p:strVal val="visible"/>
                                      </p:to>
                                    </p:set>
                                    <p:animEffect transition="in" filter="fade">
                                      <p:cBhvr>
                                        <p:cTn id="34" dur="500"/>
                                        <p:tgtEl>
                                          <p:spTgt spid="10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118"/>
                                        </p:tgtEl>
                                        <p:attrNameLst>
                                          <p:attrName>style.visibility</p:attrName>
                                        </p:attrNameLst>
                                      </p:cBhvr>
                                      <p:to>
                                        <p:strVal val="visible"/>
                                      </p:to>
                                    </p:set>
                                    <p:animEffect transition="in" filter="fade">
                                      <p:cBhvr>
                                        <p:cTn id="41" dur="500"/>
                                        <p:tgtEl>
                                          <p:spTgt spid="1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fade">
                                      <p:cBhvr>
                                        <p:cTn id="44" dur="500"/>
                                        <p:tgtEl>
                                          <p:spTgt spid="71"/>
                                        </p:tgtEl>
                                      </p:cBhvr>
                                    </p:animEffect>
                                  </p:childTnLst>
                                </p:cTn>
                              </p:par>
                            </p:childTnLst>
                          </p:cTn>
                        </p:par>
                        <p:par>
                          <p:cTn id="45" fill="hold">
                            <p:stCondLst>
                              <p:cond delay="4000"/>
                            </p:stCondLst>
                            <p:childTnLst>
                              <p:par>
                                <p:cTn id="46" presetID="10" presetClass="entr" presetSubtype="0" fill="hold" nodeType="after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fade">
                                      <p:cBhvr>
                                        <p:cTn id="48" dur="500"/>
                                        <p:tgtEl>
                                          <p:spTgt spid="8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fade">
                                      <p:cBhvr>
                                        <p:cTn id="5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63" grpId="0"/>
      <p:bldP spid="64" grpId="0"/>
      <p:bldP spid="65" grpId="0"/>
      <p:bldP spid="66" grpId="0"/>
      <p:bldP spid="67" grpId="0"/>
      <p:bldP spid="69" grpId="0"/>
      <p:bldP spid="71" grpId="0"/>
      <p:bldP spid="7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0" y="6283842"/>
            <a:ext cx="12192000" cy="574158"/>
          </a:xfrm>
          <a:prstGeom prst="rect">
            <a:avLst/>
          </a:prstGeom>
          <a:solidFill>
            <a:schemeClr val="bg1">
              <a:lumMod val="9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93" name="Group 192"/>
          <p:cNvGrpSpPr/>
          <p:nvPr/>
        </p:nvGrpSpPr>
        <p:grpSpPr>
          <a:xfrm>
            <a:off x="1190356" y="2634737"/>
            <a:ext cx="4867418" cy="3839064"/>
            <a:chOff x="1190356" y="2634737"/>
            <a:chExt cx="4867418" cy="3839064"/>
          </a:xfrm>
        </p:grpSpPr>
        <p:sp>
          <p:nvSpPr>
            <p:cNvPr id="138" name="TextBox 137"/>
            <p:cNvSpPr txBox="1"/>
            <p:nvPr/>
          </p:nvSpPr>
          <p:spPr>
            <a:xfrm>
              <a:off x="1216843" y="3919256"/>
              <a:ext cx="4840931" cy="2554545"/>
            </a:xfrm>
            <a:prstGeom prst="rect">
              <a:avLst/>
            </a:prstGeom>
            <a:noFill/>
          </p:spPr>
          <p:txBody>
            <a:bodyPr wrap="square" rtlCol="0">
              <a:spAutoFit/>
            </a:bodyPr>
            <a:lstStyle/>
            <a:p>
              <a:r>
                <a:rPr lang="zh-CN" altLang="en-US" sz="1600" dirty="0">
                  <a:solidFill>
                    <a:schemeClr val="bg1"/>
                  </a:solidFill>
                </a:rPr>
                <a:t>文字内容文字文字内容文字内容文字内容文字内容文字内文字</a:t>
              </a:r>
              <a:r>
                <a:rPr lang="zh-CN" altLang="en-US" sz="1600" dirty="0" smtClean="0">
                  <a:solidFill>
                    <a:schemeClr val="bg1"/>
                  </a:solidFill>
                </a:rPr>
                <a:t>内容</a:t>
              </a:r>
              <a:r>
                <a:rPr lang="zh-CN" altLang="en-US" sz="1600" dirty="0">
                  <a:solidFill>
                    <a:schemeClr val="bg1"/>
                  </a:solidFill>
                </a:rPr>
                <a:t>文字内容文字文字内容文字内容文字内容文字内容文字内文字内容</a:t>
              </a:r>
              <a:endParaRPr lang="en-US" altLang="zh-CN" sz="1600" dirty="0">
                <a:solidFill>
                  <a:schemeClr val="bg1"/>
                </a:solidFill>
              </a:endParaRPr>
            </a:p>
            <a:p>
              <a:r>
                <a:rPr lang="zh-CN" altLang="en-US" sz="1600" dirty="0">
                  <a:solidFill>
                    <a:schemeClr val="bg1"/>
                  </a:solidFill>
                </a:rPr>
                <a:t>文字内容文字文字内容文字内容文字内容文字内容文字内文字内容</a:t>
              </a:r>
              <a:endParaRPr lang="en-US" altLang="zh-CN" sz="1600" dirty="0">
                <a:solidFill>
                  <a:schemeClr val="bg1"/>
                </a:solidFill>
              </a:endParaRPr>
            </a:p>
            <a:p>
              <a:r>
                <a:rPr lang="zh-CN" altLang="en-US" sz="1600" dirty="0">
                  <a:solidFill>
                    <a:schemeClr val="bg1"/>
                  </a:solidFill>
                </a:rPr>
                <a:t>文字内容文字文字内容文字内容文字内容文字内容文字内文字内容</a:t>
              </a:r>
              <a:endParaRPr lang="en-US" altLang="zh-CN" sz="1600" dirty="0">
                <a:solidFill>
                  <a:schemeClr val="bg1"/>
                </a:solidFill>
              </a:endParaRPr>
            </a:p>
            <a:p>
              <a:r>
                <a:rPr lang="zh-CN" altLang="en-US" sz="1600" dirty="0">
                  <a:solidFill>
                    <a:schemeClr val="bg1"/>
                  </a:solidFill>
                </a:rPr>
                <a:t>文字内容文字文字内容文字内容文字内容文字内容文字内文字内容</a:t>
              </a:r>
              <a:endParaRPr lang="en-US" altLang="zh-CN" sz="1600" dirty="0">
                <a:solidFill>
                  <a:schemeClr val="bg1"/>
                </a:solidFill>
              </a:endParaRPr>
            </a:p>
            <a:p>
              <a:endParaRPr lang="en-US" altLang="zh-CN" sz="1600" dirty="0">
                <a:solidFill>
                  <a:schemeClr val="bg1"/>
                </a:solidFill>
              </a:endParaRPr>
            </a:p>
          </p:txBody>
        </p:sp>
        <p:sp>
          <p:nvSpPr>
            <p:cNvPr id="140" name="TextBox 139"/>
            <p:cNvSpPr txBox="1"/>
            <p:nvPr/>
          </p:nvSpPr>
          <p:spPr>
            <a:xfrm>
              <a:off x="2629195" y="2634737"/>
              <a:ext cx="3355504" cy="584775"/>
            </a:xfrm>
            <a:prstGeom prst="rect">
              <a:avLst/>
            </a:prstGeom>
            <a:noFill/>
          </p:spPr>
          <p:txBody>
            <a:bodyPr wrap="square" rtlCol="0">
              <a:spAutoFit/>
            </a:bodyPr>
            <a:lstStyle/>
            <a:p>
              <a:r>
                <a:rPr lang="zh-CN" altLang="en-US" sz="1600" dirty="0">
                  <a:solidFill>
                    <a:schemeClr val="bg1"/>
                  </a:solidFill>
                </a:rPr>
                <a:t>文字内容文字文字内容文字内容文字内容文字内容文字内文字内容</a:t>
              </a:r>
              <a:endParaRPr lang="en-US" altLang="zh-CN" sz="1600" dirty="0">
                <a:solidFill>
                  <a:schemeClr val="bg1"/>
                </a:solidFill>
              </a:endParaRPr>
            </a:p>
          </p:txBody>
        </p:sp>
        <p:sp>
          <p:nvSpPr>
            <p:cNvPr id="141" name="TextBox 140"/>
            <p:cNvSpPr txBox="1"/>
            <p:nvPr/>
          </p:nvSpPr>
          <p:spPr>
            <a:xfrm>
              <a:off x="1190356" y="2861076"/>
              <a:ext cx="1513556" cy="769441"/>
            </a:xfrm>
            <a:prstGeom prst="rect">
              <a:avLst/>
            </a:prstGeom>
            <a:noFill/>
          </p:spPr>
          <p:txBody>
            <a:bodyPr wrap="none" rtlCol="0">
              <a:spAutoFit/>
            </a:bodyPr>
            <a:lstStyle/>
            <a:p>
              <a:r>
                <a:rPr lang="id-ID" sz="4400" b="1" dirty="0">
                  <a:solidFill>
                    <a:schemeClr val="bg1"/>
                  </a:solidFill>
                  <a:latin typeface="Montserrat" panose="00000500000000000000" pitchFamily="50" charset="0"/>
                </a:rPr>
                <a:t>90%</a:t>
              </a:r>
              <a:endParaRPr lang="id-ID" sz="4400" b="1" dirty="0">
                <a:solidFill>
                  <a:schemeClr val="bg1"/>
                </a:solidFill>
                <a:latin typeface="Montserrat" panose="00000500000000000000" pitchFamily="50" charset="0"/>
              </a:endParaRPr>
            </a:p>
          </p:txBody>
        </p:sp>
      </p:grpSp>
      <p:sp>
        <p:nvSpPr>
          <p:cNvPr id="49" name="Freeform 48"/>
          <p:cNvSpPr/>
          <p:nvPr/>
        </p:nvSpPr>
        <p:spPr>
          <a:xfrm>
            <a:off x="6199748" y="6271827"/>
            <a:ext cx="2450273" cy="574158"/>
          </a:xfrm>
          <a:custGeom>
            <a:avLst/>
            <a:gdLst>
              <a:gd name="connsiteX0" fmla="*/ 0 w 2450273"/>
              <a:gd name="connsiteY0" fmla="*/ 0 h 574158"/>
              <a:gd name="connsiteX1" fmla="*/ 2450273 w 2450273"/>
              <a:gd name="connsiteY1" fmla="*/ 0 h 574158"/>
              <a:gd name="connsiteX2" fmla="*/ 2450273 w 2450273"/>
              <a:gd name="connsiteY2" fmla="*/ 574158 h 574158"/>
              <a:gd name="connsiteX3" fmla="*/ 451564 w 2450273"/>
              <a:gd name="connsiteY3" fmla="*/ 574158 h 574158"/>
              <a:gd name="connsiteX4" fmla="*/ 0 w 2450273"/>
              <a:gd name="connsiteY4" fmla="*/ 0 h 574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0273" h="574158">
                <a:moveTo>
                  <a:pt x="0" y="0"/>
                </a:moveTo>
                <a:lnTo>
                  <a:pt x="2450273" y="0"/>
                </a:lnTo>
                <a:lnTo>
                  <a:pt x="2450273" y="574158"/>
                </a:lnTo>
                <a:lnTo>
                  <a:pt x="451564" y="574158"/>
                </a:lnTo>
                <a:lnTo>
                  <a:pt x="0" y="0"/>
                </a:lnTo>
                <a:close/>
              </a:path>
            </a:pathLst>
          </a:custGeom>
          <a:solidFill>
            <a:schemeClr val="bg1">
              <a:lumMod val="8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0" name="Group 49"/>
          <p:cNvGrpSpPr/>
          <p:nvPr/>
        </p:nvGrpSpPr>
        <p:grpSpPr>
          <a:xfrm>
            <a:off x="10774771" y="2376847"/>
            <a:ext cx="1417229" cy="4481153"/>
            <a:chOff x="10774771" y="2376847"/>
            <a:chExt cx="1417229" cy="4481153"/>
          </a:xfrm>
        </p:grpSpPr>
        <p:sp>
          <p:nvSpPr>
            <p:cNvPr id="51" name="Rectangle 5"/>
            <p:cNvSpPr>
              <a:spLocks noChangeArrowheads="1"/>
            </p:cNvSpPr>
            <p:nvPr/>
          </p:nvSpPr>
          <p:spPr bwMode="auto">
            <a:xfrm>
              <a:off x="11245724" y="2923196"/>
              <a:ext cx="946276" cy="3934804"/>
            </a:xfrm>
            <a:prstGeom prst="rect">
              <a:avLst/>
            </a:prstGeom>
            <a:solidFill>
              <a:schemeClr val="accent5"/>
            </a:solidFill>
            <a:ln>
              <a:noFill/>
            </a:ln>
          </p:spPr>
          <p:txBody>
            <a:bodyPr vert="horz" wrap="square" lIns="91440" tIns="45720" rIns="91440" bIns="45720" numCol="1" anchor="t" anchorCtr="0" compatLnSpc="1"/>
            <a:lstStyle/>
            <a:p>
              <a:endParaRPr lang="id-ID"/>
            </a:p>
          </p:txBody>
        </p:sp>
        <p:sp>
          <p:nvSpPr>
            <p:cNvPr id="52" name="Freeform 6"/>
            <p:cNvSpPr/>
            <p:nvPr/>
          </p:nvSpPr>
          <p:spPr bwMode="auto">
            <a:xfrm>
              <a:off x="10774771" y="2376847"/>
              <a:ext cx="470953" cy="1099254"/>
            </a:xfrm>
            <a:custGeom>
              <a:avLst/>
              <a:gdLst>
                <a:gd name="T0" fmla="*/ 431 w 431"/>
                <a:gd name="T1" fmla="*/ 500 h 1006"/>
                <a:gd name="T2" fmla="*/ 0 w 431"/>
                <a:gd name="T3" fmla="*/ 0 h 1006"/>
                <a:gd name="T4" fmla="*/ 0 w 431"/>
                <a:gd name="T5" fmla="*/ 507 h 1006"/>
                <a:gd name="T6" fmla="*/ 431 w 431"/>
                <a:gd name="T7" fmla="*/ 1006 h 1006"/>
                <a:gd name="T8" fmla="*/ 431 w 431"/>
                <a:gd name="T9" fmla="*/ 500 h 1006"/>
              </a:gdLst>
              <a:ahLst/>
              <a:cxnLst>
                <a:cxn ang="0">
                  <a:pos x="T0" y="T1"/>
                </a:cxn>
                <a:cxn ang="0">
                  <a:pos x="T2" y="T3"/>
                </a:cxn>
                <a:cxn ang="0">
                  <a:pos x="T4" y="T5"/>
                </a:cxn>
                <a:cxn ang="0">
                  <a:pos x="T6" y="T7"/>
                </a:cxn>
                <a:cxn ang="0">
                  <a:pos x="T8" y="T9"/>
                </a:cxn>
              </a:cxnLst>
              <a:rect l="0" t="0" r="r" b="b"/>
              <a:pathLst>
                <a:path w="431" h="1006">
                  <a:moveTo>
                    <a:pt x="431" y="500"/>
                  </a:moveTo>
                  <a:lnTo>
                    <a:pt x="0" y="0"/>
                  </a:lnTo>
                  <a:lnTo>
                    <a:pt x="0" y="507"/>
                  </a:lnTo>
                  <a:lnTo>
                    <a:pt x="431" y="1006"/>
                  </a:lnTo>
                  <a:lnTo>
                    <a:pt x="431" y="500"/>
                  </a:lnTo>
                  <a:close/>
                </a:path>
              </a:pathLst>
            </a:custGeom>
            <a:solidFill>
              <a:schemeClr val="accent5">
                <a:lumMod val="75000"/>
              </a:schemeClr>
            </a:solidFill>
            <a:ln>
              <a:noFill/>
            </a:ln>
          </p:spPr>
          <p:txBody>
            <a:bodyPr vert="horz" wrap="square" lIns="91440" tIns="45720" rIns="91440" bIns="45720" numCol="1" anchor="t" anchorCtr="0" compatLnSpc="1"/>
            <a:lstStyle/>
            <a:p>
              <a:endParaRPr lang="id-ID"/>
            </a:p>
          </p:txBody>
        </p:sp>
        <p:sp>
          <p:nvSpPr>
            <p:cNvPr id="53" name="Freeform 7"/>
            <p:cNvSpPr/>
            <p:nvPr/>
          </p:nvSpPr>
          <p:spPr bwMode="auto">
            <a:xfrm>
              <a:off x="10774771" y="2376847"/>
              <a:ext cx="1417229" cy="546349"/>
            </a:xfrm>
            <a:custGeom>
              <a:avLst/>
              <a:gdLst>
                <a:gd name="T0" fmla="*/ 864 w 1297"/>
                <a:gd name="T1" fmla="*/ 0 h 500"/>
                <a:gd name="T2" fmla="*/ 0 w 1297"/>
                <a:gd name="T3" fmla="*/ 0 h 500"/>
                <a:gd name="T4" fmla="*/ 431 w 1297"/>
                <a:gd name="T5" fmla="*/ 500 h 500"/>
                <a:gd name="T6" fmla="*/ 1297 w 1297"/>
                <a:gd name="T7" fmla="*/ 500 h 500"/>
                <a:gd name="T8" fmla="*/ 864 w 1297"/>
                <a:gd name="T9" fmla="*/ 0 h 500"/>
              </a:gdLst>
              <a:ahLst/>
              <a:cxnLst>
                <a:cxn ang="0">
                  <a:pos x="T0" y="T1"/>
                </a:cxn>
                <a:cxn ang="0">
                  <a:pos x="T2" y="T3"/>
                </a:cxn>
                <a:cxn ang="0">
                  <a:pos x="T4" y="T5"/>
                </a:cxn>
                <a:cxn ang="0">
                  <a:pos x="T6" y="T7"/>
                </a:cxn>
                <a:cxn ang="0">
                  <a:pos x="T8" y="T9"/>
                </a:cxn>
              </a:cxnLst>
              <a:rect l="0" t="0" r="r" b="b"/>
              <a:pathLst>
                <a:path w="1297" h="500">
                  <a:moveTo>
                    <a:pt x="864" y="0"/>
                  </a:moveTo>
                  <a:lnTo>
                    <a:pt x="0" y="0"/>
                  </a:lnTo>
                  <a:lnTo>
                    <a:pt x="431" y="500"/>
                  </a:lnTo>
                  <a:lnTo>
                    <a:pt x="1297" y="500"/>
                  </a:lnTo>
                  <a:lnTo>
                    <a:pt x="864" y="0"/>
                  </a:lnTo>
                  <a:close/>
                </a:path>
              </a:pathLst>
            </a:custGeom>
            <a:solidFill>
              <a:schemeClr val="accent5">
                <a:lumMod val="60000"/>
                <a:lumOff val="40000"/>
              </a:schemeClr>
            </a:solidFill>
            <a:ln>
              <a:noFill/>
            </a:ln>
          </p:spPr>
          <p:txBody>
            <a:bodyPr vert="horz" wrap="square" lIns="91440" tIns="45720" rIns="91440" bIns="45720" numCol="1" anchor="t" anchorCtr="0" compatLnSpc="1"/>
            <a:lstStyle/>
            <a:p>
              <a:endParaRPr lang="id-ID"/>
            </a:p>
          </p:txBody>
        </p:sp>
      </p:grpSp>
      <p:grpSp>
        <p:nvGrpSpPr>
          <p:cNvPr id="56" name="Group 55"/>
          <p:cNvGrpSpPr/>
          <p:nvPr/>
        </p:nvGrpSpPr>
        <p:grpSpPr>
          <a:xfrm>
            <a:off x="9828495" y="2930844"/>
            <a:ext cx="1417229" cy="3927156"/>
            <a:chOff x="9828495" y="2930844"/>
            <a:chExt cx="1417229" cy="3927156"/>
          </a:xfrm>
        </p:grpSpPr>
        <p:sp>
          <p:nvSpPr>
            <p:cNvPr id="57" name="Rectangle 10"/>
            <p:cNvSpPr>
              <a:spLocks noChangeArrowheads="1"/>
            </p:cNvSpPr>
            <p:nvPr/>
          </p:nvSpPr>
          <p:spPr bwMode="auto">
            <a:xfrm>
              <a:off x="10301633" y="3476101"/>
              <a:ext cx="944091" cy="3381899"/>
            </a:xfrm>
            <a:prstGeom prst="rect">
              <a:avLst/>
            </a:prstGeom>
            <a:solidFill>
              <a:schemeClr val="accent4"/>
            </a:solidFill>
            <a:ln>
              <a:noFill/>
            </a:ln>
          </p:spPr>
          <p:txBody>
            <a:bodyPr vert="horz" wrap="square" lIns="91440" tIns="45720" rIns="91440" bIns="45720" numCol="1" anchor="t" anchorCtr="0" compatLnSpc="1"/>
            <a:lstStyle/>
            <a:p>
              <a:endParaRPr lang="id-ID"/>
            </a:p>
          </p:txBody>
        </p:sp>
        <p:sp>
          <p:nvSpPr>
            <p:cNvPr id="58" name="Freeform 11"/>
            <p:cNvSpPr/>
            <p:nvPr/>
          </p:nvSpPr>
          <p:spPr bwMode="auto">
            <a:xfrm>
              <a:off x="9828495" y="2930844"/>
              <a:ext cx="473138" cy="1098161"/>
            </a:xfrm>
            <a:custGeom>
              <a:avLst/>
              <a:gdLst>
                <a:gd name="T0" fmla="*/ 433 w 433"/>
                <a:gd name="T1" fmla="*/ 499 h 1005"/>
                <a:gd name="T2" fmla="*/ 0 w 433"/>
                <a:gd name="T3" fmla="*/ 0 h 1005"/>
                <a:gd name="T4" fmla="*/ 0 w 433"/>
                <a:gd name="T5" fmla="*/ 506 h 1005"/>
                <a:gd name="T6" fmla="*/ 433 w 433"/>
                <a:gd name="T7" fmla="*/ 1005 h 1005"/>
                <a:gd name="T8" fmla="*/ 433 w 433"/>
                <a:gd name="T9" fmla="*/ 499 h 1005"/>
              </a:gdLst>
              <a:ahLst/>
              <a:cxnLst>
                <a:cxn ang="0">
                  <a:pos x="T0" y="T1"/>
                </a:cxn>
                <a:cxn ang="0">
                  <a:pos x="T2" y="T3"/>
                </a:cxn>
                <a:cxn ang="0">
                  <a:pos x="T4" y="T5"/>
                </a:cxn>
                <a:cxn ang="0">
                  <a:pos x="T6" y="T7"/>
                </a:cxn>
                <a:cxn ang="0">
                  <a:pos x="T8" y="T9"/>
                </a:cxn>
              </a:cxnLst>
              <a:rect l="0" t="0" r="r" b="b"/>
              <a:pathLst>
                <a:path w="433" h="1005">
                  <a:moveTo>
                    <a:pt x="433" y="499"/>
                  </a:moveTo>
                  <a:lnTo>
                    <a:pt x="0" y="0"/>
                  </a:lnTo>
                  <a:lnTo>
                    <a:pt x="0" y="506"/>
                  </a:lnTo>
                  <a:lnTo>
                    <a:pt x="433" y="1005"/>
                  </a:lnTo>
                  <a:lnTo>
                    <a:pt x="433" y="499"/>
                  </a:lnTo>
                  <a:close/>
                </a:path>
              </a:pathLst>
            </a:custGeom>
            <a:solidFill>
              <a:schemeClr val="accent4">
                <a:lumMod val="75000"/>
              </a:schemeClr>
            </a:solidFill>
            <a:ln>
              <a:noFill/>
            </a:ln>
          </p:spPr>
          <p:txBody>
            <a:bodyPr vert="horz" wrap="square" lIns="91440" tIns="45720" rIns="91440" bIns="45720" numCol="1" anchor="t" anchorCtr="0" compatLnSpc="1"/>
            <a:lstStyle/>
            <a:p>
              <a:endParaRPr lang="id-ID"/>
            </a:p>
          </p:txBody>
        </p:sp>
        <p:sp>
          <p:nvSpPr>
            <p:cNvPr id="59" name="Freeform 12"/>
            <p:cNvSpPr/>
            <p:nvPr/>
          </p:nvSpPr>
          <p:spPr bwMode="auto">
            <a:xfrm>
              <a:off x="9828495" y="2930844"/>
              <a:ext cx="1417229" cy="545256"/>
            </a:xfrm>
            <a:custGeom>
              <a:avLst/>
              <a:gdLst>
                <a:gd name="T0" fmla="*/ 866 w 1297"/>
                <a:gd name="T1" fmla="*/ 0 h 499"/>
                <a:gd name="T2" fmla="*/ 0 w 1297"/>
                <a:gd name="T3" fmla="*/ 0 h 499"/>
                <a:gd name="T4" fmla="*/ 433 w 1297"/>
                <a:gd name="T5" fmla="*/ 499 h 499"/>
                <a:gd name="T6" fmla="*/ 1297 w 1297"/>
                <a:gd name="T7" fmla="*/ 499 h 499"/>
                <a:gd name="T8" fmla="*/ 866 w 1297"/>
                <a:gd name="T9" fmla="*/ 0 h 499"/>
              </a:gdLst>
              <a:ahLst/>
              <a:cxnLst>
                <a:cxn ang="0">
                  <a:pos x="T0" y="T1"/>
                </a:cxn>
                <a:cxn ang="0">
                  <a:pos x="T2" y="T3"/>
                </a:cxn>
                <a:cxn ang="0">
                  <a:pos x="T4" y="T5"/>
                </a:cxn>
                <a:cxn ang="0">
                  <a:pos x="T6" y="T7"/>
                </a:cxn>
                <a:cxn ang="0">
                  <a:pos x="T8" y="T9"/>
                </a:cxn>
              </a:cxnLst>
              <a:rect l="0" t="0" r="r" b="b"/>
              <a:pathLst>
                <a:path w="1297" h="499">
                  <a:moveTo>
                    <a:pt x="866" y="0"/>
                  </a:moveTo>
                  <a:lnTo>
                    <a:pt x="0" y="0"/>
                  </a:lnTo>
                  <a:lnTo>
                    <a:pt x="433" y="499"/>
                  </a:lnTo>
                  <a:lnTo>
                    <a:pt x="1297" y="499"/>
                  </a:lnTo>
                  <a:lnTo>
                    <a:pt x="866" y="0"/>
                  </a:lnTo>
                  <a:close/>
                </a:path>
              </a:pathLst>
            </a:custGeom>
            <a:solidFill>
              <a:schemeClr val="accent4">
                <a:lumMod val="60000"/>
                <a:lumOff val="40000"/>
              </a:schemeClr>
            </a:solidFill>
            <a:ln>
              <a:noFill/>
            </a:ln>
          </p:spPr>
          <p:txBody>
            <a:bodyPr vert="horz" wrap="square" lIns="91440" tIns="45720" rIns="91440" bIns="45720" numCol="1" anchor="t" anchorCtr="0" compatLnSpc="1"/>
            <a:lstStyle/>
            <a:p>
              <a:endParaRPr lang="id-ID"/>
            </a:p>
          </p:txBody>
        </p:sp>
      </p:grpSp>
      <p:grpSp>
        <p:nvGrpSpPr>
          <p:cNvPr id="62" name="Group 61"/>
          <p:cNvGrpSpPr/>
          <p:nvPr/>
        </p:nvGrpSpPr>
        <p:grpSpPr>
          <a:xfrm>
            <a:off x="8885497" y="3483749"/>
            <a:ext cx="1416136" cy="3374251"/>
            <a:chOff x="8885497" y="3483749"/>
            <a:chExt cx="1416136" cy="3374251"/>
          </a:xfrm>
        </p:grpSpPr>
        <p:sp>
          <p:nvSpPr>
            <p:cNvPr id="63" name="Freeform 15"/>
            <p:cNvSpPr/>
            <p:nvPr/>
          </p:nvSpPr>
          <p:spPr bwMode="auto">
            <a:xfrm>
              <a:off x="8885497" y="3483749"/>
              <a:ext cx="473138" cy="1099254"/>
            </a:xfrm>
            <a:custGeom>
              <a:avLst/>
              <a:gdLst>
                <a:gd name="T0" fmla="*/ 433 w 433"/>
                <a:gd name="T1" fmla="*/ 499 h 1006"/>
                <a:gd name="T2" fmla="*/ 0 w 433"/>
                <a:gd name="T3" fmla="*/ 0 h 1006"/>
                <a:gd name="T4" fmla="*/ 0 w 433"/>
                <a:gd name="T5" fmla="*/ 506 h 1006"/>
                <a:gd name="T6" fmla="*/ 433 w 433"/>
                <a:gd name="T7" fmla="*/ 1006 h 1006"/>
                <a:gd name="T8" fmla="*/ 433 w 433"/>
                <a:gd name="T9" fmla="*/ 499 h 1006"/>
              </a:gdLst>
              <a:ahLst/>
              <a:cxnLst>
                <a:cxn ang="0">
                  <a:pos x="T0" y="T1"/>
                </a:cxn>
                <a:cxn ang="0">
                  <a:pos x="T2" y="T3"/>
                </a:cxn>
                <a:cxn ang="0">
                  <a:pos x="T4" y="T5"/>
                </a:cxn>
                <a:cxn ang="0">
                  <a:pos x="T6" y="T7"/>
                </a:cxn>
                <a:cxn ang="0">
                  <a:pos x="T8" y="T9"/>
                </a:cxn>
              </a:cxnLst>
              <a:rect l="0" t="0" r="r" b="b"/>
              <a:pathLst>
                <a:path w="433" h="1006">
                  <a:moveTo>
                    <a:pt x="433" y="499"/>
                  </a:moveTo>
                  <a:lnTo>
                    <a:pt x="0" y="0"/>
                  </a:lnTo>
                  <a:lnTo>
                    <a:pt x="0" y="506"/>
                  </a:lnTo>
                  <a:lnTo>
                    <a:pt x="433" y="1006"/>
                  </a:lnTo>
                  <a:lnTo>
                    <a:pt x="433" y="499"/>
                  </a:lnTo>
                  <a:close/>
                </a:path>
              </a:pathLst>
            </a:custGeom>
            <a:solidFill>
              <a:schemeClr val="accent3">
                <a:lumMod val="75000"/>
              </a:schemeClr>
            </a:solidFill>
            <a:ln>
              <a:noFill/>
            </a:ln>
          </p:spPr>
          <p:txBody>
            <a:bodyPr vert="horz" wrap="square" lIns="91440" tIns="45720" rIns="91440" bIns="45720" numCol="1" anchor="t" anchorCtr="0" compatLnSpc="1"/>
            <a:lstStyle/>
            <a:p>
              <a:endParaRPr lang="id-ID"/>
            </a:p>
          </p:txBody>
        </p:sp>
        <p:grpSp>
          <p:nvGrpSpPr>
            <p:cNvPr id="64" name="Group 63"/>
            <p:cNvGrpSpPr/>
            <p:nvPr/>
          </p:nvGrpSpPr>
          <p:grpSpPr>
            <a:xfrm>
              <a:off x="8885497" y="3483749"/>
              <a:ext cx="1416136" cy="3374251"/>
              <a:chOff x="8885497" y="3483749"/>
              <a:chExt cx="1416136" cy="3374251"/>
            </a:xfrm>
          </p:grpSpPr>
          <p:sp>
            <p:nvSpPr>
              <p:cNvPr id="65" name="Rectangle 16"/>
              <p:cNvSpPr>
                <a:spLocks noChangeArrowheads="1"/>
              </p:cNvSpPr>
              <p:nvPr/>
            </p:nvSpPr>
            <p:spPr bwMode="auto">
              <a:xfrm>
                <a:off x="9358635" y="4029006"/>
                <a:ext cx="942998" cy="2828994"/>
              </a:xfrm>
              <a:prstGeom prst="rect">
                <a:avLst/>
              </a:prstGeom>
              <a:solidFill>
                <a:schemeClr val="accent3"/>
              </a:solidFill>
              <a:ln>
                <a:noFill/>
              </a:ln>
            </p:spPr>
            <p:txBody>
              <a:bodyPr vert="horz" wrap="square" lIns="91440" tIns="45720" rIns="91440" bIns="45720" numCol="1" anchor="t" anchorCtr="0" compatLnSpc="1"/>
              <a:lstStyle/>
              <a:p>
                <a:endParaRPr lang="id-ID"/>
              </a:p>
            </p:txBody>
          </p:sp>
          <p:sp>
            <p:nvSpPr>
              <p:cNvPr id="66" name="Freeform 17"/>
              <p:cNvSpPr/>
              <p:nvPr/>
            </p:nvSpPr>
            <p:spPr bwMode="auto">
              <a:xfrm>
                <a:off x="8885497" y="3483749"/>
                <a:ext cx="1416136" cy="545256"/>
              </a:xfrm>
              <a:custGeom>
                <a:avLst/>
                <a:gdLst>
                  <a:gd name="T0" fmla="*/ 863 w 1296"/>
                  <a:gd name="T1" fmla="*/ 0 h 499"/>
                  <a:gd name="T2" fmla="*/ 0 w 1296"/>
                  <a:gd name="T3" fmla="*/ 0 h 499"/>
                  <a:gd name="T4" fmla="*/ 433 w 1296"/>
                  <a:gd name="T5" fmla="*/ 499 h 499"/>
                  <a:gd name="T6" fmla="*/ 1296 w 1296"/>
                  <a:gd name="T7" fmla="*/ 499 h 499"/>
                  <a:gd name="T8" fmla="*/ 863 w 1296"/>
                  <a:gd name="T9" fmla="*/ 0 h 499"/>
                </a:gdLst>
                <a:ahLst/>
                <a:cxnLst>
                  <a:cxn ang="0">
                    <a:pos x="T0" y="T1"/>
                  </a:cxn>
                  <a:cxn ang="0">
                    <a:pos x="T2" y="T3"/>
                  </a:cxn>
                  <a:cxn ang="0">
                    <a:pos x="T4" y="T5"/>
                  </a:cxn>
                  <a:cxn ang="0">
                    <a:pos x="T6" y="T7"/>
                  </a:cxn>
                  <a:cxn ang="0">
                    <a:pos x="T8" y="T9"/>
                  </a:cxn>
                </a:cxnLst>
                <a:rect l="0" t="0" r="r" b="b"/>
                <a:pathLst>
                  <a:path w="1296" h="499">
                    <a:moveTo>
                      <a:pt x="863" y="0"/>
                    </a:moveTo>
                    <a:lnTo>
                      <a:pt x="0" y="0"/>
                    </a:lnTo>
                    <a:lnTo>
                      <a:pt x="433" y="499"/>
                    </a:lnTo>
                    <a:lnTo>
                      <a:pt x="1296" y="499"/>
                    </a:lnTo>
                    <a:lnTo>
                      <a:pt x="863" y="0"/>
                    </a:lnTo>
                    <a:close/>
                  </a:path>
                </a:pathLst>
              </a:custGeom>
              <a:solidFill>
                <a:schemeClr val="accent3">
                  <a:lumMod val="60000"/>
                  <a:lumOff val="40000"/>
                </a:schemeClr>
              </a:solidFill>
              <a:ln>
                <a:noFill/>
              </a:ln>
            </p:spPr>
            <p:txBody>
              <a:bodyPr vert="horz" wrap="square" lIns="91440" tIns="45720" rIns="91440" bIns="45720" numCol="1" anchor="t" anchorCtr="0" compatLnSpc="1"/>
              <a:lstStyle/>
              <a:p>
                <a:endParaRPr lang="id-ID"/>
              </a:p>
            </p:txBody>
          </p:sp>
        </p:grpSp>
      </p:grpSp>
      <p:grpSp>
        <p:nvGrpSpPr>
          <p:cNvPr id="69" name="Group 68"/>
          <p:cNvGrpSpPr/>
          <p:nvPr/>
        </p:nvGrpSpPr>
        <p:grpSpPr>
          <a:xfrm>
            <a:off x="7941407" y="4036654"/>
            <a:ext cx="1417229" cy="2821346"/>
            <a:chOff x="7941407" y="4036654"/>
            <a:chExt cx="1417229" cy="2821346"/>
          </a:xfrm>
        </p:grpSpPr>
        <p:sp>
          <p:nvSpPr>
            <p:cNvPr id="70" name="Rectangle 25"/>
            <p:cNvSpPr>
              <a:spLocks noChangeArrowheads="1"/>
            </p:cNvSpPr>
            <p:nvPr/>
          </p:nvSpPr>
          <p:spPr bwMode="auto">
            <a:xfrm>
              <a:off x="8412359" y="4583003"/>
              <a:ext cx="946276" cy="2274997"/>
            </a:xfrm>
            <a:prstGeom prst="rect">
              <a:avLst/>
            </a:prstGeom>
            <a:solidFill>
              <a:schemeClr val="accent2"/>
            </a:solidFill>
            <a:ln>
              <a:noFill/>
            </a:ln>
          </p:spPr>
          <p:txBody>
            <a:bodyPr vert="horz" wrap="square" lIns="91440" tIns="45720" rIns="91440" bIns="45720" numCol="1" anchor="t" anchorCtr="0" compatLnSpc="1"/>
            <a:lstStyle/>
            <a:p>
              <a:endParaRPr lang="id-ID"/>
            </a:p>
          </p:txBody>
        </p:sp>
        <p:sp>
          <p:nvSpPr>
            <p:cNvPr id="71" name="Freeform 26"/>
            <p:cNvSpPr/>
            <p:nvPr/>
          </p:nvSpPr>
          <p:spPr bwMode="auto">
            <a:xfrm>
              <a:off x="7941407" y="4036654"/>
              <a:ext cx="470953" cy="1099254"/>
            </a:xfrm>
            <a:custGeom>
              <a:avLst/>
              <a:gdLst>
                <a:gd name="T0" fmla="*/ 431 w 431"/>
                <a:gd name="T1" fmla="*/ 500 h 1006"/>
                <a:gd name="T2" fmla="*/ 0 w 431"/>
                <a:gd name="T3" fmla="*/ 0 h 1006"/>
                <a:gd name="T4" fmla="*/ 0 w 431"/>
                <a:gd name="T5" fmla="*/ 507 h 1006"/>
                <a:gd name="T6" fmla="*/ 431 w 431"/>
                <a:gd name="T7" fmla="*/ 1006 h 1006"/>
                <a:gd name="T8" fmla="*/ 431 w 431"/>
                <a:gd name="T9" fmla="*/ 500 h 1006"/>
              </a:gdLst>
              <a:ahLst/>
              <a:cxnLst>
                <a:cxn ang="0">
                  <a:pos x="T0" y="T1"/>
                </a:cxn>
                <a:cxn ang="0">
                  <a:pos x="T2" y="T3"/>
                </a:cxn>
                <a:cxn ang="0">
                  <a:pos x="T4" y="T5"/>
                </a:cxn>
                <a:cxn ang="0">
                  <a:pos x="T6" y="T7"/>
                </a:cxn>
                <a:cxn ang="0">
                  <a:pos x="T8" y="T9"/>
                </a:cxn>
              </a:cxnLst>
              <a:rect l="0" t="0" r="r" b="b"/>
              <a:pathLst>
                <a:path w="431" h="1006">
                  <a:moveTo>
                    <a:pt x="431" y="500"/>
                  </a:moveTo>
                  <a:lnTo>
                    <a:pt x="0" y="0"/>
                  </a:lnTo>
                  <a:lnTo>
                    <a:pt x="0" y="507"/>
                  </a:lnTo>
                  <a:lnTo>
                    <a:pt x="431" y="1006"/>
                  </a:lnTo>
                  <a:lnTo>
                    <a:pt x="431" y="500"/>
                  </a:lnTo>
                  <a:close/>
                </a:path>
              </a:pathLst>
            </a:custGeom>
            <a:solidFill>
              <a:schemeClr val="accent2">
                <a:lumMod val="75000"/>
              </a:schemeClr>
            </a:solidFill>
            <a:ln>
              <a:noFill/>
            </a:ln>
          </p:spPr>
          <p:txBody>
            <a:bodyPr vert="horz" wrap="square" lIns="91440" tIns="45720" rIns="91440" bIns="45720" numCol="1" anchor="t" anchorCtr="0" compatLnSpc="1"/>
            <a:lstStyle/>
            <a:p>
              <a:endParaRPr lang="id-ID"/>
            </a:p>
          </p:txBody>
        </p:sp>
        <p:sp>
          <p:nvSpPr>
            <p:cNvPr id="72" name="Freeform 27"/>
            <p:cNvSpPr/>
            <p:nvPr/>
          </p:nvSpPr>
          <p:spPr bwMode="auto">
            <a:xfrm>
              <a:off x="7941407" y="4036654"/>
              <a:ext cx="1417229" cy="546349"/>
            </a:xfrm>
            <a:custGeom>
              <a:avLst/>
              <a:gdLst>
                <a:gd name="T0" fmla="*/ 864 w 1297"/>
                <a:gd name="T1" fmla="*/ 0 h 500"/>
                <a:gd name="T2" fmla="*/ 0 w 1297"/>
                <a:gd name="T3" fmla="*/ 0 h 500"/>
                <a:gd name="T4" fmla="*/ 431 w 1297"/>
                <a:gd name="T5" fmla="*/ 500 h 500"/>
                <a:gd name="T6" fmla="*/ 1297 w 1297"/>
                <a:gd name="T7" fmla="*/ 500 h 500"/>
                <a:gd name="T8" fmla="*/ 864 w 1297"/>
                <a:gd name="T9" fmla="*/ 0 h 500"/>
              </a:gdLst>
              <a:ahLst/>
              <a:cxnLst>
                <a:cxn ang="0">
                  <a:pos x="T0" y="T1"/>
                </a:cxn>
                <a:cxn ang="0">
                  <a:pos x="T2" y="T3"/>
                </a:cxn>
                <a:cxn ang="0">
                  <a:pos x="T4" y="T5"/>
                </a:cxn>
                <a:cxn ang="0">
                  <a:pos x="T6" y="T7"/>
                </a:cxn>
                <a:cxn ang="0">
                  <a:pos x="T8" y="T9"/>
                </a:cxn>
              </a:cxnLst>
              <a:rect l="0" t="0" r="r" b="b"/>
              <a:pathLst>
                <a:path w="1297" h="500">
                  <a:moveTo>
                    <a:pt x="864" y="0"/>
                  </a:moveTo>
                  <a:lnTo>
                    <a:pt x="0" y="0"/>
                  </a:lnTo>
                  <a:lnTo>
                    <a:pt x="431" y="500"/>
                  </a:lnTo>
                  <a:lnTo>
                    <a:pt x="1297" y="500"/>
                  </a:lnTo>
                  <a:lnTo>
                    <a:pt x="864" y="0"/>
                  </a:lnTo>
                  <a:close/>
                </a:path>
              </a:pathLst>
            </a:custGeom>
            <a:solidFill>
              <a:schemeClr val="accent2">
                <a:lumMod val="40000"/>
                <a:lumOff val="60000"/>
              </a:schemeClr>
            </a:solidFill>
            <a:ln>
              <a:noFill/>
            </a:ln>
          </p:spPr>
          <p:txBody>
            <a:bodyPr vert="horz" wrap="square" lIns="91440" tIns="45720" rIns="91440" bIns="45720" numCol="1" anchor="t" anchorCtr="0" compatLnSpc="1"/>
            <a:lstStyle/>
            <a:p>
              <a:endParaRPr lang="id-ID"/>
            </a:p>
          </p:txBody>
        </p:sp>
      </p:grpSp>
      <p:grpSp>
        <p:nvGrpSpPr>
          <p:cNvPr id="106" name="Group 105"/>
          <p:cNvGrpSpPr/>
          <p:nvPr/>
        </p:nvGrpSpPr>
        <p:grpSpPr>
          <a:xfrm>
            <a:off x="6996223" y="4590653"/>
            <a:ext cx="1416136" cy="2267347"/>
            <a:chOff x="6996223" y="4590653"/>
            <a:chExt cx="1416136" cy="2267347"/>
          </a:xfrm>
        </p:grpSpPr>
        <p:sp>
          <p:nvSpPr>
            <p:cNvPr id="107" name="Freeform 20"/>
            <p:cNvSpPr/>
            <p:nvPr/>
          </p:nvSpPr>
          <p:spPr bwMode="auto">
            <a:xfrm>
              <a:off x="6996223" y="4590653"/>
              <a:ext cx="1416136" cy="545256"/>
            </a:xfrm>
            <a:custGeom>
              <a:avLst/>
              <a:gdLst>
                <a:gd name="T0" fmla="*/ 865 w 1296"/>
                <a:gd name="T1" fmla="*/ 0 h 499"/>
                <a:gd name="T2" fmla="*/ 0 w 1296"/>
                <a:gd name="T3" fmla="*/ 0 h 499"/>
                <a:gd name="T4" fmla="*/ 432 w 1296"/>
                <a:gd name="T5" fmla="*/ 499 h 499"/>
                <a:gd name="T6" fmla="*/ 1296 w 1296"/>
                <a:gd name="T7" fmla="*/ 499 h 499"/>
                <a:gd name="T8" fmla="*/ 865 w 1296"/>
                <a:gd name="T9" fmla="*/ 0 h 499"/>
              </a:gdLst>
              <a:ahLst/>
              <a:cxnLst>
                <a:cxn ang="0">
                  <a:pos x="T0" y="T1"/>
                </a:cxn>
                <a:cxn ang="0">
                  <a:pos x="T2" y="T3"/>
                </a:cxn>
                <a:cxn ang="0">
                  <a:pos x="T4" y="T5"/>
                </a:cxn>
                <a:cxn ang="0">
                  <a:pos x="T6" y="T7"/>
                </a:cxn>
                <a:cxn ang="0">
                  <a:pos x="T8" y="T9"/>
                </a:cxn>
              </a:cxnLst>
              <a:rect l="0" t="0" r="r" b="b"/>
              <a:pathLst>
                <a:path w="1296" h="499">
                  <a:moveTo>
                    <a:pt x="865" y="0"/>
                  </a:moveTo>
                  <a:lnTo>
                    <a:pt x="0" y="0"/>
                  </a:lnTo>
                  <a:lnTo>
                    <a:pt x="432" y="499"/>
                  </a:lnTo>
                  <a:lnTo>
                    <a:pt x="1296" y="499"/>
                  </a:lnTo>
                  <a:lnTo>
                    <a:pt x="865" y="0"/>
                  </a:ln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id-ID"/>
            </a:p>
          </p:txBody>
        </p:sp>
        <p:sp>
          <p:nvSpPr>
            <p:cNvPr id="108" name="Rectangle 21"/>
            <p:cNvSpPr>
              <a:spLocks noChangeArrowheads="1"/>
            </p:cNvSpPr>
            <p:nvPr/>
          </p:nvSpPr>
          <p:spPr bwMode="auto">
            <a:xfrm>
              <a:off x="7468268" y="5135908"/>
              <a:ext cx="944091" cy="1722092"/>
            </a:xfrm>
            <a:prstGeom prst="rect">
              <a:avLst/>
            </a:prstGeom>
            <a:solidFill>
              <a:schemeClr val="accent1"/>
            </a:solidFill>
            <a:ln>
              <a:noFill/>
            </a:ln>
          </p:spPr>
          <p:txBody>
            <a:bodyPr vert="horz" wrap="square" lIns="91440" tIns="45720" rIns="91440" bIns="45720" numCol="1" anchor="t" anchorCtr="0" compatLnSpc="1"/>
            <a:lstStyle/>
            <a:p>
              <a:endParaRPr lang="id-ID"/>
            </a:p>
          </p:txBody>
        </p:sp>
        <p:sp>
          <p:nvSpPr>
            <p:cNvPr id="109" name="Freeform 22"/>
            <p:cNvSpPr/>
            <p:nvPr/>
          </p:nvSpPr>
          <p:spPr bwMode="auto">
            <a:xfrm>
              <a:off x="6996223" y="4590653"/>
              <a:ext cx="472045" cy="2267347"/>
            </a:xfrm>
            <a:custGeom>
              <a:avLst/>
              <a:gdLst>
                <a:gd name="T0" fmla="*/ 432 w 432"/>
                <a:gd name="T1" fmla="*/ 499 h 2075"/>
                <a:gd name="T2" fmla="*/ 0 w 432"/>
                <a:gd name="T3" fmla="*/ 0 h 2075"/>
                <a:gd name="T4" fmla="*/ 0 w 432"/>
                <a:gd name="T5" fmla="*/ 1576 h 2075"/>
                <a:gd name="T6" fmla="*/ 432 w 432"/>
                <a:gd name="T7" fmla="*/ 2075 h 2075"/>
                <a:gd name="T8" fmla="*/ 432 w 432"/>
                <a:gd name="T9" fmla="*/ 499 h 2075"/>
              </a:gdLst>
              <a:ahLst/>
              <a:cxnLst>
                <a:cxn ang="0">
                  <a:pos x="T0" y="T1"/>
                </a:cxn>
                <a:cxn ang="0">
                  <a:pos x="T2" y="T3"/>
                </a:cxn>
                <a:cxn ang="0">
                  <a:pos x="T4" y="T5"/>
                </a:cxn>
                <a:cxn ang="0">
                  <a:pos x="T6" y="T7"/>
                </a:cxn>
                <a:cxn ang="0">
                  <a:pos x="T8" y="T9"/>
                </a:cxn>
              </a:cxnLst>
              <a:rect l="0" t="0" r="r" b="b"/>
              <a:pathLst>
                <a:path w="432" h="2075">
                  <a:moveTo>
                    <a:pt x="432" y="499"/>
                  </a:moveTo>
                  <a:lnTo>
                    <a:pt x="0" y="0"/>
                  </a:lnTo>
                  <a:lnTo>
                    <a:pt x="0" y="1576"/>
                  </a:lnTo>
                  <a:lnTo>
                    <a:pt x="432" y="2075"/>
                  </a:lnTo>
                  <a:lnTo>
                    <a:pt x="432" y="499"/>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p>
          </p:txBody>
        </p:sp>
      </p:grpSp>
      <p:grpSp>
        <p:nvGrpSpPr>
          <p:cNvPr id="113" name="Group 112"/>
          <p:cNvGrpSpPr/>
          <p:nvPr/>
        </p:nvGrpSpPr>
        <p:grpSpPr>
          <a:xfrm>
            <a:off x="10519342" y="6167541"/>
            <a:ext cx="515382" cy="469695"/>
            <a:chOff x="4419596" y="4203696"/>
            <a:chExt cx="2489199" cy="2268542"/>
          </a:xfrm>
          <a:solidFill>
            <a:schemeClr val="bg1"/>
          </a:solidFill>
        </p:grpSpPr>
        <p:sp>
          <p:nvSpPr>
            <p:cNvPr id="114" name="Freeform 5"/>
            <p:cNvSpPr>
              <a:spLocks noEditPoints="1"/>
            </p:cNvSpPr>
            <p:nvPr/>
          </p:nvSpPr>
          <p:spPr bwMode="auto">
            <a:xfrm>
              <a:off x="4721223" y="4203696"/>
              <a:ext cx="527049" cy="542925"/>
            </a:xfrm>
            <a:custGeom>
              <a:avLst/>
              <a:gdLst>
                <a:gd name="T0" fmla="*/ 57 w 213"/>
                <a:gd name="T1" fmla="*/ 193 h 220"/>
                <a:gd name="T2" fmla="*/ 184 w 213"/>
                <a:gd name="T3" fmla="*/ 179 h 220"/>
                <a:gd name="T4" fmla="*/ 213 w 213"/>
                <a:gd name="T5" fmla="*/ 111 h 220"/>
                <a:gd name="T6" fmla="*/ 213 w 213"/>
                <a:gd name="T7" fmla="*/ 109 h 220"/>
                <a:gd name="T8" fmla="*/ 213 w 213"/>
                <a:gd name="T9" fmla="*/ 106 h 220"/>
                <a:gd name="T10" fmla="*/ 133 w 213"/>
                <a:gd name="T11" fmla="*/ 10 h 220"/>
                <a:gd name="T12" fmla="*/ 19 w 213"/>
                <a:gd name="T13" fmla="*/ 72 h 220"/>
                <a:gd name="T14" fmla="*/ 57 w 213"/>
                <a:gd name="T15" fmla="*/ 193 h 220"/>
                <a:gd name="T16" fmla="*/ 112 w 213"/>
                <a:gd name="T17" fmla="*/ 52 h 220"/>
                <a:gd name="T18" fmla="*/ 169 w 213"/>
                <a:gd name="T19" fmla="*/ 109 h 220"/>
                <a:gd name="T20" fmla="*/ 112 w 213"/>
                <a:gd name="T21" fmla="*/ 166 h 220"/>
                <a:gd name="T22" fmla="*/ 55 w 213"/>
                <a:gd name="T23" fmla="*/ 109 h 220"/>
                <a:gd name="T24" fmla="*/ 112 w 213"/>
                <a:gd name="T25" fmla="*/ 5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3" h="220">
                  <a:moveTo>
                    <a:pt x="57" y="193"/>
                  </a:moveTo>
                  <a:cubicBezTo>
                    <a:pt x="97" y="220"/>
                    <a:pt x="152" y="212"/>
                    <a:pt x="184" y="179"/>
                  </a:cubicBezTo>
                  <a:cubicBezTo>
                    <a:pt x="202" y="161"/>
                    <a:pt x="212" y="136"/>
                    <a:pt x="213" y="111"/>
                  </a:cubicBezTo>
                  <a:cubicBezTo>
                    <a:pt x="213" y="111"/>
                    <a:pt x="213" y="110"/>
                    <a:pt x="213" y="109"/>
                  </a:cubicBezTo>
                  <a:cubicBezTo>
                    <a:pt x="213" y="108"/>
                    <a:pt x="213" y="107"/>
                    <a:pt x="213" y="106"/>
                  </a:cubicBezTo>
                  <a:cubicBezTo>
                    <a:pt x="211" y="60"/>
                    <a:pt x="179" y="20"/>
                    <a:pt x="133" y="10"/>
                  </a:cubicBezTo>
                  <a:cubicBezTo>
                    <a:pt x="85" y="0"/>
                    <a:pt x="37" y="27"/>
                    <a:pt x="19" y="72"/>
                  </a:cubicBezTo>
                  <a:cubicBezTo>
                    <a:pt x="0" y="116"/>
                    <a:pt x="19" y="166"/>
                    <a:pt x="57" y="193"/>
                  </a:cubicBezTo>
                  <a:close/>
                  <a:moveTo>
                    <a:pt x="112" y="52"/>
                  </a:moveTo>
                  <a:cubicBezTo>
                    <a:pt x="144" y="51"/>
                    <a:pt x="169" y="78"/>
                    <a:pt x="169" y="109"/>
                  </a:cubicBezTo>
                  <a:cubicBezTo>
                    <a:pt x="169" y="140"/>
                    <a:pt x="144" y="165"/>
                    <a:pt x="112" y="166"/>
                  </a:cubicBezTo>
                  <a:cubicBezTo>
                    <a:pt x="81" y="166"/>
                    <a:pt x="56" y="140"/>
                    <a:pt x="55" y="109"/>
                  </a:cubicBezTo>
                  <a:cubicBezTo>
                    <a:pt x="55" y="77"/>
                    <a:pt x="82" y="52"/>
                    <a:pt x="112" y="52"/>
                  </a:cubicBezTo>
                  <a:close/>
                </a:path>
              </a:pathLst>
            </a:custGeom>
            <a:grpFill/>
            <a:ln>
              <a:noFill/>
            </a:ln>
          </p:spPr>
          <p:txBody>
            <a:bodyPr vert="horz" wrap="square" lIns="91440" tIns="45720" rIns="91440" bIns="45720" numCol="1" anchor="t" anchorCtr="0" compatLnSpc="1"/>
            <a:lstStyle/>
            <a:p>
              <a:endParaRPr lang="en-US"/>
            </a:p>
          </p:txBody>
        </p:sp>
        <p:sp>
          <p:nvSpPr>
            <p:cNvPr id="115" name="Freeform 6"/>
            <p:cNvSpPr/>
            <p:nvPr/>
          </p:nvSpPr>
          <p:spPr bwMode="auto">
            <a:xfrm>
              <a:off x="5370509" y="4665659"/>
              <a:ext cx="4762" cy="4762"/>
            </a:xfrm>
            <a:custGeom>
              <a:avLst/>
              <a:gdLst>
                <a:gd name="T0" fmla="*/ 1 w 2"/>
                <a:gd name="T1" fmla="*/ 1 h 2"/>
                <a:gd name="T2" fmla="*/ 2 w 2"/>
                <a:gd name="T3" fmla="*/ 2 h 2"/>
                <a:gd name="T4" fmla="*/ 1 w 2"/>
                <a:gd name="T5" fmla="*/ 1 h 2"/>
              </a:gdLst>
              <a:ahLst/>
              <a:cxnLst>
                <a:cxn ang="0">
                  <a:pos x="T0" y="T1"/>
                </a:cxn>
                <a:cxn ang="0">
                  <a:pos x="T2" y="T3"/>
                </a:cxn>
                <a:cxn ang="0">
                  <a:pos x="T4" y="T5"/>
                </a:cxn>
              </a:cxnLst>
              <a:rect l="0" t="0" r="r" b="b"/>
              <a:pathLst>
                <a:path w="2" h="2">
                  <a:moveTo>
                    <a:pt x="1" y="1"/>
                  </a:moveTo>
                  <a:cubicBezTo>
                    <a:pt x="1" y="1"/>
                    <a:pt x="1" y="1"/>
                    <a:pt x="2" y="2"/>
                  </a:cubicBezTo>
                  <a:cubicBezTo>
                    <a:pt x="0" y="0"/>
                    <a:pt x="1" y="1"/>
                    <a:pt x="1" y="1"/>
                  </a:cubicBezTo>
                  <a:close/>
                </a:path>
              </a:pathLst>
            </a:custGeom>
            <a:grpFill/>
            <a:ln>
              <a:noFill/>
            </a:ln>
          </p:spPr>
          <p:txBody>
            <a:bodyPr vert="horz" wrap="square" lIns="91440" tIns="45720" rIns="91440" bIns="45720" numCol="1" anchor="t" anchorCtr="0" compatLnSpc="1"/>
            <a:lstStyle/>
            <a:p>
              <a:endParaRPr lang="en-US"/>
            </a:p>
          </p:txBody>
        </p:sp>
        <p:sp>
          <p:nvSpPr>
            <p:cNvPr id="116" name="Freeform 7"/>
            <p:cNvSpPr>
              <a:spLocks noEditPoints="1"/>
            </p:cNvSpPr>
            <p:nvPr/>
          </p:nvSpPr>
          <p:spPr bwMode="auto">
            <a:xfrm>
              <a:off x="5005385" y="4629145"/>
              <a:ext cx="1903410" cy="1409699"/>
            </a:xfrm>
            <a:custGeom>
              <a:avLst/>
              <a:gdLst>
                <a:gd name="T0" fmla="*/ 760 w 768"/>
                <a:gd name="T1" fmla="*/ 472 h 570"/>
                <a:gd name="T2" fmla="*/ 599 w 768"/>
                <a:gd name="T3" fmla="*/ 253 h 570"/>
                <a:gd name="T4" fmla="*/ 574 w 768"/>
                <a:gd name="T5" fmla="*/ 219 h 570"/>
                <a:gd name="T6" fmla="*/ 536 w 768"/>
                <a:gd name="T7" fmla="*/ 195 h 570"/>
                <a:gd name="T8" fmla="*/ 367 w 768"/>
                <a:gd name="T9" fmla="*/ 195 h 570"/>
                <a:gd name="T10" fmla="*/ 149 w 768"/>
                <a:gd name="T11" fmla="*/ 17 h 570"/>
                <a:gd name="T12" fmla="*/ 135 w 768"/>
                <a:gd name="T13" fmla="*/ 5 h 570"/>
                <a:gd name="T14" fmla="*/ 75 w 768"/>
                <a:gd name="T15" fmla="*/ 22 h 570"/>
                <a:gd name="T16" fmla="*/ 17 w 768"/>
                <a:gd name="T17" fmla="*/ 62 h 570"/>
                <a:gd name="T18" fmla="*/ 24 w 768"/>
                <a:gd name="T19" fmla="*/ 128 h 570"/>
                <a:gd name="T20" fmla="*/ 178 w 768"/>
                <a:gd name="T21" fmla="*/ 300 h 570"/>
                <a:gd name="T22" fmla="*/ 192 w 768"/>
                <a:gd name="T23" fmla="*/ 316 h 570"/>
                <a:gd name="T24" fmla="*/ 208 w 768"/>
                <a:gd name="T25" fmla="*/ 332 h 570"/>
                <a:gd name="T26" fmla="*/ 226 w 768"/>
                <a:gd name="T27" fmla="*/ 335 h 570"/>
                <a:gd name="T28" fmla="*/ 237 w 768"/>
                <a:gd name="T29" fmla="*/ 335 h 570"/>
                <a:gd name="T30" fmla="*/ 489 w 768"/>
                <a:gd name="T31" fmla="*/ 335 h 570"/>
                <a:gd name="T32" fmla="*/ 644 w 768"/>
                <a:gd name="T33" fmla="*/ 546 h 570"/>
                <a:gd name="T34" fmla="*/ 741 w 768"/>
                <a:gd name="T35" fmla="*/ 530 h 570"/>
                <a:gd name="T36" fmla="*/ 763 w 768"/>
                <a:gd name="T37" fmla="*/ 478 h 570"/>
                <a:gd name="T38" fmla="*/ 537 w 768"/>
                <a:gd name="T39" fmla="*/ 240 h 570"/>
                <a:gd name="T40" fmla="*/ 538 w 768"/>
                <a:gd name="T41" fmla="*/ 240 h 570"/>
                <a:gd name="T42" fmla="*/ 224 w 768"/>
                <a:gd name="T43" fmla="*/ 292 h 570"/>
                <a:gd name="T44" fmla="*/ 709 w 768"/>
                <a:gd name="T45" fmla="*/ 500 h 570"/>
                <a:gd name="T46" fmla="*/ 669 w 768"/>
                <a:gd name="T47" fmla="*/ 507 h 570"/>
                <a:gd name="T48" fmla="*/ 531 w 768"/>
                <a:gd name="T49" fmla="*/ 320 h 570"/>
                <a:gd name="T50" fmla="*/ 372 w 768"/>
                <a:gd name="T51" fmla="*/ 292 h 570"/>
                <a:gd name="T52" fmla="*/ 236 w 768"/>
                <a:gd name="T53" fmla="*/ 292 h 570"/>
                <a:gd name="T54" fmla="*/ 225 w 768"/>
                <a:gd name="T55" fmla="*/ 288 h 570"/>
                <a:gd name="T56" fmla="*/ 221 w 768"/>
                <a:gd name="T57" fmla="*/ 284 h 570"/>
                <a:gd name="T58" fmla="*/ 72 w 768"/>
                <a:gd name="T59" fmla="*/ 116 h 570"/>
                <a:gd name="T60" fmla="*/ 52 w 768"/>
                <a:gd name="T61" fmla="*/ 91 h 570"/>
                <a:gd name="T62" fmla="*/ 115 w 768"/>
                <a:gd name="T63" fmla="*/ 48 h 570"/>
                <a:gd name="T64" fmla="*/ 117 w 768"/>
                <a:gd name="T65" fmla="*/ 47 h 570"/>
                <a:gd name="T66" fmla="*/ 148 w 768"/>
                <a:gd name="T67" fmla="*/ 81 h 570"/>
                <a:gd name="T68" fmla="*/ 277 w 768"/>
                <a:gd name="T69" fmla="*/ 225 h 570"/>
                <a:gd name="T70" fmla="*/ 308 w 768"/>
                <a:gd name="T71" fmla="*/ 238 h 570"/>
                <a:gd name="T72" fmla="*/ 500 w 768"/>
                <a:gd name="T73" fmla="*/ 238 h 570"/>
                <a:gd name="T74" fmla="*/ 530 w 768"/>
                <a:gd name="T75" fmla="*/ 238 h 570"/>
                <a:gd name="T76" fmla="*/ 536 w 768"/>
                <a:gd name="T77" fmla="*/ 239 h 570"/>
                <a:gd name="T78" fmla="*/ 536 w 768"/>
                <a:gd name="T79" fmla="*/ 241 h 570"/>
                <a:gd name="T80" fmla="*/ 540 w 768"/>
                <a:gd name="T81" fmla="*/ 246 h 570"/>
                <a:gd name="T82" fmla="*/ 648 w 768"/>
                <a:gd name="T83" fmla="*/ 392 h 570"/>
                <a:gd name="T84" fmla="*/ 709 w 768"/>
                <a:gd name="T85" fmla="*/ 500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8" h="570">
                  <a:moveTo>
                    <a:pt x="763" y="478"/>
                  </a:moveTo>
                  <a:cubicBezTo>
                    <a:pt x="762" y="476"/>
                    <a:pt x="762" y="474"/>
                    <a:pt x="760" y="472"/>
                  </a:cubicBezTo>
                  <a:cubicBezTo>
                    <a:pt x="759" y="470"/>
                    <a:pt x="758" y="469"/>
                    <a:pt x="757" y="467"/>
                  </a:cubicBezTo>
                  <a:cubicBezTo>
                    <a:pt x="704" y="396"/>
                    <a:pt x="652" y="325"/>
                    <a:pt x="599" y="253"/>
                  </a:cubicBezTo>
                  <a:cubicBezTo>
                    <a:pt x="591" y="242"/>
                    <a:pt x="583" y="231"/>
                    <a:pt x="575" y="220"/>
                  </a:cubicBezTo>
                  <a:cubicBezTo>
                    <a:pt x="575" y="220"/>
                    <a:pt x="575" y="219"/>
                    <a:pt x="574" y="219"/>
                  </a:cubicBezTo>
                  <a:cubicBezTo>
                    <a:pt x="579" y="225"/>
                    <a:pt x="574" y="218"/>
                    <a:pt x="572" y="215"/>
                  </a:cubicBezTo>
                  <a:cubicBezTo>
                    <a:pt x="565" y="203"/>
                    <a:pt x="550" y="196"/>
                    <a:pt x="536" y="195"/>
                  </a:cubicBezTo>
                  <a:cubicBezTo>
                    <a:pt x="531" y="194"/>
                    <a:pt x="526" y="195"/>
                    <a:pt x="521" y="195"/>
                  </a:cubicBezTo>
                  <a:cubicBezTo>
                    <a:pt x="470" y="195"/>
                    <a:pt x="419" y="195"/>
                    <a:pt x="367" y="195"/>
                  </a:cubicBezTo>
                  <a:cubicBezTo>
                    <a:pt x="348" y="195"/>
                    <a:pt x="328" y="195"/>
                    <a:pt x="309" y="195"/>
                  </a:cubicBezTo>
                  <a:cubicBezTo>
                    <a:pt x="255" y="135"/>
                    <a:pt x="202" y="76"/>
                    <a:pt x="149" y="17"/>
                  </a:cubicBezTo>
                  <a:cubicBezTo>
                    <a:pt x="149" y="17"/>
                    <a:pt x="149" y="18"/>
                    <a:pt x="150" y="18"/>
                  </a:cubicBezTo>
                  <a:cubicBezTo>
                    <a:pt x="146" y="13"/>
                    <a:pt x="141" y="8"/>
                    <a:pt x="135" y="5"/>
                  </a:cubicBezTo>
                  <a:cubicBezTo>
                    <a:pt x="123" y="0"/>
                    <a:pt x="108" y="0"/>
                    <a:pt x="97" y="7"/>
                  </a:cubicBezTo>
                  <a:cubicBezTo>
                    <a:pt x="90" y="12"/>
                    <a:pt x="83" y="17"/>
                    <a:pt x="75" y="22"/>
                  </a:cubicBezTo>
                  <a:cubicBezTo>
                    <a:pt x="63" y="30"/>
                    <a:pt x="51" y="38"/>
                    <a:pt x="40" y="46"/>
                  </a:cubicBezTo>
                  <a:cubicBezTo>
                    <a:pt x="32" y="51"/>
                    <a:pt x="23" y="56"/>
                    <a:pt x="17" y="62"/>
                  </a:cubicBezTo>
                  <a:cubicBezTo>
                    <a:pt x="2" y="77"/>
                    <a:pt x="0" y="101"/>
                    <a:pt x="14" y="117"/>
                  </a:cubicBezTo>
                  <a:cubicBezTo>
                    <a:pt x="17" y="120"/>
                    <a:pt x="20" y="124"/>
                    <a:pt x="24" y="128"/>
                  </a:cubicBezTo>
                  <a:cubicBezTo>
                    <a:pt x="39" y="144"/>
                    <a:pt x="54" y="161"/>
                    <a:pt x="69" y="178"/>
                  </a:cubicBezTo>
                  <a:cubicBezTo>
                    <a:pt x="105" y="219"/>
                    <a:pt x="141" y="259"/>
                    <a:pt x="178" y="300"/>
                  </a:cubicBezTo>
                  <a:cubicBezTo>
                    <a:pt x="182" y="305"/>
                    <a:pt x="187" y="310"/>
                    <a:pt x="191" y="315"/>
                  </a:cubicBezTo>
                  <a:cubicBezTo>
                    <a:pt x="192" y="316"/>
                    <a:pt x="192" y="316"/>
                    <a:pt x="192" y="316"/>
                  </a:cubicBezTo>
                  <a:cubicBezTo>
                    <a:pt x="192" y="317"/>
                    <a:pt x="193" y="317"/>
                    <a:pt x="193" y="317"/>
                  </a:cubicBezTo>
                  <a:cubicBezTo>
                    <a:pt x="197" y="323"/>
                    <a:pt x="202" y="329"/>
                    <a:pt x="208" y="332"/>
                  </a:cubicBezTo>
                  <a:cubicBezTo>
                    <a:pt x="213" y="334"/>
                    <a:pt x="219" y="336"/>
                    <a:pt x="225" y="336"/>
                  </a:cubicBezTo>
                  <a:cubicBezTo>
                    <a:pt x="228" y="335"/>
                    <a:pt x="237" y="335"/>
                    <a:pt x="226" y="335"/>
                  </a:cubicBezTo>
                  <a:cubicBezTo>
                    <a:pt x="227" y="335"/>
                    <a:pt x="228" y="335"/>
                    <a:pt x="229" y="335"/>
                  </a:cubicBezTo>
                  <a:cubicBezTo>
                    <a:pt x="232" y="335"/>
                    <a:pt x="235" y="335"/>
                    <a:pt x="237" y="335"/>
                  </a:cubicBezTo>
                  <a:cubicBezTo>
                    <a:pt x="242" y="335"/>
                    <a:pt x="247" y="335"/>
                    <a:pt x="252" y="335"/>
                  </a:cubicBezTo>
                  <a:cubicBezTo>
                    <a:pt x="331" y="335"/>
                    <a:pt x="410" y="335"/>
                    <a:pt x="489" y="335"/>
                  </a:cubicBezTo>
                  <a:cubicBezTo>
                    <a:pt x="538" y="403"/>
                    <a:pt x="588" y="470"/>
                    <a:pt x="637" y="537"/>
                  </a:cubicBezTo>
                  <a:cubicBezTo>
                    <a:pt x="640" y="540"/>
                    <a:pt x="642" y="543"/>
                    <a:pt x="644" y="546"/>
                  </a:cubicBezTo>
                  <a:cubicBezTo>
                    <a:pt x="659" y="567"/>
                    <a:pt x="683" y="570"/>
                    <a:pt x="703" y="556"/>
                  </a:cubicBezTo>
                  <a:cubicBezTo>
                    <a:pt x="716" y="547"/>
                    <a:pt x="728" y="539"/>
                    <a:pt x="741" y="530"/>
                  </a:cubicBezTo>
                  <a:cubicBezTo>
                    <a:pt x="746" y="527"/>
                    <a:pt x="751" y="524"/>
                    <a:pt x="755" y="520"/>
                  </a:cubicBezTo>
                  <a:cubicBezTo>
                    <a:pt x="766" y="509"/>
                    <a:pt x="768" y="492"/>
                    <a:pt x="763" y="478"/>
                  </a:cubicBezTo>
                  <a:close/>
                  <a:moveTo>
                    <a:pt x="538" y="240"/>
                  </a:moveTo>
                  <a:cubicBezTo>
                    <a:pt x="537" y="240"/>
                    <a:pt x="537" y="240"/>
                    <a:pt x="537" y="240"/>
                  </a:cubicBezTo>
                  <a:cubicBezTo>
                    <a:pt x="537" y="240"/>
                    <a:pt x="537" y="240"/>
                    <a:pt x="537" y="240"/>
                  </a:cubicBezTo>
                  <a:cubicBezTo>
                    <a:pt x="537" y="240"/>
                    <a:pt x="537" y="240"/>
                    <a:pt x="538" y="240"/>
                  </a:cubicBezTo>
                  <a:close/>
                  <a:moveTo>
                    <a:pt x="224" y="292"/>
                  </a:moveTo>
                  <a:cubicBezTo>
                    <a:pt x="224" y="292"/>
                    <a:pt x="224" y="292"/>
                    <a:pt x="224" y="292"/>
                  </a:cubicBezTo>
                  <a:cubicBezTo>
                    <a:pt x="218" y="293"/>
                    <a:pt x="218" y="293"/>
                    <a:pt x="224" y="292"/>
                  </a:cubicBezTo>
                  <a:close/>
                  <a:moveTo>
                    <a:pt x="709" y="500"/>
                  </a:moveTo>
                  <a:cubicBezTo>
                    <a:pt x="699" y="506"/>
                    <a:pt x="689" y="513"/>
                    <a:pt x="679" y="520"/>
                  </a:cubicBezTo>
                  <a:cubicBezTo>
                    <a:pt x="676" y="516"/>
                    <a:pt x="672" y="511"/>
                    <a:pt x="669" y="507"/>
                  </a:cubicBezTo>
                  <a:cubicBezTo>
                    <a:pt x="637" y="464"/>
                    <a:pt x="606" y="421"/>
                    <a:pt x="574" y="378"/>
                  </a:cubicBezTo>
                  <a:cubicBezTo>
                    <a:pt x="560" y="358"/>
                    <a:pt x="545" y="339"/>
                    <a:pt x="531" y="320"/>
                  </a:cubicBezTo>
                  <a:cubicBezTo>
                    <a:pt x="523" y="309"/>
                    <a:pt x="514" y="292"/>
                    <a:pt x="499" y="292"/>
                  </a:cubicBezTo>
                  <a:cubicBezTo>
                    <a:pt x="456" y="292"/>
                    <a:pt x="414" y="292"/>
                    <a:pt x="372" y="292"/>
                  </a:cubicBezTo>
                  <a:cubicBezTo>
                    <a:pt x="327" y="292"/>
                    <a:pt x="283" y="292"/>
                    <a:pt x="238" y="292"/>
                  </a:cubicBezTo>
                  <a:cubicBezTo>
                    <a:pt x="238" y="292"/>
                    <a:pt x="237" y="292"/>
                    <a:pt x="236" y="292"/>
                  </a:cubicBezTo>
                  <a:cubicBezTo>
                    <a:pt x="234" y="292"/>
                    <a:pt x="231" y="292"/>
                    <a:pt x="228" y="292"/>
                  </a:cubicBezTo>
                  <a:cubicBezTo>
                    <a:pt x="227" y="290"/>
                    <a:pt x="226" y="289"/>
                    <a:pt x="225" y="288"/>
                  </a:cubicBezTo>
                  <a:cubicBezTo>
                    <a:pt x="225" y="287"/>
                    <a:pt x="225" y="287"/>
                    <a:pt x="225" y="287"/>
                  </a:cubicBezTo>
                  <a:cubicBezTo>
                    <a:pt x="224" y="286"/>
                    <a:pt x="222" y="285"/>
                    <a:pt x="221" y="284"/>
                  </a:cubicBezTo>
                  <a:cubicBezTo>
                    <a:pt x="209" y="270"/>
                    <a:pt x="197" y="256"/>
                    <a:pt x="184" y="242"/>
                  </a:cubicBezTo>
                  <a:cubicBezTo>
                    <a:pt x="147" y="200"/>
                    <a:pt x="110" y="158"/>
                    <a:pt x="72" y="116"/>
                  </a:cubicBezTo>
                  <a:cubicBezTo>
                    <a:pt x="65" y="108"/>
                    <a:pt x="57" y="100"/>
                    <a:pt x="50" y="92"/>
                  </a:cubicBezTo>
                  <a:cubicBezTo>
                    <a:pt x="51" y="91"/>
                    <a:pt x="51" y="91"/>
                    <a:pt x="52" y="91"/>
                  </a:cubicBezTo>
                  <a:cubicBezTo>
                    <a:pt x="63" y="83"/>
                    <a:pt x="73" y="76"/>
                    <a:pt x="84" y="69"/>
                  </a:cubicBezTo>
                  <a:cubicBezTo>
                    <a:pt x="95" y="62"/>
                    <a:pt x="105" y="55"/>
                    <a:pt x="115" y="48"/>
                  </a:cubicBezTo>
                  <a:cubicBezTo>
                    <a:pt x="115" y="48"/>
                    <a:pt x="116" y="47"/>
                    <a:pt x="117" y="47"/>
                  </a:cubicBezTo>
                  <a:cubicBezTo>
                    <a:pt x="117" y="47"/>
                    <a:pt x="117" y="47"/>
                    <a:pt x="117" y="47"/>
                  </a:cubicBezTo>
                  <a:cubicBezTo>
                    <a:pt x="117" y="47"/>
                    <a:pt x="117" y="47"/>
                    <a:pt x="118" y="47"/>
                  </a:cubicBezTo>
                  <a:cubicBezTo>
                    <a:pt x="128" y="59"/>
                    <a:pt x="138" y="70"/>
                    <a:pt x="148" y="81"/>
                  </a:cubicBezTo>
                  <a:cubicBezTo>
                    <a:pt x="185" y="123"/>
                    <a:pt x="222" y="164"/>
                    <a:pt x="260" y="206"/>
                  </a:cubicBezTo>
                  <a:cubicBezTo>
                    <a:pt x="266" y="212"/>
                    <a:pt x="271" y="219"/>
                    <a:pt x="277" y="225"/>
                  </a:cubicBezTo>
                  <a:cubicBezTo>
                    <a:pt x="280" y="229"/>
                    <a:pt x="284" y="233"/>
                    <a:pt x="288" y="235"/>
                  </a:cubicBezTo>
                  <a:cubicBezTo>
                    <a:pt x="294" y="239"/>
                    <a:pt x="301" y="238"/>
                    <a:pt x="308" y="238"/>
                  </a:cubicBezTo>
                  <a:cubicBezTo>
                    <a:pt x="317" y="238"/>
                    <a:pt x="326" y="238"/>
                    <a:pt x="335" y="238"/>
                  </a:cubicBezTo>
                  <a:cubicBezTo>
                    <a:pt x="390" y="238"/>
                    <a:pt x="445" y="238"/>
                    <a:pt x="500" y="238"/>
                  </a:cubicBezTo>
                  <a:cubicBezTo>
                    <a:pt x="508" y="238"/>
                    <a:pt x="516" y="238"/>
                    <a:pt x="524" y="238"/>
                  </a:cubicBezTo>
                  <a:cubicBezTo>
                    <a:pt x="526" y="238"/>
                    <a:pt x="528" y="238"/>
                    <a:pt x="530" y="238"/>
                  </a:cubicBezTo>
                  <a:cubicBezTo>
                    <a:pt x="530" y="238"/>
                    <a:pt x="530" y="238"/>
                    <a:pt x="531" y="238"/>
                  </a:cubicBezTo>
                  <a:cubicBezTo>
                    <a:pt x="533" y="238"/>
                    <a:pt x="534" y="239"/>
                    <a:pt x="536" y="239"/>
                  </a:cubicBezTo>
                  <a:cubicBezTo>
                    <a:pt x="536" y="240"/>
                    <a:pt x="536" y="240"/>
                    <a:pt x="536" y="241"/>
                  </a:cubicBezTo>
                  <a:cubicBezTo>
                    <a:pt x="536" y="241"/>
                    <a:pt x="536" y="241"/>
                    <a:pt x="536" y="241"/>
                  </a:cubicBezTo>
                  <a:cubicBezTo>
                    <a:pt x="537" y="241"/>
                    <a:pt x="537" y="242"/>
                    <a:pt x="537" y="242"/>
                  </a:cubicBezTo>
                  <a:cubicBezTo>
                    <a:pt x="538" y="243"/>
                    <a:pt x="539" y="245"/>
                    <a:pt x="540" y="246"/>
                  </a:cubicBezTo>
                  <a:cubicBezTo>
                    <a:pt x="544" y="252"/>
                    <a:pt x="548" y="257"/>
                    <a:pt x="552" y="263"/>
                  </a:cubicBezTo>
                  <a:cubicBezTo>
                    <a:pt x="584" y="306"/>
                    <a:pt x="616" y="349"/>
                    <a:pt x="648" y="392"/>
                  </a:cubicBezTo>
                  <a:cubicBezTo>
                    <a:pt x="672" y="425"/>
                    <a:pt x="696" y="458"/>
                    <a:pt x="721" y="492"/>
                  </a:cubicBezTo>
                  <a:cubicBezTo>
                    <a:pt x="717" y="494"/>
                    <a:pt x="713" y="497"/>
                    <a:pt x="709" y="500"/>
                  </a:cubicBezTo>
                  <a:close/>
                </a:path>
              </a:pathLst>
            </a:custGeom>
            <a:grpFill/>
            <a:ln>
              <a:noFill/>
            </a:ln>
          </p:spPr>
          <p:txBody>
            <a:bodyPr vert="horz" wrap="square" lIns="91440" tIns="45720" rIns="91440" bIns="45720" numCol="1" anchor="t" anchorCtr="0" compatLnSpc="1"/>
            <a:lstStyle/>
            <a:p>
              <a:endParaRPr lang="en-US"/>
            </a:p>
          </p:txBody>
        </p:sp>
        <p:sp>
          <p:nvSpPr>
            <p:cNvPr id="117" name="Freeform 8"/>
            <p:cNvSpPr>
              <a:spLocks noEditPoints="1"/>
            </p:cNvSpPr>
            <p:nvPr/>
          </p:nvSpPr>
          <p:spPr bwMode="auto">
            <a:xfrm>
              <a:off x="4419596" y="4529134"/>
              <a:ext cx="2325685" cy="1938337"/>
            </a:xfrm>
            <a:custGeom>
              <a:avLst/>
              <a:gdLst>
                <a:gd name="T0" fmla="*/ 926 w 939"/>
                <a:gd name="T1" fmla="*/ 687 h 783"/>
                <a:gd name="T2" fmla="*/ 736 w 939"/>
                <a:gd name="T3" fmla="*/ 427 h 783"/>
                <a:gd name="T4" fmla="*/ 729 w 939"/>
                <a:gd name="T5" fmla="*/ 415 h 783"/>
                <a:gd name="T6" fmla="*/ 683 w 939"/>
                <a:gd name="T7" fmla="*/ 394 h 783"/>
                <a:gd name="T8" fmla="*/ 405 w 939"/>
                <a:gd name="T9" fmla="*/ 394 h 783"/>
                <a:gd name="T10" fmla="*/ 166 w 939"/>
                <a:gd name="T11" fmla="*/ 79 h 783"/>
                <a:gd name="T12" fmla="*/ 110 w 939"/>
                <a:gd name="T13" fmla="*/ 11 h 783"/>
                <a:gd name="T14" fmla="*/ 28 w 939"/>
                <a:gd name="T15" fmla="*/ 37 h 783"/>
                <a:gd name="T16" fmla="*/ 78 w 939"/>
                <a:gd name="T17" fmla="*/ 183 h 783"/>
                <a:gd name="T18" fmla="*/ 323 w 939"/>
                <a:gd name="T19" fmla="*/ 509 h 783"/>
                <a:gd name="T20" fmla="*/ 357 w 939"/>
                <a:gd name="T21" fmla="*/ 528 h 783"/>
                <a:gd name="T22" fmla="*/ 358 w 939"/>
                <a:gd name="T23" fmla="*/ 528 h 783"/>
                <a:gd name="T24" fmla="*/ 377 w 939"/>
                <a:gd name="T25" fmla="*/ 528 h 783"/>
                <a:gd name="T26" fmla="*/ 638 w 939"/>
                <a:gd name="T27" fmla="*/ 528 h 783"/>
                <a:gd name="T28" fmla="*/ 811 w 939"/>
                <a:gd name="T29" fmla="*/ 757 h 783"/>
                <a:gd name="T30" fmla="*/ 857 w 939"/>
                <a:gd name="T31" fmla="*/ 780 h 783"/>
                <a:gd name="T32" fmla="*/ 904 w 939"/>
                <a:gd name="T33" fmla="*/ 755 h 783"/>
                <a:gd name="T34" fmla="*/ 932 w 939"/>
                <a:gd name="T35" fmla="*/ 697 h 783"/>
                <a:gd name="T36" fmla="*/ 356 w 939"/>
                <a:gd name="T37" fmla="*/ 484 h 783"/>
                <a:gd name="T38" fmla="*/ 356 w 939"/>
                <a:gd name="T39" fmla="*/ 484 h 783"/>
                <a:gd name="T40" fmla="*/ 851 w 939"/>
                <a:gd name="T41" fmla="*/ 738 h 783"/>
                <a:gd name="T42" fmla="*/ 852 w 939"/>
                <a:gd name="T43" fmla="*/ 739 h 783"/>
                <a:gd name="T44" fmla="*/ 850 w 939"/>
                <a:gd name="T45" fmla="*/ 737 h 783"/>
                <a:gd name="T46" fmla="*/ 838 w 939"/>
                <a:gd name="T47" fmla="*/ 721 h 783"/>
                <a:gd name="T48" fmla="*/ 668 w 939"/>
                <a:gd name="T49" fmla="*/ 496 h 783"/>
                <a:gd name="T50" fmla="*/ 631 w 939"/>
                <a:gd name="T51" fmla="*/ 484 h 783"/>
                <a:gd name="T52" fmla="*/ 398 w 939"/>
                <a:gd name="T53" fmla="*/ 484 h 783"/>
                <a:gd name="T54" fmla="*/ 359 w 939"/>
                <a:gd name="T55" fmla="*/ 484 h 783"/>
                <a:gd name="T56" fmla="*/ 358 w 939"/>
                <a:gd name="T57" fmla="*/ 483 h 783"/>
                <a:gd name="T58" fmla="*/ 182 w 939"/>
                <a:gd name="T59" fmla="*/ 248 h 783"/>
                <a:gd name="T60" fmla="*/ 58 w 939"/>
                <a:gd name="T61" fmla="*/ 84 h 783"/>
                <a:gd name="T62" fmla="*/ 51 w 939"/>
                <a:gd name="T63" fmla="*/ 74 h 783"/>
                <a:gd name="T64" fmla="*/ 89 w 939"/>
                <a:gd name="T65" fmla="*/ 50 h 783"/>
                <a:gd name="T66" fmla="*/ 184 w 939"/>
                <a:gd name="T67" fmla="*/ 174 h 783"/>
                <a:gd name="T68" fmla="*/ 395 w 939"/>
                <a:gd name="T69" fmla="*/ 437 h 783"/>
                <a:gd name="T70" fmla="*/ 602 w 939"/>
                <a:gd name="T71" fmla="*/ 437 h 783"/>
                <a:gd name="T72" fmla="*/ 682 w 939"/>
                <a:gd name="T73" fmla="*/ 437 h 783"/>
                <a:gd name="T74" fmla="*/ 690 w 939"/>
                <a:gd name="T75" fmla="*/ 438 h 783"/>
                <a:gd name="T76" fmla="*/ 693 w 939"/>
                <a:gd name="T77" fmla="*/ 442 h 783"/>
                <a:gd name="T78" fmla="*/ 891 w 939"/>
                <a:gd name="T79" fmla="*/ 712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9" h="783">
                  <a:moveTo>
                    <a:pt x="930" y="691"/>
                  </a:moveTo>
                  <a:cubicBezTo>
                    <a:pt x="929" y="689"/>
                    <a:pt x="927" y="688"/>
                    <a:pt x="926" y="687"/>
                  </a:cubicBezTo>
                  <a:cubicBezTo>
                    <a:pt x="874" y="615"/>
                    <a:pt x="821" y="544"/>
                    <a:pt x="769" y="472"/>
                  </a:cubicBezTo>
                  <a:cubicBezTo>
                    <a:pt x="758" y="457"/>
                    <a:pt x="747" y="442"/>
                    <a:pt x="736" y="427"/>
                  </a:cubicBezTo>
                  <a:cubicBezTo>
                    <a:pt x="734" y="425"/>
                    <a:pt x="732" y="422"/>
                    <a:pt x="730" y="419"/>
                  </a:cubicBezTo>
                  <a:cubicBezTo>
                    <a:pt x="735" y="426"/>
                    <a:pt x="730" y="418"/>
                    <a:pt x="729" y="415"/>
                  </a:cubicBezTo>
                  <a:cubicBezTo>
                    <a:pt x="725" y="409"/>
                    <a:pt x="719" y="405"/>
                    <a:pt x="714" y="401"/>
                  </a:cubicBezTo>
                  <a:cubicBezTo>
                    <a:pt x="705" y="395"/>
                    <a:pt x="694" y="394"/>
                    <a:pt x="683" y="394"/>
                  </a:cubicBezTo>
                  <a:cubicBezTo>
                    <a:pt x="645" y="394"/>
                    <a:pt x="607" y="394"/>
                    <a:pt x="569" y="394"/>
                  </a:cubicBezTo>
                  <a:cubicBezTo>
                    <a:pt x="514" y="394"/>
                    <a:pt x="460" y="394"/>
                    <a:pt x="405" y="394"/>
                  </a:cubicBezTo>
                  <a:cubicBezTo>
                    <a:pt x="359" y="332"/>
                    <a:pt x="312" y="271"/>
                    <a:pt x="266" y="210"/>
                  </a:cubicBezTo>
                  <a:cubicBezTo>
                    <a:pt x="233" y="167"/>
                    <a:pt x="200" y="123"/>
                    <a:pt x="166" y="79"/>
                  </a:cubicBezTo>
                  <a:cubicBezTo>
                    <a:pt x="156" y="66"/>
                    <a:pt x="146" y="52"/>
                    <a:pt x="135" y="38"/>
                  </a:cubicBezTo>
                  <a:cubicBezTo>
                    <a:pt x="128" y="29"/>
                    <a:pt x="121" y="17"/>
                    <a:pt x="110" y="11"/>
                  </a:cubicBezTo>
                  <a:cubicBezTo>
                    <a:pt x="93" y="0"/>
                    <a:pt x="75" y="7"/>
                    <a:pt x="60" y="17"/>
                  </a:cubicBezTo>
                  <a:cubicBezTo>
                    <a:pt x="49" y="24"/>
                    <a:pt x="39" y="30"/>
                    <a:pt x="28" y="37"/>
                  </a:cubicBezTo>
                  <a:cubicBezTo>
                    <a:pt x="6" y="51"/>
                    <a:pt x="0" y="79"/>
                    <a:pt x="16" y="100"/>
                  </a:cubicBezTo>
                  <a:cubicBezTo>
                    <a:pt x="37" y="127"/>
                    <a:pt x="58" y="155"/>
                    <a:pt x="78" y="183"/>
                  </a:cubicBezTo>
                  <a:cubicBezTo>
                    <a:pt x="145" y="272"/>
                    <a:pt x="213" y="361"/>
                    <a:pt x="279" y="450"/>
                  </a:cubicBezTo>
                  <a:cubicBezTo>
                    <a:pt x="294" y="470"/>
                    <a:pt x="310" y="488"/>
                    <a:pt x="323" y="509"/>
                  </a:cubicBezTo>
                  <a:cubicBezTo>
                    <a:pt x="331" y="521"/>
                    <a:pt x="341" y="526"/>
                    <a:pt x="354" y="528"/>
                  </a:cubicBezTo>
                  <a:cubicBezTo>
                    <a:pt x="355" y="528"/>
                    <a:pt x="356" y="528"/>
                    <a:pt x="357" y="528"/>
                  </a:cubicBezTo>
                  <a:cubicBezTo>
                    <a:pt x="357" y="528"/>
                    <a:pt x="357" y="528"/>
                    <a:pt x="357" y="528"/>
                  </a:cubicBezTo>
                  <a:cubicBezTo>
                    <a:pt x="358" y="528"/>
                    <a:pt x="358" y="528"/>
                    <a:pt x="358" y="528"/>
                  </a:cubicBezTo>
                  <a:cubicBezTo>
                    <a:pt x="362" y="528"/>
                    <a:pt x="365" y="528"/>
                    <a:pt x="369" y="528"/>
                  </a:cubicBezTo>
                  <a:cubicBezTo>
                    <a:pt x="372" y="528"/>
                    <a:pt x="374" y="528"/>
                    <a:pt x="377" y="528"/>
                  </a:cubicBezTo>
                  <a:cubicBezTo>
                    <a:pt x="397" y="528"/>
                    <a:pt x="416" y="528"/>
                    <a:pt x="436" y="528"/>
                  </a:cubicBezTo>
                  <a:cubicBezTo>
                    <a:pt x="503" y="528"/>
                    <a:pt x="571" y="528"/>
                    <a:pt x="638" y="528"/>
                  </a:cubicBezTo>
                  <a:cubicBezTo>
                    <a:pt x="690" y="596"/>
                    <a:pt x="741" y="665"/>
                    <a:pt x="793" y="734"/>
                  </a:cubicBezTo>
                  <a:cubicBezTo>
                    <a:pt x="799" y="741"/>
                    <a:pt x="805" y="749"/>
                    <a:pt x="811" y="757"/>
                  </a:cubicBezTo>
                  <a:cubicBezTo>
                    <a:pt x="812" y="758"/>
                    <a:pt x="813" y="760"/>
                    <a:pt x="814" y="761"/>
                  </a:cubicBezTo>
                  <a:cubicBezTo>
                    <a:pt x="825" y="776"/>
                    <a:pt x="839" y="783"/>
                    <a:pt x="857" y="780"/>
                  </a:cubicBezTo>
                  <a:cubicBezTo>
                    <a:pt x="865" y="779"/>
                    <a:pt x="872" y="774"/>
                    <a:pt x="879" y="770"/>
                  </a:cubicBezTo>
                  <a:cubicBezTo>
                    <a:pt x="887" y="765"/>
                    <a:pt x="896" y="760"/>
                    <a:pt x="904" y="755"/>
                  </a:cubicBezTo>
                  <a:cubicBezTo>
                    <a:pt x="910" y="752"/>
                    <a:pt x="917" y="748"/>
                    <a:pt x="922" y="743"/>
                  </a:cubicBezTo>
                  <a:cubicBezTo>
                    <a:pt x="935" y="731"/>
                    <a:pt x="939" y="713"/>
                    <a:pt x="932" y="697"/>
                  </a:cubicBezTo>
                  <a:cubicBezTo>
                    <a:pt x="932" y="695"/>
                    <a:pt x="931" y="693"/>
                    <a:pt x="930" y="691"/>
                  </a:cubicBezTo>
                  <a:close/>
                  <a:moveTo>
                    <a:pt x="356" y="484"/>
                  </a:moveTo>
                  <a:cubicBezTo>
                    <a:pt x="354" y="484"/>
                    <a:pt x="353" y="483"/>
                    <a:pt x="356" y="484"/>
                  </a:cubicBezTo>
                  <a:cubicBezTo>
                    <a:pt x="356" y="484"/>
                    <a:pt x="356" y="484"/>
                    <a:pt x="356" y="484"/>
                  </a:cubicBezTo>
                  <a:close/>
                  <a:moveTo>
                    <a:pt x="852" y="739"/>
                  </a:moveTo>
                  <a:cubicBezTo>
                    <a:pt x="851" y="739"/>
                    <a:pt x="851" y="738"/>
                    <a:pt x="851" y="738"/>
                  </a:cubicBezTo>
                  <a:cubicBezTo>
                    <a:pt x="851" y="738"/>
                    <a:pt x="851" y="738"/>
                    <a:pt x="851" y="738"/>
                  </a:cubicBezTo>
                  <a:cubicBezTo>
                    <a:pt x="851" y="738"/>
                    <a:pt x="852" y="740"/>
                    <a:pt x="852" y="739"/>
                  </a:cubicBezTo>
                  <a:close/>
                  <a:moveTo>
                    <a:pt x="877" y="720"/>
                  </a:moveTo>
                  <a:cubicBezTo>
                    <a:pt x="868" y="726"/>
                    <a:pt x="859" y="731"/>
                    <a:pt x="850" y="737"/>
                  </a:cubicBezTo>
                  <a:cubicBezTo>
                    <a:pt x="850" y="737"/>
                    <a:pt x="850" y="736"/>
                    <a:pt x="849" y="736"/>
                  </a:cubicBezTo>
                  <a:cubicBezTo>
                    <a:pt x="846" y="731"/>
                    <a:pt x="842" y="726"/>
                    <a:pt x="838" y="721"/>
                  </a:cubicBezTo>
                  <a:cubicBezTo>
                    <a:pt x="806" y="679"/>
                    <a:pt x="775" y="637"/>
                    <a:pt x="743" y="595"/>
                  </a:cubicBezTo>
                  <a:cubicBezTo>
                    <a:pt x="718" y="562"/>
                    <a:pt x="693" y="529"/>
                    <a:pt x="668" y="496"/>
                  </a:cubicBezTo>
                  <a:cubicBezTo>
                    <a:pt x="663" y="489"/>
                    <a:pt x="657" y="484"/>
                    <a:pt x="647" y="484"/>
                  </a:cubicBezTo>
                  <a:cubicBezTo>
                    <a:pt x="642" y="484"/>
                    <a:pt x="637" y="484"/>
                    <a:pt x="631" y="484"/>
                  </a:cubicBezTo>
                  <a:cubicBezTo>
                    <a:pt x="609" y="484"/>
                    <a:pt x="586" y="484"/>
                    <a:pt x="563" y="484"/>
                  </a:cubicBezTo>
                  <a:cubicBezTo>
                    <a:pt x="508" y="484"/>
                    <a:pt x="453" y="484"/>
                    <a:pt x="398" y="484"/>
                  </a:cubicBezTo>
                  <a:cubicBezTo>
                    <a:pt x="388" y="484"/>
                    <a:pt x="377" y="484"/>
                    <a:pt x="366" y="484"/>
                  </a:cubicBezTo>
                  <a:cubicBezTo>
                    <a:pt x="364" y="484"/>
                    <a:pt x="361" y="484"/>
                    <a:pt x="359" y="484"/>
                  </a:cubicBezTo>
                  <a:cubicBezTo>
                    <a:pt x="359" y="484"/>
                    <a:pt x="359" y="483"/>
                    <a:pt x="358" y="483"/>
                  </a:cubicBezTo>
                  <a:cubicBezTo>
                    <a:pt x="358" y="483"/>
                    <a:pt x="358" y="483"/>
                    <a:pt x="358" y="483"/>
                  </a:cubicBezTo>
                  <a:cubicBezTo>
                    <a:pt x="356" y="480"/>
                    <a:pt x="355" y="478"/>
                    <a:pt x="353" y="476"/>
                  </a:cubicBezTo>
                  <a:cubicBezTo>
                    <a:pt x="296" y="400"/>
                    <a:pt x="239" y="324"/>
                    <a:pt x="182" y="248"/>
                  </a:cubicBezTo>
                  <a:cubicBezTo>
                    <a:pt x="150" y="206"/>
                    <a:pt x="119" y="164"/>
                    <a:pt x="87" y="122"/>
                  </a:cubicBezTo>
                  <a:cubicBezTo>
                    <a:pt x="77" y="109"/>
                    <a:pt x="68" y="97"/>
                    <a:pt x="58" y="84"/>
                  </a:cubicBezTo>
                  <a:cubicBezTo>
                    <a:pt x="56" y="81"/>
                    <a:pt x="54" y="78"/>
                    <a:pt x="52" y="75"/>
                  </a:cubicBezTo>
                  <a:cubicBezTo>
                    <a:pt x="51" y="75"/>
                    <a:pt x="51" y="74"/>
                    <a:pt x="51" y="74"/>
                  </a:cubicBezTo>
                  <a:cubicBezTo>
                    <a:pt x="60" y="68"/>
                    <a:pt x="69" y="63"/>
                    <a:pt x="78" y="57"/>
                  </a:cubicBezTo>
                  <a:cubicBezTo>
                    <a:pt x="82" y="54"/>
                    <a:pt x="85" y="52"/>
                    <a:pt x="89" y="50"/>
                  </a:cubicBezTo>
                  <a:cubicBezTo>
                    <a:pt x="93" y="55"/>
                    <a:pt x="97" y="60"/>
                    <a:pt x="102" y="66"/>
                  </a:cubicBezTo>
                  <a:cubicBezTo>
                    <a:pt x="129" y="102"/>
                    <a:pt x="157" y="138"/>
                    <a:pt x="184" y="174"/>
                  </a:cubicBezTo>
                  <a:cubicBezTo>
                    <a:pt x="245" y="254"/>
                    <a:pt x="306" y="335"/>
                    <a:pt x="367" y="415"/>
                  </a:cubicBezTo>
                  <a:cubicBezTo>
                    <a:pt x="374" y="424"/>
                    <a:pt x="382" y="437"/>
                    <a:pt x="395" y="437"/>
                  </a:cubicBezTo>
                  <a:cubicBezTo>
                    <a:pt x="408" y="437"/>
                    <a:pt x="421" y="437"/>
                    <a:pt x="433" y="437"/>
                  </a:cubicBezTo>
                  <a:cubicBezTo>
                    <a:pt x="489" y="437"/>
                    <a:pt x="546" y="437"/>
                    <a:pt x="602" y="437"/>
                  </a:cubicBezTo>
                  <a:cubicBezTo>
                    <a:pt x="624" y="437"/>
                    <a:pt x="646" y="437"/>
                    <a:pt x="668" y="437"/>
                  </a:cubicBezTo>
                  <a:cubicBezTo>
                    <a:pt x="673" y="437"/>
                    <a:pt x="677" y="437"/>
                    <a:pt x="682" y="437"/>
                  </a:cubicBezTo>
                  <a:cubicBezTo>
                    <a:pt x="685" y="437"/>
                    <a:pt x="686" y="437"/>
                    <a:pt x="688" y="437"/>
                  </a:cubicBezTo>
                  <a:cubicBezTo>
                    <a:pt x="689" y="437"/>
                    <a:pt x="690" y="438"/>
                    <a:pt x="690" y="438"/>
                  </a:cubicBezTo>
                  <a:cubicBezTo>
                    <a:pt x="690" y="438"/>
                    <a:pt x="690" y="438"/>
                    <a:pt x="691" y="439"/>
                  </a:cubicBezTo>
                  <a:cubicBezTo>
                    <a:pt x="692" y="440"/>
                    <a:pt x="692" y="440"/>
                    <a:pt x="693" y="442"/>
                  </a:cubicBezTo>
                  <a:cubicBezTo>
                    <a:pt x="714" y="471"/>
                    <a:pt x="736" y="500"/>
                    <a:pt x="757" y="529"/>
                  </a:cubicBezTo>
                  <a:cubicBezTo>
                    <a:pt x="802" y="590"/>
                    <a:pt x="846" y="651"/>
                    <a:pt x="891" y="712"/>
                  </a:cubicBezTo>
                  <a:cubicBezTo>
                    <a:pt x="887" y="715"/>
                    <a:pt x="882" y="718"/>
                    <a:pt x="877" y="720"/>
                  </a:cubicBezTo>
                  <a:close/>
                </a:path>
              </a:pathLst>
            </a:custGeom>
            <a:grpFill/>
            <a:ln>
              <a:noFill/>
            </a:ln>
          </p:spPr>
          <p:txBody>
            <a:bodyPr vert="horz" wrap="square" lIns="91440" tIns="45720" rIns="91440" bIns="45720" numCol="1" anchor="t" anchorCtr="0" compatLnSpc="1"/>
            <a:lstStyle/>
            <a:p>
              <a:endParaRPr lang="en-US"/>
            </a:p>
          </p:txBody>
        </p:sp>
        <p:sp>
          <p:nvSpPr>
            <p:cNvPr id="118" name="Freeform 9"/>
            <p:cNvSpPr>
              <a:spLocks noEditPoints="1"/>
            </p:cNvSpPr>
            <p:nvPr/>
          </p:nvSpPr>
          <p:spPr bwMode="auto">
            <a:xfrm>
              <a:off x="5270503" y="5870573"/>
              <a:ext cx="723902" cy="601665"/>
            </a:xfrm>
            <a:custGeom>
              <a:avLst/>
              <a:gdLst>
                <a:gd name="T0" fmla="*/ 283 w 292"/>
                <a:gd name="T1" fmla="*/ 5 h 243"/>
                <a:gd name="T2" fmla="*/ 270 w 292"/>
                <a:gd name="T3" fmla="*/ 0 h 243"/>
                <a:gd name="T4" fmla="*/ 23 w 292"/>
                <a:gd name="T5" fmla="*/ 1 h 243"/>
                <a:gd name="T6" fmla="*/ 23 w 292"/>
                <a:gd name="T7" fmla="*/ 1 h 243"/>
                <a:gd name="T8" fmla="*/ 1 w 292"/>
                <a:gd name="T9" fmla="*/ 23 h 243"/>
                <a:gd name="T10" fmla="*/ 27 w 292"/>
                <a:gd name="T11" fmla="*/ 69 h 243"/>
                <a:gd name="T12" fmla="*/ 20 w 292"/>
                <a:gd name="T13" fmla="*/ 97 h 243"/>
                <a:gd name="T14" fmla="*/ 20 w 292"/>
                <a:gd name="T15" fmla="*/ 178 h 243"/>
                <a:gd name="T16" fmla="*/ 20 w 292"/>
                <a:gd name="T17" fmla="*/ 205 h 243"/>
                <a:gd name="T18" fmla="*/ 58 w 292"/>
                <a:gd name="T19" fmla="*/ 238 h 243"/>
                <a:gd name="T20" fmla="*/ 116 w 292"/>
                <a:gd name="T21" fmla="*/ 238 h 243"/>
                <a:gd name="T22" fmla="*/ 192 w 292"/>
                <a:gd name="T23" fmla="*/ 238 h 243"/>
                <a:gd name="T24" fmla="*/ 268 w 292"/>
                <a:gd name="T25" fmla="*/ 219 h 243"/>
                <a:gd name="T26" fmla="*/ 271 w 292"/>
                <a:gd name="T27" fmla="*/ 192 h 243"/>
                <a:gd name="T28" fmla="*/ 271 w 292"/>
                <a:gd name="T29" fmla="*/ 152 h 243"/>
                <a:gd name="T30" fmla="*/ 271 w 292"/>
                <a:gd name="T31" fmla="*/ 87 h 243"/>
                <a:gd name="T32" fmla="*/ 263 w 292"/>
                <a:gd name="T33" fmla="*/ 69 h 243"/>
                <a:gd name="T34" fmla="*/ 291 w 292"/>
                <a:gd name="T35" fmla="*/ 22 h 243"/>
                <a:gd name="T36" fmla="*/ 283 w 292"/>
                <a:gd name="T37" fmla="*/ 5 h 243"/>
                <a:gd name="T38" fmla="*/ 227 w 292"/>
                <a:gd name="T39" fmla="*/ 107 h 243"/>
                <a:gd name="T40" fmla="*/ 227 w 292"/>
                <a:gd name="T41" fmla="*/ 189 h 243"/>
                <a:gd name="T42" fmla="*/ 227 w 292"/>
                <a:gd name="T43" fmla="*/ 194 h 243"/>
                <a:gd name="T44" fmla="*/ 221 w 292"/>
                <a:gd name="T45" fmla="*/ 195 h 243"/>
                <a:gd name="T46" fmla="*/ 199 w 292"/>
                <a:gd name="T47" fmla="*/ 195 h 243"/>
                <a:gd name="T48" fmla="*/ 143 w 292"/>
                <a:gd name="T49" fmla="*/ 195 h 243"/>
                <a:gd name="T50" fmla="*/ 69 w 292"/>
                <a:gd name="T51" fmla="*/ 195 h 243"/>
                <a:gd name="T52" fmla="*/ 64 w 292"/>
                <a:gd name="T53" fmla="*/ 195 h 243"/>
                <a:gd name="T54" fmla="*/ 64 w 292"/>
                <a:gd name="T55" fmla="*/ 187 h 243"/>
                <a:gd name="T56" fmla="*/ 64 w 292"/>
                <a:gd name="T57" fmla="*/ 105 h 243"/>
                <a:gd name="T58" fmla="*/ 64 w 292"/>
                <a:gd name="T59" fmla="*/ 97 h 243"/>
                <a:gd name="T60" fmla="*/ 68 w 292"/>
                <a:gd name="T61" fmla="*/ 96 h 243"/>
                <a:gd name="T62" fmla="*/ 91 w 292"/>
                <a:gd name="T63" fmla="*/ 88 h 243"/>
                <a:gd name="T64" fmla="*/ 85 w 292"/>
                <a:gd name="T65" fmla="*/ 48 h 243"/>
                <a:gd name="T66" fmla="*/ 76 w 292"/>
                <a:gd name="T67" fmla="*/ 45 h 243"/>
                <a:gd name="T68" fmla="*/ 217 w 292"/>
                <a:gd name="T69" fmla="*/ 44 h 243"/>
                <a:gd name="T70" fmla="*/ 204 w 292"/>
                <a:gd name="T71" fmla="*/ 48 h 243"/>
                <a:gd name="T72" fmla="*/ 198 w 292"/>
                <a:gd name="T73" fmla="*/ 88 h 243"/>
                <a:gd name="T74" fmla="*/ 219 w 292"/>
                <a:gd name="T75" fmla="*/ 96 h 243"/>
                <a:gd name="T76" fmla="*/ 227 w 292"/>
                <a:gd name="T77" fmla="*/ 98 h 243"/>
                <a:gd name="T78" fmla="*/ 227 w 292"/>
                <a:gd name="T79" fmla="*/ 10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2" h="243">
                  <a:moveTo>
                    <a:pt x="283" y="5"/>
                  </a:moveTo>
                  <a:cubicBezTo>
                    <a:pt x="280" y="2"/>
                    <a:pt x="275" y="0"/>
                    <a:pt x="270" y="0"/>
                  </a:cubicBezTo>
                  <a:cubicBezTo>
                    <a:pt x="187" y="1"/>
                    <a:pt x="105" y="1"/>
                    <a:pt x="23" y="1"/>
                  </a:cubicBezTo>
                  <a:cubicBezTo>
                    <a:pt x="23" y="1"/>
                    <a:pt x="23" y="1"/>
                    <a:pt x="23" y="1"/>
                  </a:cubicBezTo>
                  <a:cubicBezTo>
                    <a:pt x="11" y="1"/>
                    <a:pt x="0" y="11"/>
                    <a:pt x="1" y="23"/>
                  </a:cubicBezTo>
                  <a:cubicBezTo>
                    <a:pt x="2" y="43"/>
                    <a:pt x="13" y="58"/>
                    <a:pt x="27" y="69"/>
                  </a:cubicBezTo>
                  <a:cubicBezTo>
                    <a:pt x="19" y="76"/>
                    <a:pt x="20" y="87"/>
                    <a:pt x="20" y="97"/>
                  </a:cubicBezTo>
                  <a:cubicBezTo>
                    <a:pt x="20" y="124"/>
                    <a:pt x="20" y="151"/>
                    <a:pt x="20" y="178"/>
                  </a:cubicBezTo>
                  <a:cubicBezTo>
                    <a:pt x="20" y="187"/>
                    <a:pt x="20" y="196"/>
                    <a:pt x="20" y="205"/>
                  </a:cubicBezTo>
                  <a:cubicBezTo>
                    <a:pt x="20" y="228"/>
                    <a:pt x="37" y="239"/>
                    <a:pt x="58" y="238"/>
                  </a:cubicBezTo>
                  <a:cubicBezTo>
                    <a:pt x="77" y="238"/>
                    <a:pt x="96" y="238"/>
                    <a:pt x="116" y="238"/>
                  </a:cubicBezTo>
                  <a:cubicBezTo>
                    <a:pt x="141" y="238"/>
                    <a:pt x="166" y="238"/>
                    <a:pt x="192" y="238"/>
                  </a:cubicBezTo>
                  <a:cubicBezTo>
                    <a:pt x="216" y="238"/>
                    <a:pt x="254" y="243"/>
                    <a:pt x="268" y="219"/>
                  </a:cubicBezTo>
                  <a:cubicBezTo>
                    <a:pt x="272" y="211"/>
                    <a:pt x="271" y="201"/>
                    <a:pt x="271" y="192"/>
                  </a:cubicBezTo>
                  <a:cubicBezTo>
                    <a:pt x="271" y="179"/>
                    <a:pt x="271" y="165"/>
                    <a:pt x="271" y="152"/>
                  </a:cubicBezTo>
                  <a:cubicBezTo>
                    <a:pt x="271" y="130"/>
                    <a:pt x="271" y="109"/>
                    <a:pt x="271" y="87"/>
                  </a:cubicBezTo>
                  <a:cubicBezTo>
                    <a:pt x="271" y="79"/>
                    <a:pt x="268" y="74"/>
                    <a:pt x="263" y="69"/>
                  </a:cubicBezTo>
                  <a:cubicBezTo>
                    <a:pt x="279" y="58"/>
                    <a:pt x="291" y="43"/>
                    <a:pt x="291" y="22"/>
                  </a:cubicBezTo>
                  <a:cubicBezTo>
                    <a:pt x="292" y="14"/>
                    <a:pt x="288" y="8"/>
                    <a:pt x="283" y="5"/>
                  </a:cubicBezTo>
                  <a:close/>
                  <a:moveTo>
                    <a:pt x="227" y="107"/>
                  </a:moveTo>
                  <a:cubicBezTo>
                    <a:pt x="227" y="134"/>
                    <a:pt x="227" y="162"/>
                    <a:pt x="227" y="189"/>
                  </a:cubicBezTo>
                  <a:cubicBezTo>
                    <a:pt x="227" y="191"/>
                    <a:pt x="227" y="193"/>
                    <a:pt x="227" y="194"/>
                  </a:cubicBezTo>
                  <a:cubicBezTo>
                    <a:pt x="225" y="194"/>
                    <a:pt x="223" y="195"/>
                    <a:pt x="221" y="195"/>
                  </a:cubicBezTo>
                  <a:cubicBezTo>
                    <a:pt x="214" y="195"/>
                    <a:pt x="206" y="195"/>
                    <a:pt x="199" y="195"/>
                  </a:cubicBezTo>
                  <a:cubicBezTo>
                    <a:pt x="180" y="195"/>
                    <a:pt x="161" y="195"/>
                    <a:pt x="143" y="195"/>
                  </a:cubicBezTo>
                  <a:cubicBezTo>
                    <a:pt x="118" y="195"/>
                    <a:pt x="94" y="195"/>
                    <a:pt x="69" y="195"/>
                  </a:cubicBezTo>
                  <a:cubicBezTo>
                    <a:pt x="67" y="195"/>
                    <a:pt x="65" y="195"/>
                    <a:pt x="64" y="195"/>
                  </a:cubicBezTo>
                  <a:cubicBezTo>
                    <a:pt x="64" y="192"/>
                    <a:pt x="64" y="189"/>
                    <a:pt x="64" y="187"/>
                  </a:cubicBezTo>
                  <a:cubicBezTo>
                    <a:pt x="64" y="160"/>
                    <a:pt x="64" y="132"/>
                    <a:pt x="64" y="105"/>
                  </a:cubicBezTo>
                  <a:cubicBezTo>
                    <a:pt x="64" y="103"/>
                    <a:pt x="64" y="100"/>
                    <a:pt x="64" y="97"/>
                  </a:cubicBezTo>
                  <a:cubicBezTo>
                    <a:pt x="65" y="97"/>
                    <a:pt x="67" y="96"/>
                    <a:pt x="68" y="96"/>
                  </a:cubicBezTo>
                  <a:cubicBezTo>
                    <a:pt x="76" y="93"/>
                    <a:pt x="84" y="91"/>
                    <a:pt x="91" y="88"/>
                  </a:cubicBezTo>
                  <a:cubicBezTo>
                    <a:pt x="107" y="78"/>
                    <a:pt x="103" y="53"/>
                    <a:pt x="85" y="48"/>
                  </a:cubicBezTo>
                  <a:cubicBezTo>
                    <a:pt x="82" y="47"/>
                    <a:pt x="79" y="46"/>
                    <a:pt x="76" y="45"/>
                  </a:cubicBezTo>
                  <a:cubicBezTo>
                    <a:pt x="123" y="44"/>
                    <a:pt x="170" y="44"/>
                    <a:pt x="217" y="44"/>
                  </a:cubicBezTo>
                  <a:cubicBezTo>
                    <a:pt x="212" y="46"/>
                    <a:pt x="208" y="47"/>
                    <a:pt x="204" y="48"/>
                  </a:cubicBezTo>
                  <a:cubicBezTo>
                    <a:pt x="185" y="53"/>
                    <a:pt x="182" y="79"/>
                    <a:pt x="198" y="88"/>
                  </a:cubicBezTo>
                  <a:cubicBezTo>
                    <a:pt x="205" y="92"/>
                    <a:pt x="212" y="94"/>
                    <a:pt x="219" y="96"/>
                  </a:cubicBezTo>
                  <a:cubicBezTo>
                    <a:pt x="222" y="97"/>
                    <a:pt x="224" y="98"/>
                    <a:pt x="227" y="98"/>
                  </a:cubicBezTo>
                  <a:cubicBezTo>
                    <a:pt x="227" y="101"/>
                    <a:pt x="227" y="104"/>
                    <a:pt x="227" y="107"/>
                  </a:cubicBezTo>
                  <a:close/>
                </a:path>
              </a:pathLst>
            </a:custGeom>
            <a:grpFill/>
            <a:ln>
              <a:noFill/>
            </a:ln>
          </p:spPr>
          <p:txBody>
            <a:bodyPr vert="horz" wrap="square" lIns="91440" tIns="45720" rIns="91440" bIns="45720" numCol="1" anchor="t" anchorCtr="0" compatLnSpc="1"/>
            <a:lstStyle/>
            <a:p>
              <a:endParaRPr lang="en-US"/>
            </a:p>
          </p:txBody>
        </p:sp>
      </p:grpSp>
      <p:grpSp>
        <p:nvGrpSpPr>
          <p:cNvPr id="119" name="Group 118"/>
          <p:cNvGrpSpPr/>
          <p:nvPr/>
        </p:nvGrpSpPr>
        <p:grpSpPr>
          <a:xfrm>
            <a:off x="9670954" y="6089650"/>
            <a:ext cx="284572" cy="555660"/>
            <a:chOff x="8501063" y="3897313"/>
            <a:chExt cx="1273175" cy="2486025"/>
          </a:xfrm>
          <a:solidFill>
            <a:schemeClr val="bg1"/>
          </a:solidFill>
        </p:grpSpPr>
        <p:sp>
          <p:nvSpPr>
            <p:cNvPr id="120" name="Freeform 94"/>
            <p:cNvSpPr>
              <a:spLocks noEditPoints="1"/>
            </p:cNvSpPr>
            <p:nvPr/>
          </p:nvSpPr>
          <p:spPr bwMode="auto">
            <a:xfrm>
              <a:off x="9026525" y="3897313"/>
              <a:ext cx="509589" cy="476249"/>
            </a:xfrm>
            <a:custGeom>
              <a:avLst/>
              <a:gdLst>
                <a:gd name="T0" fmla="*/ 87 w 205"/>
                <a:gd name="T1" fmla="*/ 190 h 192"/>
                <a:gd name="T2" fmla="*/ 103 w 205"/>
                <a:gd name="T3" fmla="*/ 192 h 192"/>
                <a:gd name="T4" fmla="*/ 197 w 205"/>
                <a:gd name="T5" fmla="*/ 111 h 192"/>
                <a:gd name="T6" fmla="*/ 118 w 205"/>
                <a:gd name="T7" fmla="*/ 1 h 192"/>
                <a:gd name="T8" fmla="*/ 102 w 205"/>
                <a:gd name="T9" fmla="*/ 0 h 192"/>
                <a:gd name="T10" fmla="*/ 8 w 205"/>
                <a:gd name="T11" fmla="*/ 81 h 192"/>
                <a:gd name="T12" fmla="*/ 87 w 205"/>
                <a:gd name="T13" fmla="*/ 190 h 192"/>
                <a:gd name="T14" fmla="*/ 51 w 205"/>
                <a:gd name="T15" fmla="*/ 88 h 192"/>
                <a:gd name="T16" fmla="*/ 102 w 205"/>
                <a:gd name="T17" fmla="*/ 44 h 192"/>
                <a:gd name="T18" fmla="*/ 111 w 205"/>
                <a:gd name="T19" fmla="*/ 45 h 192"/>
                <a:gd name="T20" fmla="*/ 154 w 205"/>
                <a:gd name="T21" fmla="*/ 104 h 192"/>
                <a:gd name="T22" fmla="*/ 103 w 205"/>
                <a:gd name="T23" fmla="*/ 148 h 192"/>
                <a:gd name="T24" fmla="*/ 94 w 205"/>
                <a:gd name="T25" fmla="*/ 147 h 192"/>
                <a:gd name="T26" fmla="*/ 51 w 205"/>
                <a:gd name="T27" fmla="*/ 8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5" h="192">
                  <a:moveTo>
                    <a:pt x="87" y="190"/>
                  </a:moveTo>
                  <a:cubicBezTo>
                    <a:pt x="92" y="191"/>
                    <a:pt x="97" y="192"/>
                    <a:pt x="103" y="192"/>
                  </a:cubicBezTo>
                  <a:cubicBezTo>
                    <a:pt x="150" y="192"/>
                    <a:pt x="189" y="158"/>
                    <a:pt x="197" y="111"/>
                  </a:cubicBezTo>
                  <a:cubicBezTo>
                    <a:pt x="205" y="59"/>
                    <a:pt x="170" y="10"/>
                    <a:pt x="118" y="1"/>
                  </a:cubicBezTo>
                  <a:cubicBezTo>
                    <a:pt x="113" y="1"/>
                    <a:pt x="108" y="0"/>
                    <a:pt x="102" y="0"/>
                  </a:cubicBezTo>
                  <a:cubicBezTo>
                    <a:pt x="55" y="0"/>
                    <a:pt x="16" y="34"/>
                    <a:pt x="8" y="81"/>
                  </a:cubicBezTo>
                  <a:cubicBezTo>
                    <a:pt x="0" y="133"/>
                    <a:pt x="35" y="182"/>
                    <a:pt x="87" y="190"/>
                  </a:cubicBezTo>
                  <a:close/>
                  <a:moveTo>
                    <a:pt x="51" y="88"/>
                  </a:moveTo>
                  <a:cubicBezTo>
                    <a:pt x="55" y="62"/>
                    <a:pt x="77" y="44"/>
                    <a:pt x="102" y="44"/>
                  </a:cubicBezTo>
                  <a:cubicBezTo>
                    <a:pt x="105" y="44"/>
                    <a:pt x="108" y="44"/>
                    <a:pt x="111" y="45"/>
                  </a:cubicBezTo>
                  <a:cubicBezTo>
                    <a:pt x="139" y="49"/>
                    <a:pt x="158" y="76"/>
                    <a:pt x="154" y="104"/>
                  </a:cubicBezTo>
                  <a:cubicBezTo>
                    <a:pt x="150" y="129"/>
                    <a:pt x="128" y="148"/>
                    <a:pt x="103" y="148"/>
                  </a:cubicBezTo>
                  <a:cubicBezTo>
                    <a:pt x="100" y="148"/>
                    <a:pt x="97" y="147"/>
                    <a:pt x="94" y="147"/>
                  </a:cubicBezTo>
                  <a:cubicBezTo>
                    <a:pt x="66" y="143"/>
                    <a:pt x="47" y="116"/>
                    <a:pt x="51" y="88"/>
                  </a:cubicBezTo>
                  <a:close/>
                </a:path>
              </a:pathLst>
            </a:custGeom>
            <a:grpFill/>
            <a:ln>
              <a:noFill/>
            </a:ln>
          </p:spPr>
          <p:txBody>
            <a:bodyPr vert="horz" wrap="square" lIns="91440" tIns="45720" rIns="91440" bIns="45720" numCol="1" anchor="t" anchorCtr="0" compatLnSpc="1"/>
            <a:lstStyle/>
            <a:p>
              <a:endParaRPr lang="en-US"/>
            </a:p>
          </p:txBody>
        </p:sp>
        <p:sp>
          <p:nvSpPr>
            <p:cNvPr id="121" name="Freeform 95"/>
            <p:cNvSpPr>
              <a:spLocks noEditPoints="1"/>
            </p:cNvSpPr>
            <p:nvPr/>
          </p:nvSpPr>
          <p:spPr bwMode="auto">
            <a:xfrm>
              <a:off x="8501063" y="4370390"/>
              <a:ext cx="1273175" cy="2012948"/>
            </a:xfrm>
            <a:custGeom>
              <a:avLst/>
              <a:gdLst>
                <a:gd name="T0" fmla="*/ 495 w 513"/>
                <a:gd name="T1" fmla="*/ 347 h 814"/>
                <a:gd name="T2" fmla="*/ 451 w 513"/>
                <a:gd name="T3" fmla="*/ 331 h 814"/>
                <a:gd name="T4" fmla="*/ 423 w 513"/>
                <a:gd name="T5" fmla="*/ 335 h 814"/>
                <a:gd name="T6" fmla="*/ 204 w 513"/>
                <a:gd name="T7" fmla="*/ 104 h 814"/>
                <a:gd name="T8" fmla="*/ 212 w 513"/>
                <a:gd name="T9" fmla="*/ 56 h 814"/>
                <a:gd name="T10" fmla="*/ 236 w 513"/>
                <a:gd name="T11" fmla="*/ 53 h 814"/>
                <a:gd name="T12" fmla="*/ 264 w 513"/>
                <a:gd name="T13" fmla="*/ 61 h 814"/>
                <a:gd name="T14" fmla="*/ 280 w 513"/>
                <a:gd name="T15" fmla="*/ 77 h 814"/>
                <a:gd name="T16" fmla="*/ 288 w 513"/>
                <a:gd name="T17" fmla="*/ 147 h 814"/>
                <a:gd name="T18" fmla="*/ 323 w 513"/>
                <a:gd name="T19" fmla="*/ 87 h 814"/>
                <a:gd name="T20" fmla="*/ 277 w 513"/>
                <a:gd name="T21" fmla="*/ 19 h 814"/>
                <a:gd name="T22" fmla="*/ 171 w 513"/>
                <a:gd name="T23" fmla="*/ 41 h 814"/>
                <a:gd name="T24" fmla="*/ 76 w 513"/>
                <a:gd name="T25" fmla="*/ 307 h 814"/>
                <a:gd name="T26" fmla="*/ 81 w 513"/>
                <a:gd name="T27" fmla="*/ 538 h 814"/>
                <a:gd name="T28" fmla="*/ 8 w 513"/>
                <a:gd name="T29" fmla="*/ 713 h 814"/>
                <a:gd name="T30" fmla="*/ 74 w 513"/>
                <a:gd name="T31" fmla="*/ 807 h 814"/>
                <a:gd name="T32" fmla="*/ 133 w 513"/>
                <a:gd name="T33" fmla="*/ 767 h 814"/>
                <a:gd name="T34" fmla="*/ 206 w 513"/>
                <a:gd name="T35" fmla="*/ 743 h 814"/>
                <a:gd name="T36" fmla="*/ 275 w 513"/>
                <a:gd name="T37" fmla="*/ 811 h 814"/>
                <a:gd name="T38" fmla="*/ 342 w 513"/>
                <a:gd name="T39" fmla="*/ 747 h 814"/>
                <a:gd name="T40" fmla="*/ 341 w 513"/>
                <a:gd name="T41" fmla="*/ 486 h 814"/>
                <a:gd name="T42" fmla="*/ 247 w 513"/>
                <a:gd name="T43" fmla="*/ 284 h 814"/>
                <a:gd name="T44" fmla="*/ 180 w 513"/>
                <a:gd name="T45" fmla="*/ 145 h 814"/>
                <a:gd name="T46" fmla="*/ 253 w 513"/>
                <a:gd name="T47" fmla="*/ 251 h 814"/>
                <a:gd name="T48" fmla="*/ 388 w 513"/>
                <a:gd name="T49" fmla="*/ 382 h 814"/>
                <a:gd name="T50" fmla="*/ 410 w 513"/>
                <a:gd name="T51" fmla="*/ 404 h 814"/>
                <a:gd name="T52" fmla="*/ 444 w 513"/>
                <a:gd name="T53" fmla="*/ 374 h 814"/>
                <a:gd name="T54" fmla="*/ 454 w 513"/>
                <a:gd name="T55" fmla="*/ 376 h 814"/>
                <a:gd name="T56" fmla="*/ 469 w 513"/>
                <a:gd name="T57" fmla="*/ 386 h 814"/>
                <a:gd name="T58" fmla="*/ 469 w 513"/>
                <a:gd name="T59" fmla="*/ 792 h 814"/>
                <a:gd name="T60" fmla="*/ 513 w 513"/>
                <a:gd name="T61" fmla="*/ 792 h 814"/>
                <a:gd name="T62" fmla="*/ 232 w 513"/>
                <a:gd name="T63" fmla="*/ 328 h 814"/>
                <a:gd name="T64" fmla="*/ 298 w 513"/>
                <a:gd name="T65" fmla="*/ 746 h 814"/>
                <a:gd name="T66" fmla="*/ 275 w 513"/>
                <a:gd name="T67" fmla="*/ 767 h 814"/>
                <a:gd name="T68" fmla="*/ 250 w 513"/>
                <a:gd name="T69" fmla="*/ 741 h 814"/>
                <a:gd name="T70" fmla="*/ 246 w 513"/>
                <a:gd name="T71" fmla="*/ 515 h 814"/>
                <a:gd name="T72" fmla="*/ 187 w 513"/>
                <a:gd name="T73" fmla="*/ 412 h 814"/>
                <a:gd name="T74" fmla="*/ 171 w 513"/>
                <a:gd name="T75" fmla="*/ 433 h 814"/>
                <a:gd name="T76" fmla="*/ 93 w 513"/>
                <a:gd name="T77" fmla="*/ 750 h 814"/>
                <a:gd name="T78" fmla="*/ 63 w 513"/>
                <a:gd name="T79" fmla="*/ 761 h 814"/>
                <a:gd name="T80" fmla="*/ 50 w 513"/>
                <a:gd name="T81" fmla="*/ 728 h 814"/>
                <a:gd name="T82" fmla="*/ 125 w 513"/>
                <a:gd name="T83" fmla="*/ 541 h 814"/>
                <a:gd name="T84" fmla="*/ 232 w 513"/>
                <a:gd name="T85" fmla="*/ 328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3" h="814">
                  <a:moveTo>
                    <a:pt x="513" y="386"/>
                  </a:moveTo>
                  <a:cubicBezTo>
                    <a:pt x="513" y="371"/>
                    <a:pt x="506" y="357"/>
                    <a:pt x="495" y="347"/>
                  </a:cubicBezTo>
                  <a:cubicBezTo>
                    <a:pt x="485" y="338"/>
                    <a:pt x="471" y="333"/>
                    <a:pt x="457" y="332"/>
                  </a:cubicBezTo>
                  <a:cubicBezTo>
                    <a:pt x="451" y="331"/>
                    <a:pt x="451" y="331"/>
                    <a:pt x="451" y="331"/>
                  </a:cubicBezTo>
                  <a:cubicBezTo>
                    <a:pt x="450" y="331"/>
                    <a:pt x="448" y="330"/>
                    <a:pt x="447" y="330"/>
                  </a:cubicBezTo>
                  <a:cubicBezTo>
                    <a:pt x="438" y="330"/>
                    <a:pt x="430" y="332"/>
                    <a:pt x="423" y="335"/>
                  </a:cubicBezTo>
                  <a:cubicBezTo>
                    <a:pt x="283" y="220"/>
                    <a:pt x="283" y="220"/>
                    <a:pt x="283" y="220"/>
                  </a:cubicBezTo>
                  <a:cubicBezTo>
                    <a:pt x="204" y="104"/>
                    <a:pt x="204" y="104"/>
                    <a:pt x="204" y="104"/>
                  </a:cubicBezTo>
                  <a:cubicBezTo>
                    <a:pt x="202" y="101"/>
                    <a:pt x="200" y="99"/>
                    <a:pt x="197" y="98"/>
                  </a:cubicBezTo>
                  <a:cubicBezTo>
                    <a:pt x="212" y="56"/>
                    <a:pt x="212" y="56"/>
                    <a:pt x="212" y="56"/>
                  </a:cubicBezTo>
                  <a:cubicBezTo>
                    <a:pt x="213" y="55"/>
                    <a:pt x="213" y="55"/>
                    <a:pt x="213" y="55"/>
                  </a:cubicBezTo>
                  <a:cubicBezTo>
                    <a:pt x="214" y="52"/>
                    <a:pt x="223" y="48"/>
                    <a:pt x="236" y="53"/>
                  </a:cubicBezTo>
                  <a:cubicBezTo>
                    <a:pt x="236" y="53"/>
                    <a:pt x="236" y="53"/>
                    <a:pt x="237" y="53"/>
                  </a:cubicBezTo>
                  <a:cubicBezTo>
                    <a:pt x="264" y="61"/>
                    <a:pt x="264" y="61"/>
                    <a:pt x="264" y="61"/>
                  </a:cubicBezTo>
                  <a:cubicBezTo>
                    <a:pt x="277" y="65"/>
                    <a:pt x="281" y="73"/>
                    <a:pt x="281" y="75"/>
                  </a:cubicBezTo>
                  <a:cubicBezTo>
                    <a:pt x="281" y="75"/>
                    <a:pt x="280" y="76"/>
                    <a:pt x="280" y="77"/>
                  </a:cubicBezTo>
                  <a:cubicBezTo>
                    <a:pt x="271" y="122"/>
                    <a:pt x="271" y="122"/>
                    <a:pt x="271" y="122"/>
                  </a:cubicBezTo>
                  <a:cubicBezTo>
                    <a:pt x="269" y="133"/>
                    <a:pt x="277" y="145"/>
                    <a:pt x="288" y="147"/>
                  </a:cubicBezTo>
                  <a:cubicBezTo>
                    <a:pt x="300" y="150"/>
                    <a:pt x="312" y="142"/>
                    <a:pt x="314" y="130"/>
                  </a:cubicBezTo>
                  <a:cubicBezTo>
                    <a:pt x="323" y="87"/>
                    <a:pt x="323" y="87"/>
                    <a:pt x="323" y="87"/>
                  </a:cubicBezTo>
                  <a:cubicBezTo>
                    <a:pt x="331" y="59"/>
                    <a:pt x="312" y="30"/>
                    <a:pt x="278" y="19"/>
                  </a:cubicBezTo>
                  <a:cubicBezTo>
                    <a:pt x="277" y="19"/>
                    <a:pt x="277" y="19"/>
                    <a:pt x="277" y="19"/>
                  </a:cubicBezTo>
                  <a:cubicBezTo>
                    <a:pt x="249" y="11"/>
                    <a:pt x="249" y="11"/>
                    <a:pt x="249" y="11"/>
                  </a:cubicBezTo>
                  <a:cubicBezTo>
                    <a:pt x="215" y="0"/>
                    <a:pt x="181" y="13"/>
                    <a:pt x="171" y="41"/>
                  </a:cubicBezTo>
                  <a:cubicBezTo>
                    <a:pt x="77" y="298"/>
                    <a:pt x="77" y="298"/>
                    <a:pt x="77" y="298"/>
                  </a:cubicBezTo>
                  <a:cubicBezTo>
                    <a:pt x="76" y="301"/>
                    <a:pt x="76" y="304"/>
                    <a:pt x="76" y="307"/>
                  </a:cubicBezTo>
                  <a:cubicBezTo>
                    <a:pt x="76" y="308"/>
                    <a:pt x="76" y="309"/>
                    <a:pt x="76" y="309"/>
                  </a:cubicBezTo>
                  <a:cubicBezTo>
                    <a:pt x="81" y="538"/>
                    <a:pt x="81" y="538"/>
                    <a:pt x="81" y="538"/>
                  </a:cubicBezTo>
                  <a:cubicBezTo>
                    <a:pt x="9" y="712"/>
                    <a:pt x="9" y="712"/>
                    <a:pt x="9" y="712"/>
                  </a:cubicBezTo>
                  <a:cubicBezTo>
                    <a:pt x="9" y="712"/>
                    <a:pt x="9" y="713"/>
                    <a:pt x="8" y="713"/>
                  </a:cubicBezTo>
                  <a:cubicBezTo>
                    <a:pt x="0" y="739"/>
                    <a:pt x="3" y="784"/>
                    <a:pt x="47" y="801"/>
                  </a:cubicBezTo>
                  <a:cubicBezTo>
                    <a:pt x="57" y="805"/>
                    <a:pt x="66" y="807"/>
                    <a:pt x="74" y="807"/>
                  </a:cubicBezTo>
                  <a:cubicBezTo>
                    <a:pt x="104" y="807"/>
                    <a:pt x="125" y="786"/>
                    <a:pt x="133" y="767"/>
                  </a:cubicBezTo>
                  <a:cubicBezTo>
                    <a:pt x="133" y="767"/>
                    <a:pt x="133" y="767"/>
                    <a:pt x="133" y="767"/>
                  </a:cubicBezTo>
                  <a:cubicBezTo>
                    <a:pt x="205" y="587"/>
                    <a:pt x="205" y="587"/>
                    <a:pt x="205" y="587"/>
                  </a:cubicBezTo>
                  <a:cubicBezTo>
                    <a:pt x="206" y="743"/>
                    <a:pt x="206" y="743"/>
                    <a:pt x="206" y="743"/>
                  </a:cubicBezTo>
                  <a:cubicBezTo>
                    <a:pt x="206" y="743"/>
                    <a:pt x="206" y="743"/>
                    <a:pt x="206" y="744"/>
                  </a:cubicBezTo>
                  <a:cubicBezTo>
                    <a:pt x="208" y="771"/>
                    <a:pt x="228" y="811"/>
                    <a:pt x="275" y="811"/>
                  </a:cubicBezTo>
                  <a:cubicBezTo>
                    <a:pt x="323" y="811"/>
                    <a:pt x="341" y="773"/>
                    <a:pt x="342" y="747"/>
                  </a:cubicBezTo>
                  <a:cubicBezTo>
                    <a:pt x="342" y="747"/>
                    <a:pt x="342" y="747"/>
                    <a:pt x="342" y="747"/>
                  </a:cubicBezTo>
                  <a:cubicBezTo>
                    <a:pt x="343" y="494"/>
                    <a:pt x="343" y="494"/>
                    <a:pt x="343" y="494"/>
                  </a:cubicBezTo>
                  <a:cubicBezTo>
                    <a:pt x="343" y="492"/>
                    <a:pt x="342" y="489"/>
                    <a:pt x="341" y="486"/>
                  </a:cubicBezTo>
                  <a:cubicBezTo>
                    <a:pt x="267" y="298"/>
                    <a:pt x="267" y="298"/>
                    <a:pt x="267" y="298"/>
                  </a:cubicBezTo>
                  <a:cubicBezTo>
                    <a:pt x="264" y="290"/>
                    <a:pt x="256" y="284"/>
                    <a:pt x="247" y="284"/>
                  </a:cubicBezTo>
                  <a:cubicBezTo>
                    <a:pt x="129" y="284"/>
                    <a:pt x="129" y="284"/>
                    <a:pt x="129" y="284"/>
                  </a:cubicBezTo>
                  <a:cubicBezTo>
                    <a:pt x="180" y="145"/>
                    <a:pt x="180" y="145"/>
                    <a:pt x="180" y="145"/>
                  </a:cubicBezTo>
                  <a:cubicBezTo>
                    <a:pt x="249" y="247"/>
                    <a:pt x="249" y="247"/>
                    <a:pt x="249" y="247"/>
                  </a:cubicBezTo>
                  <a:cubicBezTo>
                    <a:pt x="250" y="249"/>
                    <a:pt x="251" y="250"/>
                    <a:pt x="253" y="251"/>
                  </a:cubicBezTo>
                  <a:cubicBezTo>
                    <a:pt x="391" y="365"/>
                    <a:pt x="391" y="365"/>
                    <a:pt x="391" y="365"/>
                  </a:cubicBezTo>
                  <a:cubicBezTo>
                    <a:pt x="389" y="370"/>
                    <a:pt x="388" y="376"/>
                    <a:pt x="388" y="382"/>
                  </a:cubicBezTo>
                  <a:cubicBezTo>
                    <a:pt x="388" y="394"/>
                    <a:pt x="398" y="404"/>
                    <a:pt x="410" y="404"/>
                  </a:cubicBezTo>
                  <a:cubicBezTo>
                    <a:pt x="410" y="404"/>
                    <a:pt x="410" y="404"/>
                    <a:pt x="410" y="404"/>
                  </a:cubicBezTo>
                  <a:cubicBezTo>
                    <a:pt x="422" y="404"/>
                    <a:pt x="432" y="394"/>
                    <a:pt x="432" y="382"/>
                  </a:cubicBezTo>
                  <a:cubicBezTo>
                    <a:pt x="432" y="378"/>
                    <a:pt x="437" y="375"/>
                    <a:pt x="444" y="374"/>
                  </a:cubicBezTo>
                  <a:cubicBezTo>
                    <a:pt x="450" y="376"/>
                    <a:pt x="450" y="376"/>
                    <a:pt x="450" y="376"/>
                  </a:cubicBezTo>
                  <a:cubicBezTo>
                    <a:pt x="451" y="376"/>
                    <a:pt x="453" y="376"/>
                    <a:pt x="454" y="376"/>
                  </a:cubicBezTo>
                  <a:cubicBezTo>
                    <a:pt x="459" y="376"/>
                    <a:pt x="463" y="378"/>
                    <a:pt x="466" y="380"/>
                  </a:cubicBezTo>
                  <a:cubicBezTo>
                    <a:pt x="467" y="381"/>
                    <a:pt x="469" y="383"/>
                    <a:pt x="469" y="386"/>
                  </a:cubicBezTo>
                  <a:cubicBezTo>
                    <a:pt x="469" y="386"/>
                    <a:pt x="469" y="386"/>
                    <a:pt x="469" y="386"/>
                  </a:cubicBezTo>
                  <a:cubicBezTo>
                    <a:pt x="469" y="792"/>
                    <a:pt x="469" y="792"/>
                    <a:pt x="469" y="792"/>
                  </a:cubicBezTo>
                  <a:cubicBezTo>
                    <a:pt x="469" y="805"/>
                    <a:pt x="479" y="814"/>
                    <a:pt x="491" y="814"/>
                  </a:cubicBezTo>
                  <a:cubicBezTo>
                    <a:pt x="503" y="814"/>
                    <a:pt x="513" y="805"/>
                    <a:pt x="513" y="792"/>
                  </a:cubicBezTo>
                  <a:lnTo>
                    <a:pt x="513" y="386"/>
                  </a:lnTo>
                  <a:close/>
                  <a:moveTo>
                    <a:pt x="232" y="328"/>
                  </a:moveTo>
                  <a:cubicBezTo>
                    <a:pt x="299" y="498"/>
                    <a:pt x="299" y="498"/>
                    <a:pt x="299" y="498"/>
                  </a:cubicBezTo>
                  <a:cubicBezTo>
                    <a:pt x="298" y="746"/>
                    <a:pt x="298" y="746"/>
                    <a:pt x="298" y="746"/>
                  </a:cubicBezTo>
                  <a:cubicBezTo>
                    <a:pt x="298" y="747"/>
                    <a:pt x="298" y="752"/>
                    <a:pt x="295" y="757"/>
                  </a:cubicBezTo>
                  <a:cubicBezTo>
                    <a:pt x="293" y="762"/>
                    <a:pt x="288" y="767"/>
                    <a:pt x="275" y="767"/>
                  </a:cubicBezTo>
                  <a:cubicBezTo>
                    <a:pt x="265" y="767"/>
                    <a:pt x="259" y="764"/>
                    <a:pt x="255" y="756"/>
                  </a:cubicBezTo>
                  <a:cubicBezTo>
                    <a:pt x="251" y="750"/>
                    <a:pt x="250" y="743"/>
                    <a:pt x="250" y="741"/>
                  </a:cubicBezTo>
                  <a:cubicBezTo>
                    <a:pt x="248" y="522"/>
                    <a:pt x="248" y="522"/>
                    <a:pt x="248" y="522"/>
                  </a:cubicBezTo>
                  <a:cubicBezTo>
                    <a:pt x="248" y="520"/>
                    <a:pt x="247" y="517"/>
                    <a:pt x="246" y="515"/>
                  </a:cubicBezTo>
                  <a:cubicBezTo>
                    <a:pt x="215" y="425"/>
                    <a:pt x="215" y="425"/>
                    <a:pt x="215" y="425"/>
                  </a:cubicBezTo>
                  <a:cubicBezTo>
                    <a:pt x="211" y="414"/>
                    <a:pt x="198" y="408"/>
                    <a:pt x="187" y="412"/>
                  </a:cubicBezTo>
                  <a:cubicBezTo>
                    <a:pt x="186" y="412"/>
                    <a:pt x="185" y="412"/>
                    <a:pt x="184" y="413"/>
                  </a:cubicBezTo>
                  <a:cubicBezTo>
                    <a:pt x="176" y="416"/>
                    <a:pt x="171" y="424"/>
                    <a:pt x="171" y="433"/>
                  </a:cubicBezTo>
                  <a:cubicBezTo>
                    <a:pt x="172" y="549"/>
                    <a:pt x="172" y="549"/>
                    <a:pt x="172" y="549"/>
                  </a:cubicBezTo>
                  <a:cubicBezTo>
                    <a:pt x="93" y="750"/>
                    <a:pt x="93" y="750"/>
                    <a:pt x="93" y="750"/>
                  </a:cubicBezTo>
                  <a:cubicBezTo>
                    <a:pt x="92" y="751"/>
                    <a:pt x="90" y="756"/>
                    <a:pt x="85" y="759"/>
                  </a:cubicBezTo>
                  <a:cubicBezTo>
                    <a:pt x="81" y="762"/>
                    <a:pt x="75" y="766"/>
                    <a:pt x="63" y="761"/>
                  </a:cubicBezTo>
                  <a:cubicBezTo>
                    <a:pt x="54" y="757"/>
                    <a:pt x="50" y="752"/>
                    <a:pt x="49" y="743"/>
                  </a:cubicBezTo>
                  <a:cubicBezTo>
                    <a:pt x="48" y="736"/>
                    <a:pt x="49" y="730"/>
                    <a:pt x="50" y="728"/>
                  </a:cubicBezTo>
                  <a:cubicBezTo>
                    <a:pt x="123" y="550"/>
                    <a:pt x="123" y="550"/>
                    <a:pt x="123" y="550"/>
                  </a:cubicBezTo>
                  <a:cubicBezTo>
                    <a:pt x="125" y="547"/>
                    <a:pt x="125" y="544"/>
                    <a:pt x="125" y="541"/>
                  </a:cubicBezTo>
                  <a:cubicBezTo>
                    <a:pt x="120" y="328"/>
                    <a:pt x="120" y="328"/>
                    <a:pt x="120" y="328"/>
                  </a:cubicBezTo>
                  <a:lnTo>
                    <a:pt x="232" y="328"/>
                  </a:lnTo>
                  <a:close/>
                </a:path>
              </a:pathLst>
            </a:custGeom>
            <a:grpFill/>
            <a:ln>
              <a:noFill/>
            </a:ln>
          </p:spPr>
          <p:txBody>
            <a:bodyPr vert="horz" wrap="square" lIns="91440" tIns="45720" rIns="91440" bIns="45720" numCol="1" anchor="t" anchorCtr="0" compatLnSpc="1"/>
            <a:lstStyle/>
            <a:p>
              <a:endParaRPr lang="en-US"/>
            </a:p>
          </p:txBody>
        </p:sp>
      </p:grpSp>
      <p:grpSp>
        <p:nvGrpSpPr>
          <p:cNvPr id="122" name="Group 121"/>
          <p:cNvGrpSpPr/>
          <p:nvPr/>
        </p:nvGrpSpPr>
        <p:grpSpPr>
          <a:xfrm>
            <a:off x="7828069" y="6134396"/>
            <a:ext cx="252740" cy="512138"/>
            <a:chOff x="8509001" y="3856038"/>
            <a:chExt cx="1265238" cy="2563813"/>
          </a:xfrm>
          <a:solidFill>
            <a:schemeClr val="bg1"/>
          </a:solidFill>
        </p:grpSpPr>
        <p:sp>
          <p:nvSpPr>
            <p:cNvPr id="123" name="Freeform 31"/>
            <p:cNvSpPr>
              <a:spLocks noEditPoints="1"/>
            </p:cNvSpPr>
            <p:nvPr/>
          </p:nvSpPr>
          <p:spPr bwMode="auto">
            <a:xfrm>
              <a:off x="8855077" y="3856038"/>
              <a:ext cx="593727" cy="608011"/>
            </a:xfrm>
            <a:custGeom>
              <a:avLst/>
              <a:gdLst>
                <a:gd name="T0" fmla="*/ 75 w 239"/>
                <a:gd name="T1" fmla="*/ 228 h 246"/>
                <a:gd name="T2" fmla="*/ 201 w 239"/>
                <a:gd name="T3" fmla="*/ 198 h 246"/>
                <a:gd name="T4" fmla="*/ 217 w 239"/>
                <a:gd name="T5" fmla="*/ 66 h 246"/>
                <a:gd name="T6" fmla="*/ 103 w 239"/>
                <a:gd name="T7" fmla="*/ 6 h 246"/>
                <a:gd name="T8" fmla="*/ 0 w 239"/>
                <a:gd name="T9" fmla="*/ 118 h 246"/>
                <a:gd name="T10" fmla="*/ 0 w 239"/>
                <a:gd name="T11" fmla="*/ 120 h 246"/>
                <a:gd name="T12" fmla="*/ 75 w 239"/>
                <a:gd name="T13" fmla="*/ 228 h 246"/>
                <a:gd name="T14" fmla="*/ 108 w 239"/>
                <a:gd name="T15" fmla="*/ 50 h 246"/>
                <a:gd name="T16" fmla="*/ 185 w 239"/>
                <a:gd name="T17" fmla="*/ 109 h 246"/>
                <a:gd name="T18" fmla="*/ 175 w 239"/>
                <a:gd name="T19" fmla="*/ 159 h 246"/>
                <a:gd name="T20" fmla="*/ 135 w 239"/>
                <a:gd name="T21" fmla="*/ 188 h 246"/>
                <a:gd name="T22" fmla="*/ 50 w 239"/>
                <a:gd name="T23" fmla="*/ 147 h 246"/>
                <a:gd name="T24" fmla="*/ 45 w 239"/>
                <a:gd name="T25" fmla="*/ 120 h 246"/>
                <a:gd name="T26" fmla="*/ 108 w 239"/>
                <a:gd name="T27" fmla="*/ 5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9" h="246">
                  <a:moveTo>
                    <a:pt x="75" y="228"/>
                  </a:moveTo>
                  <a:cubicBezTo>
                    <a:pt x="118" y="246"/>
                    <a:pt x="171" y="232"/>
                    <a:pt x="201" y="198"/>
                  </a:cubicBezTo>
                  <a:cubicBezTo>
                    <a:pt x="234" y="161"/>
                    <a:pt x="239" y="109"/>
                    <a:pt x="217" y="66"/>
                  </a:cubicBezTo>
                  <a:cubicBezTo>
                    <a:pt x="196" y="25"/>
                    <a:pt x="148" y="0"/>
                    <a:pt x="103" y="6"/>
                  </a:cubicBezTo>
                  <a:cubicBezTo>
                    <a:pt x="46" y="13"/>
                    <a:pt x="2" y="60"/>
                    <a:pt x="0" y="118"/>
                  </a:cubicBezTo>
                  <a:cubicBezTo>
                    <a:pt x="0" y="119"/>
                    <a:pt x="0" y="119"/>
                    <a:pt x="0" y="120"/>
                  </a:cubicBezTo>
                  <a:cubicBezTo>
                    <a:pt x="1" y="169"/>
                    <a:pt x="31" y="210"/>
                    <a:pt x="75" y="228"/>
                  </a:cubicBezTo>
                  <a:close/>
                  <a:moveTo>
                    <a:pt x="108" y="50"/>
                  </a:moveTo>
                  <a:cubicBezTo>
                    <a:pt x="146" y="47"/>
                    <a:pt x="178" y="72"/>
                    <a:pt x="185" y="109"/>
                  </a:cubicBezTo>
                  <a:cubicBezTo>
                    <a:pt x="189" y="125"/>
                    <a:pt x="184" y="144"/>
                    <a:pt x="175" y="159"/>
                  </a:cubicBezTo>
                  <a:cubicBezTo>
                    <a:pt x="166" y="173"/>
                    <a:pt x="151" y="183"/>
                    <a:pt x="135" y="188"/>
                  </a:cubicBezTo>
                  <a:cubicBezTo>
                    <a:pt x="100" y="198"/>
                    <a:pt x="62" y="179"/>
                    <a:pt x="50" y="147"/>
                  </a:cubicBezTo>
                  <a:cubicBezTo>
                    <a:pt x="46" y="136"/>
                    <a:pt x="45" y="130"/>
                    <a:pt x="45" y="120"/>
                  </a:cubicBezTo>
                  <a:cubicBezTo>
                    <a:pt x="46" y="85"/>
                    <a:pt x="73" y="54"/>
                    <a:pt x="108" y="50"/>
                  </a:cubicBezTo>
                  <a:close/>
                </a:path>
              </a:pathLst>
            </a:custGeom>
            <a:grpFill/>
            <a:ln>
              <a:noFill/>
            </a:ln>
          </p:spPr>
          <p:txBody>
            <a:bodyPr vert="horz" wrap="square" lIns="91440" tIns="45720" rIns="91440" bIns="45720" numCol="1" anchor="t" anchorCtr="0" compatLnSpc="1"/>
            <a:lstStyle/>
            <a:p>
              <a:endParaRPr lang="en-US"/>
            </a:p>
          </p:txBody>
        </p:sp>
        <p:sp>
          <p:nvSpPr>
            <p:cNvPr id="124" name="Freeform 32"/>
            <p:cNvSpPr/>
            <p:nvPr/>
          </p:nvSpPr>
          <p:spPr bwMode="auto">
            <a:xfrm>
              <a:off x="8855077" y="5340351"/>
              <a:ext cx="576265" cy="1079500"/>
            </a:xfrm>
            <a:custGeom>
              <a:avLst/>
              <a:gdLst>
                <a:gd name="T0" fmla="*/ 209 w 232"/>
                <a:gd name="T1" fmla="*/ 0 h 436"/>
                <a:gd name="T2" fmla="*/ 187 w 232"/>
                <a:gd name="T3" fmla="*/ 22 h 436"/>
                <a:gd name="T4" fmla="*/ 187 w 232"/>
                <a:gd name="T5" fmla="*/ 391 h 436"/>
                <a:gd name="T6" fmla="*/ 138 w 232"/>
                <a:gd name="T7" fmla="*/ 391 h 436"/>
                <a:gd name="T8" fmla="*/ 138 w 232"/>
                <a:gd name="T9" fmla="*/ 62 h 436"/>
                <a:gd name="T10" fmla="*/ 116 w 232"/>
                <a:gd name="T11" fmla="*/ 40 h 436"/>
                <a:gd name="T12" fmla="*/ 93 w 232"/>
                <a:gd name="T13" fmla="*/ 62 h 436"/>
                <a:gd name="T14" fmla="*/ 93 w 232"/>
                <a:gd name="T15" fmla="*/ 391 h 436"/>
                <a:gd name="T16" fmla="*/ 45 w 232"/>
                <a:gd name="T17" fmla="*/ 391 h 436"/>
                <a:gd name="T18" fmla="*/ 45 w 232"/>
                <a:gd name="T19" fmla="*/ 22 h 436"/>
                <a:gd name="T20" fmla="*/ 22 w 232"/>
                <a:gd name="T21" fmla="*/ 0 h 436"/>
                <a:gd name="T22" fmla="*/ 0 w 232"/>
                <a:gd name="T23" fmla="*/ 22 h 436"/>
                <a:gd name="T24" fmla="*/ 0 w 232"/>
                <a:gd name="T25" fmla="*/ 414 h 436"/>
                <a:gd name="T26" fmla="*/ 22 w 232"/>
                <a:gd name="T27" fmla="*/ 436 h 436"/>
                <a:gd name="T28" fmla="*/ 209 w 232"/>
                <a:gd name="T29" fmla="*/ 436 h 436"/>
                <a:gd name="T30" fmla="*/ 232 w 232"/>
                <a:gd name="T31" fmla="*/ 414 h 436"/>
                <a:gd name="T32" fmla="*/ 232 w 232"/>
                <a:gd name="T33" fmla="*/ 22 h 436"/>
                <a:gd name="T34" fmla="*/ 209 w 232"/>
                <a:gd name="T35"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2" h="436">
                  <a:moveTo>
                    <a:pt x="209" y="0"/>
                  </a:moveTo>
                  <a:cubicBezTo>
                    <a:pt x="197" y="0"/>
                    <a:pt x="187" y="10"/>
                    <a:pt x="187" y="22"/>
                  </a:cubicBezTo>
                  <a:cubicBezTo>
                    <a:pt x="187" y="391"/>
                    <a:pt x="187" y="391"/>
                    <a:pt x="187" y="391"/>
                  </a:cubicBezTo>
                  <a:cubicBezTo>
                    <a:pt x="138" y="391"/>
                    <a:pt x="138" y="391"/>
                    <a:pt x="138" y="391"/>
                  </a:cubicBezTo>
                  <a:cubicBezTo>
                    <a:pt x="138" y="62"/>
                    <a:pt x="138" y="62"/>
                    <a:pt x="138" y="62"/>
                  </a:cubicBezTo>
                  <a:cubicBezTo>
                    <a:pt x="138" y="50"/>
                    <a:pt x="128" y="40"/>
                    <a:pt x="116" y="40"/>
                  </a:cubicBezTo>
                  <a:cubicBezTo>
                    <a:pt x="103" y="40"/>
                    <a:pt x="93" y="50"/>
                    <a:pt x="93" y="62"/>
                  </a:cubicBezTo>
                  <a:cubicBezTo>
                    <a:pt x="93" y="391"/>
                    <a:pt x="93" y="391"/>
                    <a:pt x="93" y="391"/>
                  </a:cubicBezTo>
                  <a:cubicBezTo>
                    <a:pt x="45" y="391"/>
                    <a:pt x="45" y="391"/>
                    <a:pt x="45" y="391"/>
                  </a:cubicBezTo>
                  <a:cubicBezTo>
                    <a:pt x="45" y="22"/>
                    <a:pt x="45" y="22"/>
                    <a:pt x="45" y="22"/>
                  </a:cubicBezTo>
                  <a:cubicBezTo>
                    <a:pt x="45" y="10"/>
                    <a:pt x="35" y="0"/>
                    <a:pt x="22" y="0"/>
                  </a:cubicBezTo>
                  <a:cubicBezTo>
                    <a:pt x="10" y="0"/>
                    <a:pt x="0" y="10"/>
                    <a:pt x="0" y="22"/>
                  </a:cubicBezTo>
                  <a:cubicBezTo>
                    <a:pt x="0" y="414"/>
                    <a:pt x="0" y="414"/>
                    <a:pt x="0" y="414"/>
                  </a:cubicBezTo>
                  <a:cubicBezTo>
                    <a:pt x="0" y="426"/>
                    <a:pt x="10" y="436"/>
                    <a:pt x="22" y="436"/>
                  </a:cubicBezTo>
                  <a:cubicBezTo>
                    <a:pt x="209" y="436"/>
                    <a:pt x="209" y="436"/>
                    <a:pt x="209" y="436"/>
                  </a:cubicBezTo>
                  <a:cubicBezTo>
                    <a:pt x="222" y="436"/>
                    <a:pt x="232" y="426"/>
                    <a:pt x="232" y="414"/>
                  </a:cubicBezTo>
                  <a:cubicBezTo>
                    <a:pt x="232" y="22"/>
                    <a:pt x="232" y="22"/>
                    <a:pt x="232" y="22"/>
                  </a:cubicBezTo>
                  <a:cubicBezTo>
                    <a:pt x="232" y="10"/>
                    <a:pt x="222" y="0"/>
                    <a:pt x="209" y="0"/>
                  </a:cubicBezTo>
                  <a:close/>
                </a:path>
              </a:pathLst>
            </a:custGeom>
            <a:grpFill/>
            <a:ln>
              <a:noFill/>
            </a:ln>
          </p:spPr>
          <p:txBody>
            <a:bodyPr vert="horz" wrap="square" lIns="91440" tIns="45720" rIns="91440" bIns="45720" numCol="1" anchor="t" anchorCtr="0" compatLnSpc="1"/>
            <a:lstStyle/>
            <a:p>
              <a:endParaRPr lang="en-US"/>
            </a:p>
          </p:txBody>
        </p:sp>
        <p:sp>
          <p:nvSpPr>
            <p:cNvPr id="125" name="Freeform 33"/>
            <p:cNvSpPr/>
            <p:nvPr/>
          </p:nvSpPr>
          <p:spPr bwMode="auto">
            <a:xfrm>
              <a:off x="8509001" y="4494215"/>
              <a:ext cx="1265238" cy="1925636"/>
            </a:xfrm>
            <a:custGeom>
              <a:avLst/>
              <a:gdLst>
                <a:gd name="T0" fmla="*/ 506 w 509"/>
                <a:gd name="T1" fmla="*/ 212 h 778"/>
                <a:gd name="T2" fmla="*/ 505 w 509"/>
                <a:gd name="T3" fmla="*/ 191 h 778"/>
                <a:gd name="T4" fmla="*/ 392 w 509"/>
                <a:gd name="T5" fmla="*/ 10 h 778"/>
                <a:gd name="T6" fmla="*/ 373 w 509"/>
                <a:gd name="T7" fmla="*/ 0 h 778"/>
                <a:gd name="T8" fmla="*/ 137 w 509"/>
                <a:gd name="T9" fmla="*/ 0 h 778"/>
                <a:gd name="T10" fmla="*/ 118 w 509"/>
                <a:gd name="T11" fmla="*/ 9 h 778"/>
                <a:gd name="T12" fmla="*/ 5 w 509"/>
                <a:gd name="T13" fmla="*/ 176 h 778"/>
                <a:gd name="T14" fmla="*/ 3 w 509"/>
                <a:gd name="T15" fmla="*/ 197 h 778"/>
                <a:gd name="T16" fmla="*/ 78 w 509"/>
                <a:gd name="T17" fmla="*/ 372 h 778"/>
                <a:gd name="T18" fmla="*/ 80 w 509"/>
                <a:gd name="T19" fmla="*/ 376 h 778"/>
                <a:gd name="T20" fmla="*/ 34 w 509"/>
                <a:gd name="T21" fmla="*/ 753 h 778"/>
                <a:gd name="T22" fmla="*/ 53 w 509"/>
                <a:gd name="T23" fmla="*/ 778 h 778"/>
                <a:gd name="T24" fmla="*/ 56 w 509"/>
                <a:gd name="T25" fmla="*/ 778 h 778"/>
                <a:gd name="T26" fmla="*/ 78 w 509"/>
                <a:gd name="T27" fmla="*/ 758 h 778"/>
                <a:gd name="T28" fmla="*/ 147 w 509"/>
                <a:gd name="T29" fmla="*/ 199 h 778"/>
                <a:gd name="T30" fmla="*/ 128 w 509"/>
                <a:gd name="T31" fmla="*/ 174 h 778"/>
                <a:gd name="T32" fmla="*/ 103 w 509"/>
                <a:gd name="T33" fmla="*/ 194 h 778"/>
                <a:gd name="T34" fmla="*/ 91 w 509"/>
                <a:gd name="T35" fmla="*/ 288 h 778"/>
                <a:gd name="T36" fmla="*/ 49 w 509"/>
                <a:gd name="T37" fmla="*/ 191 h 778"/>
                <a:gd name="T38" fmla="*/ 148 w 509"/>
                <a:gd name="T39" fmla="*/ 44 h 778"/>
                <a:gd name="T40" fmla="*/ 360 w 509"/>
                <a:gd name="T41" fmla="*/ 44 h 778"/>
                <a:gd name="T42" fmla="*/ 460 w 509"/>
                <a:gd name="T43" fmla="*/ 204 h 778"/>
                <a:gd name="T44" fmla="*/ 421 w 509"/>
                <a:gd name="T45" fmla="*/ 289 h 778"/>
                <a:gd name="T46" fmla="*/ 409 w 509"/>
                <a:gd name="T47" fmla="*/ 194 h 778"/>
                <a:gd name="T48" fmla="*/ 384 w 509"/>
                <a:gd name="T49" fmla="*/ 174 h 778"/>
                <a:gd name="T50" fmla="*/ 364 w 509"/>
                <a:gd name="T51" fmla="*/ 199 h 778"/>
                <a:gd name="T52" fmla="*/ 433 w 509"/>
                <a:gd name="T53" fmla="*/ 758 h 778"/>
                <a:gd name="T54" fmla="*/ 456 w 509"/>
                <a:gd name="T55" fmla="*/ 778 h 778"/>
                <a:gd name="T56" fmla="*/ 458 w 509"/>
                <a:gd name="T57" fmla="*/ 778 h 778"/>
                <a:gd name="T58" fmla="*/ 478 w 509"/>
                <a:gd name="T59" fmla="*/ 753 h 778"/>
                <a:gd name="T60" fmla="*/ 431 w 509"/>
                <a:gd name="T61" fmla="*/ 373 h 778"/>
                <a:gd name="T62" fmla="*/ 431 w 509"/>
                <a:gd name="T63" fmla="*/ 373 h 778"/>
                <a:gd name="T64" fmla="*/ 506 w 509"/>
                <a:gd name="T65" fmla="*/ 212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9" h="778">
                  <a:moveTo>
                    <a:pt x="506" y="212"/>
                  </a:moveTo>
                  <a:cubicBezTo>
                    <a:pt x="509" y="205"/>
                    <a:pt x="509" y="197"/>
                    <a:pt x="505" y="191"/>
                  </a:cubicBezTo>
                  <a:cubicBezTo>
                    <a:pt x="392" y="10"/>
                    <a:pt x="392" y="10"/>
                    <a:pt x="392" y="10"/>
                  </a:cubicBezTo>
                  <a:cubicBezTo>
                    <a:pt x="388" y="4"/>
                    <a:pt x="381" y="0"/>
                    <a:pt x="373" y="0"/>
                  </a:cubicBezTo>
                  <a:cubicBezTo>
                    <a:pt x="137" y="0"/>
                    <a:pt x="137" y="0"/>
                    <a:pt x="137" y="0"/>
                  </a:cubicBezTo>
                  <a:cubicBezTo>
                    <a:pt x="129" y="0"/>
                    <a:pt x="122" y="3"/>
                    <a:pt x="118" y="9"/>
                  </a:cubicBezTo>
                  <a:cubicBezTo>
                    <a:pt x="5" y="176"/>
                    <a:pt x="5" y="176"/>
                    <a:pt x="5" y="176"/>
                  </a:cubicBezTo>
                  <a:cubicBezTo>
                    <a:pt x="1" y="182"/>
                    <a:pt x="0" y="190"/>
                    <a:pt x="3" y="197"/>
                  </a:cubicBezTo>
                  <a:cubicBezTo>
                    <a:pt x="78" y="372"/>
                    <a:pt x="78" y="372"/>
                    <a:pt x="78" y="372"/>
                  </a:cubicBezTo>
                  <a:cubicBezTo>
                    <a:pt x="79" y="373"/>
                    <a:pt x="79" y="375"/>
                    <a:pt x="80" y="376"/>
                  </a:cubicBezTo>
                  <a:cubicBezTo>
                    <a:pt x="34" y="753"/>
                    <a:pt x="34" y="753"/>
                    <a:pt x="34" y="753"/>
                  </a:cubicBezTo>
                  <a:cubicBezTo>
                    <a:pt x="32" y="765"/>
                    <a:pt x="41" y="776"/>
                    <a:pt x="53" y="778"/>
                  </a:cubicBezTo>
                  <a:cubicBezTo>
                    <a:pt x="54" y="778"/>
                    <a:pt x="55" y="778"/>
                    <a:pt x="56" y="778"/>
                  </a:cubicBezTo>
                  <a:cubicBezTo>
                    <a:pt x="67" y="778"/>
                    <a:pt x="77" y="770"/>
                    <a:pt x="78" y="758"/>
                  </a:cubicBezTo>
                  <a:cubicBezTo>
                    <a:pt x="147" y="199"/>
                    <a:pt x="147" y="199"/>
                    <a:pt x="147" y="199"/>
                  </a:cubicBezTo>
                  <a:cubicBezTo>
                    <a:pt x="149" y="187"/>
                    <a:pt x="140" y="176"/>
                    <a:pt x="128" y="174"/>
                  </a:cubicBezTo>
                  <a:cubicBezTo>
                    <a:pt x="115" y="173"/>
                    <a:pt x="104" y="182"/>
                    <a:pt x="103" y="194"/>
                  </a:cubicBezTo>
                  <a:cubicBezTo>
                    <a:pt x="91" y="288"/>
                    <a:pt x="91" y="288"/>
                    <a:pt x="91" y="288"/>
                  </a:cubicBezTo>
                  <a:cubicBezTo>
                    <a:pt x="49" y="191"/>
                    <a:pt x="49" y="191"/>
                    <a:pt x="49" y="191"/>
                  </a:cubicBezTo>
                  <a:cubicBezTo>
                    <a:pt x="148" y="44"/>
                    <a:pt x="148" y="44"/>
                    <a:pt x="148" y="44"/>
                  </a:cubicBezTo>
                  <a:cubicBezTo>
                    <a:pt x="360" y="44"/>
                    <a:pt x="360" y="44"/>
                    <a:pt x="360" y="44"/>
                  </a:cubicBezTo>
                  <a:cubicBezTo>
                    <a:pt x="460" y="204"/>
                    <a:pt x="460" y="204"/>
                    <a:pt x="460" y="204"/>
                  </a:cubicBezTo>
                  <a:cubicBezTo>
                    <a:pt x="421" y="289"/>
                    <a:pt x="421" y="289"/>
                    <a:pt x="421" y="289"/>
                  </a:cubicBezTo>
                  <a:cubicBezTo>
                    <a:pt x="409" y="194"/>
                    <a:pt x="409" y="194"/>
                    <a:pt x="409" y="194"/>
                  </a:cubicBezTo>
                  <a:cubicBezTo>
                    <a:pt x="407" y="182"/>
                    <a:pt x="396" y="173"/>
                    <a:pt x="384" y="174"/>
                  </a:cubicBezTo>
                  <a:cubicBezTo>
                    <a:pt x="372" y="176"/>
                    <a:pt x="363" y="187"/>
                    <a:pt x="364" y="199"/>
                  </a:cubicBezTo>
                  <a:cubicBezTo>
                    <a:pt x="433" y="758"/>
                    <a:pt x="433" y="758"/>
                    <a:pt x="433" y="758"/>
                  </a:cubicBezTo>
                  <a:cubicBezTo>
                    <a:pt x="435" y="770"/>
                    <a:pt x="445" y="778"/>
                    <a:pt x="456" y="778"/>
                  </a:cubicBezTo>
                  <a:cubicBezTo>
                    <a:pt x="457" y="778"/>
                    <a:pt x="458" y="778"/>
                    <a:pt x="458" y="778"/>
                  </a:cubicBezTo>
                  <a:cubicBezTo>
                    <a:pt x="471" y="776"/>
                    <a:pt x="480" y="765"/>
                    <a:pt x="478" y="753"/>
                  </a:cubicBezTo>
                  <a:cubicBezTo>
                    <a:pt x="431" y="373"/>
                    <a:pt x="431" y="373"/>
                    <a:pt x="431" y="373"/>
                  </a:cubicBezTo>
                  <a:cubicBezTo>
                    <a:pt x="431" y="373"/>
                    <a:pt x="431" y="373"/>
                    <a:pt x="431" y="373"/>
                  </a:cubicBezTo>
                  <a:lnTo>
                    <a:pt x="506" y="212"/>
                  </a:lnTo>
                  <a:close/>
                </a:path>
              </a:pathLst>
            </a:custGeom>
            <a:grpFill/>
            <a:ln>
              <a:noFill/>
            </a:ln>
          </p:spPr>
          <p:txBody>
            <a:bodyPr vert="horz" wrap="square" lIns="91440" tIns="45720" rIns="91440" bIns="45720" numCol="1" anchor="t" anchorCtr="0" compatLnSpc="1"/>
            <a:lstStyle/>
            <a:p>
              <a:endParaRPr lang="en-US"/>
            </a:p>
          </p:txBody>
        </p:sp>
      </p:grpSp>
      <p:grpSp>
        <p:nvGrpSpPr>
          <p:cNvPr id="126" name="Group 125"/>
          <p:cNvGrpSpPr/>
          <p:nvPr/>
        </p:nvGrpSpPr>
        <p:grpSpPr>
          <a:xfrm>
            <a:off x="8739789" y="6129710"/>
            <a:ext cx="300510" cy="512708"/>
            <a:chOff x="8353426" y="3778251"/>
            <a:chExt cx="1582738" cy="2700337"/>
          </a:xfrm>
          <a:solidFill>
            <a:schemeClr val="bg1"/>
          </a:solidFill>
        </p:grpSpPr>
        <p:sp>
          <p:nvSpPr>
            <p:cNvPr id="127" name="Freeform 68"/>
            <p:cNvSpPr>
              <a:spLocks noEditPoints="1"/>
            </p:cNvSpPr>
            <p:nvPr/>
          </p:nvSpPr>
          <p:spPr bwMode="auto">
            <a:xfrm>
              <a:off x="8353426" y="4889501"/>
              <a:ext cx="1582738" cy="1589087"/>
            </a:xfrm>
            <a:custGeom>
              <a:avLst/>
              <a:gdLst>
                <a:gd name="T0" fmla="*/ 549 w 638"/>
                <a:gd name="T1" fmla="*/ 0 h 643"/>
                <a:gd name="T2" fmla="*/ 118 w 638"/>
                <a:gd name="T3" fmla="*/ 0 h 643"/>
                <a:gd name="T4" fmla="*/ 42 w 638"/>
                <a:gd name="T5" fmla="*/ 12 h 643"/>
                <a:gd name="T6" fmla="*/ 0 w 638"/>
                <a:gd name="T7" fmla="*/ 422 h 643"/>
                <a:gd name="T8" fmla="*/ 127 w 638"/>
                <a:gd name="T9" fmla="*/ 456 h 643"/>
                <a:gd name="T10" fmla="*/ 173 w 638"/>
                <a:gd name="T11" fmla="*/ 612 h 643"/>
                <a:gd name="T12" fmla="*/ 235 w 638"/>
                <a:gd name="T13" fmla="*/ 456 h 643"/>
                <a:gd name="T14" fmla="*/ 347 w 638"/>
                <a:gd name="T15" fmla="*/ 456 h 643"/>
                <a:gd name="T16" fmla="*/ 365 w 638"/>
                <a:gd name="T17" fmla="*/ 452 h 643"/>
                <a:gd name="T18" fmla="*/ 479 w 638"/>
                <a:gd name="T19" fmla="*/ 612 h 643"/>
                <a:gd name="T20" fmla="*/ 525 w 638"/>
                <a:gd name="T21" fmla="*/ 300 h 643"/>
                <a:gd name="T22" fmla="*/ 551 w 638"/>
                <a:gd name="T23" fmla="*/ 184 h 643"/>
                <a:gd name="T24" fmla="*/ 554 w 638"/>
                <a:gd name="T25" fmla="*/ 46 h 643"/>
                <a:gd name="T26" fmla="*/ 564 w 638"/>
                <a:gd name="T27" fmla="*/ 47 h 643"/>
                <a:gd name="T28" fmla="*/ 573 w 638"/>
                <a:gd name="T29" fmla="*/ 49 h 643"/>
                <a:gd name="T30" fmla="*/ 578 w 638"/>
                <a:gd name="T31" fmla="*/ 53 h 643"/>
                <a:gd name="T32" fmla="*/ 583 w 638"/>
                <a:gd name="T33" fmla="*/ 57 h 643"/>
                <a:gd name="T34" fmla="*/ 586 w 638"/>
                <a:gd name="T35" fmla="*/ 62 h 643"/>
                <a:gd name="T36" fmla="*/ 589 w 638"/>
                <a:gd name="T37" fmla="*/ 70 h 643"/>
                <a:gd name="T38" fmla="*/ 592 w 638"/>
                <a:gd name="T39" fmla="*/ 613 h 643"/>
                <a:gd name="T40" fmla="*/ 638 w 638"/>
                <a:gd name="T41" fmla="*/ 93 h 643"/>
                <a:gd name="T42" fmla="*/ 47 w 638"/>
                <a:gd name="T43" fmla="*/ 78 h 643"/>
                <a:gd name="T44" fmla="*/ 47 w 638"/>
                <a:gd name="T45" fmla="*/ 71 h 643"/>
                <a:gd name="T46" fmla="*/ 49 w 638"/>
                <a:gd name="T47" fmla="*/ 66 h 643"/>
                <a:gd name="T48" fmla="*/ 51 w 638"/>
                <a:gd name="T49" fmla="*/ 62 h 643"/>
                <a:gd name="T50" fmla="*/ 55 w 638"/>
                <a:gd name="T51" fmla="*/ 58 h 643"/>
                <a:gd name="T52" fmla="*/ 65 w 638"/>
                <a:gd name="T53" fmla="*/ 52 h 643"/>
                <a:gd name="T54" fmla="*/ 86 w 638"/>
                <a:gd name="T55" fmla="*/ 47 h 643"/>
                <a:gd name="T56" fmla="*/ 115 w 638"/>
                <a:gd name="T57" fmla="*/ 46 h 643"/>
                <a:gd name="T58" fmla="*/ 121 w 638"/>
                <a:gd name="T59" fmla="*/ 46 h 643"/>
                <a:gd name="T60" fmla="*/ 337 w 638"/>
                <a:gd name="T61" fmla="*/ 229 h 643"/>
                <a:gd name="T62" fmla="*/ 173 w 638"/>
                <a:gd name="T63" fmla="*/ 229 h 643"/>
                <a:gd name="T64" fmla="*/ 127 w 638"/>
                <a:gd name="T65" fmla="*/ 126 h 643"/>
                <a:gd name="T66" fmla="*/ 47 w 638"/>
                <a:gd name="T67" fmla="*/ 228 h 643"/>
                <a:gd name="T68" fmla="*/ 47 w 638"/>
                <a:gd name="T69" fmla="*/ 274 h 643"/>
                <a:gd name="T70" fmla="*/ 47 w 638"/>
                <a:gd name="T71" fmla="*/ 366 h 643"/>
                <a:gd name="T72" fmla="*/ 47 w 638"/>
                <a:gd name="T73" fmla="*/ 422 h 643"/>
                <a:gd name="T74" fmla="*/ 47 w 638"/>
                <a:gd name="T75" fmla="*/ 422 h 643"/>
                <a:gd name="T76" fmla="*/ 128 w 638"/>
                <a:gd name="T77" fmla="*/ 409 h 643"/>
                <a:gd name="T78" fmla="*/ 147 w 638"/>
                <a:gd name="T79" fmla="*/ 277 h 643"/>
                <a:gd name="T80" fmla="*/ 149 w 638"/>
                <a:gd name="T81" fmla="*/ 274 h 643"/>
                <a:gd name="T82" fmla="*/ 202 w 638"/>
                <a:gd name="T83" fmla="*/ 275 h 643"/>
                <a:gd name="T84" fmla="*/ 235 w 638"/>
                <a:gd name="T85" fmla="*/ 409 h 643"/>
                <a:gd name="T86" fmla="*/ 255 w 638"/>
                <a:gd name="T87" fmla="*/ 275 h 643"/>
                <a:gd name="T88" fmla="*/ 235 w 638"/>
                <a:gd name="T89" fmla="*/ 409 h 643"/>
                <a:gd name="T90" fmla="*/ 504 w 638"/>
                <a:gd name="T91" fmla="*/ 188 h 643"/>
                <a:gd name="T92" fmla="*/ 503 w 638"/>
                <a:gd name="T93" fmla="*/ 194 h 643"/>
                <a:gd name="T94" fmla="*/ 493 w 638"/>
                <a:gd name="T95" fmla="*/ 246 h 643"/>
                <a:gd name="T96" fmla="*/ 477 w 638"/>
                <a:gd name="T97" fmla="*/ 296 h 643"/>
                <a:gd name="T98" fmla="*/ 475 w 638"/>
                <a:gd name="T99" fmla="*/ 301 h 643"/>
                <a:gd name="T100" fmla="*/ 456 w 638"/>
                <a:gd name="T101" fmla="*/ 337 h 643"/>
                <a:gd name="T102" fmla="*/ 448 w 638"/>
                <a:gd name="T103" fmla="*/ 349 h 643"/>
                <a:gd name="T104" fmla="*/ 419 w 638"/>
                <a:gd name="T105" fmla="*/ 379 h 643"/>
                <a:gd name="T106" fmla="*/ 415 w 638"/>
                <a:gd name="T107" fmla="*/ 382 h 643"/>
                <a:gd name="T108" fmla="*/ 389 w 638"/>
                <a:gd name="T109" fmla="*/ 397 h 643"/>
                <a:gd name="T110" fmla="*/ 383 w 638"/>
                <a:gd name="T111" fmla="*/ 399 h 643"/>
                <a:gd name="T112" fmla="*/ 351 w 638"/>
                <a:gd name="T113" fmla="*/ 408 h 643"/>
                <a:gd name="T114" fmla="*/ 344 w 638"/>
                <a:gd name="T115" fmla="*/ 408 h 643"/>
                <a:gd name="T116" fmla="*/ 327 w 638"/>
                <a:gd name="T117" fmla="*/ 409 h 643"/>
                <a:gd name="T118" fmla="*/ 401 w 638"/>
                <a:gd name="T119" fmla="*/ 210 h 643"/>
                <a:gd name="T120" fmla="*/ 508 w 638"/>
                <a:gd name="T121" fmla="*/ 46 h 643"/>
                <a:gd name="T122" fmla="*/ 506 w 638"/>
                <a:gd name="T123" fmla="*/ 169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38" h="643">
                  <a:moveTo>
                    <a:pt x="583" y="4"/>
                  </a:moveTo>
                  <a:cubicBezTo>
                    <a:pt x="572" y="0"/>
                    <a:pt x="560" y="0"/>
                    <a:pt x="549" y="0"/>
                  </a:cubicBezTo>
                  <a:cubicBezTo>
                    <a:pt x="121" y="0"/>
                    <a:pt x="121" y="0"/>
                    <a:pt x="121" y="0"/>
                  </a:cubicBezTo>
                  <a:cubicBezTo>
                    <a:pt x="120" y="0"/>
                    <a:pt x="119" y="0"/>
                    <a:pt x="118" y="0"/>
                  </a:cubicBezTo>
                  <a:cubicBezTo>
                    <a:pt x="117" y="0"/>
                    <a:pt x="116" y="0"/>
                    <a:pt x="115" y="0"/>
                  </a:cubicBezTo>
                  <a:cubicBezTo>
                    <a:pt x="89" y="0"/>
                    <a:pt x="65" y="1"/>
                    <a:pt x="42" y="12"/>
                  </a:cubicBezTo>
                  <a:cubicBezTo>
                    <a:pt x="14" y="24"/>
                    <a:pt x="0" y="51"/>
                    <a:pt x="0" y="81"/>
                  </a:cubicBezTo>
                  <a:cubicBezTo>
                    <a:pt x="0" y="422"/>
                    <a:pt x="0" y="422"/>
                    <a:pt x="0" y="422"/>
                  </a:cubicBezTo>
                  <a:cubicBezTo>
                    <a:pt x="0" y="444"/>
                    <a:pt x="23" y="456"/>
                    <a:pt x="43" y="456"/>
                  </a:cubicBezTo>
                  <a:cubicBezTo>
                    <a:pt x="127" y="456"/>
                    <a:pt x="127" y="456"/>
                    <a:pt x="127" y="456"/>
                  </a:cubicBezTo>
                  <a:cubicBezTo>
                    <a:pt x="127" y="612"/>
                    <a:pt x="127" y="612"/>
                    <a:pt x="127" y="612"/>
                  </a:cubicBezTo>
                  <a:cubicBezTo>
                    <a:pt x="127" y="642"/>
                    <a:pt x="173" y="642"/>
                    <a:pt x="173" y="612"/>
                  </a:cubicBezTo>
                  <a:cubicBezTo>
                    <a:pt x="173" y="456"/>
                    <a:pt x="173" y="456"/>
                    <a:pt x="173" y="456"/>
                  </a:cubicBezTo>
                  <a:cubicBezTo>
                    <a:pt x="235" y="456"/>
                    <a:pt x="235" y="456"/>
                    <a:pt x="235" y="456"/>
                  </a:cubicBezTo>
                  <a:cubicBezTo>
                    <a:pt x="267" y="456"/>
                    <a:pt x="299" y="458"/>
                    <a:pt x="331" y="456"/>
                  </a:cubicBezTo>
                  <a:cubicBezTo>
                    <a:pt x="347" y="456"/>
                    <a:pt x="347" y="456"/>
                    <a:pt x="347" y="456"/>
                  </a:cubicBezTo>
                  <a:cubicBezTo>
                    <a:pt x="351" y="456"/>
                    <a:pt x="354" y="455"/>
                    <a:pt x="357" y="453"/>
                  </a:cubicBezTo>
                  <a:cubicBezTo>
                    <a:pt x="360" y="453"/>
                    <a:pt x="363" y="453"/>
                    <a:pt x="365" y="452"/>
                  </a:cubicBezTo>
                  <a:cubicBezTo>
                    <a:pt x="411" y="445"/>
                    <a:pt x="450" y="419"/>
                    <a:pt x="479" y="385"/>
                  </a:cubicBezTo>
                  <a:cubicBezTo>
                    <a:pt x="479" y="612"/>
                    <a:pt x="479" y="612"/>
                    <a:pt x="479" y="612"/>
                  </a:cubicBezTo>
                  <a:cubicBezTo>
                    <a:pt x="479" y="642"/>
                    <a:pt x="525" y="642"/>
                    <a:pt x="525" y="612"/>
                  </a:cubicBezTo>
                  <a:cubicBezTo>
                    <a:pt x="525" y="300"/>
                    <a:pt x="525" y="300"/>
                    <a:pt x="525" y="300"/>
                  </a:cubicBezTo>
                  <a:cubicBezTo>
                    <a:pt x="525" y="300"/>
                    <a:pt x="525" y="300"/>
                    <a:pt x="525" y="300"/>
                  </a:cubicBezTo>
                  <a:cubicBezTo>
                    <a:pt x="539" y="263"/>
                    <a:pt x="546" y="223"/>
                    <a:pt x="551" y="184"/>
                  </a:cubicBezTo>
                  <a:cubicBezTo>
                    <a:pt x="556" y="139"/>
                    <a:pt x="557" y="95"/>
                    <a:pt x="554" y="51"/>
                  </a:cubicBezTo>
                  <a:cubicBezTo>
                    <a:pt x="554" y="49"/>
                    <a:pt x="554" y="48"/>
                    <a:pt x="554" y="46"/>
                  </a:cubicBezTo>
                  <a:cubicBezTo>
                    <a:pt x="556" y="46"/>
                    <a:pt x="556" y="46"/>
                    <a:pt x="556" y="46"/>
                  </a:cubicBezTo>
                  <a:cubicBezTo>
                    <a:pt x="558" y="46"/>
                    <a:pt x="562" y="47"/>
                    <a:pt x="564" y="47"/>
                  </a:cubicBezTo>
                  <a:cubicBezTo>
                    <a:pt x="565" y="47"/>
                    <a:pt x="566" y="47"/>
                    <a:pt x="567" y="48"/>
                  </a:cubicBezTo>
                  <a:cubicBezTo>
                    <a:pt x="568" y="48"/>
                    <a:pt x="571" y="49"/>
                    <a:pt x="573" y="49"/>
                  </a:cubicBezTo>
                  <a:cubicBezTo>
                    <a:pt x="574" y="50"/>
                    <a:pt x="576" y="51"/>
                    <a:pt x="577" y="52"/>
                  </a:cubicBezTo>
                  <a:cubicBezTo>
                    <a:pt x="578" y="52"/>
                    <a:pt x="578" y="52"/>
                    <a:pt x="578" y="53"/>
                  </a:cubicBezTo>
                  <a:cubicBezTo>
                    <a:pt x="579" y="54"/>
                    <a:pt x="581" y="55"/>
                    <a:pt x="582" y="57"/>
                  </a:cubicBezTo>
                  <a:cubicBezTo>
                    <a:pt x="582" y="57"/>
                    <a:pt x="582" y="57"/>
                    <a:pt x="583" y="57"/>
                  </a:cubicBezTo>
                  <a:cubicBezTo>
                    <a:pt x="583" y="57"/>
                    <a:pt x="583" y="57"/>
                    <a:pt x="583" y="57"/>
                  </a:cubicBezTo>
                  <a:cubicBezTo>
                    <a:pt x="584" y="59"/>
                    <a:pt x="585" y="61"/>
                    <a:pt x="586" y="62"/>
                  </a:cubicBezTo>
                  <a:cubicBezTo>
                    <a:pt x="586" y="63"/>
                    <a:pt x="587" y="65"/>
                    <a:pt x="587" y="66"/>
                  </a:cubicBezTo>
                  <a:cubicBezTo>
                    <a:pt x="588" y="67"/>
                    <a:pt x="588" y="69"/>
                    <a:pt x="589" y="70"/>
                  </a:cubicBezTo>
                  <a:cubicBezTo>
                    <a:pt x="591" y="79"/>
                    <a:pt x="592" y="83"/>
                    <a:pt x="592" y="93"/>
                  </a:cubicBezTo>
                  <a:cubicBezTo>
                    <a:pt x="592" y="613"/>
                    <a:pt x="592" y="613"/>
                    <a:pt x="592" y="613"/>
                  </a:cubicBezTo>
                  <a:cubicBezTo>
                    <a:pt x="592" y="643"/>
                    <a:pt x="638" y="643"/>
                    <a:pt x="638" y="613"/>
                  </a:cubicBezTo>
                  <a:cubicBezTo>
                    <a:pt x="638" y="93"/>
                    <a:pt x="638" y="93"/>
                    <a:pt x="638" y="93"/>
                  </a:cubicBezTo>
                  <a:cubicBezTo>
                    <a:pt x="638" y="54"/>
                    <a:pt x="622" y="17"/>
                    <a:pt x="583" y="4"/>
                  </a:cubicBezTo>
                  <a:close/>
                  <a:moveTo>
                    <a:pt x="47" y="78"/>
                  </a:moveTo>
                  <a:cubicBezTo>
                    <a:pt x="47" y="76"/>
                    <a:pt x="47" y="75"/>
                    <a:pt x="47" y="74"/>
                  </a:cubicBezTo>
                  <a:cubicBezTo>
                    <a:pt x="47" y="76"/>
                    <a:pt x="47" y="71"/>
                    <a:pt x="47" y="71"/>
                  </a:cubicBezTo>
                  <a:cubicBezTo>
                    <a:pt x="48" y="69"/>
                    <a:pt x="48" y="68"/>
                    <a:pt x="48" y="67"/>
                  </a:cubicBezTo>
                  <a:cubicBezTo>
                    <a:pt x="48" y="67"/>
                    <a:pt x="49" y="66"/>
                    <a:pt x="49" y="66"/>
                  </a:cubicBezTo>
                  <a:cubicBezTo>
                    <a:pt x="49" y="66"/>
                    <a:pt x="49" y="66"/>
                    <a:pt x="49" y="65"/>
                  </a:cubicBezTo>
                  <a:cubicBezTo>
                    <a:pt x="50" y="64"/>
                    <a:pt x="50" y="63"/>
                    <a:pt x="51" y="62"/>
                  </a:cubicBezTo>
                  <a:cubicBezTo>
                    <a:pt x="50" y="64"/>
                    <a:pt x="52" y="61"/>
                    <a:pt x="53" y="60"/>
                  </a:cubicBezTo>
                  <a:cubicBezTo>
                    <a:pt x="54" y="59"/>
                    <a:pt x="54" y="59"/>
                    <a:pt x="55" y="58"/>
                  </a:cubicBezTo>
                  <a:cubicBezTo>
                    <a:pt x="54" y="59"/>
                    <a:pt x="57" y="56"/>
                    <a:pt x="58" y="56"/>
                  </a:cubicBezTo>
                  <a:cubicBezTo>
                    <a:pt x="59" y="55"/>
                    <a:pt x="65" y="52"/>
                    <a:pt x="65" y="52"/>
                  </a:cubicBezTo>
                  <a:cubicBezTo>
                    <a:pt x="70" y="50"/>
                    <a:pt x="75" y="49"/>
                    <a:pt x="81" y="48"/>
                  </a:cubicBezTo>
                  <a:cubicBezTo>
                    <a:pt x="81" y="48"/>
                    <a:pt x="85" y="47"/>
                    <a:pt x="86" y="47"/>
                  </a:cubicBezTo>
                  <a:cubicBezTo>
                    <a:pt x="88" y="47"/>
                    <a:pt x="89" y="47"/>
                    <a:pt x="91" y="47"/>
                  </a:cubicBezTo>
                  <a:cubicBezTo>
                    <a:pt x="99" y="46"/>
                    <a:pt x="107" y="46"/>
                    <a:pt x="115" y="46"/>
                  </a:cubicBezTo>
                  <a:cubicBezTo>
                    <a:pt x="116" y="46"/>
                    <a:pt x="117" y="46"/>
                    <a:pt x="118" y="46"/>
                  </a:cubicBezTo>
                  <a:cubicBezTo>
                    <a:pt x="119" y="46"/>
                    <a:pt x="120" y="46"/>
                    <a:pt x="121" y="46"/>
                  </a:cubicBezTo>
                  <a:cubicBezTo>
                    <a:pt x="441" y="46"/>
                    <a:pt x="441" y="46"/>
                    <a:pt x="441" y="46"/>
                  </a:cubicBezTo>
                  <a:cubicBezTo>
                    <a:pt x="406" y="107"/>
                    <a:pt x="372" y="168"/>
                    <a:pt x="337" y="229"/>
                  </a:cubicBezTo>
                  <a:cubicBezTo>
                    <a:pt x="335" y="229"/>
                    <a:pt x="334" y="229"/>
                    <a:pt x="332" y="229"/>
                  </a:cubicBezTo>
                  <a:cubicBezTo>
                    <a:pt x="173" y="229"/>
                    <a:pt x="173" y="229"/>
                    <a:pt x="173" y="229"/>
                  </a:cubicBezTo>
                  <a:cubicBezTo>
                    <a:pt x="173" y="126"/>
                    <a:pt x="173" y="126"/>
                    <a:pt x="173" y="126"/>
                  </a:cubicBezTo>
                  <a:cubicBezTo>
                    <a:pt x="173" y="96"/>
                    <a:pt x="127" y="96"/>
                    <a:pt x="127" y="126"/>
                  </a:cubicBezTo>
                  <a:cubicBezTo>
                    <a:pt x="127" y="228"/>
                    <a:pt x="127" y="228"/>
                    <a:pt x="127" y="228"/>
                  </a:cubicBezTo>
                  <a:cubicBezTo>
                    <a:pt x="47" y="228"/>
                    <a:pt x="47" y="228"/>
                    <a:pt x="47" y="228"/>
                  </a:cubicBezTo>
                  <a:lnTo>
                    <a:pt x="47" y="78"/>
                  </a:lnTo>
                  <a:close/>
                  <a:moveTo>
                    <a:pt x="47" y="274"/>
                  </a:moveTo>
                  <a:cubicBezTo>
                    <a:pt x="96" y="274"/>
                    <a:pt x="96" y="274"/>
                    <a:pt x="96" y="274"/>
                  </a:cubicBezTo>
                  <a:cubicBezTo>
                    <a:pt x="80" y="305"/>
                    <a:pt x="63" y="335"/>
                    <a:pt x="47" y="366"/>
                  </a:cubicBezTo>
                  <a:lnTo>
                    <a:pt x="47" y="274"/>
                  </a:lnTo>
                  <a:close/>
                  <a:moveTo>
                    <a:pt x="47" y="422"/>
                  </a:moveTo>
                  <a:cubicBezTo>
                    <a:pt x="47" y="421"/>
                    <a:pt x="47" y="421"/>
                    <a:pt x="47" y="421"/>
                  </a:cubicBezTo>
                  <a:cubicBezTo>
                    <a:pt x="47" y="422"/>
                    <a:pt x="47" y="423"/>
                    <a:pt x="47" y="422"/>
                  </a:cubicBezTo>
                  <a:close/>
                  <a:moveTo>
                    <a:pt x="130" y="407"/>
                  </a:moveTo>
                  <a:cubicBezTo>
                    <a:pt x="129" y="408"/>
                    <a:pt x="129" y="408"/>
                    <a:pt x="128" y="409"/>
                  </a:cubicBezTo>
                  <a:cubicBezTo>
                    <a:pt x="76" y="409"/>
                    <a:pt x="76" y="409"/>
                    <a:pt x="76" y="409"/>
                  </a:cubicBezTo>
                  <a:cubicBezTo>
                    <a:pt x="100" y="365"/>
                    <a:pt x="124" y="321"/>
                    <a:pt x="147" y="277"/>
                  </a:cubicBezTo>
                  <a:cubicBezTo>
                    <a:pt x="148" y="276"/>
                    <a:pt x="148" y="275"/>
                    <a:pt x="149" y="274"/>
                  </a:cubicBezTo>
                  <a:cubicBezTo>
                    <a:pt x="149" y="274"/>
                    <a:pt x="149" y="274"/>
                    <a:pt x="149" y="274"/>
                  </a:cubicBezTo>
                  <a:cubicBezTo>
                    <a:pt x="155" y="275"/>
                    <a:pt x="161" y="275"/>
                    <a:pt x="167" y="275"/>
                  </a:cubicBezTo>
                  <a:cubicBezTo>
                    <a:pt x="202" y="275"/>
                    <a:pt x="202" y="275"/>
                    <a:pt x="202" y="275"/>
                  </a:cubicBezTo>
                  <a:cubicBezTo>
                    <a:pt x="178" y="319"/>
                    <a:pt x="154" y="363"/>
                    <a:pt x="130" y="407"/>
                  </a:cubicBezTo>
                  <a:close/>
                  <a:moveTo>
                    <a:pt x="235" y="409"/>
                  </a:moveTo>
                  <a:cubicBezTo>
                    <a:pt x="181" y="409"/>
                    <a:pt x="181" y="409"/>
                    <a:pt x="181" y="409"/>
                  </a:cubicBezTo>
                  <a:cubicBezTo>
                    <a:pt x="206" y="365"/>
                    <a:pt x="231" y="320"/>
                    <a:pt x="255" y="275"/>
                  </a:cubicBezTo>
                  <a:cubicBezTo>
                    <a:pt x="311" y="275"/>
                    <a:pt x="311" y="275"/>
                    <a:pt x="311" y="275"/>
                  </a:cubicBezTo>
                  <a:cubicBezTo>
                    <a:pt x="285" y="320"/>
                    <a:pt x="260" y="365"/>
                    <a:pt x="235" y="409"/>
                  </a:cubicBezTo>
                  <a:close/>
                  <a:moveTo>
                    <a:pt x="506" y="169"/>
                  </a:moveTo>
                  <a:cubicBezTo>
                    <a:pt x="505" y="175"/>
                    <a:pt x="504" y="182"/>
                    <a:pt x="504" y="188"/>
                  </a:cubicBezTo>
                  <a:cubicBezTo>
                    <a:pt x="503" y="189"/>
                    <a:pt x="503" y="190"/>
                    <a:pt x="503" y="192"/>
                  </a:cubicBezTo>
                  <a:cubicBezTo>
                    <a:pt x="503" y="192"/>
                    <a:pt x="503" y="193"/>
                    <a:pt x="503" y="194"/>
                  </a:cubicBezTo>
                  <a:cubicBezTo>
                    <a:pt x="502" y="197"/>
                    <a:pt x="502" y="201"/>
                    <a:pt x="501" y="205"/>
                  </a:cubicBezTo>
                  <a:cubicBezTo>
                    <a:pt x="499" y="219"/>
                    <a:pt x="496" y="233"/>
                    <a:pt x="493" y="246"/>
                  </a:cubicBezTo>
                  <a:cubicBezTo>
                    <a:pt x="490" y="260"/>
                    <a:pt x="486" y="273"/>
                    <a:pt x="481" y="287"/>
                  </a:cubicBezTo>
                  <a:cubicBezTo>
                    <a:pt x="480" y="290"/>
                    <a:pt x="479" y="293"/>
                    <a:pt x="477" y="296"/>
                  </a:cubicBezTo>
                  <a:cubicBezTo>
                    <a:pt x="477" y="298"/>
                    <a:pt x="476" y="299"/>
                    <a:pt x="475" y="301"/>
                  </a:cubicBezTo>
                  <a:cubicBezTo>
                    <a:pt x="475" y="301"/>
                    <a:pt x="475" y="301"/>
                    <a:pt x="475" y="301"/>
                  </a:cubicBezTo>
                  <a:cubicBezTo>
                    <a:pt x="472" y="308"/>
                    <a:pt x="469" y="314"/>
                    <a:pt x="466" y="320"/>
                  </a:cubicBezTo>
                  <a:cubicBezTo>
                    <a:pt x="463" y="326"/>
                    <a:pt x="460" y="332"/>
                    <a:pt x="456" y="337"/>
                  </a:cubicBezTo>
                  <a:cubicBezTo>
                    <a:pt x="454" y="340"/>
                    <a:pt x="453" y="343"/>
                    <a:pt x="451" y="345"/>
                  </a:cubicBezTo>
                  <a:cubicBezTo>
                    <a:pt x="450" y="347"/>
                    <a:pt x="449" y="348"/>
                    <a:pt x="448" y="349"/>
                  </a:cubicBezTo>
                  <a:cubicBezTo>
                    <a:pt x="448" y="350"/>
                    <a:pt x="447" y="351"/>
                    <a:pt x="446" y="352"/>
                  </a:cubicBezTo>
                  <a:cubicBezTo>
                    <a:pt x="438" y="362"/>
                    <a:pt x="429" y="371"/>
                    <a:pt x="419" y="379"/>
                  </a:cubicBezTo>
                  <a:cubicBezTo>
                    <a:pt x="419" y="379"/>
                    <a:pt x="419" y="380"/>
                    <a:pt x="418" y="380"/>
                  </a:cubicBezTo>
                  <a:cubicBezTo>
                    <a:pt x="417" y="381"/>
                    <a:pt x="416" y="381"/>
                    <a:pt x="415" y="382"/>
                  </a:cubicBezTo>
                  <a:cubicBezTo>
                    <a:pt x="413" y="384"/>
                    <a:pt x="410" y="386"/>
                    <a:pt x="407" y="387"/>
                  </a:cubicBezTo>
                  <a:cubicBezTo>
                    <a:pt x="401" y="391"/>
                    <a:pt x="395" y="394"/>
                    <a:pt x="389" y="397"/>
                  </a:cubicBezTo>
                  <a:cubicBezTo>
                    <a:pt x="388" y="397"/>
                    <a:pt x="388" y="397"/>
                    <a:pt x="388" y="398"/>
                  </a:cubicBezTo>
                  <a:cubicBezTo>
                    <a:pt x="387" y="398"/>
                    <a:pt x="385" y="399"/>
                    <a:pt x="383" y="399"/>
                  </a:cubicBezTo>
                  <a:cubicBezTo>
                    <a:pt x="380" y="401"/>
                    <a:pt x="377" y="402"/>
                    <a:pt x="374" y="403"/>
                  </a:cubicBezTo>
                  <a:cubicBezTo>
                    <a:pt x="366" y="405"/>
                    <a:pt x="359" y="406"/>
                    <a:pt x="351" y="408"/>
                  </a:cubicBezTo>
                  <a:cubicBezTo>
                    <a:pt x="351" y="408"/>
                    <a:pt x="350" y="408"/>
                    <a:pt x="349" y="408"/>
                  </a:cubicBezTo>
                  <a:cubicBezTo>
                    <a:pt x="348" y="408"/>
                    <a:pt x="346" y="408"/>
                    <a:pt x="344" y="408"/>
                  </a:cubicBezTo>
                  <a:cubicBezTo>
                    <a:pt x="341" y="409"/>
                    <a:pt x="337" y="409"/>
                    <a:pt x="333" y="409"/>
                  </a:cubicBezTo>
                  <a:cubicBezTo>
                    <a:pt x="331" y="409"/>
                    <a:pt x="329" y="409"/>
                    <a:pt x="327" y="409"/>
                  </a:cubicBezTo>
                  <a:cubicBezTo>
                    <a:pt x="288" y="409"/>
                    <a:pt x="288" y="409"/>
                    <a:pt x="288" y="409"/>
                  </a:cubicBezTo>
                  <a:cubicBezTo>
                    <a:pt x="326" y="343"/>
                    <a:pt x="364" y="277"/>
                    <a:pt x="401" y="210"/>
                  </a:cubicBezTo>
                  <a:cubicBezTo>
                    <a:pt x="432" y="156"/>
                    <a:pt x="463" y="101"/>
                    <a:pt x="494" y="46"/>
                  </a:cubicBezTo>
                  <a:cubicBezTo>
                    <a:pt x="508" y="46"/>
                    <a:pt x="508" y="46"/>
                    <a:pt x="508" y="46"/>
                  </a:cubicBezTo>
                  <a:cubicBezTo>
                    <a:pt x="509" y="63"/>
                    <a:pt x="509" y="79"/>
                    <a:pt x="509" y="96"/>
                  </a:cubicBezTo>
                  <a:cubicBezTo>
                    <a:pt x="509" y="120"/>
                    <a:pt x="508" y="145"/>
                    <a:pt x="506" y="169"/>
                  </a:cubicBezTo>
                  <a:close/>
                </a:path>
              </a:pathLst>
            </a:custGeom>
            <a:grpFill/>
            <a:ln>
              <a:noFill/>
            </a:ln>
          </p:spPr>
          <p:txBody>
            <a:bodyPr vert="horz" wrap="square" lIns="91440" tIns="45720" rIns="91440" bIns="45720" numCol="1" anchor="t" anchorCtr="0" compatLnSpc="1"/>
            <a:lstStyle/>
            <a:p>
              <a:endParaRPr lang="en-US"/>
            </a:p>
          </p:txBody>
        </p:sp>
        <p:sp>
          <p:nvSpPr>
            <p:cNvPr id="128" name="Freeform 69"/>
            <p:cNvSpPr>
              <a:spLocks noEditPoints="1"/>
            </p:cNvSpPr>
            <p:nvPr/>
          </p:nvSpPr>
          <p:spPr bwMode="auto">
            <a:xfrm>
              <a:off x="8702675" y="3778251"/>
              <a:ext cx="1046163" cy="1054100"/>
            </a:xfrm>
            <a:custGeom>
              <a:avLst/>
              <a:gdLst>
                <a:gd name="T0" fmla="*/ 161 w 422"/>
                <a:gd name="T1" fmla="*/ 417 h 426"/>
                <a:gd name="T2" fmla="*/ 299 w 422"/>
                <a:gd name="T3" fmla="*/ 394 h 426"/>
                <a:gd name="T4" fmla="*/ 386 w 422"/>
                <a:gd name="T5" fmla="*/ 291 h 426"/>
                <a:gd name="T6" fmla="*/ 303 w 422"/>
                <a:gd name="T7" fmla="*/ 50 h 426"/>
                <a:gd name="T8" fmla="*/ 50 w 422"/>
                <a:gd name="T9" fmla="*/ 88 h 426"/>
                <a:gd name="T10" fmla="*/ 0 w 422"/>
                <a:gd name="T11" fmla="*/ 221 h 426"/>
                <a:gd name="T12" fmla="*/ 161 w 422"/>
                <a:gd name="T13" fmla="*/ 417 h 426"/>
                <a:gd name="T14" fmla="*/ 46 w 422"/>
                <a:gd name="T15" fmla="*/ 221 h 426"/>
                <a:gd name="T16" fmla="*/ 197 w 422"/>
                <a:gd name="T17" fmla="*/ 68 h 426"/>
                <a:gd name="T18" fmla="*/ 352 w 422"/>
                <a:gd name="T19" fmla="*/ 215 h 426"/>
                <a:gd name="T20" fmla="*/ 207 w 422"/>
                <a:gd name="T21" fmla="*/ 374 h 426"/>
                <a:gd name="T22" fmla="*/ 98 w 422"/>
                <a:gd name="T23" fmla="*/ 335 h 426"/>
                <a:gd name="T24" fmla="*/ 47 w 422"/>
                <a:gd name="T25" fmla="*/ 232 h 426"/>
                <a:gd name="T26" fmla="*/ 46 w 422"/>
                <a:gd name="T27" fmla="*/ 221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2" h="426">
                  <a:moveTo>
                    <a:pt x="161" y="417"/>
                  </a:moveTo>
                  <a:cubicBezTo>
                    <a:pt x="208" y="426"/>
                    <a:pt x="257" y="417"/>
                    <a:pt x="299" y="394"/>
                  </a:cubicBezTo>
                  <a:cubicBezTo>
                    <a:pt x="339" y="371"/>
                    <a:pt x="369" y="334"/>
                    <a:pt x="386" y="291"/>
                  </a:cubicBezTo>
                  <a:cubicBezTo>
                    <a:pt x="422" y="203"/>
                    <a:pt x="383" y="100"/>
                    <a:pt x="303" y="50"/>
                  </a:cubicBezTo>
                  <a:cubicBezTo>
                    <a:pt x="222" y="0"/>
                    <a:pt x="113" y="18"/>
                    <a:pt x="50" y="88"/>
                  </a:cubicBezTo>
                  <a:cubicBezTo>
                    <a:pt x="18" y="124"/>
                    <a:pt x="0" y="172"/>
                    <a:pt x="0" y="221"/>
                  </a:cubicBezTo>
                  <a:cubicBezTo>
                    <a:pt x="1" y="315"/>
                    <a:pt x="68" y="399"/>
                    <a:pt x="161" y="417"/>
                  </a:cubicBezTo>
                  <a:close/>
                  <a:moveTo>
                    <a:pt x="46" y="221"/>
                  </a:moveTo>
                  <a:cubicBezTo>
                    <a:pt x="47" y="138"/>
                    <a:pt x="114" y="70"/>
                    <a:pt x="197" y="68"/>
                  </a:cubicBezTo>
                  <a:cubicBezTo>
                    <a:pt x="280" y="66"/>
                    <a:pt x="349" y="134"/>
                    <a:pt x="352" y="215"/>
                  </a:cubicBezTo>
                  <a:cubicBezTo>
                    <a:pt x="355" y="298"/>
                    <a:pt x="289" y="369"/>
                    <a:pt x="207" y="374"/>
                  </a:cubicBezTo>
                  <a:cubicBezTo>
                    <a:pt x="167" y="376"/>
                    <a:pt x="127" y="361"/>
                    <a:pt x="98" y="335"/>
                  </a:cubicBezTo>
                  <a:cubicBezTo>
                    <a:pt x="67" y="308"/>
                    <a:pt x="49" y="270"/>
                    <a:pt x="47" y="232"/>
                  </a:cubicBezTo>
                  <a:cubicBezTo>
                    <a:pt x="46" y="228"/>
                    <a:pt x="46" y="224"/>
                    <a:pt x="46" y="221"/>
                  </a:cubicBezTo>
                  <a:close/>
                </a:path>
              </a:pathLst>
            </a:custGeom>
            <a:grpFill/>
            <a:ln>
              <a:noFill/>
            </a:ln>
          </p:spPr>
          <p:txBody>
            <a:bodyPr vert="horz" wrap="square" lIns="91440" tIns="45720" rIns="91440" bIns="45720" numCol="1" anchor="t" anchorCtr="0" compatLnSpc="1"/>
            <a:lstStyle/>
            <a:p>
              <a:endParaRPr lang="en-US"/>
            </a:p>
          </p:txBody>
        </p:sp>
      </p:grpSp>
      <p:grpSp>
        <p:nvGrpSpPr>
          <p:cNvPr id="129" name="Group 128"/>
          <p:cNvGrpSpPr/>
          <p:nvPr/>
        </p:nvGrpSpPr>
        <p:grpSpPr>
          <a:xfrm>
            <a:off x="11623943" y="6092153"/>
            <a:ext cx="343232" cy="520978"/>
            <a:chOff x="8297863" y="3862388"/>
            <a:chExt cx="1689100" cy="2563813"/>
          </a:xfrm>
          <a:solidFill>
            <a:schemeClr val="bg1"/>
          </a:solidFill>
        </p:grpSpPr>
        <p:sp>
          <p:nvSpPr>
            <p:cNvPr id="130" name="Freeform 92"/>
            <p:cNvSpPr>
              <a:spLocks noEditPoints="1"/>
            </p:cNvSpPr>
            <p:nvPr/>
          </p:nvSpPr>
          <p:spPr bwMode="auto">
            <a:xfrm>
              <a:off x="8432801" y="3862388"/>
              <a:ext cx="538163" cy="536573"/>
            </a:xfrm>
            <a:custGeom>
              <a:avLst/>
              <a:gdLst>
                <a:gd name="T0" fmla="*/ 109 w 217"/>
                <a:gd name="T1" fmla="*/ 217 h 217"/>
                <a:gd name="T2" fmla="*/ 217 w 217"/>
                <a:gd name="T3" fmla="*/ 109 h 217"/>
                <a:gd name="T4" fmla="*/ 109 w 217"/>
                <a:gd name="T5" fmla="*/ 0 h 217"/>
                <a:gd name="T6" fmla="*/ 0 w 217"/>
                <a:gd name="T7" fmla="*/ 109 h 217"/>
                <a:gd name="T8" fmla="*/ 109 w 217"/>
                <a:gd name="T9" fmla="*/ 217 h 217"/>
                <a:gd name="T10" fmla="*/ 109 w 217"/>
                <a:gd name="T11" fmla="*/ 45 h 217"/>
                <a:gd name="T12" fmla="*/ 173 w 217"/>
                <a:gd name="T13" fmla="*/ 109 h 217"/>
                <a:gd name="T14" fmla="*/ 109 w 217"/>
                <a:gd name="T15" fmla="*/ 172 h 217"/>
                <a:gd name="T16" fmla="*/ 45 w 217"/>
                <a:gd name="T17" fmla="*/ 109 h 217"/>
                <a:gd name="T18" fmla="*/ 109 w 217"/>
                <a:gd name="T19" fmla="*/ 45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 h="217">
                  <a:moveTo>
                    <a:pt x="109" y="217"/>
                  </a:moveTo>
                  <a:cubicBezTo>
                    <a:pt x="169" y="217"/>
                    <a:pt x="217" y="168"/>
                    <a:pt x="217" y="109"/>
                  </a:cubicBezTo>
                  <a:cubicBezTo>
                    <a:pt x="217" y="49"/>
                    <a:pt x="169" y="0"/>
                    <a:pt x="109" y="0"/>
                  </a:cubicBezTo>
                  <a:cubicBezTo>
                    <a:pt x="49" y="0"/>
                    <a:pt x="0" y="49"/>
                    <a:pt x="0" y="109"/>
                  </a:cubicBezTo>
                  <a:cubicBezTo>
                    <a:pt x="0" y="168"/>
                    <a:pt x="49" y="217"/>
                    <a:pt x="109" y="217"/>
                  </a:cubicBezTo>
                  <a:close/>
                  <a:moveTo>
                    <a:pt x="109" y="45"/>
                  </a:moveTo>
                  <a:cubicBezTo>
                    <a:pt x="144" y="45"/>
                    <a:pt x="173" y="73"/>
                    <a:pt x="173" y="109"/>
                  </a:cubicBezTo>
                  <a:cubicBezTo>
                    <a:pt x="173" y="144"/>
                    <a:pt x="144" y="172"/>
                    <a:pt x="109" y="172"/>
                  </a:cubicBezTo>
                  <a:cubicBezTo>
                    <a:pt x="74" y="172"/>
                    <a:pt x="45" y="144"/>
                    <a:pt x="45" y="109"/>
                  </a:cubicBezTo>
                  <a:cubicBezTo>
                    <a:pt x="45" y="73"/>
                    <a:pt x="74" y="45"/>
                    <a:pt x="109" y="45"/>
                  </a:cubicBezTo>
                  <a:close/>
                </a:path>
              </a:pathLst>
            </a:custGeom>
            <a:grpFill/>
            <a:ln>
              <a:noFill/>
            </a:ln>
          </p:spPr>
          <p:txBody>
            <a:bodyPr vert="horz" wrap="square" lIns="91440" tIns="45720" rIns="91440" bIns="45720" numCol="1" anchor="t" anchorCtr="0" compatLnSpc="1"/>
            <a:lstStyle/>
            <a:p>
              <a:endParaRPr lang="en-US"/>
            </a:p>
          </p:txBody>
        </p:sp>
        <p:sp>
          <p:nvSpPr>
            <p:cNvPr id="131" name="Freeform 93"/>
            <p:cNvSpPr>
              <a:spLocks noEditPoints="1"/>
            </p:cNvSpPr>
            <p:nvPr/>
          </p:nvSpPr>
          <p:spPr bwMode="auto">
            <a:xfrm>
              <a:off x="8297863" y="4435476"/>
              <a:ext cx="1689100" cy="1990725"/>
            </a:xfrm>
            <a:custGeom>
              <a:avLst/>
              <a:gdLst>
                <a:gd name="T0" fmla="*/ 456 w 681"/>
                <a:gd name="T1" fmla="*/ 276 h 804"/>
                <a:gd name="T2" fmla="*/ 452 w 681"/>
                <a:gd name="T3" fmla="*/ 235 h 804"/>
                <a:gd name="T4" fmla="*/ 251 w 681"/>
                <a:gd name="T5" fmla="*/ 106 h 804"/>
                <a:gd name="T6" fmla="*/ 196 w 681"/>
                <a:gd name="T7" fmla="*/ 5 h 804"/>
                <a:gd name="T8" fmla="*/ 140 w 681"/>
                <a:gd name="T9" fmla="*/ 4 h 804"/>
                <a:gd name="T10" fmla="*/ 78 w 681"/>
                <a:gd name="T11" fmla="*/ 55 h 804"/>
                <a:gd name="T12" fmla="*/ 9 w 681"/>
                <a:gd name="T13" fmla="*/ 705 h 804"/>
                <a:gd name="T14" fmla="*/ 55 w 681"/>
                <a:gd name="T15" fmla="*/ 795 h 804"/>
                <a:gd name="T16" fmla="*/ 143 w 681"/>
                <a:gd name="T17" fmla="*/ 755 h 804"/>
                <a:gd name="T18" fmla="*/ 321 w 681"/>
                <a:gd name="T19" fmla="*/ 736 h 804"/>
                <a:gd name="T20" fmla="*/ 461 w 681"/>
                <a:gd name="T21" fmla="*/ 767 h 804"/>
                <a:gd name="T22" fmla="*/ 271 w 681"/>
                <a:gd name="T23" fmla="*/ 326 h 804"/>
                <a:gd name="T24" fmla="*/ 243 w 681"/>
                <a:gd name="T25" fmla="*/ 251 h 804"/>
                <a:gd name="T26" fmla="*/ 225 w 681"/>
                <a:gd name="T27" fmla="*/ 309 h 804"/>
                <a:gd name="T28" fmla="*/ 123 w 681"/>
                <a:gd name="T29" fmla="*/ 55 h 804"/>
                <a:gd name="T30" fmla="*/ 135 w 681"/>
                <a:gd name="T31" fmla="*/ 49 h 804"/>
                <a:gd name="T32" fmla="*/ 191 w 681"/>
                <a:gd name="T33" fmla="*/ 50 h 804"/>
                <a:gd name="T34" fmla="*/ 201 w 681"/>
                <a:gd name="T35" fmla="*/ 59 h 804"/>
                <a:gd name="T36" fmla="*/ 209 w 681"/>
                <a:gd name="T37" fmla="*/ 121 h 804"/>
                <a:gd name="T38" fmla="*/ 268 w 681"/>
                <a:gd name="T39" fmla="*/ 232 h 804"/>
                <a:gd name="T40" fmla="*/ 635 w 681"/>
                <a:gd name="T41" fmla="*/ 790 h 804"/>
                <a:gd name="T42" fmla="*/ 664 w 681"/>
                <a:gd name="T43" fmla="*/ 802 h 804"/>
                <a:gd name="T44" fmla="*/ 141 w 681"/>
                <a:gd name="T45" fmla="*/ 505 h 804"/>
                <a:gd name="T46" fmla="*/ 136 w 681"/>
                <a:gd name="T47" fmla="*/ 354 h 804"/>
                <a:gd name="T48" fmla="*/ 420 w 681"/>
                <a:gd name="T49" fmla="*/ 732 h 804"/>
                <a:gd name="T50" fmla="*/ 422 w 681"/>
                <a:gd name="T51" fmla="*/ 744 h 804"/>
                <a:gd name="T52" fmla="*/ 362 w 681"/>
                <a:gd name="T53" fmla="*/ 719 h 804"/>
                <a:gd name="T54" fmla="*/ 219 w 681"/>
                <a:gd name="T55" fmla="*/ 437 h 804"/>
                <a:gd name="T56" fmla="*/ 179 w 681"/>
                <a:gd name="T57" fmla="*/ 458 h 804"/>
                <a:gd name="T58" fmla="*/ 102 w 681"/>
                <a:gd name="T59" fmla="*/ 737 h 804"/>
                <a:gd name="T60" fmla="*/ 94 w 681"/>
                <a:gd name="T61" fmla="*/ 748 h 804"/>
                <a:gd name="T62" fmla="*/ 51 w 681"/>
                <a:gd name="T63" fmla="*/ 736 h 804"/>
                <a:gd name="T64" fmla="*/ 141 w 681"/>
                <a:gd name="T65" fmla="*/ 505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1" h="804">
                  <a:moveTo>
                    <a:pt x="676" y="772"/>
                  </a:moveTo>
                  <a:cubicBezTo>
                    <a:pt x="456" y="276"/>
                    <a:pt x="456" y="276"/>
                    <a:pt x="456" y="276"/>
                  </a:cubicBezTo>
                  <a:cubicBezTo>
                    <a:pt x="462" y="274"/>
                    <a:pt x="466" y="269"/>
                    <a:pt x="468" y="262"/>
                  </a:cubicBezTo>
                  <a:cubicBezTo>
                    <a:pt x="471" y="250"/>
                    <a:pt x="464" y="238"/>
                    <a:pt x="452" y="235"/>
                  </a:cubicBezTo>
                  <a:cubicBezTo>
                    <a:pt x="290" y="192"/>
                    <a:pt x="290" y="192"/>
                    <a:pt x="290" y="192"/>
                  </a:cubicBezTo>
                  <a:cubicBezTo>
                    <a:pt x="251" y="106"/>
                    <a:pt x="251" y="106"/>
                    <a:pt x="251" y="106"/>
                  </a:cubicBezTo>
                  <a:cubicBezTo>
                    <a:pt x="246" y="56"/>
                    <a:pt x="246" y="56"/>
                    <a:pt x="246" y="56"/>
                  </a:cubicBezTo>
                  <a:cubicBezTo>
                    <a:pt x="246" y="35"/>
                    <a:pt x="231" y="11"/>
                    <a:pt x="196" y="5"/>
                  </a:cubicBezTo>
                  <a:cubicBezTo>
                    <a:pt x="195" y="5"/>
                    <a:pt x="194" y="5"/>
                    <a:pt x="193" y="5"/>
                  </a:cubicBezTo>
                  <a:cubicBezTo>
                    <a:pt x="140" y="4"/>
                    <a:pt x="140" y="4"/>
                    <a:pt x="140" y="4"/>
                  </a:cubicBezTo>
                  <a:cubicBezTo>
                    <a:pt x="107" y="0"/>
                    <a:pt x="84" y="17"/>
                    <a:pt x="79" y="50"/>
                  </a:cubicBezTo>
                  <a:cubicBezTo>
                    <a:pt x="78" y="51"/>
                    <a:pt x="78" y="53"/>
                    <a:pt x="78" y="55"/>
                  </a:cubicBezTo>
                  <a:cubicBezTo>
                    <a:pt x="97" y="493"/>
                    <a:pt x="97" y="493"/>
                    <a:pt x="97" y="493"/>
                  </a:cubicBezTo>
                  <a:cubicBezTo>
                    <a:pt x="9" y="705"/>
                    <a:pt x="9" y="705"/>
                    <a:pt x="9" y="705"/>
                  </a:cubicBezTo>
                  <a:cubicBezTo>
                    <a:pt x="9" y="706"/>
                    <a:pt x="9" y="707"/>
                    <a:pt x="8" y="707"/>
                  </a:cubicBezTo>
                  <a:cubicBezTo>
                    <a:pt x="0" y="735"/>
                    <a:pt x="6" y="780"/>
                    <a:pt x="55" y="795"/>
                  </a:cubicBezTo>
                  <a:cubicBezTo>
                    <a:pt x="64" y="798"/>
                    <a:pt x="72" y="799"/>
                    <a:pt x="79" y="799"/>
                  </a:cubicBezTo>
                  <a:cubicBezTo>
                    <a:pt x="113" y="799"/>
                    <a:pt x="136" y="775"/>
                    <a:pt x="143" y="755"/>
                  </a:cubicBezTo>
                  <a:cubicBezTo>
                    <a:pt x="230" y="558"/>
                    <a:pt x="230" y="558"/>
                    <a:pt x="230" y="558"/>
                  </a:cubicBezTo>
                  <a:cubicBezTo>
                    <a:pt x="321" y="736"/>
                    <a:pt x="321" y="736"/>
                    <a:pt x="321" y="736"/>
                  </a:cubicBezTo>
                  <a:cubicBezTo>
                    <a:pt x="329" y="758"/>
                    <a:pt x="355" y="794"/>
                    <a:pt x="396" y="794"/>
                  </a:cubicBezTo>
                  <a:cubicBezTo>
                    <a:pt x="428" y="794"/>
                    <a:pt x="450" y="785"/>
                    <a:pt x="461" y="767"/>
                  </a:cubicBezTo>
                  <a:cubicBezTo>
                    <a:pt x="475" y="743"/>
                    <a:pt x="463" y="717"/>
                    <a:pt x="460" y="712"/>
                  </a:cubicBezTo>
                  <a:cubicBezTo>
                    <a:pt x="271" y="326"/>
                    <a:pt x="271" y="326"/>
                    <a:pt x="271" y="326"/>
                  </a:cubicBezTo>
                  <a:cubicBezTo>
                    <a:pt x="267" y="272"/>
                    <a:pt x="267" y="272"/>
                    <a:pt x="267" y="272"/>
                  </a:cubicBezTo>
                  <a:cubicBezTo>
                    <a:pt x="266" y="260"/>
                    <a:pt x="255" y="250"/>
                    <a:pt x="243" y="251"/>
                  </a:cubicBezTo>
                  <a:cubicBezTo>
                    <a:pt x="230" y="252"/>
                    <a:pt x="221" y="263"/>
                    <a:pt x="222" y="276"/>
                  </a:cubicBezTo>
                  <a:cubicBezTo>
                    <a:pt x="225" y="309"/>
                    <a:pt x="225" y="309"/>
                    <a:pt x="225" y="309"/>
                  </a:cubicBezTo>
                  <a:cubicBezTo>
                    <a:pt x="134" y="309"/>
                    <a:pt x="134" y="309"/>
                    <a:pt x="134" y="309"/>
                  </a:cubicBezTo>
                  <a:cubicBezTo>
                    <a:pt x="123" y="55"/>
                    <a:pt x="123" y="55"/>
                    <a:pt x="123" y="55"/>
                  </a:cubicBezTo>
                  <a:cubicBezTo>
                    <a:pt x="124" y="52"/>
                    <a:pt x="125" y="50"/>
                    <a:pt x="126" y="49"/>
                  </a:cubicBezTo>
                  <a:cubicBezTo>
                    <a:pt x="126" y="49"/>
                    <a:pt x="129" y="48"/>
                    <a:pt x="135" y="49"/>
                  </a:cubicBezTo>
                  <a:cubicBezTo>
                    <a:pt x="136" y="49"/>
                    <a:pt x="137" y="49"/>
                    <a:pt x="138" y="49"/>
                  </a:cubicBezTo>
                  <a:cubicBezTo>
                    <a:pt x="191" y="50"/>
                    <a:pt x="191" y="50"/>
                    <a:pt x="191" y="50"/>
                  </a:cubicBezTo>
                  <a:cubicBezTo>
                    <a:pt x="199" y="51"/>
                    <a:pt x="201" y="54"/>
                    <a:pt x="201" y="56"/>
                  </a:cubicBezTo>
                  <a:cubicBezTo>
                    <a:pt x="201" y="57"/>
                    <a:pt x="201" y="58"/>
                    <a:pt x="201" y="59"/>
                  </a:cubicBezTo>
                  <a:cubicBezTo>
                    <a:pt x="207" y="114"/>
                    <a:pt x="207" y="114"/>
                    <a:pt x="207" y="114"/>
                  </a:cubicBezTo>
                  <a:cubicBezTo>
                    <a:pt x="207" y="117"/>
                    <a:pt x="208" y="119"/>
                    <a:pt x="209" y="121"/>
                  </a:cubicBezTo>
                  <a:cubicBezTo>
                    <a:pt x="253" y="220"/>
                    <a:pt x="253" y="220"/>
                    <a:pt x="253" y="220"/>
                  </a:cubicBezTo>
                  <a:cubicBezTo>
                    <a:pt x="256" y="226"/>
                    <a:pt x="261" y="231"/>
                    <a:pt x="268" y="232"/>
                  </a:cubicBezTo>
                  <a:cubicBezTo>
                    <a:pt x="403" y="268"/>
                    <a:pt x="403" y="268"/>
                    <a:pt x="403" y="268"/>
                  </a:cubicBezTo>
                  <a:cubicBezTo>
                    <a:pt x="635" y="790"/>
                    <a:pt x="635" y="790"/>
                    <a:pt x="635" y="790"/>
                  </a:cubicBezTo>
                  <a:cubicBezTo>
                    <a:pt x="638" y="799"/>
                    <a:pt x="647" y="804"/>
                    <a:pt x="655" y="804"/>
                  </a:cubicBezTo>
                  <a:cubicBezTo>
                    <a:pt x="658" y="804"/>
                    <a:pt x="661" y="803"/>
                    <a:pt x="664" y="802"/>
                  </a:cubicBezTo>
                  <a:cubicBezTo>
                    <a:pt x="676" y="797"/>
                    <a:pt x="681" y="783"/>
                    <a:pt x="676" y="772"/>
                  </a:cubicBezTo>
                  <a:close/>
                  <a:moveTo>
                    <a:pt x="141" y="505"/>
                  </a:moveTo>
                  <a:cubicBezTo>
                    <a:pt x="142" y="502"/>
                    <a:pt x="142" y="499"/>
                    <a:pt x="142" y="496"/>
                  </a:cubicBezTo>
                  <a:cubicBezTo>
                    <a:pt x="136" y="354"/>
                    <a:pt x="136" y="354"/>
                    <a:pt x="136" y="354"/>
                  </a:cubicBezTo>
                  <a:cubicBezTo>
                    <a:pt x="235" y="354"/>
                    <a:pt x="235" y="354"/>
                    <a:pt x="235" y="354"/>
                  </a:cubicBezTo>
                  <a:cubicBezTo>
                    <a:pt x="420" y="732"/>
                    <a:pt x="420" y="732"/>
                    <a:pt x="420" y="732"/>
                  </a:cubicBezTo>
                  <a:cubicBezTo>
                    <a:pt x="420" y="733"/>
                    <a:pt x="420" y="733"/>
                    <a:pt x="421" y="733"/>
                  </a:cubicBezTo>
                  <a:cubicBezTo>
                    <a:pt x="422" y="737"/>
                    <a:pt x="423" y="742"/>
                    <a:pt x="422" y="744"/>
                  </a:cubicBezTo>
                  <a:cubicBezTo>
                    <a:pt x="421" y="745"/>
                    <a:pt x="415" y="749"/>
                    <a:pt x="396" y="749"/>
                  </a:cubicBezTo>
                  <a:cubicBezTo>
                    <a:pt x="375" y="749"/>
                    <a:pt x="362" y="719"/>
                    <a:pt x="362" y="719"/>
                  </a:cubicBezTo>
                  <a:cubicBezTo>
                    <a:pt x="362" y="718"/>
                    <a:pt x="361" y="717"/>
                    <a:pt x="361" y="717"/>
                  </a:cubicBezTo>
                  <a:cubicBezTo>
                    <a:pt x="219" y="437"/>
                    <a:pt x="219" y="437"/>
                    <a:pt x="219" y="437"/>
                  </a:cubicBezTo>
                  <a:cubicBezTo>
                    <a:pt x="213" y="426"/>
                    <a:pt x="200" y="422"/>
                    <a:pt x="189" y="428"/>
                  </a:cubicBezTo>
                  <a:cubicBezTo>
                    <a:pt x="178" y="433"/>
                    <a:pt x="173" y="447"/>
                    <a:pt x="179" y="458"/>
                  </a:cubicBezTo>
                  <a:cubicBezTo>
                    <a:pt x="203" y="506"/>
                    <a:pt x="203" y="506"/>
                    <a:pt x="203" y="506"/>
                  </a:cubicBezTo>
                  <a:cubicBezTo>
                    <a:pt x="102" y="737"/>
                    <a:pt x="102" y="737"/>
                    <a:pt x="102" y="737"/>
                  </a:cubicBezTo>
                  <a:cubicBezTo>
                    <a:pt x="102" y="738"/>
                    <a:pt x="102" y="738"/>
                    <a:pt x="102" y="738"/>
                  </a:cubicBezTo>
                  <a:cubicBezTo>
                    <a:pt x="102" y="739"/>
                    <a:pt x="99" y="744"/>
                    <a:pt x="94" y="748"/>
                  </a:cubicBezTo>
                  <a:cubicBezTo>
                    <a:pt x="90" y="752"/>
                    <a:pt x="83" y="757"/>
                    <a:pt x="68" y="752"/>
                  </a:cubicBezTo>
                  <a:cubicBezTo>
                    <a:pt x="55" y="748"/>
                    <a:pt x="52" y="741"/>
                    <a:pt x="51" y="736"/>
                  </a:cubicBezTo>
                  <a:cubicBezTo>
                    <a:pt x="50" y="729"/>
                    <a:pt x="51" y="723"/>
                    <a:pt x="51" y="721"/>
                  </a:cubicBezTo>
                  <a:lnTo>
                    <a:pt x="141" y="505"/>
                  </a:lnTo>
                  <a:close/>
                </a:path>
              </a:pathLst>
            </a:custGeom>
            <a:grpFill/>
            <a:ln>
              <a:noFill/>
            </a:ln>
          </p:spPr>
          <p:txBody>
            <a:bodyPr vert="horz" wrap="square" lIns="91440" tIns="45720" rIns="91440" bIns="45720" numCol="1" anchor="t" anchorCtr="0" compatLnSpc="1"/>
            <a:lstStyle/>
            <a:p>
              <a:endParaRPr lang="en-US"/>
            </a:p>
          </p:txBody>
        </p:sp>
      </p:grpSp>
      <p:grpSp>
        <p:nvGrpSpPr>
          <p:cNvPr id="142" name="Group 141"/>
          <p:cNvGrpSpPr/>
          <p:nvPr/>
        </p:nvGrpSpPr>
        <p:grpSpPr>
          <a:xfrm>
            <a:off x="8187264" y="3476591"/>
            <a:ext cx="439208" cy="439206"/>
            <a:chOff x="6332559" y="2800333"/>
            <a:chExt cx="511177" cy="511172"/>
          </a:xfrm>
        </p:grpSpPr>
        <p:sp>
          <p:nvSpPr>
            <p:cNvPr id="143" name="Freeform 40"/>
            <p:cNvSpPr>
              <a:spLocks noEditPoints="1"/>
            </p:cNvSpPr>
            <p:nvPr/>
          </p:nvSpPr>
          <p:spPr bwMode="auto">
            <a:xfrm>
              <a:off x="6456389" y="2800333"/>
              <a:ext cx="265114" cy="511172"/>
            </a:xfrm>
            <a:custGeom>
              <a:avLst/>
              <a:gdLst>
                <a:gd name="T0" fmla="*/ 84 w 167"/>
                <a:gd name="T1" fmla="*/ 322 h 322"/>
                <a:gd name="T2" fmla="*/ 66 w 167"/>
                <a:gd name="T3" fmla="*/ 319 h 322"/>
                <a:gd name="T4" fmla="*/ 50 w 167"/>
                <a:gd name="T5" fmla="*/ 310 h 322"/>
                <a:gd name="T6" fmla="*/ 36 w 167"/>
                <a:gd name="T7" fmla="*/ 296 h 322"/>
                <a:gd name="T8" fmla="*/ 23 w 167"/>
                <a:gd name="T9" fmla="*/ 274 h 322"/>
                <a:gd name="T10" fmla="*/ 12 w 167"/>
                <a:gd name="T11" fmla="*/ 249 h 322"/>
                <a:gd name="T12" fmla="*/ 0 w 167"/>
                <a:gd name="T13" fmla="*/ 192 h 322"/>
                <a:gd name="T14" fmla="*/ 0 w 167"/>
                <a:gd name="T15" fmla="*/ 160 h 322"/>
                <a:gd name="T16" fmla="*/ 5 w 167"/>
                <a:gd name="T17" fmla="*/ 100 h 322"/>
                <a:gd name="T18" fmla="*/ 23 w 167"/>
                <a:gd name="T19" fmla="*/ 48 h 322"/>
                <a:gd name="T20" fmla="*/ 28 w 167"/>
                <a:gd name="T21" fmla="*/ 37 h 322"/>
                <a:gd name="T22" fmla="*/ 43 w 167"/>
                <a:gd name="T23" fmla="*/ 20 h 322"/>
                <a:gd name="T24" fmla="*/ 59 w 167"/>
                <a:gd name="T25" fmla="*/ 7 h 322"/>
                <a:gd name="T26" fmla="*/ 75 w 167"/>
                <a:gd name="T27" fmla="*/ 0 h 322"/>
                <a:gd name="T28" fmla="*/ 84 w 167"/>
                <a:gd name="T29" fmla="*/ 0 h 322"/>
                <a:gd name="T30" fmla="*/ 100 w 167"/>
                <a:gd name="T31" fmla="*/ 3 h 322"/>
                <a:gd name="T32" fmla="*/ 116 w 167"/>
                <a:gd name="T33" fmla="*/ 12 h 322"/>
                <a:gd name="T34" fmla="*/ 130 w 167"/>
                <a:gd name="T35" fmla="*/ 27 h 322"/>
                <a:gd name="T36" fmla="*/ 144 w 167"/>
                <a:gd name="T37" fmla="*/ 48 h 322"/>
                <a:gd name="T38" fmla="*/ 153 w 167"/>
                <a:gd name="T39" fmla="*/ 73 h 322"/>
                <a:gd name="T40" fmla="*/ 166 w 167"/>
                <a:gd name="T41" fmla="*/ 130 h 322"/>
                <a:gd name="T42" fmla="*/ 167 w 167"/>
                <a:gd name="T43" fmla="*/ 160 h 322"/>
                <a:gd name="T44" fmla="*/ 160 w 167"/>
                <a:gd name="T45" fmla="*/ 223 h 322"/>
                <a:gd name="T46" fmla="*/ 144 w 167"/>
                <a:gd name="T47" fmla="*/ 274 h 322"/>
                <a:gd name="T48" fmla="*/ 137 w 167"/>
                <a:gd name="T49" fmla="*/ 285 h 322"/>
                <a:gd name="T50" fmla="*/ 123 w 167"/>
                <a:gd name="T51" fmla="*/ 303 h 322"/>
                <a:gd name="T52" fmla="*/ 109 w 167"/>
                <a:gd name="T53" fmla="*/ 315 h 322"/>
                <a:gd name="T54" fmla="*/ 93 w 167"/>
                <a:gd name="T55" fmla="*/ 322 h 322"/>
                <a:gd name="T56" fmla="*/ 84 w 167"/>
                <a:gd name="T57" fmla="*/ 322 h 322"/>
                <a:gd name="T58" fmla="*/ 84 w 167"/>
                <a:gd name="T59" fmla="*/ 9 h 322"/>
                <a:gd name="T60" fmla="*/ 69 w 167"/>
                <a:gd name="T61" fmla="*/ 12 h 322"/>
                <a:gd name="T62" fmla="*/ 55 w 167"/>
                <a:gd name="T63" fmla="*/ 21 h 322"/>
                <a:gd name="T64" fmla="*/ 43 w 167"/>
                <a:gd name="T65" fmla="*/ 34 h 322"/>
                <a:gd name="T66" fmla="*/ 32 w 167"/>
                <a:gd name="T67" fmla="*/ 53 h 322"/>
                <a:gd name="T68" fmla="*/ 14 w 167"/>
                <a:gd name="T69" fmla="*/ 101 h 322"/>
                <a:gd name="T70" fmla="*/ 9 w 167"/>
                <a:gd name="T71" fmla="*/ 160 h 322"/>
                <a:gd name="T72" fmla="*/ 11 w 167"/>
                <a:gd name="T73" fmla="*/ 190 h 322"/>
                <a:gd name="T74" fmla="*/ 21 w 167"/>
                <a:gd name="T75" fmla="*/ 246 h 322"/>
                <a:gd name="T76" fmla="*/ 32 w 167"/>
                <a:gd name="T77" fmla="*/ 269 h 322"/>
                <a:gd name="T78" fmla="*/ 55 w 167"/>
                <a:gd name="T79" fmla="*/ 301 h 322"/>
                <a:gd name="T80" fmla="*/ 69 w 167"/>
                <a:gd name="T81" fmla="*/ 310 h 322"/>
                <a:gd name="T82" fmla="*/ 84 w 167"/>
                <a:gd name="T83" fmla="*/ 313 h 322"/>
                <a:gd name="T84" fmla="*/ 91 w 167"/>
                <a:gd name="T85" fmla="*/ 312 h 322"/>
                <a:gd name="T86" fmla="*/ 103 w 167"/>
                <a:gd name="T87" fmla="*/ 306 h 322"/>
                <a:gd name="T88" fmla="*/ 117 w 167"/>
                <a:gd name="T89" fmla="*/ 296 h 322"/>
                <a:gd name="T90" fmla="*/ 135 w 167"/>
                <a:gd name="T91" fmla="*/ 269 h 322"/>
                <a:gd name="T92" fmla="*/ 144 w 167"/>
                <a:gd name="T93" fmla="*/ 246 h 322"/>
                <a:gd name="T94" fmla="*/ 155 w 167"/>
                <a:gd name="T95" fmla="*/ 190 h 322"/>
                <a:gd name="T96" fmla="*/ 157 w 167"/>
                <a:gd name="T97" fmla="*/ 160 h 322"/>
                <a:gd name="T98" fmla="*/ 151 w 167"/>
                <a:gd name="T99" fmla="*/ 101 h 322"/>
                <a:gd name="T100" fmla="*/ 135 w 167"/>
                <a:gd name="T101" fmla="*/ 53 h 322"/>
                <a:gd name="T102" fmla="*/ 123 w 167"/>
                <a:gd name="T103" fmla="*/ 34 h 322"/>
                <a:gd name="T104" fmla="*/ 110 w 167"/>
                <a:gd name="T105" fmla="*/ 21 h 322"/>
                <a:gd name="T106" fmla="*/ 98 w 167"/>
                <a:gd name="T107" fmla="*/ 12 h 322"/>
                <a:gd name="T108" fmla="*/ 84 w 167"/>
                <a:gd name="T109" fmla="*/ 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7" h="322">
                  <a:moveTo>
                    <a:pt x="84" y="322"/>
                  </a:moveTo>
                  <a:lnTo>
                    <a:pt x="84" y="322"/>
                  </a:lnTo>
                  <a:lnTo>
                    <a:pt x="75" y="322"/>
                  </a:lnTo>
                  <a:lnTo>
                    <a:pt x="66" y="319"/>
                  </a:lnTo>
                  <a:lnTo>
                    <a:pt x="59" y="315"/>
                  </a:lnTo>
                  <a:lnTo>
                    <a:pt x="50" y="310"/>
                  </a:lnTo>
                  <a:lnTo>
                    <a:pt x="43" y="303"/>
                  </a:lnTo>
                  <a:lnTo>
                    <a:pt x="36" y="296"/>
                  </a:lnTo>
                  <a:lnTo>
                    <a:pt x="28" y="285"/>
                  </a:lnTo>
                  <a:lnTo>
                    <a:pt x="23" y="274"/>
                  </a:lnTo>
                  <a:lnTo>
                    <a:pt x="23" y="274"/>
                  </a:lnTo>
                  <a:lnTo>
                    <a:pt x="12" y="249"/>
                  </a:lnTo>
                  <a:lnTo>
                    <a:pt x="5" y="223"/>
                  </a:lnTo>
                  <a:lnTo>
                    <a:pt x="0" y="192"/>
                  </a:lnTo>
                  <a:lnTo>
                    <a:pt x="0" y="160"/>
                  </a:lnTo>
                  <a:lnTo>
                    <a:pt x="0" y="160"/>
                  </a:lnTo>
                  <a:lnTo>
                    <a:pt x="0" y="130"/>
                  </a:lnTo>
                  <a:lnTo>
                    <a:pt x="5" y="100"/>
                  </a:lnTo>
                  <a:lnTo>
                    <a:pt x="12" y="73"/>
                  </a:lnTo>
                  <a:lnTo>
                    <a:pt x="23" y="48"/>
                  </a:lnTo>
                  <a:lnTo>
                    <a:pt x="23" y="48"/>
                  </a:lnTo>
                  <a:lnTo>
                    <a:pt x="28" y="37"/>
                  </a:lnTo>
                  <a:lnTo>
                    <a:pt x="36" y="27"/>
                  </a:lnTo>
                  <a:lnTo>
                    <a:pt x="43" y="20"/>
                  </a:lnTo>
                  <a:lnTo>
                    <a:pt x="50" y="12"/>
                  </a:lnTo>
                  <a:lnTo>
                    <a:pt x="59" y="7"/>
                  </a:lnTo>
                  <a:lnTo>
                    <a:pt x="66" y="3"/>
                  </a:lnTo>
                  <a:lnTo>
                    <a:pt x="75" y="0"/>
                  </a:lnTo>
                  <a:lnTo>
                    <a:pt x="84" y="0"/>
                  </a:lnTo>
                  <a:lnTo>
                    <a:pt x="84" y="0"/>
                  </a:lnTo>
                  <a:lnTo>
                    <a:pt x="93" y="0"/>
                  </a:lnTo>
                  <a:lnTo>
                    <a:pt x="100" y="3"/>
                  </a:lnTo>
                  <a:lnTo>
                    <a:pt x="109" y="7"/>
                  </a:lnTo>
                  <a:lnTo>
                    <a:pt x="116" y="12"/>
                  </a:lnTo>
                  <a:lnTo>
                    <a:pt x="123" y="20"/>
                  </a:lnTo>
                  <a:lnTo>
                    <a:pt x="130" y="27"/>
                  </a:lnTo>
                  <a:lnTo>
                    <a:pt x="137" y="37"/>
                  </a:lnTo>
                  <a:lnTo>
                    <a:pt x="144" y="48"/>
                  </a:lnTo>
                  <a:lnTo>
                    <a:pt x="144" y="48"/>
                  </a:lnTo>
                  <a:lnTo>
                    <a:pt x="153" y="73"/>
                  </a:lnTo>
                  <a:lnTo>
                    <a:pt x="160" y="100"/>
                  </a:lnTo>
                  <a:lnTo>
                    <a:pt x="166" y="130"/>
                  </a:lnTo>
                  <a:lnTo>
                    <a:pt x="167" y="160"/>
                  </a:lnTo>
                  <a:lnTo>
                    <a:pt x="167" y="160"/>
                  </a:lnTo>
                  <a:lnTo>
                    <a:pt x="166" y="192"/>
                  </a:lnTo>
                  <a:lnTo>
                    <a:pt x="160" y="223"/>
                  </a:lnTo>
                  <a:lnTo>
                    <a:pt x="153" y="249"/>
                  </a:lnTo>
                  <a:lnTo>
                    <a:pt x="144" y="274"/>
                  </a:lnTo>
                  <a:lnTo>
                    <a:pt x="144" y="274"/>
                  </a:lnTo>
                  <a:lnTo>
                    <a:pt x="137" y="285"/>
                  </a:lnTo>
                  <a:lnTo>
                    <a:pt x="130" y="296"/>
                  </a:lnTo>
                  <a:lnTo>
                    <a:pt x="123" y="303"/>
                  </a:lnTo>
                  <a:lnTo>
                    <a:pt x="116" y="310"/>
                  </a:lnTo>
                  <a:lnTo>
                    <a:pt x="109" y="315"/>
                  </a:lnTo>
                  <a:lnTo>
                    <a:pt x="100" y="319"/>
                  </a:lnTo>
                  <a:lnTo>
                    <a:pt x="93" y="322"/>
                  </a:lnTo>
                  <a:lnTo>
                    <a:pt x="84" y="322"/>
                  </a:lnTo>
                  <a:lnTo>
                    <a:pt x="84" y="322"/>
                  </a:lnTo>
                  <a:close/>
                  <a:moveTo>
                    <a:pt x="84" y="9"/>
                  </a:moveTo>
                  <a:lnTo>
                    <a:pt x="84" y="9"/>
                  </a:lnTo>
                  <a:lnTo>
                    <a:pt x="77" y="11"/>
                  </a:lnTo>
                  <a:lnTo>
                    <a:pt x="69" y="12"/>
                  </a:lnTo>
                  <a:lnTo>
                    <a:pt x="62" y="16"/>
                  </a:lnTo>
                  <a:lnTo>
                    <a:pt x="55" y="21"/>
                  </a:lnTo>
                  <a:lnTo>
                    <a:pt x="50" y="27"/>
                  </a:lnTo>
                  <a:lnTo>
                    <a:pt x="43" y="34"/>
                  </a:lnTo>
                  <a:lnTo>
                    <a:pt x="32" y="53"/>
                  </a:lnTo>
                  <a:lnTo>
                    <a:pt x="32" y="53"/>
                  </a:lnTo>
                  <a:lnTo>
                    <a:pt x="21" y="76"/>
                  </a:lnTo>
                  <a:lnTo>
                    <a:pt x="14" y="101"/>
                  </a:lnTo>
                  <a:lnTo>
                    <a:pt x="11" y="130"/>
                  </a:lnTo>
                  <a:lnTo>
                    <a:pt x="9" y="160"/>
                  </a:lnTo>
                  <a:lnTo>
                    <a:pt x="9" y="160"/>
                  </a:lnTo>
                  <a:lnTo>
                    <a:pt x="11" y="190"/>
                  </a:lnTo>
                  <a:lnTo>
                    <a:pt x="14" y="219"/>
                  </a:lnTo>
                  <a:lnTo>
                    <a:pt x="21" y="246"/>
                  </a:lnTo>
                  <a:lnTo>
                    <a:pt x="32" y="269"/>
                  </a:lnTo>
                  <a:lnTo>
                    <a:pt x="32" y="269"/>
                  </a:lnTo>
                  <a:lnTo>
                    <a:pt x="43" y="288"/>
                  </a:lnTo>
                  <a:lnTo>
                    <a:pt x="55" y="301"/>
                  </a:lnTo>
                  <a:lnTo>
                    <a:pt x="62" y="306"/>
                  </a:lnTo>
                  <a:lnTo>
                    <a:pt x="69" y="310"/>
                  </a:lnTo>
                  <a:lnTo>
                    <a:pt x="77" y="312"/>
                  </a:lnTo>
                  <a:lnTo>
                    <a:pt x="84" y="313"/>
                  </a:lnTo>
                  <a:lnTo>
                    <a:pt x="84" y="313"/>
                  </a:lnTo>
                  <a:lnTo>
                    <a:pt x="91" y="312"/>
                  </a:lnTo>
                  <a:lnTo>
                    <a:pt x="98" y="310"/>
                  </a:lnTo>
                  <a:lnTo>
                    <a:pt x="103" y="306"/>
                  </a:lnTo>
                  <a:lnTo>
                    <a:pt x="110" y="301"/>
                  </a:lnTo>
                  <a:lnTo>
                    <a:pt x="117" y="296"/>
                  </a:lnTo>
                  <a:lnTo>
                    <a:pt x="123" y="288"/>
                  </a:lnTo>
                  <a:lnTo>
                    <a:pt x="135" y="269"/>
                  </a:lnTo>
                  <a:lnTo>
                    <a:pt x="135" y="269"/>
                  </a:lnTo>
                  <a:lnTo>
                    <a:pt x="144" y="246"/>
                  </a:lnTo>
                  <a:lnTo>
                    <a:pt x="151" y="219"/>
                  </a:lnTo>
                  <a:lnTo>
                    <a:pt x="155" y="190"/>
                  </a:lnTo>
                  <a:lnTo>
                    <a:pt x="157" y="160"/>
                  </a:lnTo>
                  <a:lnTo>
                    <a:pt x="157" y="160"/>
                  </a:lnTo>
                  <a:lnTo>
                    <a:pt x="155" y="130"/>
                  </a:lnTo>
                  <a:lnTo>
                    <a:pt x="151" y="101"/>
                  </a:lnTo>
                  <a:lnTo>
                    <a:pt x="144" y="76"/>
                  </a:lnTo>
                  <a:lnTo>
                    <a:pt x="135" y="53"/>
                  </a:lnTo>
                  <a:lnTo>
                    <a:pt x="135" y="53"/>
                  </a:lnTo>
                  <a:lnTo>
                    <a:pt x="123" y="34"/>
                  </a:lnTo>
                  <a:lnTo>
                    <a:pt x="117" y="27"/>
                  </a:lnTo>
                  <a:lnTo>
                    <a:pt x="110" y="21"/>
                  </a:lnTo>
                  <a:lnTo>
                    <a:pt x="103" y="16"/>
                  </a:lnTo>
                  <a:lnTo>
                    <a:pt x="98" y="12"/>
                  </a:lnTo>
                  <a:lnTo>
                    <a:pt x="91" y="11"/>
                  </a:lnTo>
                  <a:lnTo>
                    <a:pt x="84" y="9"/>
                  </a:lnTo>
                  <a:lnTo>
                    <a:pt x="84" y="9"/>
                  </a:lnTo>
                  <a:close/>
                </a:path>
              </a:pathLst>
            </a:custGeom>
            <a:solidFill>
              <a:srgbClr val="FCC009"/>
            </a:solidFill>
            <a:ln>
              <a:noFill/>
            </a:ln>
          </p:spPr>
          <p:txBody>
            <a:bodyPr vert="horz" wrap="square" lIns="91440" tIns="45720" rIns="91440" bIns="45720" numCol="1" anchor="t" anchorCtr="0" compatLnSpc="1"/>
            <a:lstStyle/>
            <a:p>
              <a:endParaRPr lang="en-US"/>
            </a:p>
          </p:txBody>
        </p:sp>
        <p:sp>
          <p:nvSpPr>
            <p:cNvPr id="144" name="Freeform 41"/>
            <p:cNvSpPr>
              <a:spLocks noEditPoints="1"/>
            </p:cNvSpPr>
            <p:nvPr/>
          </p:nvSpPr>
          <p:spPr bwMode="auto">
            <a:xfrm>
              <a:off x="6380189" y="2847959"/>
              <a:ext cx="415927" cy="415922"/>
            </a:xfrm>
            <a:custGeom>
              <a:avLst/>
              <a:gdLst>
                <a:gd name="T0" fmla="*/ 205 w 262"/>
                <a:gd name="T1" fmla="*/ 262 h 262"/>
                <a:gd name="T2" fmla="*/ 173 w 262"/>
                <a:gd name="T3" fmla="*/ 257 h 262"/>
                <a:gd name="T4" fmla="*/ 139 w 262"/>
                <a:gd name="T5" fmla="*/ 242 h 262"/>
                <a:gd name="T6" fmla="*/ 105 w 262"/>
                <a:gd name="T7" fmla="*/ 221 h 262"/>
                <a:gd name="T8" fmla="*/ 71 w 262"/>
                <a:gd name="T9" fmla="*/ 191 h 262"/>
                <a:gd name="T10" fmla="*/ 48 w 262"/>
                <a:gd name="T11" fmla="*/ 166 h 262"/>
                <a:gd name="T12" fmla="*/ 16 w 262"/>
                <a:gd name="T13" fmla="*/ 116 h 262"/>
                <a:gd name="T14" fmla="*/ 2 w 262"/>
                <a:gd name="T15" fmla="*/ 70 h 262"/>
                <a:gd name="T16" fmla="*/ 2 w 262"/>
                <a:gd name="T17" fmla="*/ 48 h 262"/>
                <a:gd name="T18" fmla="*/ 5 w 262"/>
                <a:gd name="T19" fmla="*/ 30 h 262"/>
                <a:gd name="T20" fmla="*/ 16 w 262"/>
                <a:gd name="T21" fmla="*/ 16 h 262"/>
                <a:gd name="T22" fmla="*/ 25 w 262"/>
                <a:gd name="T23" fmla="*/ 9 h 262"/>
                <a:gd name="T24" fmla="*/ 44 w 262"/>
                <a:gd name="T25" fmla="*/ 2 h 262"/>
                <a:gd name="T26" fmla="*/ 57 w 262"/>
                <a:gd name="T27" fmla="*/ 0 h 262"/>
                <a:gd name="T28" fmla="*/ 89 w 262"/>
                <a:gd name="T29" fmla="*/ 6 h 262"/>
                <a:gd name="T30" fmla="*/ 123 w 262"/>
                <a:gd name="T31" fmla="*/ 20 h 262"/>
                <a:gd name="T32" fmla="*/ 158 w 262"/>
                <a:gd name="T33" fmla="*/ 41 h 262"/>
                <a:gd name="T34" fmla="*/ 192 w 262"/>
                <a:gd name="T35" fmla="*/ 70 h 262"/>
                <a:gd name="T36" fmla="*/ 214 w 262"/>
                <a:gd name="T37" fmla="*/ 95 h 262"/>
                <a:gd name="T38" fmla="*/ 246 w 262"/>
                <a:gd name="T39" fmla="*/ 146 h 262"/>
                <a:gd name="T40" fmla="*/ 262 w 262"/>
                <a:gd name="T41" fmla="*/ 193 h 262"/>
                <a:gd name="T42" fmla="*/ 262 w 262"/>
                <a:gd name="T43" fmla="*/ 214 h 262"/>
                <a:gd name="T44" fmla="*/ 256 w 262"/>
                <a:gd name="T45" fmla="*/ 232 h 262"/>
                <a:gd name="T46" fmla="*/ 247 w 262"/>
                <a:gd name="T47" fmla="*/ 246 h 262"/>
                <a:gd name="T48" fmla="*/ 238 w 262"/>
                <a:gd name="T49" fmla="*/ 253 h 262"/>
                <a:gd name="T50" fmla="*/ 217 w 262"/>
                <a:gd name="T51" fmla="*/ 260 h 262"/>
                <a:gd name="T52" fmla="*/ 205 w 262"/>
                <a:gd name="T53" fmla="*/ 262 h 262"/>
                <a:gd name="T54" fmla="*/ 57 w 262"/>
                <a:gd name="T55" fmla="*/ 14 h 262"/>
                <a:gd name="T56" fmla="*/ 39 w 262"/>
                <a:gd name="T57" fmla="*/ 16 h 262"/>
                <a:gd name="T58" fmla="*/ 25 w 262"/>
                <a:gd name="T59" fmla="*/ 25 h 262"/>
                <a:gd name="T60" fmla="*/ 21 w 262"/>
                <a:gd name="T61" fmla="*/ 30 h 262"/>
                <a:gd name="T62" fmla="*/ 16 w 262"/>
                <a:gd name="T63" fmla="*/ 45 h 262"/>
                <a:gd name="T64" fmla="*/ 16 w 262"/>
                <a:gd name="T65" fmla="*/ 71 h 262"/>
                <a:gd name="T66" fmla="*/ 30 w 262"/>
                <a:gd name="T67" fmla="*/ 114 h 262"/>
                <a:gd name="T68" fmla="*/ 60 w 262"/>
                <a:gd name="T69" fmla="*/ 160 h 262"/>
                <a:gd name="T70" fmla="*/ 80 w 262"/>
                <a:gd name="T71" fmla="*/ 182 h 262"/>
                <a:gd name="T72" fmla="*/ 112 w 262"/>
                <a:gd name="T73" fmla="*/ 209 h 262"/>
                <a:gd name="T74" fmla="*/ 144 w 262"/>
                <a:gd name="T75" fmla="*/ 230 h 262"/>
                <a:gd name="T76" fmla="*/ 176 w 262"/>
                <a:gd name="T77" fmla="*/ 244 h 262"/>
                <a:gd name="T78" fmla="*/ 205 w 262"/>
                <a:gd name="T79" fmla="*/ 248 h 262"/>
                <a:gd name="T80" fmla="*/ 215 w 262"/>
                <a:gd name="T81" fmla="*/ 248 h 262"/>
                <a:gd name="T82" fmla="*/ 231 w 262"/>
                <a:gd name="T83" fmla="*/ 242 h 262"/>
                <a:gd name="T84" fmla="*/ 237 w 262"/>
                <a:gd name="T85" fmla="*/ 237 h 262"/>
                <a:gd name="T86" fmla="*/ 246 w 262"/>
                <a:gd name="T87" fmla="*/ 225 h 262"/>
                <a:gd name="T88" fmla="*/ 249 w 262"/>
                <a:gd name="T89" fmla="*/ 209 h 262"/>
                <a:gd name="T90" fmla="*/ 242 w 262"/>
                <a:gd name="T91" fmla="*/ 169 h 262"/>
                <a:gd name="T92" fmla="*/ 219 w 262"/>
                <a:gd name="T93" fmla="*/ 125 h 262"/>
                <a:gd name="T94" fmla="*/ 181 w 262"/>
                <a:gd name="T95" fmla="*/ 80 h 262"/>
                <a:gd name="T96" fmla="*/ 167 w 262"/>
                <a:gd name="T97" fmla="*/ 66 h 262"/>
                <a:gd name="T98" fmla="*/ 135 w 262"/>
                <a:gd name="T99" fmla="*/ 41 h 262"/>
                <a:gd name="T100" fmla="*/ 101 w 262"/>
                <a:gd name="T101" fmla="*/ 23 h 262"/>
                <a:gd name="T102" fmla="*/ 71 w 262"/>
                <a:gd name="T103" fmla="*/ 14 h 262"/>
                <a:gd name="T104" fmla="*/ 57 w 262"/>
                <a:gd name="T105" fmla="*/ 1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2">
                  <a:moveTo>
                    <a:pt x="205" y="262"/>
                  </a:moveTo>
                  <a:lnTo>
                    <a:pt x="205" y="262"/>
                  </a:lnTo>
                  <a:lnTo>
                    <a:pt x="190" y="260"/>
                  </a:lnTo>
                  <a:lnTo>
                    <a:pt x="173" y="257"/>
                  </a:lnTo>
                  <a:lnTo>
                    <a:pt x="157" y="251"/>
                  </a:lnTo>
                  <a:lnTo>
                    <a:pt x="139" y="242"/>
                  </a:lnTo>
                  <a:lnTo>
                    <a:pt x="121" y="234"/>
                  </a:lnTo>
                  <a:lnTo>
                    <a:pt x="105" y="221"/>
                  </a:lnTo>
                  <a:lnTo>
                    <a:pt x="87" y="207"/>
                  </a:lnTo>
                  <a:lnTo>
                    <a:pt x="71" y="191"/>
                  </a:lnTo>
                  <a:lnTo>
                    <a:pt x="71" y="191"/>
                  </a:lnTo>
                  <a:lnTo>
                    <a:pt x="48" y="166"/>
                  </a:lnTo>
                  <a:lnTo>
                    <a:pt x="30" y="141"/>
                  </a:lnTo>
                  <a:lnTo>
                    <a:pt x="16" y="116"/>
                  </a:lnTo>
                  <a:lnTo>
                    <a:pt x="7" y="93"/>
                  </a:lnTo>
                  <a:lnTo>
                    <a:pt x="2" y="70"/>
                  </a:lnTo>
                  <a:lnTo>
                    <a:pt x="0" y="59"/>
                  </a:lnTo>
                  <a:lnTo>
                    <a:pt x="2" y="48"/>
                  </a:lnTo>
                  <a:lnTo>
                    <a:pt x="3" y="39"/>
                  </a:lnTo>
                  <a:lnTo>
                    <a:pt x="5" y="30"/>
                  </a:lnTo>
                  <a:lnTo>
                    <a:pt x="11" y="22"/>
                  </a:lnTo>
                  <a:lnTo>
                    <a:pt x="16" y="16"/>
                  </a:lnTo>
                  <a:lnTo>
                    <a:pt x="16" y="16"/>
                  </a:lnTo>
                  <a:lnTo>
                    <a:pt x="25" y="9"/>
                  </a:lnTo>
                  <a:lnTo>
                    <a:pt x="34" y="4"/>
                  </a:lnTo>
                  <a:lnTo>
                    <a:pt x="44" y="2"/>
                  </a:lnTo>
                  <a:lnTo>
                    <a:pt x="57" y="0"/>
                  </a:lnTo>
                  <a:lnTo>
                    <a:pt x="57" y="0"/>
                  </a:lnTo>
                  <a:lnTo>
                    <a:pt x="73" y="2"/>
                  </a:lnTo>
                  <a:lnTo>
                    <a:pt x="89" y="6"/>
                  </a:lnTo>
                  <a:lnTo>
                    <a:pt x="107" y="11"/>
                  </a:lnTo>
                  <a:lnTo>
                    <a:pt x="123" y="20"/>
                  </a:lnTo>
                  <a:lnTo>
                    <a:pt x="141" y="29"/>
                  </a:lnTo>
                  <a:lnTo>
                    <a:pt x="158" y="41"/>
                  </a:lnTo>
                  <a:lnTo>
                    <a:pt x="174" y="55"/>
                  </a:lnTo>
                  <a:lnTo>
                    <a:pt x="192" y="70"/>
                  </a:lnTo>
                  <a:lnTo>
                    <a:pt x="192" y="70"/>
                  </a:lnTo>
                  <a:lnTo>
                    <a:pt x="214" y="95"/>
                  </a:lnTo>
                  <a:lnTo>
                    <a:pt x="233" y="121"/>
                  </a:lnTo>
                  <a:lnTo>
                    <a:pt x="246" y="146"/>
                  </a:lnTo>
                  <a:lnTo>
                    <a:pt x="256" y="169"/>
                  </a:lnTo>
                  <a:lnTo>
                    <a:pt x="262" y="193"/>
                  </a:lnTo>
                  <a:lnTo>
                    <a:pt x="262" y="203"/>
                  </a:lnTo>
                  <a:lnTo>
                    <a:pt x="262" y="214"/>
                  </a:lnTo>
                  <a:lnTo>
                    <a:pt x="260" y="223"/>
                  </a:lnTo>
                  <a:lnTo>
                    <a:pt x="256" y="232"/>
                  </a:lnTo>
                  <a:lnTo>
                    <a:pt x="253" y="239"/>
                  </a:lnTo>
                  <a:lnTo>
                    <a:pt x="247" y="246"/>
                  </a:lnTo>
                  <a:lnTo>
                    <a:pt x="247" y="246"/>
                  </a:lnTo>
                  <a:lnTo>
                    <a:pt x="238" y="253"/>
                  </a:lnTo>
                  <a:lnTo>
                    <a:pt x="228" y="258"/>
                  </a:lnTo>
                  <a:lnTo>
                    <a:pt x="217" y="260"/>
                  </a:lnTo>
                  <a:lnTo>
                    <a:pt x="205" y="262"/>
                  </a:lnTo>
                  <a:lnTo>
                    <a:pt x="205" y="262"/>
                  </a:lnTo>
                  <a:close/>
                  <a:moveTo>
                    <a:pt x="57" y="14"/>
                  </a:moveTo>
                  <a:lnTo>
                    <a:pt x="57" y="14"/>
                  </a:lnTo>
                  <a:lnTo>
                    <a:pt x="48" y="14"/>
                  </a:lnTo>
                  <a:lnTo>
                    <a:pt x="39" y="16"/>
                  </a:lnTo>
                  <a:lnTo>
                    <a:pt x="32" y="20"/>
                  </a:lnTo>
                  <a:lnTo>
                    <a:pt x="25" y="25"/>
                  </a:lnTo>
                  <a:lnTo>
                    <a:pt x="25" y="25"/>
                  </a:lnTo>
                  <a:lnTo>
                    <a:pt x="21" y="30"/>
                  </a:lnTo>
                  <a:lnTo>
                    <a:pt x="18" y="38"/>
                  </a:lnTo>
                  <a:lnTo>
                    <a:pt x="16" y="45"/>
                  </a:lnTo>
                  <a:lnTo>
                    <a:pt x="14" y="54"/>
                  </a:lnTo>
                  <a:lnTo>
                    <a:pt x="16" y="71"/>
                  </a:lnTo>
                  <a:lnTo>
                    <a:pt x="21" y="93"/>
                  </a:lnTo>
                  <a:lnTo>
                    <a:pt x="30" y="114"/>
                  </a:lnTo>
                  <a:lnTo>
                    <a:pt x="43" y="137"/>
                  </a:lnTo>
                  <a:lnTo>
                    <a:pt x="60" y="160"/>
                  </a:lnTo>
                  <a:lnTo>
                    <a:pt x="80" y="182"/>
                  </a:lnTo>
                  <a:lnTo>
                    <a:pt x="80" y="182"/>
                  </a:lnTo>
                  <a:lnTo>
                    <a:pt x="96" y="196"/>
                  </a:lnTo>
                  <a:lnTo>
                    <a:pt x="112" y="209"/>
                  </a:lnTo>
                  <a:lnTo>
                    <a:pt x="128" y="221"/>
                  </a:lnTo>
                  <a:lnTo>
                    <a:pt x="144" y="230"/>
                  </a:lnTo>
                  <a:lnTo>
                    <a:pt x="160" y="237"/>
                  </a:lnTo>
                  <a:lnTo>
                    <a:pt x="176" y="244"/>
                  </a:lnTo>
                  <a:lnTo>
                    <a:pt x="190" y="248"/>
                  </a:lnTo>
                  <a:lnTo>
                    <a:pt x="205" y="248"/>
                  </a:lnTo>
                  <a:lnTo>
                    <a:pt x="205" y="248"/>
                  </a:lnTo>
                  <a:lnTo>
                    <a:pt x="215" y="248"/>
                  </a:lnTo>
                  <a:lnTo>
                    <a:pt x="224" y="246"/>
                  </a:lnTo>
                  <a:lnTo>
                    <a:pt x="231" y="242"/>
                  </a:lnTo>
                  <a:lnTo>
                    <a:pt x="237" y="237"/>
                  </a:lnTo>
                  <a:lnTo>
                    <a:pt x="237" y="237"/>
                  </a:lnTo>
                  <a:lnTo>
                    <a:pt x="242" y="232"/>
                  </a:lnTo>
                  <a:lnTo>
                    <a:pt x="246" y="225"/>
                  </a:lnTo>
                  <a:lnTo>
                    <a:pt x="247" y="217"/>
                  </a:lnTo>
                  <a:lnTo>
                    <a:pt x="249" y="209"/>
                  </a:lnTo>
                  <a:lnTo>
                    <a:pt x="247" y="191"/>
                  </a:lnTo>
                  <a:lnTo>
                    <a:pt x="242" y="169"/>
                  </a:lnTo>
                  <a:lnTo>
                    <a:pt x="231" y="148"/>
                  </a:lnTo>
                  <a:lnTo>
                    <a:pt x="219" y="125"/>
                  </a:lnTo>
                  <a:lnTo>
                    <a:pt x="203" y="102"/>
                  </a:lnTo>
                  <a:lnTo>
                    <a:pt x="181" y="80"/>
                  </a:lnTo>
                  <a:lnTo>
                    <a:pt x="181" y="80"/>
                  </a:lnTo>
                  <a:lnTo>
                    <a:pt x="167" y="66"/>
                  </a:lnTo>
                  <a:lnTo>
                    <a:pt x="151" y="52"/>
                  </a:lnTo>
                  <a:lnTo>
                    <a:pt x="135" y="41"/>
                  </a:lnTo>
                  <a:lnTo>
                    <a:pt x="117" y="32"/>
                  </a:lnTo>
                  <a:lnTo>
                    <a:pt x="101" y="23"/>
                  </a:lnTo>
                  <a:lnTo>
                    <a:pt x="87" y="18"/>
                  </a:lnTo>
                  <a:lnTo>
                    <a:pt x="71" y="14"/>
                  </a:lnTo>
                  <a:lnTo>
                    <a:pt x="57" y="14"/>
                  </a:lnTo>
                  <a:lnTo>
                    <a:pt x="57" y="14"/>
                  </a:lnTo>
                  <a:close/>
                </a:path>
              </a:pathLst>
            </a:custGeom>
            <a:solidFill>
              <a:srgbClr val="01B2D4"/>
            </a:solidFill>
            <a:ln>
              <a:noFill/>
            </a:ln>
          </p:spPr>
          <p:txBody>
            <a:bodyPr vert="horz" wrap="square" lIns="91440" tIns="45720" rIns="91440" bIns="45720" numCol="1" anchor="t" anchorCtr="0" compatLnSpc="1"/>
            <a:lstStyle/>
            <a:p>
              <a:endParaRPr lang="en-US"/>
            </a:p>
          </p:txBody>
        </p:sp>
        <p:sp>
          <p:nvSpPr>
            <p:cNvPr id="145" name="Freeform 42"/>
            <p:cNvSpPr>
              <a:spLocks noEditPoints="1"/>
            </p:cNvSpPr>
            <p:nvPr/>
          </p:nvSpPr>
          <p:spPr bwMode="auto">
            <a:xfrm>
              <a:off x="6380189" y="2847960"/>
              <a:ext cx="415927" cy="415922"/>
            </a:xfrm>
            <a:custGeom>
              <a:avLst/>
              <a:gdLst>
                <a:gd name="T0" fmla="*/ 57 w 262"/>
                <a:gd name="T1" fmla="*/ 262 h 262"/>
                <a:gd name="T2" fmla="*/ 34 w 262"/>
                <a:gd name="T3" fmla="*/ 258 h 262"/>
                <a:gd name="T4" fmla="*/ 16 w 262"/>
                <a:gd name="T5" fmla="*/ 246 h 262"/>
                <a:gd name="T6" fmla="*/ 11 w 262"/>
                <a:gd name="T7" fmla="*/ 239 h 262"/>
                <a:gd name="T8" fmla="*/ 3 w 262"/>
                <a:gd name="T9" fmla="*/ 223 h 262"/>
                <a:gd name="T10" fmla="*/ 0 w 262"/>
                <a:gd name="T11" fmla="*/ 203 h 262"/>
                <a:gd name="T12" fmla="*/ 7 w 262"/>
                <a:gd name="T13" fmla="*/ 169 h 262"/>
                <a:gd name="T14" fmla="*/ 30 w 262"/>
                <a:gd name="T15" fmla="*/ 121 h 262"/>
                <a:gd name="T16" fmla="*/ 71 w 262"/>
                <a:gd name="T17" fmla="*/ 70 h 262"/>
                <a:gd name="T18" fmla="*/ 87 w 262"/>
                <a:gd name="T19" fmla="*/ 55 h 262"/>
                <a:gd name="T20" fmla="*/ 121 w 262"/>
                <a:gd name="T21" fmla="*/ 29 h 262"/>
                <a:gd name="T22" fmla="*/ 157 w 262"/>
                <a:gd name="T23" fmla="*/ 11 h 262"/>
                <a:gd name="T24" fmla="*/ 190 w 262"/>
                <a:gd name="T25" fmla="*/ 2 h 262"/>
                <a:gd name="T26" fmla="*/ 205 w 262"/>
                <a:gd name="T27" fmla="*/ 0 h 262"/>
                <a:gd name="T28" fmla="*/ 228 w 262"/>
                <a:gd name="T29" fmla="*/ 4 h 262"/>
                <a:gd name="T30" fmla="*/ 247 w 262"/>
                <a:gd name="T31" fmla="*/ 16 h 262"/>
                <a:gd name="T32" fmla="*/ 253 w 262"/>
                <a:gd name="T33" fmla="*/ 22 h 262"/>
                <a:gd name="T34" fmla="*/ 260 w 262"/>
                <a:gd name="T35" fmla="*/ 39 h 262"/>
                <a:gd name="T36" fmla="*/ 262 w 262"/>
                <a:gd name="T37" fmla="*/ 59 h 262"/>
                <a:gd name="T38" fmla="*/ 258 w 262"/>
                <a:gd name="T39" fmla="*/ 82 h 262"/>
                <a:gd name="T40" fmla="*/ 254 w 262"/>
                <a:gd name="T41" fmla="*/ 95 h 262"/>
                <a:gd name="T42" fmla="*/ 231 w 262"/>
                <a:gd name="T43" fmla="*/ 144 h 262"/>
                <a:gd name="T44" fmla="*/ 192 w 262"/>
                <a:gd name="T45" fmla="*/ 191 h 262"/>
                <a:gd name="T46" fmla="*/ 174 w 262"/>
                <a:gd name="T47" fmla="*/ 207 h 262"/>
                <a:gd name="T48" fmla="*/ 141 w 262"/>
                <a:gd name="T49" fmla="*/ 234 h 262"/>
                <a:gd name="T50" fmla="*/ 107 w 262"/>
                <a:gd name="T51" fmla="*/ 251 h 262"/>
                <a:gd name="T52" fmla="*/ 73 w 262"/>
                <a:gd name="T53" fmla="*/ 260 h 262"/>
                <a:gd name="T54" fmla="*/ 57 w 262"/>
                <a:gd name="T55" fmla="*/ 262 h 262"/>
                <a:gd name="T56" fmla="*/ 205 w 262"/>
                <a:gd name="T57" fmla="*/ 14 h 262"/>
                <a:gd name="T58" fmla="*/ 176 w 262"/>
                <a:gd name="T59" fmla="*/ 18 h 262"/>
                <a:gd name="T60" fmla="*/ 144 w 262"/>
                <a:gd name="T61" fmla="*/ 32 h 262"/>
                <a:gd name="T62" fmla="*/ 112 w 262"/>
                <a:gd name="T63" fmla="*/ 52 h 262"/>
                <a:gd name="T64" fmla="*/ 80 w 262"/>
                <a:gd name="T65" fmla="*/ 80 h 262"/>
                <a:gd name="T66" fmla="*/ 60 w 262"/>
                <a:gd name="T67" fmla="*/ 102 h 262"/>
                <a:gd name="T68" fmla="*/ 30 w 262"/>
                <a:gd name="T69" fmla="*/ 148 h 262"/>
                <a:gd name="T70" fmla="*/ 16 w 262"/>
                <a:gd name="T71" fmla="*/ 191 h 262"/>
                <a:gd name="T72" fmla="*/ 16 w 262"/>
                <a:gd name="T73" fmla="*/ 217 h 262"/>
                <a:gd name="T74" fmla="*/ 21 w 262"/>
                <a:gd name="T75" fmla="*/ 232 h 262"/>
                <a:gd name="T76" fmla="*/ 25 w 262"/>
                <a:gd name="T77" fmla="*/ 237 h 262"/>
                <a:gd name="T78" fmla="*/ 39 w 262"/>
                <a:gd name="T79" fmla="*/ 246 h 262"/>
                <a:gd name="T80" fmla="*/ 57 w 262"/>
                <a:gd name="T81" fmla="*/ 248 h 262"/>
                <a:gd name="T82" fmla="*/ 71 w 262"/>
                <a:gd name="T83" fmla="*/ 248 h 262"/>
                <a:gd name="T84" fmla="*/ 101 w 262"/>
                <a:gd name="T85" fmla="*/ 237 h 262"/>
                <a:gd name="T86" fmla="*/ 135 w 262"/>
                <a:gd name="T87" fmla="*/ 221 h 262"/>
                <a:gd name="T88" fmla="*/ 167 w 262"/>
                <a:gd name="T89" fmla="*/ 196 h 262"/>
                <a:gd name="T90" fmla="*/ 181 w 262"/>
                <a:gd name="T91" fmla="*/ 182 h 262"/>
                <a:gd name="T92" fmla="*/ 219 w 262"/>
                <a:gd name="T93" fmla="*/ 137 h 262"/>
                <a:gd name="T94" fmla="*/ 242 w 262"/>
                <a:gd name="T95" fmla="*/ 89 h 262"/>
                <a:gd name="T96" fmla="*/ 247 w 262"/>
                <a:gd name="T97" fmla="*/ 70 h 262"/>
                <a:gd name="T98" fmla="*/ 247 w 262"/>
                <a:gd name="T99" fmla="*/ 43 h 262"/>
                <a:gd name="T100" fmla="*/ 242 w 262"/>
                <a:gd name="T101" fmla="*/ 30 h 262"/>
                <a:gd name="T102" fmla="*/ 237 w 262"/>
                <a:gd name="T103" fmla="*/ 25 h 262"/>
                <a:gd name="T104" fmla="*/ 224 w 262"/>
                <a:gd name="T105" fmla="*/ 16 h 262"/>
                <a:gd name="T106" fmla="*/ 205 w 262"/>
                <a:gd name="T107" fmla="*/ 1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2" h="262">
                  <a:moveTo>
                    <a:pt x="57" y="262"/>
                  </a:moveTo>
                  <a:lnTo>
                    <a:pt x="57" y="262"/>
                  </a:lnTo>
                  <a:lnTo>
                    <a:pt x="44" y="260"/>
                  </a:lnTo>
                  <a:lnTo>
                    <a:pt x="34" y="258"/>
                  </a:lnTo>
                  <a:lnTo>
                    <a:pt x="25" y="253"/>
                  </a:lnTo>
                  <a:lnTo>
                    <a:pt x="16" y="246"/>
                  </a:lnTo>
                  <a:lnTo>
                    <a:pt x="16" y="246"/>
                  </a:lnTo>
                  <a:lnTo>
                    <a:pt x="11" y="239"/>
                  </a:lnTo>
                  <a:lnTo>
                    <a:pt x="5" y="232"/>
                  </a:lnTo>
                  <a:lnTo>
                    <a:pt x="3" y="223"/>
                  </a:lnTo>
                  <a:lnTo>
                    <a:pt x="2" y="214"/>
                  </a:lnTo>
                  <a:lnTo>
                    <a:pt x="0" y="203"/>
                  </a:lnTo>
                  <a:lnTo>
                    <a:pt x="2" y="193"/>
                  </a:lnTo>
                  <a:lnTo>
                    <a:pt x="7" y="169"/>
                  </a:lnTo>
                  <a:lnTo>
                    <a:pt x="16" y="146"/>
                  </a:lnTo>
                  <a:lnTo>
                    <a:pt x="30" y="121"/>
                  </a:lnTo>
                  <a:lnTo>
                    <a:pt x="48" y="95"/>
                  </a:lnTo>
                  <a:lnTo>
                    <a:pt x="71" y="70"/>
                  </a:lnTo>
                  <a:lnTo>
                    <a:pt x="71" y="70"/>
                  </a:lnTo>
                  <a:lnTo>
                    <a:pt x="87" y="55"/>
                  </a:lnTo>
                  <a:lnTo>
                    <a:pt x="105" y="41"/>
                  </a:lnTo>
                  <a:lnTo>
                    <a:pt x="121" y="29"/>
                  </a:lnTo>
                  <a:lnTo>
                    <a:pt x="139" y="20"/>
                  </a:lnTo>
                  <a:lnTo>
                    <a:pt x="157" y="11"/>
                  </a:lnTo>
                  <a:lnTo>
                    <a:pt x="173" y="6"/>
                  </a:lnTo>
                  <a:lnTo>
                    <a:pt x="190" y="2"/>
                  </a:lnTo>
                  <a:lnTo>
                    <a:pt x="205" y="0"/>
                  </a:lnTo>
                  <a:lnTo>
                    <a:pt x="205" y="0"/>
                  </a:lnTo>
                  <a:lnTo>
                    <a:pt x="217" y="2"/>
                  </a:lnTo>
                  <a:lnTo>
                    <a:pt x="228" y="4"/>
                  </a:lnTo>
                  <a:lnTo>
                    <a:pt x="238" y="9"/>
                  </a:lnTo>
                  <a:lnTo>
                    <a:pt x="247" y="16"/>
                  </a:lnTo>
                  <a:lnTo>
                    <a:pt x="247" y="16"/>
                  </a:lnTo>
                  <a:lnTo>
                    <a:pt x="253" y="22"/>
                  </a:lnTo>
                  <a:lnTo>
                    <a:pt x="256" y="30"/>
                  </a:lnTo>
                  <a:lnTo>
                    <a:pt x="260" y="39"/>
                  </a:lnTo>
                  <a:lnTo>
                    <a:pt x="262" y="48"/>
                  </a:lnTo>
                  <a:lnTo>
                    <a:pt x="262" y="59"/>
                  </a:lnTo>
                  <a:lnTo>
                    <a:pt x="262" y="70"/>
                  </a:lnTo>
                  <a:lnTo>
                    <a:pt x="258" y="82"/>
                  </a:lnTo>
                  <a:lnTo>
                    <a:pt x="254" y="95"/>
                  </a:lnTo>
                  <a:lnTo>
                    <a:pt x="254" y="95"/>
                  </a:lnTo>
                  <a:lnTo>
                    <a:pt x="246" y="120"/>
                  </a:lnTo>
                  <a:lnTo>
                    <a:pt x="231" y="144"/>
                  </a:lnTo>
                  <a:lnTo>
                    <a:pt x="214" y="168"/>
                  </a:lnTo>
                  <a:lnTo>
                    <a:pt x="192" y="191"/>
                  </a:lnTo>
                  <a:lnTo>
                    <a:pt x="192" y="191"/>
                  </a:lnTo>
                  <a:lnTo>
                    <a:pt x="174" y="207"/>
                  </a:lnTo>
                  <a:lnTo>
                    <a:pt x="158" y="221"/>
                  </a:lnTo>
                  <a:lnTo>
                    <a:pt x="141" y="234"/>
                  </a:lnTo>
                  <a:lnTo>
                    <a:pt x="123" y="242"/>
                  </a:lnTo>
                  <a:lnTo>
                    <a:pt x="107" y="251"/>
                  </a:lnTo>
                  <a:lnTo>
                    <a:pt x="89" y="257"/>
                  </a:lnTo>
                  <a:lnTo>
                    <a:pt x="73" y="260"/>
                  </a:lnTo>
                  <a:lnTo>
                    <a:pt x="57" y="262"/>
                  </a:lnTo>
                  <a:lnTo>
                    <a:pt x="57" y="262"/>
                  </a:lnTo>
                  <a:close/>
                  <a:moveTo>
                    <a:pt x="205" y="14"/>
                  </a:moveTo>
                  <a:lnTo>
                    <a:pt x="205" y="14"/>
                  </a:lnTo>
                  <a:lnTo>
                    <a:pt x="190" y="14"/>
                  </a:lnTo>
                  <a:lnTo>
                    <a:pt x="176" y="18"/>
                  </a:lnTo>
                  <a:lnTo>
                    <a:pt x="160" y="23"/>
                  </a:lnTo>
                  <a:lnTo>
                    <a:pt x="144" y="32"/>
                  </a:lnTo>
                  <a:lnTo>
                    <a:pt x="128" y="41"/>
                  </a:lnTo>
                  <a:lnTo>
                    <a:pt x="112" y="52"/>
                  </a:lnTo>
                  <a:lnTo>
                    <a:pt x="96" y="66"/>
                  </a:lnTo>
                  <a:lnTo>
                    <a:pt x="80" y="80"/>
                  </a:lnTo>
                  <a:lnTo>
                    <a:pt x="80" y="80"/>
                  </a:lnTo>
                  <a:lnTo>
                    <a:pt x="60" y="102"/>
                  </a:lnTo>
                  <a:lnTo>
                    <a:pt x="43" y="125"/>
                  </a:lnTo>
                  <a:lnTo>
                    <a:pt x="30" y="148"/>
                  </a:lnTo>
                  <a:lnTo>
                    <a:pt x="21" y="169"/>
                  </a:lnTo>
                  <a:lnTo>
                    <a:pt x="16" y="191"/>
                  </a:lnTo>
                  <a:lnTo>
                    <a:pt x="14" y="209"/>
                  </a:lnTo>
                  <a:lnTo>
                    <a:pt x="16" y="217"/>
                  </a:lnTo>
                  <a:lnTo>
                    <a:pt x="18" y="225"/>
                  </a:lnTo>
                  <a:lnTo>
                    <a:pt x="21" y="232"/>
                  </a:lnTo>
                  <a:lnTo>
                    <a:pt x="25" y="237"/>
                  </a:lnTo>
                  <a:lnTo>
                    <a:pt x="25" y="237"/>
                  </a:lnTo>
                  <a:lnTo>
                    <a:pt x="32" y="242"/>
                  </a:lnTo>
                  <a:lnTo>
                    <a:pt x="39" y="246"/>
                  </a:lnTo>
                  <a:lnTo>
                    <a:pt x="48" y="248"/>
                  </a:lnTo>
                  <a:lnTo>
                    <a:pt x="57" y="248"/>
                  </a:lnTo>
                  <a:lnTo>
                    <a:pt x="57" y="248"/>
                  </a:lnTo>
                  <a:lnTo>
                    <a:pt x="71" y="248"/>
                  </a:lnTo>
                  <a:lnTo>
                    <a:pt x="87" y="244"/>
                  </a:lnTo>
                  <a:lnTo>
                    <a:pt x="101" y="237"/>
                  </a:lnTo>
                  <a:lnTo>
                    <a:pt x="117" y="230"/>
                  </a:lnTo>
                  <a:lnTo>
                    <a:pt x="135" y="221"/>
                  </a:lnTo>
                  <a:lnTo>
                    <a:pt x="151" y="209"/>
                  </a:lnTo>
                  <a:lnTo>
                    <a:pt x="167" y="196"/>
                  </a:lnTo>
                  <a:lnTo>
                    <a:pt x="181" y="182"/>
                  </a:lnTo>
                  <a:lnTo>
                    <a:pt x="181" y="182"/>
                  </a:lnTo>
                  <a:lnTo>
                    <a:pt x="203" y="160"/>
                  </a:lnTo>
                  <a:lnTo>
                    <a:pt x="219" y="137"/>
                  </a:lnTo>
                  <a:lnTo>
                    <a:pt x="233" y="112"/>
                  </a:lnTo>
                  <a:lnTo>
                    <a:pt x="242" y="89"/>
                  </a:lnTo>
                  <a:lnTo>
                    <a:pt x="242" y="89"/>
                  </a:lnTo>
                  <a:lnTo>
                    <a:pt x="247" y="70"/>
                  </a:lnTo>
                  <a:lnTo>
                    <a:pt x="249" y="52"/>
                  </a:lnTo>
                  <a:lnTo>
                    <a:pt x="247" y="43"/>
                  </a:lnTo>
                  <a:lnTo>
                    <a:pt x="246" y="36"/>
                  </a:lnTo>
                  <a:lnTo>
                    <a:pt x="242" y="30"/>
                  </a:lnTo>
                  <a:lnTo>
                    <a:pt x="237" y="25"/>
                  </a:lnTo>
                  <a:lnTo>
                    <a:pt x="237" y="25"/>
                  </a:lnTo>
                  <a:lnTo>
                    <a:pt x="231" y="20"/>
                  </a:lnTo>
                  <a:lnTo>
                    <a:pt x="224" y="16"/>
                  </a:lnTo>
                  <a:lnTo>
                    <a:pt x="215" y="14"/>
                  </a:lnTo>
                  <a:lnTo>
                    <a:pt x="205" y="14"/>
                  </a:lnTo>
                  <a:lnTo>
                    <a:pt x="205" y="14"/>
                  </a:lnTo>
                  <a:close/>
                </a:path>
              </a:pathLst>
            </a:custGeom>
            <a:solidFill>
              <a:srgbClr val="01B2D4"/>
            </a:solidFill>
            <a:ln>
              <a:noFill/>
            </a:ln>
          </p:spPr>
          <p:txBody>
            <a:bodyPr vert="horz" wrap="square" lIns="91440" tIns="45720" rIns="91440" bIns="45720" numCol="1" anchor="t" anchorCtr="0" compatLnSpc="1"/>
            <a:lstStyle/>
            <a:p>
              <a:endParaRPr lang="en-US"/>
            </a:p>
          </p:txBody>
        </p:sp>
        <p:sp>
          <p:nvSpPr>
            <p:cNvPr id="146" name="Freeform 43"/>
            <p:cNvSpPr>
              <a:spLocks noEditPoints="1"/>
            </p:cNvSpPr>
            <p:nvPr/>
          </p:nvSpPr>
          <p:spPr bwMode="auto">
            <a:xfrm>
              <a:off x="6332559" y="2920985"/>
              <a:ext cx="511177" cy="269874"/>
            </a:xfrm>
            <a:custGeom>
              <a:avLst/>
              <a:gdLst>
                <a:gd name="T0" fmla="*/ 162 w 322"/>
                <a:gd name="T1" fmla="*/ 170 h 170"/>
                <a:gd name="T2" fmla="*/ 99 w 322"/>
                <a:gd name="T3" fmla="*/ 163 h 170"/>
                <a:gd name="T4" fmla="*/ 48 w 322"/>
                <a:gd name="T5" fmla="*/ 145 h 170"/>
                <a:gd name="T6" fmla="*/ 37 w 322"/>
                <a:gd name="T7" fmla="*/ 139 h 170"/>
                <a:gd name="T8" fmla="*/ 19 w 322"/>
                <a:gd name="T9" fmla="*/ 125 h 170"/>
                <a:gd name="T10" fmla="*/ 7 w 322"/>
                <a:gd name="T11" fmla="*/ 109 h 170"/>
                <a:gd name="T12" fmla="*/ 0 w 322"/>
                <a:gd name="T13" fmla="*/ 93 h 170"/>
                <a:gd name="T14" fmla="*/ 0 w 322"/>
                <a:gd name="T15" fmla="*/ 84 h 170"/>
                <a:gd name="T16" fmla="*/ 3 w 322"/>
                <a:gd name="T17" fmla="*/ 68 h 170"/>
                <a:gd name="T18" fmla="*/ 12 w 322"/>
                <a:gd name="T19" fmla="*/ 52 h 170"/>
                <a:gd name="T20" fmla="*/ 28 w 322"/>
                <a:gd name="T21" fmla="*/ 38 h 170"/>
                <a:gd name="T22" fmla="*/ 48 w 322"/>
                <a:gd name="T23" fmla="*/ 25 h 170"/>
                <a:gd name="T24" fmla="*/ 73 w 322"/>
                <a:gd name="T25" fmla="*/ 15 h 170"/>
                <a:gd name="T26" fmla="*/ 130 w 322"/>
                <a:gd name="T27" fmla="*/ 2 h 170"/>
                <a:gd name="T28" fmla="*/ 162 w 322"/>
                <a:gd name="T29" fmla="*/ 0 h 170"/>
                <a:gd name="T30" fmla="*/ 222 w 322"/>
                <a:gd name="T31" fmla="*/ 8 h 170"/>
                <a:gd name="T32" fmla="*/ 274 w 322"/>
                <a:gd name="T33" fmla="*/ 25 h 170"/>
                <a:gd name="T34" fmla="*/ 284 w 322"/>
                <a:gd name="T35" fmla="*/ 31 h 170"/>
                <a:gd name="T36" fmla="*/ 302 w 322"/>
                <a:gd name="T37" fmla="*/ 45 h 170"/>
                <a:gd name="T38" fmla="*/ 315 w 322"/>
                <a:gd name="T39" fmla="*/ 59 h 170"/>
                <a:gd name="T40" fmla="*/ 322 w 322"/>
                <a:gd name="T41" fmla="*/ 77 h 170"/>
                <a:gd name="T42" fmla="*/ 322 w 322"/>
                <a:gd name="T43" fmla="*/ 84 h 170"/>
                <a:gd name="T44" fmla="*/ 320 w 322"/>
                <a:gd name="T45" fmla="*/ 102 h 170"/>
                <a:gd name="T46" fmla="*/ 309 w 322"/>
                <a:gd name="T47" fmla="*/ 118 h 170"/>
                <a:gd name="T48" fmla="*/ 295 w 322"/>
                <a:gd name="T49" fmla="*/ 132 h 170"/>
                <a:gd name="T50" fmla="*/ 274 w 322"/>
                <a:gd name="T51" fmla="*/ 145 h 170"/>
                <a:gd name="T52" fmla="*/ 249 w 322"/>
                <a:gd name="T53" fmla="*/ 155 h 170"/>
                <a:gd name="T54" fmla="*/ 192 w 322"/>
                <a:gd name="T55" fmla="*/ 168 h 170"/>
                <a:gd name="T56" fmla="*/ 162 w 322"/>
                <a:gd name="T57" fmla="*/ 170 h 170"/>
                <a:gd name="T58" fmla="*/ 162 w 322"/>
                <a:gd name="T59" fmla="*/ 11 h 170"/>
                <a:gd name="T60" fmla="*/ 103 w 322"/>
                <a:gd name="T61" fmla="*/ 17 h 170"/>
                <a:gd name="T62" fmla="*/ 53 w 322"/>
                <a:gd name="T63" fmla="*/ 34 h 170"/>
                <a:gd name="T64" fmla="*/ 33 w 322"/>
                <a:gd name="T65" fmla="*/ 45 h 170"/>
                <a:gd name="T66" fmla="*/ 16 w 322"/>
                <a:gd name="T67" fmla="*/ 65 h 170"/>
                <a:gd name="T68" fmla="*/ 10 w 322"/>
                <a:gd name="T69" fmla="*/ 77 h 170"/>
                <a:gd name="T70" fmla="*/ 10 w 322"/>
                <a:gd name="T71" fmla="*/ 84 h 170"/>
                <a:gd name="T72" fmla="*/ 12 w 322"/>
                <a:gd name="T73" fmla="*/ 98 h 170"/>
                <a:gd name="T74" fmla="*/ 21 w 322"/>
                <a:gd name="T75" fmla="*/ 113 h 170"/>
                <a:gd name="T76" fmla="*/ 33 w 322"/>
                <a:gd name="T77" fmla="*/ 125 h 170"/>
                <a:gd name="T78" fmla="*/ 53 w 322"/>
                <a:gd name="T79" fmla="*/ 136 h 170"/>
                <a:gd name="T80" fmla="*/ 103 w 322"/>
                <a:gd name="T81" fmla="*/ 154 h 170"/>
                <a:gd name="T82" fmla="*/ 162 w 322"/>
                <a:gd name="T83" fmla="*/ 159 h 170"/>
                <a:gd name="T84" fmla="*/ 192 w 322"/>
                <a:gd name="T85" fmla="*/ 157 h 170"/>
                <a:gd name="T86" fmla="*/ 247 w 322"/>
                <a:gd name="T87" fmla="*/ 147 h 170"/>
                <a:gd name="T88" fmla="*/ 270 w 322"/>
                <a:gd name="T89" fmla="*/ 136 h 170"/>
                <a:gd name="T90" fmla="*/ 295 w 322"/>
                <a:gd name="T91" fmla="*/ 118 h 170"/>
                <a:gd name="T92" fmla="*/ 306 w 322"/>
                <a:gd name="T93" fmla="*/ 106 h 170"/>
                <a:gd name="T94" fmla="*/ 311 w 322"/>
                <a:gd name="T95" fmla="*/ 91 h 170"/>
                <a:gd name="T96" fmla="*/ 313 w 322"/>
                <a:gd name="T97" fmla="*/ 84 h 170"/>
                <a:gd name="T98" fmla="*/ 309 w 322"/>
                <a:gd name="T99" fmla="*/ 70 h 170"/>
                <a:gd name="T100" fmla="*/ 302 w 322"/>
                <a:gd name="T101" fmla="*/ 57 h 170"/>
                <a:gd name="T102" fmla="*/ 270 w 322"/>
                <a:gd name="T103" fmla="*/ 34 h 170"/>
                <a:gd name="T104" fmla="*/ 247 w 322"/>
                <a:gd name="T105" fmla="*/ 24 h 170"/>
                <a:gd name="T106" fmla="*/ 192 w 322"/>
                <a:gd name="T107" fmla="*/ 13 h 170"/>
                <a:gd name="T108" fmla="*/ 162 w 322"/>
                <a:gd name="T109" fmla="*/ 1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22" h="170">
                  <a:moveTo>
                    <a:pt x="162" y="170"/>
                  </a:moveTo>
                  <a:lnTo>
                    <a:pt x="162" y="170"/>
                  </a:lnTo>
                  <a:lnTo>
                    <a:pt x="130" y="168"/>
                  </a:lnTo>
                  <a:lnTo>
                    <a:pt x="99" y="163"/>
                  </a:lnTo>
                  <a:lnTo>
                    <a:pt x="73" y="155"/>
                  </a:lnTo>
                  <a:lnTo>
                    <a:pt x="48" y="145"/>
                  </a:lnTo>
                  <a:lnTo>
                    <a:pt x="48" y="145"/>
                  </a:lnTo>
                  <a:lnTo>
                    <a:pt x="37" y="139"/>
                  </a:lnTo>
                  <a:lnTo>
                    <a:pt x="28" y="132"/>
                  </a:lnTo>
                  <a:lnTo>
                    <a:pt x="19" y="125"/>
                  </a:lnTo>
                  <a:lnTo>
                    <a:pt x="12" y="118"/>
                  </a:lnTo>
                  <a:lnTo>
                    <a:pt x="7" y="109"/>
                  </a:lnTo>
                  <a:lnTo>
                    <a:pt x="3" y="102"/>
                  </a:lnTo>
                  <a:lnTo>
                    <a:pt x="0" y="93"/>
                  </a:lnTo>
                  <a:lnTo>
                    <a:pt x="0" y="84"/>
                  </a:lnTo>
                  <a:lnTo>
                    <a:pt x="0" y="84"/>
                  </a:lnTo>
                  <a:lnTo>
                    <a:pt x="0" y="77"/>
                  </a:lnTo>
                  <a:lnTo>
                    <a:pt x="3" y="68"/>
                  </a:lnTo>
                  <a:lnTo>
                    <a:pt x="7" y="59"/>
                  </a:lnTo>
                  <a:lnTo>
                    <a:pt x="12" y="52"/>
                  </a:lnTo>
                  <a:lnTo>
                    <a:pt x="19" y="45"/>
                  </a:lnTo>
                  <a:lnTo>
                    <a:pt x="28" y="38"/>
                  </a:lnTo>
                  <a:lnTo>
                    <a:pt x="37" y="31"/>
                  </a:lnTo>
                  <a:lnTo>
                    <a:pt x="48" y="25"/>
                  </a:lnTo>
                  <a:lnTo>
                    <a:pt x="48" y="25"/>
                  </a:lnTo>
                  <a:lnTo>
                    <a:pt x="73" y="15"/>
                  </a:lnTo>
                  <a:lnTo>
                    <a:pt x="99" y="8"/>
                  </a:lnTo>
                  <a:lnTo>
                    <a:pt x="130" y="2"/>
                  </a:lnTo>
                  <a:lnTo>
                    <a:pt x="162" y="0"/>
                  </a:lnTo>
                  <a:lnTo>
                    <a:pt x="162" y="0"/>
                  </a:lnTo>
                  <a:lnTo>
                    <a:pt x="192" y="2"/>
                  </a:lnTo>
                  <a:lnTo>
                    <a:pt x="222" y="8"/>
                  </a:lnTo>
                  <a:lnTo>
                    <a:pt x="249" y="15"/>
                  </a:lnTo>
                  <a:lnTo>
                    <a:pt x="274" y="25"/>
                  </a:lnTo>
                  <a:lnTo>
                    <a:pt x="274" y="25"/>
                  </a:lnTo>
                  <a:lnTo>
                    <a:pt x="284" y="31"/>
                  </a:lnTo>
                  <a:lnTo>
                    <a:pt x="295" y="38"/>
                  </a:lnTo>
                  <a:lnTo>
                    <a:pt x="302" y="45"/>
                  </a:lnTo>
                  <a:lnTo>
                    <a:pt x="309" y="52"/>
                  </a:lnTo>
                  <a:lnTo>
                    <a:pt x="315" y="59"/>
                  </a:lnTo>
                  <a:lnTo>
                    <a:pt x="320" y="68"/>
                  </a:lnTo>
                  <a:lnTo>
                    <a:pt x="322" y="77"/>
                  </a:lnTo>
                  <a:lnTo>
                    <a:pt x="322" y="84"/>
                  </a:lnTo>
                  <a:lnTo>
                    <a:pt x="322" y="84"/>
                  </a:lnTo>
                  <a:lnTo>
                    <a:pt x="322" y="93"/>
                  </a:lnTo>
                  <a:lnTo>
                    <a:pt x="320" y="102"/>
                  </a:lnTo>
                  <a:lnTo>
                    <a:pt x="315" y="109"/>
                  </a:lnTo>
                  <a:lnTo>
                    <a:pt x="309" y="118"/>
                  </a:lnTo>
                  <a:lnTo>
                    <a:pt x="302" y="125"/>
                  </a:lnTo>
                  <a:lnTo>
                    <a:pt x="295" y="132"/>
                  </a:lnTo>
                  <a:lnTo>
                    <a:pt x="284" y="139"/>
                  </a:lnTo>
                  <a:lnTo>
                    <a:pt x="274" y="145"/>
                  </a:lnTo>
                  <a:lnTo>
                    <a:pt x="274" y="145"/>
                  </a:lnTo>
                  <a:lnTo>
                    <a:pt x="249" y="155"/>
                  </a:lnTo>
                  <a:lnTo>
                    <a:pt x="222" y="163"/>
                  </a:lnTo>
                  <a:lnTo>
                    <a:pt x="192" y="168"/>
                  </a:lnTo>
                  <a:lnTo>
                    <a:pt x="162" y="170"/>
                  </a:lnTo>
                  <a:lnTo>
                    <a:pt x="162" y="170"/>
                  </a:lnTo>
                  <a:close/>
                  <a:moveTo>
                    <a:pt x="162" y="11"/>
                  </a:moveTo>
                  <a:lnTo>
                    <a:pt x="162" y="11"/>
                  </a:lnTo>
                  <a:lnTo>
                    <a:pt x="131" y="13"/>
                  </a:lnTo>
                  <a:lnTo>
                    <a:pt x="103" y="17"/>
                  </a:lnTo>
                  <a:lnTo>
                    <a:pt x="76" y="24"/>
                  </a:lnTo>
                  <a:lnTo>
                    <a:pt x="53" y="34"/>
                  </a:lnTo>
                  <a:lnTo>
                    <a:pt x="53" y="34"/>
                  </a:lnTo>
                  <a:lnTo>
                    <a:pt x="33" y="45"/>
                  </a:lnTo>
                  <a:lnTo>
                    <a:pt x="21" y="57"/>
                  </a:lnTo>
                  <a:lnTo>
                    <a:pt x="16" y="65"/>
                  </a:lnTo>
                  <a:lnTo>
                    <a:pt x="12" y="70"/>
                  </a:lnTo>
                  <a:lnTo>
                    <a:pt x="10" y="77"/>
                  </a:lnTo>
                  <a:lnTo>
                    <a:pt x="10" y="84"/>
                  </a:lnTo>
                  <a:lnTo>
                    <a:pt x="10" y="84"/>
                  </a:lnTo>
                  <a:lnTo>
                    <a:pt x="10" y="91"/>
                  </a:lnTo>
                  <a:lnTo>
                    <a:pt x="12" y="98"/>
                  </a:lnTo>
                  <a:lnTo>
                    <a:pt x="16" y="106"/>
                  </a:lnTo>
                  <a:lnTo>
                    <a:pt x="21" y="113"/>
                  </a:lnTo>
                  <a:lnTo>
                    <a:pt x="26" y="118"/>
                  </a:lnTo>
                  <a:lnTo>
                    <a:pt x="33" y="125"/>
                  </a:lnTo>
                  <a:lnTo>
                    <a:pt x="53" y="136"/>
                  </a:lnTo>
                  <a:lnTo>
                    <a:pt x="53" y="136"/>
                  </a:lnTo>
                  <a:lnTo>
                    <a:pt x="76" y="147"/>
                  </a:lnTo>
                  <a:lnTo>
                    <a:pt x="103" y="154"/>
                  </a:lnTo>
                  <a:lnTo>
                    <a:pt x="131" y="157"/>
                  </a:lnTo>
                  <a:lnTo>
                    <a:pt x="162" y="159"/>
                  </a:lnTo>
                  <a:lnTo>
                    <a:pt x="162" y="159"/>
                  </a:lnTo>
                  <a:lnTo>
                    <a:pt x="192" y="157"/>
                  </a:lnTo>
                  <a:lnTo>
                    <a:pt x="220" y="154"/>
                  </a:lnTo>
                  <a:lnTo>
                    <a:pt x="247" y="147"/>
                  </a:lnTo>
                  <a:lnTo>
                    <a:pt x="270" y="136"/>
                  </a:lnTo>
                  <a:lnTo>
                    <a:pt x="270" y="136"/>
                  </a:lnTo>
                  <a:lnTo>
                    <a:pt x="288" y="125"/>
                  </a:lnTo>
                  <a:lnTo>
                    <a:pt x="295" y="118"/>
                  </a:lnTo>
                  <a:lnTo>
                    <a:pt x="302" y="113"/>
                  </a:lnTo>
                  <a:lnTo>
                    <a:pt x="306" y="106"/>
                  </a:lnTo>
                  <a:lnTo>
                    <a:pt x="309" y="98"/>
                  </a:lnTo>
                  <a:lnTo>
                    <a:pt x="311" y="91"/>
                  </a:lnTo>
                  <a:lnTo>
                    <a:pt x="313" y="84"/>
                  </a:lnTo>
                  <a:lnTo>
                    <a:pt x="313" y="84"/>
                  </a:lnTo>
                  <a:lnTo>
                    <a:pt x="311" y="77"/>
                  </a:lnTo>
                  <a:lnTo>
                    <a:pt x="309" y="70"/>
                  </a:lnTo>
                  <a:lnTo>
                    <a:pt x="306" y="65"/>
                  </a:lnTo>
                  <a:lnTo>
                    <a:pt x="302" y="57"/>
                  </a:lnTo>
                  <a:lnTo>
                    <a:pt x="288" y="45"/>
                  </a:lnTo>
                  <a:lnTo>
                    <a:pt x="270" y="34"/>
                  </a:lnTo>
                  <a:lnTo>
                    <a:pt x="270" y="34"/>
                  </a:lnTo>
                  <a:lnTo>
                    <a:pt x="247" y="24"/>
                  </a:lnTo>
                  <a:lnTo>
                    <a:pt x="220" y="17"/>
                  </a:lnTo>
                  <a:lnTo>
                    <a:pt x="192" y="13"/>
                  </a:lnTo>
                  <a:lnTo>
                    <a:pt x="162" y="11"/>
                  </a:lnTo>
                  <a:lnTo>
                    <a:pt x="162" y="11"/>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47" name="Freeform 44"/>
            <p:cNvSpPr/>
            <p:nvPr/>
          </p:nvSpPr>
          <p:spPr bwMode="auto">
            <a:xfrm>
              <a:off x="6550048" y="3009884"/>
              <a:ext cx="84138" cy="84137"/>
            </a:xfrm>
            <a:custGeom>
              <a:avLst/>
              <a:gdLst>
                <a:gd name="T0" fmla="*/ 53 w 53"/>
                <a:gd name="T1" fmla="*/ 26 h 53"/>
                <a:gd name="T2" fmla="*/ 53 w 53"/>
                <a:gd name="T3" fmla="*/ 26 h 53"/>
                <a:gd name="T4" fmla="*/ 53 w 53"/>
                <a:gd name="T5" fmla="*/ 32 h 53"/>
                <a:gd name="T6" fmla="*/ 51 w 53"/>
                <a:gd name="T7" fmla="*/ 37 h 53"/>
                <a:gd name="T8" fmla="*/ 46 w 53"/>
                <a:gd name="T9" fmla="*/ 46 h 53"/>
                <a:gd name="T10" fmla="*/ 37 w 53"/>
                <a:gd name="T11" fmla="*/ 51 h 53"/>
                <a:gd name="T12" fmla="*/ 32 w 53"/>
                <a:gd name="T13" fmla="*/ 53 h 53"/>
                <a:gd name="T14" fmla="*/ 26 w 53"/>
                <a:gd name="T15" fmla="*/ 53 h 53"/>
                <a:gd name="T16" fmla="*/ 26 w 53"/>
                <a:gd name="T17" fmla="*/ 53 h 53"/>
                <a:gd name="T18" fmla="*/ 21 w 53"/>
                <a:gd name="T19" fmla="*/ 53 h 53"/>
                <a:gd name="T20" fmla="*/ 16 w 53"/>
                <a:gd name="T21" fmla="*/ 51 h 53"/>
                <a:gd name="T22" fmla="*/ 9 w 53"/>
                <a:gd name="T23" fmla="*/ 46 h 53"/>
                <a:gd name="T24" fmla="*/ 3 w 53"/>
                <a:gd name="T25" fmla="*/ 37 h 53"/>
                <a:gd name="T26" fmla="*/ 2 w 53"/>
                <a:gd name="T27" fmla="*/ 32 h 53"/>
                <a:gd name="T28" fmla="*/ 0 w 53"/>
                <a:gd name="T29" fmla="*/ 26 h 53"/>
                <a:gd name="T30" fmla="*/ 0 w 53"/>
                <a:gd name="T31" fmla="*/ 26 h 53"/>
                <a:gd name="T32" fmla="*/ 2 w 53"/>
                <a:gd name="T33" fmla="*/ 21 h 53"/>
                <a:gd name="T34" fmla="*/ 3 w 53"/>
                <a:gd name="T35" fmla="*/ 16 h 53"/>
                <a:gd name="T36" fmla="*/ 9 w 53"/>
                <a:gd name="T37" fmla="*/ 9 h 53"/>
                <a:gd name="T38" fmla="*/ 16 w 53"/>
                <a:gd name="T39" fmla="*/ 1 h 53"/>
                <a:gd name="T40" fmla="*/ 21 w 53"/>
                <a:gd name="T41" fmla="*/ 1 h 53"/>
                <a:gd name="T42" fmla="*/ 26 w 53"/>
                <a:gd name="T43" fmla="*/ 0 h 53"/>
                <a:gd name="T44" fmla="*/ 26 w 53"/>
                <a:gd name="T45" fmla="*/ 0 h 53"/>
                <a:gd name="T46" fmla="*/ 32 w 53"/>
                <a:gd name="T47" fmla="*/ 1 h 53"/>
                <a:gd name="T48" fmla="*/ 37 w 53"/>
                <a:gd name="T49" fmla="*/ 1 h 53"/>
                <a:gd name="T50" fmla="*/ 46 w 53"/>
                <a:gd name="T51" fmla="*/ 9 h 53"/>
                <a:gd name="T52" fmla="*/ 51 w 53"/>
                <a:gd name="T53" fmla="*/ 16 h 53"/>
                <a:gd name="T54" fmla="*/ 53 w 53"/>
                <a:gd name="T55" fmla="*/ 21 h 53"/>
                <a:gd name="T56" fmla="*/ 53 w 53"/>
                <a:gd name="T57" fmla="*/ 26 h 53"/>
                <a:gd name="T58" fmla="*/ 53 w 53"/>
                <a:gd name="T59"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 h="53">
                  <a:moveTo>
                    <a:pt x="53" y="26"/>
                  </a:moveTo>
                  <a:lnTo>
                    <a:pt x="53" y="26"/>
                  </a:lnTo>
                  <a:lnTo>
                    <a:pt x="53" y="32"/>
                  </a:lnTo>
                  <a:lnTo>
                    <a:pt x="51" y="37"/>
                  </a:lnTo>
                  <a:lnTo>
                    <a:pt x="46" y="46"/>
                  </a:lnTo>
                  <a:lnTo>
                    <a:pt x="37" y="51"/>
                  </a:lnTo>
                  <a:lnTo>
                    <a:pt x="32" y="53"/>
                  </a:lnTo>
                  <a:lnTo>
                    <a:pt x="26" y="53"/>
                  </a:lnTo>
                  <a:lnTo>
                    <a:pt x="26" y="53"/>
                  </a:lnTo>
                  <a:lnTo>
                    <a:pt x="21" y="53"/>
                  </a:lnTo>
                  <a:lnTo>
                    <a:pt x="16" y="51"/>
                  </a:lnTo>
                  <a:lnTo>
                    <a:pt x="9" y="46"/>
                  </a:lnTo>
                  <a:lnTo>
                    <a:pt x="3" y="37"/>
                  </a:lnTo>
                  <a:lnTo>
                    <a:pt x="2" y="32"/>
                  </a:lnTo>
                  <a:lnTo>
                    <a:pt x="0" y="26"/>
                  </a:lnTo>
                  <a:lnTo>
                    <a:pt x="0" y="26"/>
                  </a:lnTo>
                  <a:lnTo>
                    <a:pt x="2" y="21"/>
                  </a:lnTo>
                  <a:lnTo>
                    <a:pt x="3" y="16"/>
                  </a:lnTo>
                  <a:lnTo>
                    <a:pt x="9" y="9"/>
                  </a:lnTo>
                  <a:lnTo>
                    <a:pt x="16" y="1"/>
                  </a:lnTo>
                  <a:lnTo>
                    <a:pt x="21" y="1"/>
                  </a:lnTo>
                  <a:lnTo>
                    <a:pt x="26" y="0"/>
                  </a:lnTo>
                  <a:lnTo>
                    <a:pt x="26" y="0"/>
                  </a:lnTo>
                  <a:lnTo>
                    <a:pt x="32" y="1"/>
                  </a:lnTo>
                  <a:lnTo>
                    <a:pt x="37" y="1"/>
                  </a:lnTo>
                  <a:lnTo>
                    <a:pt x="46" y="9"/>
                  </a:lnTo>
                  <a:lnTo>
                    <a:pt x="51" y="16"/>
                  </a:lnTo>
                  <a:lnTo>
                    <a:pt x="53" y="21"/>
                  </a:lnTo>
                  <a:lnTo>
                    <a:pt x="53" y="26"/>
                  </a:lnTo>
                  <a:lnTo>
                    <a:pt x="53" y="26"/>
                  </a:lnTo>
                  <a:close/>
                </a:path>
              </a:pathLst>
            </a:custGeom>
            <a:solidFill>
              <a:srgbClr val="FCC009"/>
            </a:solidFill>
            <a:ln>
              <a:noFill/>
            </a:ln>
          </p:spPr>
          <p:txBody>
            <a:bodyPr vert="horz" wrap="square" lIns="91440" tIns="45720" rIns="91440" bIns="45720" numCol="1" anchor="t" anchorCtr="0" compatLnSpc="1"/>
            <a:lstStyle/>
            <a:p>
              <a:endParaRPr lang="en-US"/>
            </a:p>
          </p:txBody>
        </p:sp>
        <p:sp>
          <p:nvSpPr>
            <p:cNvPr id="148" name="Freeform 45"/>
            <p:cNvSpPr/>
            <p:nvPr/>
          </p:nvSpPr>
          <p:spPr bwMode="auto">
            <a:xfrm>
              <a:off x="6475435" y="3209910"/>
              <a:ext cx="71438" cy="71437"/>
            </a:xfrm>
            <a:custGeom>
              <a:avLst/>
              <a:gdLst>
                <a:gd name="T0" fmla="*/ 45 w 45"/>
                <a:gd name="T1" fmla="*/ 23 h 45"/>
                <a:gd name="T2" fmla="*/ 45 w 45"/>
                <a:gd name="T3" fmla="*/ 23 h 45"/>
                <a:gd name="T4" fmla="*/ 43 w 45"/>
                <a:gd name="T5" fmla="*/ 30 h 45"/>
                <a:gd name="T6" fmla="*/ 38 w 45"/>
                <a:gd name="T7" fmla="*/ 38 h 45"/>
                <a:gd name="T8" fmla="*/ 31 w 45"/>
                <a:gd name="T9" fmla="*/ 43 h 45"/>
                <a:gd name="T10" fmla="*/ 22 w 45"/>
                <a:gd name="T11" fmla="*/ 45 h 45"/>
                <a:gd name="T12" fmla="*/ 22 w 45"/>
                <a:gd name="T13" fmla="*/ 45 h 45"/>
                <a:gd name="T14" fmla="*/ 13 w 45"/>
                <a:gd name="T15" fmla="*/ 43 h 45"/>
                <a:gd name="T16" fmla="*/ 6 w 45"/>
                <a:gd name="T17" fmla="*/ 38 h 45"/>
                <a:gd name="T18" fmla="*/ 2 w 45"/>
                <a:gd name="T19" fmla="*/ 30 h 45"/>
                <a:gd name="T20" fmla="*/ 0 w 45"/>
                <a:gd name="T21" fmla="*/ 23 h 45"/>
                <a:gd name="T22" fmla="*/ 0 w 45"/>
                <a:gd name="T23" fmla="*/ 23 h 45"/>
                <a:gd name="T24" fmla="*/ 2 w 45"/>
                <a:gd name="T25" fmla="*/ 14 h 45"/>
                <a:gd name="T26" fmla="*/ 6 w 45"/>
                <a:gd name="T27" fmla="*/ 7 h 45"/>
                <a:gd name="T28" fmla="*/ 13 w 45"/>
                <a:gd name="T29" fmla="*/ 2 h 45"/>
                <a:gd name="T30" fmla="*/ 22 w 45"/>
                <a:gd name="T31" fmla="*/ 0 h 45"/>
                <a:gd name="T32" fmla="*/ 22 w 45"/>
                <a:gd name="T33" fmla="*/ 0 h 45"/>
                <a:gd name="T34" fmla="*/ 31 w 45"/>
                <a:gd name="T35" fmla="*/ 2 h 45"/>
                <a:gd name="T36" fmla="*/ 38 w 45"/>
                <a:gd name="T37" fmla="*/ 7 h 45"/>
                <a:gd name="T38" fmla="*/ 43 w 45"/>
                <a:gd name="T39" fmla="*/ 14 h 45"/>
                <a:gd name="T40" fmla="*/ 45 w 45"/>
                <a:gd name="T41" fmla="*/ 23 h 45"/>
                <a:gd name="T42" fmla="*/ 45 w 45"/>
                <a:gd name="T43"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 h="45">
                  <a:moveTo>
                    <a:pt x="45" y="23"/>
                  </a:moveTo>
                  <a:lnTo>
                    <a:pt x="45" y="23"/>
                  </a:lnTo>
                  <a:lnTo>
                    <a:pt x="43" y="30"/>
                  </a:lnTo>
                  <a:lnTo>
                    <a:pt x="38" y="38"/>
                  </a:lnTo>
                  <a:lnTo>
                    <a:pt x="31" y="43"/>
                  </a:lnTo>
                  <a:lnTo>
                    <a:pt x="22" y="45"/>
                  </a:lnTo>
                  <a:lnTo>
                    <a:pt x="22" y="45"/>
                  </a:lnTo>
                  <a:lnTo>
                    <a:pt x="13" y="43"/>
                  </a:lnTo>
                  <a:lnTo>
                    <a:pt x="6" y="38"/>
                  </a:lnTo>
                  <a:lnTo>
                    <a:pt x="2" y="30"/>
                  </a:lnTo>
                  <a:lnTo>
                    <a:pt x="0" y="23"/>
                  </a:lnTo>
                  <a:lnTo>
                    <a:pt x="0" y="23"/>
                  </a:lnTo>
                  <a:lnTo>
                    <a:pt x="2" y="14"/>
                  </a:lnTo>
                  <a:lnTo>
                    <a:pt x="6" y="7"/>
                  </a:lnTo>
                  <a:lnTo>
                    <a:pt x="13" y="2"/>
                  </a:lnTo>
                  <a:lnTo>
                    <a:pt x="22" y="0"/>
                  </a:lnTo>
                  <a:lnTo>
                    <a:pt x="22" y="0"/>
                  </a:lnTo>
                  <a:lnTo>
                    <a:pt x="31" y="2"/>
                  </a:lnTo>
                  <a:lnTo>
                    <a:pt x="38" y="7"/>
                  </a:lnTo>
                  <a:lnTo>
                    <a:pt x="43" y="14"/>
                  </a:lnTo>
                  <a:lnTo>
                    <a:pt x="45" y="23"/>
                  </a:lnTo>
                  <a:lnTo>
                    <a:pt x="45" y="23"/>
                  </a:lnTo>
                  <a:close/>
                </a:path>
              </a:pathLst>
            </a:custGeom>
            <a:solidFill>
              <a:srgbClr val="FCC009"/>
            </a:solidFill>
            <a:ln>
              <a:noFill/>
            </a:ln>
          </p:spPr>
          <p:txBody>
            <a:bodyPr vert="horz" wrap="square" lIns="91440" tIns="45720" rIns="91440" bIns="45720" numCol="1" anchor="t" anchorCtr="0" compatLnSpc="1"/>
            <a:lstStyle/>
            <a:p>
              <a:endParaRPr lang="en-US"/>
            </a:p>
          </p:txBody>
        </p:sp>
        <p:sp>
          <p:nvSpPr>
            <p:cNvPr id="149" name="Freeform 46"/>
            <p:cNvSpPr/>
            <p:nvPr/>
          </p:nvSpPr>
          <p:spPr bwMode="auto">
            <a:xfrm>
              <a:off x="6684981" y="3020995"/>
              <a:ext cx="57150" cy="53975"/>
            </a:xfrm>
            <a:custGeom>
              <a:avLst/>
              <a:gdLst>
                <a:gd name="T0" fmla="*/ 36 w 36"/>
                <a:gd name="T1" fmla="*/ 16 h 34"/>
                <a:gd name="T2" fmla="*/ 36 w 36"/>
                <a:gd name="T3" fmla="*/ 16 h 34"/>
                <a:gd name="T4" fmla="*/ 34 w 36"/>
                <a:gd name="T5" fmla="*/ 23 h 34"/>
                <a:gd name="T6" fmla="*/ 30 w 36"/>
                <a:gd name="T7" fmla="*/ 28 h 34"/>
                <a:gd name="T8" fmla="*/ 25 w 36"/>
                <a:gd name="T9" fmla="*/ 32 h 34"/>
                <a:gd name="T10" fmla="*/ 18 w 36"/>
                <a:gd name="T11" fmla="*/ 34 h 34"/>
                <a:gd name="T12" fmla="*/ 18 w 36"/>
                <a:gd name="T13" fmla="*/ 34 h 34"/>
                <a:gd name="T14" fmla="*/ 11 w 36"/>
                <a:gd name="T15" fmla="*/ 32 h 34"/>
                <a:gd name="T16" fmla="*/ 5 w 36"/>
                <a:gd name="T17" fmla="*/ 28 h 34"/>
                <a:gd name="T18" fmla="*/ 2 w 36"/>
                <a:gd name="T19" fmla="*/ 23 h 34"/>
                <a:gd name="T20" fmla="*/ 0 w 36"/>
                <a:gd name="T21" fmla="*/ 16 h 34"/>
                <a:gd name="T22" fmla="*/ 0 w 36"/>
                <a:gd name="T23" fmla="*/ 16 h 34"/>
                <a:gd name="T24" fmla="*/ 2 w 36"/>
                <a:gd name="T25" fmla="*/ 11 h 34"/>
                <a:gd name="T26" fmla="*/ 5 w 36"/>
                <a:gd name="T27" fmla="*/ 5 h 34"/>
                <a:gd name="T28" fmla="*/ 11 w 36"/>
                <a:gd name="T29" fmla="*/ 0 h 34"/>
                <a:gd name="T30" fmla="*/ 18 w 36"/>
                <a:gd name="T31" fmla="*/ 0 h 34"/>
                <a:gd name="T32" fmla="*/ 18 w 36"/>
                <a:gd name="T33" fmla="*/ 0 h 34"/>
                <a:gd name="T34" fmla="*/ 25 w 36"/>
                <a:gd name="T35" fmla="*/ 0 h 34"/>
                <a:gd name="T36" fmla="*/ 30 w 36"/>
                <a:gd name="T37" fmla="*/ 5 h 34"/>
                <a:gd name="T38" fmla="*/ 34 w 36"/>
                <a:gd name="T39" fmla="*/ 11 h 34"/>
                <a:gd name="T40" fmla="*/ 36 w 36"/>
                <a:gd name="T41" fmla="*/ 16 h 34"/>
                <a:gd name="T42" fmla="*/ 36 w 36"/>
                <a:gd name="T4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4">
                  <a:moveTo>
                    <a:pt x="36" y="16"/>
                  </a:moveTo>
                  <a:lnTo>
                    <a:pt x="36" y="16"/>
                  </a:lnTo>
                  <a:lnTo>
                    <a:pt x="34" y="23"/>
                  </a:lnTo>
                  <a:lnTo>
                    <a:pt x="30" y="28"/>
                  </a:lnTo>
                  <a:lnTo>
                    <a:pt x="25" y="32"/>
                  </a:lnTo>
                  <a:lnTo>
                    <a:pt x="18" y="34"/>
                  </a:lnTo>
                  <a:lnTo>
                    <a:pt x="18" y="34"/>
                  </a:lnTo>
                  <a:lnTo>
                    <a:pt x="11" y="32"/>
                  </a:lnTo>
                  <a:lnTo>
                    <a:pt x="5" y="28"/>
                  </a:lnTo>
                  <a:lnTo>
                    <a:pt x="2" y="23"/>
                  </a:lnTo>
                  <a:lnTo>
                    <a:pt x="0" y="16"/>
                  </a:lnTo>
                  <a:lnTo>
                    <a:pt x="0" y="16"/>
                  </a:lnTo>
                  <a:lnTo>
                    <a:pt x="2" y="11"/>
                  </a:lnTo>
                  <a:lnTo>
                    <a:pt x="5" y="5"/>
                  </a:lnTo>
                  <a:lnTo>
                    <a:pt x="11" y="0"/>
                  </a:lnTo>
                  <a:lnTo>
                    <a:pt x="18" y="0"/>
                  </a:lnTo>
                  <a:lnTo>
                    <a:pt x="18" y="0"/>
                  </a:lnTo>
                  <a:lnTo>
                    <a:pt x="25" y="0"/>
                  </a:lnTo>
                  <a:lnTo>
                    <a:pt x="30" y="5"/>
                  </a:lnTo>
                  <a:lnTo>
                    <a:pt x="34" y="11"/>
                  </a:lnTo>
                  <a:lnTo>
                    <a:pt x="36" y="16"/>
                  </a:lnTo>
                  <a:lnTo>
                    <a:pt x="36" y="16"/>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50" name="Freeform 47"/>
            <p:cNvSpPr/>
            <p:nvPr/>
          </p:nvSpPr>
          <p:spPr bwMode="auto">
            <a:xfrm>
              <a:off x="6510339" y="2901937"/>
              <a:ext cx="53975" cy="57150"/>
            </a:xfrm>
            <a:custGeom>
              <a:avLst/>
              <a:gdLst>
                <a:gd name="T0" fmla="*/ 34 w 34"/>
                <a:gd name="T1" fmla="*/ 18 h 36"/>
                <a:gd name="T2" fmla="*/ 34 w 34"/>
                <a:gd name="T3" fmla="*/ 18 h 36"/>
                <a:gd name="T4" fmla="*/ 34 w 34"/>
                <a:gd name="T5" fmla="*/ 25 h 36"/>
                <a:gd name="T6" fmla="*/ 28 w 34"/>
                <a:gd name="T7" fmla="*/ 30 h 36"/>
                <a:gd name="T8" fmla="*/ 23 w 34"/>
                <a:gd name="T9" fmla="*/ 34 h 36"/>
                <a:gd name="T10" fmla="*/ 18 w 34"/>
                <a:gd name="T11" fmla="*/ 36 h 36"/>
                <a:gd name="T12" fmla="*/ 18 w 34"/>
                <a:gd name="T13" fmla="*/ 36 h 36"/>
                <a:gd name="T14" fmla="*/ 10 w 34"/>
                <a:gd name="T15" fmla="*/ 34 h 36"/>
                <a:gd name="T16" fmla="*/ 5 w 34"/>
                <a:gd name="T17" fmla="*/ 30 h 36"/>
                <a:gd name="T18" fmla="*/ 2 w 34"/>
                <a:gd name="T19" fmla="*/ 25 h 36"/>
                <a:gd name="T20" fmla="*/ 0 w 34"/>
                <a:gd name="T21" fmla="*/ 18 h 36"/>
                <a:gd name="T22" fmla="*/ 0 w 34"/>
                <a:gd name="T23" fmla="*/ 18 h 36"/>
                <a:gd name="T24" fmla="*/ 2 w 34"/>
                <a:gd name="T25" fmla="*/ 11 h 36"/>
                <a:gd name="T26" fmla="*/ 5 w 34"/>
                <a:gd name="T27" fmla="*/ 5 h 36"/>
                <a:gd name="T28" fmla="*/ 10 w 34"/>
                <a:gd name="T29" fmla="*/ 2 h 36"/>
                <a:gd name="T30" fmla="*/ 18 w 34"/>
                <a:gd name="T31" fmla="*/ 0 h 36"/>
                <a:gd name="T32" fmla="*/ 18 w 34"/>
                <a:gd name="T33" fmla="*/ 0 h 36"/>
                <a:gd name="T34" fmla="*/ 23 w 34"/>
                <a:gd name="T35" fmla="*/ 2 h 36"/>
                <a:gd name="T36" fmla="*/ 28 w 34"/>
                <a:gd name="T37" fmla="*/ 5 h 36"/>
                <a:gd name="T38" fmla="*/ 34 w 34"/>
                <a:gd name="T39" fmla="*/ 11 h 36"/>
                <a:gd name="T40" fmla="*/ 34 w 34"/>
                <a:gd name="T41" fmla="*/ 18 h 36"/>
                <a:gd name="T42" fmla="*/ 34 w 34"/>
                <a:gd name="T4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 h="36">
                  <a:moveTo>
                    <a:pt x="34" y="18"/>
                  </a:moveTo>
                  <a:lnTo>
                    <a:pt x="34" y="18"/>
                  </a:lnTo>
                  <a:lnTo>
                    <a:pt x="34" y="25"/>
                  </a:lnTo>
                  <a:lnTo>
                    <a:pt x="28" y="30"/>
                  </a:lnTo>
                  <a:lnTo>
                    <a:pt x="23" y="34"/>
                  </a:lnTo>
                  <a:lnTo>
                    <a:pt x="18" y="36"/>
                  </a:lnTo>
                  <a:lnTo>
                    <a:pt x="18" y="36"/>
                  </a:lnTo>
                  <a:lnTo>
                    <a:pt x="10" y="34"/>
                  </a:lnTo>
                  <a:lnTo>
                    <a:pt x="5" y="30"/>
                  </a:lnTo>
                  <a:lnTo>
                    <a:pt x="2" y="25"/>
                  </a:lnTo>
                  <a:lnTo>
                    <a:pt x="0" y="18"/>
                  </a:lnTo>
                  <a:lnTo>
                    <a:pt x="0" y="18"/>
                  </a:lnTo>
                  <a:lnTo>
                    <a:pt x="2" y="11"/>
                  </a:lnTo>
                  <a:lnTo>
                    <a:pt x="5" y="5"/>
                  </a:lnTo>
                  <a:lnTo>
                    <a:pt x="10" y="2"/>
                  </a:lnTo>
                  <a:lnTo>
                    <a:pt x="18" y="0"/>
                  </a:lnTo>
                  <a:lnTo>
                    <a:pt x="18" y="0"/>
                  </a:lnTo>
                  <a:lnTo>
                    <a:pt x="23" y="2"/>
                  </a:lnTo>
                  <a:lnTo>
                    <a:pt x="28" y="5"/>
                  </a:lnTo>
                  <a:lnTo>
                    <a:pt x="34" y="11"/>
                  </a:lnTo>
                  <a:lnTo>
                    <a:pt x="34" y="18"/>
                  </a:lnTo>
                  <a:lnTo>
                    <a:pt x="34" y="18"/>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51" name="Freeform 48"/>
            <p:cNvSpPr/>
            <p:nvPr/>
          </p:nvSpPr>
          <p:spPr bwMode="auto">
            <a:xfrm>
              <a:off x="6372226" y="2851150"/>
              <a:ext cx="69850" cy="69850"/>
            </a:xfrm>
            <a:custGeom>
              <a:avLst/>
              <a:gdLst>
                <a:gd name="T0" fmla="*/ 44 w 44"/>
                <a:gd name="T1" fmla="*/ 21 h 44"/>
                <a:gd name="T2" fmla="*/ 44 w 44"/>
                <a:gd name="T3" fmla="*/ 21 h 44"/>
                <a:gd name="T4" fmla="*/ 42 w 44"/>
                <a:gd name="T5" fmla="*/ 30 h 44"/>
                <a:gd name="T6" fmla="*/ 39 w 44"/>
                <a:gd name="T7" fmla="*/ 37 h 44"/>
                <a:gd name="T8" fmla="*/ 32 w 44"/>
                <a:gd name="T9" fmla="*/ 43 h 44"/>
                <a:gd name="T10" fmla="*/ 23 w 44"/>
                <a:gd name="T11" fmla="*/ 44 h 44"/>
                <a:gd name="T12" fmla="*/ 23 w 44"/>
                <a:gd name="T13" fmla="*/ 44 h 44"/>
                <a:gd name="T14" fmla="*/ 14 w 44"/>
                <a:gd name="T15" fmla="*/ 43 h 44"/>
                <a:gd name="T16" fmla="*/ 7 w 44"/>
                <a:gd name="T17" fmla="*/ 37 h 44"/>
                <a:gd name="T18" fmla="*/ 1 w 44"/>
                <a:gd name="T19" fmla="*/ 30 h 44"/>
                <a:gd name="T20" fmla="*/ 0 w 44"/>
                <a:gd name="T21" fmla="*/ 21 h 44"/>
                <a:gd name="T22" fmla="*/ 0 w 44"/>
                <a:gd name="T23" fmla="*/ 21 h 44"/>
                <a:gd name="T24" fmla="*/ 1 w 44"/>
                <a:gd name="T25" fmla="*/ 12 h 44"/>
                <a:gd name="T26" fmla="*/ 7 w 44"/>
                <a:gd name="T27" fmla="*/ 5 h 44"/>
                <a:gd name="T28" fmla="*/ 14 w 44"/>
                <a:gd name="T29" fmla="*/ 2 h 44"/>
                <a:gd name="T30" fmla="*/ 23 w 44"/>
                <a:gd name="T31" fmla="*/ 0 h 44"/>
                <a:gd name="T32" fmla="*/ 23 w 44"/>
                <a:gd name="T33" fmla="*/ 0 h 44"/>
                <a:gd name="T34" fmla="*/ 32 w 44"/>
                <a:gd name="T35" fmla="*/ 2 h 44"/>
                <a:gd name="T36" fmla="*/ 39 w 44"/>
                <a:gd name="T37" fmla="*/ 5 h 44"/>
                <a:gd name="T38" fmla="*/ 42 w 44"/>
                <a:gd name="T39" fmla="*/ 12 h 44"/>
                <a:gd name="T40" fmla="*/ 44 w 44"/>
                <a:gd name="T41" fmla="*/ 21 h 44"/>
                <a:gd name="T42" fmla="*/ 44 w 44"/>
                <a:gd name="T43"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44">
                  <a:moveTo>
                    <a:pt x="44" y="21"/>
                  </a:moveTo>
                  <a:lnTo>
                    <a:pt x="44" y="21"/>
                  </a:lnTo>
                  <a:lnTo>
                    <a:pt x="42" y="30"/>
                  </a:lnTo>
                  <a:lnTo>
                    <a:pt x="39" y="37"/>
                  </a:lnTo>
                  <a:lnTo>
                    <a:pt x="32" y="43"/>
                  </a:lnTo>
                  <a:lnTo>
                    <a:pt x="23" y="44"/>
                  </a:lnTo>
                  <a:lnTo>
                    <a:pt x="23" y="44"/>
                  </a:lnTo>
                  <a:lnTo>
                    <a:pt x="14" y="43"/>
                  </a:lnTo>
                  <a:lnTo>
                    <a:pt x="7" y="37"/>
                  </a:lnTo>
                  <a:lnTo>
                    <a:pt x="1" y="30"/>
                  </a:lnTo>
                  <a:lnTo>
                    <a:pt x="0" y="21"/>
                  </a:lnTo>
                  <a:lnTo>
                    <a:pt x="0" y="21"/>
                  </a:lnTo>
                  <a:lnTo>
                    <a:pt x="1" y="12"/>
                  </a:lnTo>
                  <a:lnTo>
                    <a:pt x="7" y="5"/>
                  </a:lnTo>
                  <a:lnTo>
                    <a:pt x="14" y="2"/>
                  </a:lnTo>
                  <a:lnTo>
                    <a:pt x="23" y="0"/>
                  </a:lnTo>
                  <a:lnTo>
                    <a:pt x="23" y="0"/>
                  </a:lnTo>
                  <a:lnTo>
                    <a:pt x="32" y="2"/>
                  </a:lnTo>
                  <a:lnTo>
                    <a:pt x="39" y="5"/>
                  </a:lnTo>
                  <a:lnTo>
                    <a:pt x="42" y="12"/>
                  </a:lnTo>
                  <a:lnTo>
                    <a:pt x="44" y="21"/>
                  </a:lnTo>
                  <a:lnTo>
                    <a:pt x="44" y="21"/>
                  </a:lnTo>
                  <a:close/>
                </a:path>
              </a:pathLst>
            </a:custGeom>
            <a:solidFill>
              <a:srgbClr val="FCC009"/>
            </a:solidFill>
            <a:ln>
              <a:noFill/>
            </a:ln>
          </p:spPr>
          <p:txBody>
            <a:bodyPr vert="horz" wrap="square" lIns="91440" tIns="45720" rIns="91440" bIns="45720" numCol="1" anchor="t" anchorCtr="0" compatLnSpc="1"/>
            <a:lstStyle/>
            <a:p>
              <a:endParaRPr lang="en-US"/>
            </a:p>
          </p:txBody>
        </p:sp>
      </p:grpSp>
      <p:grpSp>
        <p:nvGrpSpPr>
          <p:cNvPr id="152" name="Group 151"/>
          <p:cNvGrpSpPr/>
          <p:nvPr/>
        </p:nvGrpSpPr>
        <p:grpSpPr>
          <a:xfrm>
            <a:off x="7206967" y="4026822"/>
            <a:ext cx="489234" cy="401001"/>
            <a:chOff x="4410075" y="4052895"/>
            <a:chExt cx="1470025" cy="1204912"/>
          </a:xfrm>
        </p:grpSpPr>
        <p:sp>
          <p:nvSpPr>
            <p:cNvPr id="153" name="Freeform 79"/>
            <p:cNvSpPr>
              <a:spLocks noEditPoints="1"/>
            </p:cNvSpPr>
            <p:nvPr/>
          </p:nvSpPr>
          <p:spPr bwMode="auto">
            <a:xfrm>
              <a:off x="4732337" y="4052895"/>
              <a:ext cx="822324" cy="587376"/>
            </a:xfrm>
            <a:custGeom>
              <a:avLst/>
              <a:gdLst>
                <a:gd name="T0" fmla="*/ 518 w 518"/>
                <a:gd name="T1" fmla="*/ 370 h 370"/>
                <a:gd name="T2" fmla="*/ 0 w 518"/>
                <a:gd name="T3" fmla="*/ 370 h 370"/>
                <a:gd name="T4" fmla="*/ 0 w 518"/>
                <a:gd name="T5" fmla="*/ 0 h 370"/>
                <a:gd name="T6" fmla="*/ 518 w 518"/>
                <a:gd name="T7" fmla="*/ 0 h 370"/>
                <a:gd name="T8" fmla="*/ 518 w 518"/>
                <a:gd name="T9" fmla="*/ 370 h 370"/>
                <a:gd name="T10" fmla="*/ 73 w 518"/>
                <a:gd name="T11" fmla="*/ 297 h 370"/>
                <a:gd name="T12" fmla="*/ 445 w 518"/>
                <a:gd name="T13" fmla="*/ 297 h 370"/>
                <a:gd name="T14" fmla="*/ 445 w 518"/>
                <a:gd name="T15" fmla="*/ 75 h 370"/>
                <a:gd name="T16" fmla="*/ 73 w 518"/>
                <a:gd name="T17" fmla="*/ 75 h 370"/>
                <a:gd name="T18" fmla="*/ 73 w 518"/>
                <a:gd name="T19" fmla="*/ 29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8" h="370">
                  <a:moveTo>
                    <a:pt x="518" y="370"/>
                  </a:moveTo>
                  <a:lnTo>
                    <a:pt x="0" y="370"/>
                  </a:lnTo>
                  <a:lnTo>
                    <a:pt x="0" y="0"/>
                  </a:lnTo>
                  <a:lnTo>
                    <a:pt x="518" y="0"/>
                  </a:lnTo>
                  <a:lnTo>
                    <a:pt x="518" y="370"/>
                  </a:lnTo>
                  <a:close/>
                  <a:moveTo>
                    <a:pt x="73" y="297"/>
                  </a:moveTo>
                  <a:lnTo>
                    <a:pt x="445" y="297"/>
                  </a:lnTo>
                  <a:lnTo>
                    <a:pt x="445" y="75"/>
                  </a:lnTo>
                  <a:lnTo>
                    <a:pt x="73" y="75"/>
                  </a:lnTo>
                  <a:lnTo>
                    <a:pt x="73" y="297"/>
                  </a:lnTo>
                  <a:close/>
                </a:path>
              </a:pathLst>
            </a:custGeom>
            <a:solidFill>
              <a:srgbClr val="414042"/>
            </a:solidFill>
            <a:ln>
              <a:noFill/>
            </a:ln>
          </p:spPr>
          <p:txBody>
            <a:bodyPr vert="horz" wrap="square" lIns="91440" tIns="45720" rIns="91440" bIns="45720" numCol="1" anchor="t" anchorCtr="0" compatLnSpc="1"/>
            <a:lstStyle/>
            <a:p>
              <a:endParaRPr lang="en-US"/>
            </a:p>
          </p:txBody>
        </p:sp>
        <p:sp>
          <p:nvSpPr>
            <p:cNvPr id="154" name="Rectangle 80"/>
            <p:cNvSpPr>
              <a:spLocks noChangeArrowheads="1"/>
            </p:cNvSpPr>
            <p:nvPr/>
          </p:nvSpPr>
          <p:spPr bwMode="auto">
            <a:xfrm>
              <a:off x="4410075" y="4338642"/>
              <a:ext cx="1470025" cy="919165"/>
            </a:xfrm>
            <a:prstGeom prst="rect">
              <a:avLst/>
            </a:pr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55" name="Freeform 81"/>
            <p:cNvSpPr/>
            <p:nvPr/>
          </p:nvSpPr>
          <p:spPr bwMode="auto">
            <a:xfrm>
              <a:off x="4862515" y="4516443"/>
              <a:ext cx="561975" cy="561977"/>
            </a:xfrm>
            <a:custGeom>
              <a:avLst/>
              <a:gdLst>
                <a:gd name="T0" fmla="*/ 354 w 354"/>
                <a:gd name="T1" fmla="*/ 178 h 354"/>
                <a:gd name="T2" fmla="*/ 351 w 354"/>
                <a:gd name="T3" fmla="*/ 214 h 354"/>
                <a:gd name="T4" fmla="*/ 340 w 354"/>
                <a:gd name="T5" fmla="*/ 246 h 354"/>
                <a:gd name="T6" fmla="*/ 324 w 354"/>
                <a:gd name="T7" fmla="*/ 276 h 354"/>
                <a:gd name="T8" fmla="*/ 303 w 354"/>
                <a:gd name="T9" fmla="*/ 303 h 354"/>
                <a:gd name="T10" fmla="*/ 276 w 354"/>
                <a:gd name="T11" fmla="*/ 324 h 354"/>
                <a:gd name="T12" fmla="*/ 248 w 354"/>
                <a:gd name="T13" fmla="*/ 340 h 354"/>
                <a:gd name="T14" fmla="*/ 214 w 354"/>
                <a:gd name="T15" fmla="*/ 351 h 354"/>
                <a:gd name="T16" fmla="*/ 178 w 354"/>
                <a:gd name="T17" fmla="*/ 354 h 354"/>
                <a:gd name="T18" fmla="*/ 160 w 354"/>
                <a:gd name="T19" fmla="*/ 353 h 354"/>
                <a:gd name="T20" fmla="*/ 125 w 354"/>
                <a:gd name="T21" fmla="*/ 347 h 354"/>
                <a:gd name="T22" fmla="*/ 93 w 354"/>
                <a:gd name="T23" fmla="*/ 333 h 354"/>
                <a:gd name="T24" fmla="*/ 66 w 354"/>
                <a:gd name="T25" fmla="*/ 313 h 354"/>
                <a:gd name="T26" fmla="*/ 41 w 354"/>
                <a:gd name="T27" fmla="*/ 290 h 354"/>
                <a:gd name="T28" fmla="*/ 22 w 354"/>
                <a:gd name="T29" fmla="*/ 262 h 354"/>
                <a:gd name="T30" fmla="*/ 9 w 354"/>
                <a:gd name="T31" fmla="*/ 230 h 354"/>
                <a:gd name="T32" fmla="*/ 2 w 354"/>
                <a:gd name="T33" fmla="*/ 196 h 354"/>
                <a:gd name="T34" fmla="*/ 0 w 354"/>
                <a:gd name="T35" fmla="*/ 178 h 354"/>
                <a:gd name="T36" fmla="*/ 4 w 354"/>
                <a:gd name="T37" fmla="*/ 142 h 354"/>
                <a:gd name="T38" fmla="*/ 14 w 354"/>
                <a:gd name="T39" fmla="*/ 109 h 354"/>
                <a:gd name="T40" fmla="*/ 30 w 354"/>
                <a:gd name="T41" fmla="*/ 78 h 354"/>
                <a:gd name="T42" fmla="*/ 52 w 354"/>
                <a:gd name="T43" fmla="*/ 52 h 354"/>
                <a:gd name="T44" fmla="*/ 78 w 354"/>
                <a:gd name="T45" fmla="*/ 30 h 354"/>
                <a:gd name="T46" fmla="*/ 109 w 354"/>
                <a:gd name="T47" fmla="*/ 14 h 354"/>
                <a:gd name="T48" fmla="*/ 143 w 354"/>
                <a:gd name="T49" fmla="*/ 4 h 354"/>
                <a:gd name="T50" fmla="*/ 178 w 354"/>
                <a:gd name="T51" fmla="*/ 0 h 354"/>
                <a:gd name="T52" fmla="*/ 196 w 354"/>
                <a:gd name="T53" fmla="*/ 2 h 354"/>
                <a:gd name="T54" fmla="*/ 230 w 354"/>
                <a:gd name="T55" fmla="*/ 9 h 354"/>
                <a:gd name="T56" fmla="*/ 262 w 354"/>
                <a:gd name="T57" fmla="*/ 21 h 354"/>
                <a:gd name="T58" fmla="*/ 290 w 354"/>
                <a:gd name="T59" fmla="*/ 41 h 354"/>
                <a:gd name="T60" fmla="*/ 315 w 354"/>
                <a:gd name="T61" fmla="*/ 64 h 354"/>
                <a:gd name="T62" fmla="*/ 333 w 354"/>
                <a:gd name="T63" fmla="*/ 93 h 354"/>
                <a:gd name="T64" fmla="*/ 347 w 354"/>
                <a:gd name="T65" fmla="*/ 125 h 354"/>
                <a:gd name="T66" fmla="*/ 354 w 354"/>
                <a:gd name="T67" fmla="*/ 159 h 354"/>
                <a:gd name="T68" fmla="*/ 354 w 354"/>
                <a:gd name="T69" fmla="*/ 178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4" h="354">
                  <a:moveTo>
                    <a:pt x="354" y="178"/>
                  </a:moveTo>
                  <a:lnTo>
                    <a:pt x="354" y="178"/>
                  </a:lnTo>
                  <a:lnTo>
                    <a:pt x="354" y="196"/>
                  </a:lnTo>
                  <a:lnTo>
                    <a:pt x="351" y="214"/>
                  </a:lnTo>
                  <a:lnTo>
                    <a:pt x="347" y="230"/>
                  </a:lnTo>
                  <a:lnTo>
                    <a:pt x="340" y="246"/>
                  </a:lnTo>
                  <a:lnTo>
                    <a:pt x="333" y="262"/>
                  </a:lnTo>
                  <a:lnTo>
                    <a:pt x="324" y="276"/>
                  </a:lnTo>
                  <a:lnTo>
                    <a:pt x="315" y="290"/>
                  </a:lnTo>
                  <a:lnTo>
                    <a:pt x="303" y="303"/>
                  </a:lnTo>
                  <a:lnTo>
                    <a:pt x="290" y="313"/>
                  </a:lnTo>
                  <a:lnTo>
                    <a:pt x="276" y="324"/>
                  </a:lnTo>
                  <a:lnTo>
                    <a:pt x="262" y="333"/>
                  </a:lnTo>
                  <a:lnTo>
                    <a:pt x="248" y="340"/>
                  </a:lnTo>
                  <a:lnTo>
                    <a:pt x="230" y="347"/>
                  </a:lnTo>
                  <a:lnTo>
                    <a:pt x="214" y="351"/>
                  </a:lnTo>
                  <a:lnTo>
                    <a:pt x="196" y="353"/>
                  </a:lnTo>
                  <a:lnTo>
                    <a:pt x="178" y="354"/>
                  </a:lnTo>
                  <a:lnTo>
                    <a:pt x="178" y="354"/>
                  </a:lnTo>
                  <a:lnTo>
                    <a:pt x="160" y="353"/>
                  </a:lnTo>
                  <a:lnTo>
                    <a:pt x="143" y="351"/>
                  </a:lnTo>
                  <a:lnTo>
                    <a:pt x="125" y="347"/>
                  </a:lnTo>
                  <a:lnTo>
                    <a:pt x="109" y="340"/>
                  </a:lnTo>
                  <a:lnTo>
                    <a:pt x="93" y="333"/>
                  </a:lnTo>
                  <a:lnTo>
                    <a:pt x="78" y="324"/>
                  </a:lnTo>
                  <a:lnTo>
                    <a:pt x="66" y="313"/>
                  </a:lnTo>
                  <a:lnTo>
                    <a:pt x="52" y="303"/>
                  </a:lnTo>
                  <a:lnTo>
                    <a:pt x="41" y="290"/>
                  </a:lnTo>
                  <a:lnTo>
                    <a:pt x="30" y="276"/>
                  </a:lnTo>
                  <a:lnTo>
                    <a:pt x="22" y="262"/>
                  </a:lnTo>
                  <a:lnTo>
                    <a:pt x="14" y="246"/>
                  </a:lnTo>
                  <a:lnTo>
                    <a:pt x="9" y="230"/>
                  </a:lnTo>
                  <a:lnTo>
                    <a:pt x="4" y="214"/>
                  </a:lnTo>
                  <a:lnTo>
                    <a:pt x="2" y="196"/>
                  </a:lnTo>
                  <a:lnTo>
                    <a:pt x="0" y="178"/>
                  </a:lnTo>
                  <a:lnTo>
                    <a:pt x="0" y="178"/>
                  </a:lnTo>
                  <a:lnTo>
                    <a:pt x="2" y="159"/>
                  </a:lnTo>
                  <a:lnTo>
                    <a:pt x="4" y="142"/>
                  </a:lnTo>
                  <a:lnTo>
                    <a:pt x="9" y="125"/>
                  </a:lnTo>
                  <a:lnTo>
                    <a:pt x="14" y="109"/>
                  </a:lnTo>
                  <a:lnTo>
                    <a:pt x="22" y="93"/>
                  </a:lnTo>
                  <a:lnTo>
                    <a:pt x="30" y="78"/>
                  </a:lnTo>
                  <a:lnTo>
                    <a:pt x="41" y="64"/>
                  </a:lnTo>
                  <a:lnTo>
                    <a:pt x="52" y="52"/>
                  </a:lnTo>
                  <a:lnTo>
                    <a:pt x="66" y="41"/>
                  </a:lnTo>
                  <a:lnTo>
                    <a:pt x="78" y="30"/>
                  </a:lnTo>
                  <a:lnTo>
                    <a:pt x="93" y="21"/>
                  </a:lnTo>
                  <a:lnTo>
                    <a:pt x="109" y="14"/>
                  </a:lnTo>
                  <a:lnTo>
                    <a:pt x="125" y="9"/>
                  </a:lnTo>
                  <a:lnTo>
                    <a:pt x="143" y="4"/>
                  </a:lnTo>
                  <a:lnTo>
                    <a:pt x="160" y="2"/>
                  </a:lnTo>
                  <a:lnTo>
                    <a:pt x="178" y="0"/>
                  </a:lnTo>
                  <a:lnTo>
                    <a:pt x="178" y="0"/>
                  </a:lnTo>
                  <a:lnTo>
                    <a:pt x="196" y="2"/>
                  </a:lnTo>
                  <a:lnTo>
                    <a:pt x="214" y="4"/>
                  </a:lnTo>
                  <a:lnTo>
                    <a:pt x="230" y="9"/>
                  </a:lnTo>
                  <a:lnTo>
                    <a:pt x="248" y="14"/>
                  </a:lnTo>
                  <a:lnTo>
                    <a:pt x="262" y="21"/>
                  </a:lnTo>
                  <a:lnTo>
                    <a:pt x="276" y="30"/>
                  </a:lnTo>
                  <a:lnTo>
                    <a:pt x="290" y="41"/>
                  </a:lnTo>
                  <a:lnTo>
                    <a:pt x="303" y="52"/>
                  </a:lnTo>
                  <a:lnTo>
                    <a:pt x="315" y="64"/>
                  </a:lnTo>
                  <a:lnTo>
                    <a:pt x="324" y="78"/>
                  </a:lnTo>
                  <a:lnTo>
                    <a:pt x="333" y="93"/>
                  </a:lnTo>
                  <a:lnTo>
                    <a:pt x="340" y="109"/>
                  </a:lnTo>
                  <a:lnTo>
                    <a:pt x="347" y="125"/>
                  </a:lnTo>
                  <a:lnTo>
                    <a:pt x="351" y="142"/>
                  </a:lnTo>
                  <a:lnTo>
                    <a:pt x="354" y="159"/>
                  </a:lnTo>
                  <a:lnTo>
                    <a:pt x="354" y="178"/>
                  </a:lnTo>
                  <a:lnTo>
                    <a:pt x="354" y="178"/>
                  </a:lnTo>
                  <a:close/>
                </a:path>
              </a:pathLst>
            </a:custGeom>
            <a:solidFill>
              <a:srgbClr val="E34326"/>
            </a:solidFill>
            <a:ln>
              <a:noFill/>
            </a:ln>
          </p:spPr>
          <p:txBody>
            <a:bodyPr vert="horz" wrap="square" lIns="91440" tIns="45720" rIns="91440" bIns="45720" numCol="1" anchor="t" anchorCtr="0" compatLnSpc="1"/>
            <a:lstStyle/>
            <a:p>
              <a:endParaRPr lang="en-US"/>
            </a:p>
          </p:txBody>
        </p:sp>
        <p:sp>
          <p:nvSpPr>
            <p:cNvPr id="156" name="Freeform 82"/>
            <p:cNvSpPr/>
            <p:nvPr/>
          </p:nvSpPr>
          <p:spPr bwMode="auto">
            <a:xfrm>
              <a:off x="4975226" y="4638674"/>
              <a:ext cx="339726" cy="336551"/>
            </a:xfrm>
            <a:custGeom>
              <a:avLst/>
              <a:gdLst>
                <a:gd name="T0" fmla="*/ 214 w 214"/>
                <a:gd name="T1" fmla="*/ 73 h 212"/>
                <a:gd name="T2" fmla="*/ 139 w 214"/>
                <a:gd name="T3" fmla="*/ 73 h 212"/>
                <a:gd name="T4" fmla="*/ 139 w 214"/>
                <a:gd name="T5" fmla="*/ 0 h 212"/>
                <a:gd name="T6" fmla="*/ 75 w 214"/>
                <a:gd name="T7" fmla="*/ 0 h 212"/>
                <a:gd name="T8" fmla="*/ 75 w 214"/>
                <a:gd name="T9" fmla="*/ 73 h 212"/>
                <a:gd name="T10" fmla="*/ 0 w 214"/>
                <a:gd name="T11" fmla="*/ 73 h 212"/>
                <a:gd name="T12" fmla="*/ 0 w 214"/>
                <a:gd name="T13" fmla="*/ 139 h 212"/>
                <a:gd name="T14" fmla="*/ 75 w 214"/>
                <a:gd name="T15" fmla="*/ 139 h 212"/>
                <a:gd name="T16" fmla="*/ 75 w 214"/>
                <a:gd name="T17" fmla="*/ 212 h 212"/>
                <a:gd name="T18" fmla="*/ 139 w 214"/>
                <a:gd name="T19" fmla="*/ 212 h 212"/>
                <a:gd name="T20" fmla="*/ 139 w 214"/>
                <a:gd name="T21" fmla="*/ 139 h 212"/>
                <a:gd name="T22" fmla="*/ 214 w 214"/>
                <a:gd name="T23" fmla="*/ 139 h 212"/>
                <a:gd name="T24" fmla="*/ 214 w 214"/>
                <a:gd name="T25" fmla="*/ 73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212">
                  <a:moveTo>
                    <a:pt x="214" y="73"/>
                  </a:moveTo>
                  <a:lnTo>
                    <a:pt x="139" y="73"/>
                  </a:lnTo>
                  <a:lnTo>
                    <a:pt x="139" y="0"/>
                  </a:lnTo>
                  <a:lnTo>
                    <a:pt x="75" y="0"/>
                  </a:lnTo>
                  <a:lnTo>
                    <a:pt x="75" y="73"/>
                  </a:lnTo>
                  <a:lnTo>
                    <a:pt x="0" y="73"/>
                  </a:lnTo>
                  <a:lnTo>
                    <a:pt x="0" y="139"/>
                  </a:lnTo>
                  <a:lnTo>
                    <a:pt x="75" y="139"/>
                  </a:lnTo>
                  <a:lnTo>
                    <a:pt x="75" y="212"/>
                  </a:lnTo>
                  <a:lnTo>
                    <a:pt x="139" y="212"/>
                  </a:lnTo>
                  <a:lnTo>
                    <a:pt x="139" y="139"/>
                  </a:lnTo>
                  <a:lnTo>
                    <a:pt x="214" y="139"/>
                  </a:lnTo>
                  <a:lnTo>
                    <a:pt x="214" y="73"/>
                  </a:lnTo>
                  <a:close/>
                </a:path>
              </a:pathLst>
            </a:custGeom>
            <a:solidFill>
              <a:srgbClr val="FFFFFF"/>
            </a:solidFill>
            <a:ln>
              <a:noFill/>
            </a:ln>
          </p:spPr>
          <p:txBody>
            <a:bodyPr vert="horz" wrap="square" lIns="91440" tIns="45720" rIns="91440" bIns="45720" numCol="1" anchor="t" anchorCtr="0" compatLnSpc="1"/>
            <a:lstStyle/>
            <a:p>
              <a:endParaRPr lang="en-US"/>
            </a:p>
          </p:txBody>
        </p:sp>
      </p:grpSp>
      <p:sp>
        <p:nvSpPr>
          <p:cNvPr id="164" name="Freeform 139"/>
          <p:cNvSpPr/>
          <p:nvPr/>
        </p:nvSpPr>
        <p:spPr bwMode="auto">
          <a:xfrm>
            <a:off x="9972484" y="2343150"/>
            <a:ext cx="688222" cy="477838"/>
          </a:xfrm>
          <a:custGeom>
            <a:avLst/>
            <a:gdLst>
              <a:gd name="T0" fmla="*/ 357 w 808"/>
              <a:gd name="T1" fmla="*/ 561 h 561"/>
              <a:gd name="T2" fmla="*/ 350 w 808"/>
              <a:gd name="T3" fmla="*/ 559 h 561"/>
              <a:gd name="T4" fmla="*/ 341 w 808"/>
              <a:gd name="T5" fmla="*/ 550 h 561"/>
              <a:gd name="T6" fmla="*/ 306 w 808"/>
              <a:gd name="T7" fmla="*/ 194 h 561"/>
              <a:gd name="T8" fmla="*/ 270 w 808"/>
              <a:gd name="T9" fmla="*/ 467 h 561"/>
              <a:gd name="T10" fmla="*/ 265 w 808"/>
              <a:gd name="T11" fmla="*/ 479 h 561"/>
              <a:gd name="T12" fmla="*/ 252 w 808"/>
              <a:gd name="T13" fmla="*/ 483 h 561"/>
              <a:gd name="T14" fmla="*/ 245 w 808"/>
              <a:gd name="T15" fmla="*/ 483 h 561"/>
              <a:gd name="T16" fmla="*/ 235 w 808"/>
              <a:gd name="T17" fmla="*/ 474 h 561"/>
              <a:gd name="T18" fmla="*/ 190 w 808"/>
              <a:gd name="T19" fmla="*/ 217 h 561"/>
              <a:gd name="T20" fmla="*/ 178 w 808"/>
              <a:gd name="T21" fmla="*/ 288 h 561"/>
              <a:gd name="T22" fmla="*/ 170 w 808"/>
              <a:gd name="T23" fmla="*/ 299 h 561"/>
              <a:gd name="T24" fmla="*/ 158 w 808"/>
              <a:gd name="T25" fmla="*/ 304 h 561"/>
              <a:gd name="T26" fmla="*/ 19 w 808"/>
              <a:gd name="T27" fmla="*/ 304 h 561"/>
              <a:gd name="T28" fmla="*/ 7 w 808"/>
              <a:gd name="T29" fmla="*/ 299 h 561"/>
              <a:gd name="T30" fmla="*/ 0 w 808"/>
              <a:gd name="T31" fmla="*/ 285 h 561"/>
              <a:gd name="T32" fmla="*/ 1 w 808"/>
              <a:gd name="T33" fmla="*/ 278 h 561"/>
              <a:gd name="T34" fmla="*/ 12 w 808"/>
              <a:gd name="T35" fmla="*/ 267 h 561"/>
              <a:gd name="T36" fmla="*/ 142 w 808"/>
              <a:gd name="T37" fmla="*/ 265 h 561"/>
              <a:gd name="T38" fmla="*/ 170 w 808"/>
              <a:gd name="T39" fmla="*/ 96 h 561"/>
              <a:gd name="T40" fmla="*/ 176 w 808"/>
              <a:gd name="T41" fmla="*/ 85 h 561"/>
              <a:gd name="T42" fmla="*/ 188 w 808"/>
              <a:gd name="T43" fmla="*/ 80 h 561"/>
              <a:gd name="T44" fmla="*/ 188 w 808"/>
              <a:gd name="T45" fmla="*/ 80 h 561"/>
              <a:gd name="T46" fmla="*/ 202 w 808"/>
              <a:gd name="T47" fmla="*/ 85 h 561"/>
              <a:gd name="T48" fmla="*/ 208 w 808"/>
              <a:gd name="T49" fmla="*/ 96 h 561"/>
              <a:gd name="T50" fmla="*/ 290 w 808"/>
              <a:gd name="T51" fmla="*/ 16 h 561"/>
              <a:gd name="T52" fmla="*/ 291 w 808"/>
              <a:gd name="T53" fmla="*/ 11 h 561"/>
              <a:gd name="T54" fmla="*/ 302 w 808"/>
              <a:gd name="T55" fmla="*/ 2 h 561"/>
              <a:gd name="T56" fmla="*/ 309 w 808"/>
              <a:gd name="T57" fmla="*/ 0 h 561"/>
              <a:gd name="T58" fmla="*/ 322 w 808"/>
              <a:gd name="T59" fmla="*/ 5 h 561"/>
              <a:gd name="T60" fmla="*/ 329 w 808"/>
              <a:gd name="T61" fmla="*/ 18 h 561"/>
              <a:gd name="T62" fmla="*/ 411 w 808"/>
              <a:gd name="T63" fmla="*/ 101 h 561"/>
              <a:gd name="T64" fmla="*/ 414 w 808"/>
              <a:gd name="T65" fmla="*/ 96 h 561"/>
              <a:gd name="T66" fmla="*/ 423 w 808"/>
              <a:gd name="T67" fmla="*/ 87 h 561"/>
              <a:gd name="T68" fmla="*/ 430 w 808"/>
              <a:gd name="T69" fmla="*/ 85 h 561"/>
              <a:gd name="T70" fmla="*/ 443 w 808"/>
              <a:gd name="T71" fmla="*/ 91 h 561"/>
              <a:gd name="T72" fmla="*/ 450 w 808"/>
              <a:gd name="T73" fmla="*/ 103 h 561"/>
              <a:gd name="T74" fmla="*/ 521 w 808"/>
              <a:gd name="T75" fmla="*/ 214 h 561"/>
              <a:gd name="T76" fmla="*/ 523 w 808"/>
              <a:gd name="T77" fmla="*/ 208 h 561"/>
              <a:gd name="T78" fmla="*/ 534 w 808"/>
              <a:gd name="T79" fmla="*/ 201 h 561"/>
              <a:gd name="T80" fmla="*/ 541 w 808"/>
              <a:gd name="T81" fmla="*/ 199 h 561"/>
              <a:gd name="T82" fmla="*/ 551 w 808"/>
              <a:gd name="T83" fmla="*/ 205 h 561"/>
              <a:gd name="T84" fmla="*/ 558 w 808"/>
              <a:gd name="T85" fmla="*/ 215 h 561"/>
              <a:gd name="T86" fmla="*/ 788 w 808"/>
              <a:gd name="T87" fmla="*/ 272 h 561"/>
              <a:gd name="T88" fmla="*/ 795 w 808"/>
              <a:gd name="T89" fmla="*/ 274 h 561"/>
              <a:gd name="T90" fmla="*/ 806 w 808"/>
              <a:gd name="T91" fmla="*/ 285 h 561"/>
              <a:gd name="T92" fmla="*/ 808 w 808"/>
              <a:gd name="T93" fmla="*/ 292 h 561"/>
              <a:gd name="T94" fmla="*/ 802 w 808"/>
              <a:gd name="T95" fmla="*/ 306 h 561"/>
              <a:gd name="T96" fmla="*/ 788 w 808"/>
              <a:gd name="T97" fmla="*/ 312 h 561"/>
              <a:gd name="T98" fmla="*/ 555 w 808"/>
              <a:gd name="T99" fmla="*/ 312 h 561"/>
              <a:gd name="T100" fmla="*/ 544 w 808"/>
              <a:gd name="T101" fmla="*/ 308 h 561"/>
              <a:gd name="T102" fmla="*/ 537 w 808"/>
              <a:gd name="T103" fmla="*/ 301 h 561"/>
              <a:gd name="T104" fmla="*/ 494 w 808"/>
              <a:gd name="T105" fmla="*/ 445 h 561"/>
              <a:gd name="T106" fmla="*/ 487 w 808"/>
              <a:gd name="T107" fmla="*/ 456 h 561"/>
              <a:gd name="T108" fmla="*/ 475 w 808"/>
              <a:gd name="T109" fmla="*/ 459 h 561"/>
              <a:gd name="T110" fmla="*/ 468 w 808"/>
              <a:gd name="T111" fmla="*/ 458 h 561"/>
              <a:gd name="T112" fmla="*/ 459 w 808"/>
              <a:gd name="T113" fmla="*/ 449 h 561"/>
              <a:gd name="T114" fmla="*/ 429 w 808"/>
              <a:gd name="T115" fmla="*/ 235 h 561"/>
              <a:gd name="T116" fmla="*/ 377 w 808"/>
              <a:gd name="T117" fmla="*/ 545 h 561"/>
              <a:gd name="T118" fmla="*/ 370 w 808"/>
              <a:gd name="T119" fmla="*/ 557 h 561"/>
              <a:gd name="T120" fmla="*/ 357 w 808"/>
              <a:gd name="T121" fmla="*/ 561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8" h="561">
                <a:moveTo>
                  <a:pt x="357" y="561"/>
                </a:moveTo>
                <a:lnTo>
                  <a:pt x="357" y="561"/>
                </a:lnTo>
                <a:lnTo>
                  <a:pt x="357" y="561"/>
                </a:lnTo>
                <a:lnTo>
                  <a:pt x="350" y="559"/>
                </a:lnTo>
                <a:lnTo>
                  <a:pt x="345" y="556"/>
                </a:lnTo>
                <a:lnTo>
                  <a:pt x="341" y="550"/>
                </a:lnTo>
                <a:lnTo>
                  <a:pt x="338" y="543"/>
                </a:lnTo>
                <a:lnTo>
                  <a:pt x="306" y="194"/>
                </a:lnTo>
                <a:lnTo>
                  <a:pt x="270" y="467"/>
                </a:lnTo>
                <a:lnTo>
                  <a:pt x="270" y="467"/>
                </a:lnTo>
                <a:lnTo>
                  <a:pt x="268" y="474"/>
                </a:lnTo>
                <a:lnTo>
                  <a:pt x="265" y="479"/>
                </a:lnTo>
                <a:lnTo>
                  <a:pt x="258" y="483"/>
                </a:lnTo>
                <a:lnTo>
                  <a:pt x="252" y="483"/>
                </a:lnTo>
                <a:lnTo>
                  <a:pt x="252" y="483"/>
                </a:lnTo>
                <a:lnTo>
                  <a:pt x="245" y="483"/>
                </a:lnTo>
                <a:lnTo>
                  <a:pt x="238" y="479"/>
                </a:lnTo>
                <a:lnTo>
                  <a:pt x="235" y="474"/>
                </a:lnTo>
                <a:lnTo>
                  <a:pt x="233" y="467"/>
                </a:lnTo>
                <a:lnTo>
                  <a:pt x="190" y="217"/>
                </a:lnTo>
                <a:lnTo>
                  <a:pt x="178" y="288"/>
                </a:lnTo>
                <a:lnTo>
                  <a:pt x="178" y="288"/>
                </a:lnTo>
                <a:lnTo>
                  <a:pt x="176" y="294"/>
                </a:lnTo>
                <a:lnTo>
                  <a:pt x="170" y="299"/>
                </a:lnTo>
                <a:lnTo>
                  <a:pt x="165" y="303"/>
                </a:lnTo>
                <a:lnTo>
                  <a:pt x="158" y="304"/>
                </a:lnTo>
                <a:lnTo>
                  <a:pt x="19" y="304"/>
                </a:lnTo>
                <a:lnTo>
                  <a:pt x="19" y="304"/>
                </a:lnTo>
                <a:lnTo>
                  <a:pt x="12" y="303"/>
                </a:lnTo>
                <a:lnTo>
                  <a:pt x="7" y="299"/>
                </a:lnTo>
                <a:lnTo>
                  <a:pt x="1" y="292"/>
                </a:lnTo>
                <a:lnTo>
                  <a:pt x="0" y="285"/>
                </a:lnTo>
                <a:lnTo>
                  <a:pt x="0" y="285"/>
                </a:lnTo>
                <a:lnTo>
                  <a:pt x="1" y="278"/>
                </a:lnTo>
                <a:lnTo>
                  <a:pt x="7" y="271"/>
                </a:lnTo>
                <a:lnTo>
                  <a:pt x="12" y="267"/>
                </a:lnTo>
                <a:lnTo>
                  <a:pt x="19" y="265"/>
                </a:lnTo>
                <a:lnTo>
                  <a:pt x="142" y="265"/>
                </a:lnTo>
                <a:lnTo>
                  <a:pt x="170" y="96"/>
                </a:lnTo>
                <a:lnTo>
                  <a:pt x="170" y="96"/>
                </a:lnTo>
                <a:lnTo>
                  <a:pt x="172" y="91"/>
                </a:lnTo>
                <a:lnTo>
                  <a:pt x="176" y="85"/>
                </a:lnTo>
                <a:lnTo>
                  <a:pt x="183" y="82"/>
                </a:lnTo>
                <a:lnTo>
                  <a:pt x="188" y="80"/>
                </a:lnTo>
                <a:lnTo>
                  <a:pt x="188" y="80"/>
                </a:lnTo>
                <a:lnTo>
                  <a:pt x="188" y="80"/>
                </a:lnTo>
                <a:lnTo>
                  <a:pt x="195" y="82"/>
                </a:lnTo>
                <a:lnTo>
                  <a:pt x="202" y="85"/>
                </a:lnTo>
                <a:lnTo>
                  <a:pt x="206" y="91"/>
                </a:lnTo>
                <a:lnTo>
                  <a:pt x="208" y="96"/>
                </a:lnTo>
                <a:lnTo>
                  <a:pt x="249" y="333"/>
                </a:lnTo>
                <a:lnTo>
                  <a:pt x="290" y="16"/>
                </a:lnTo>
                <a:lnTo>
                  <a:pt x="290" y="16"/>
                </a:lnTo>
                <a:lnTo>
                  <a:pt x="291" y="11"/>
                </a:lnTo>
                <a:lnTo>
                  <a:pt x="297" y="5"/>
                </a:lnTo>
                <a:lnTo>
                  <a:pt x="302" y="2"/>
                </a:lnTo>
                <a:lnTo>
                  <a:pt x="309" y="0"/>
                </a:lnTo>
                <a:lnTo>
                  <a:pt x="309" y="0"/>
                </a:lnTo>
                <a:lnTo>
                  <a:pt x="316" y="2"/>
                </a:lnTo>
                <a:lnTo>
                  <a:pt x="322" y="5"/>
                </a:lnTo>
                <a:lnTo>
                  <a:pt x="327" y="11"/>
                </a:lnTo>
                <a:lnTo>
                  <a:pt x="329" y="18"/>
                </a:lnTo>
                <a:lnTo>
                  <a:pt x="363" y="390"/>
                </a:lnTo>
                <a:lnTo>
                  <a:pt x="411" y="101"/>
                </a:lnTo>
                <a:lnTo>
                  <a:pt x="411" y="101"/>
                </a:lnTo>
                <a:lnTo>
                  <a:pt x="414" y="96"/>
                </a:lnTo>
                <a:lnTo>
                  <a:pt x="418" y="91"/>
                </a:lnTo>
                <a:lnTo>
                  <a:pt x="423" y="87"/>
                </a:lnTo>
                <a:lnTo>
                  <a:pt x="430" y="85"/>
                </a:lnTo>
                <a:lnTo>
                  <a:pt x="430" y="85"/>
                </a:lnTo>
                <a:lnTo>
                  <a:pt x="437" y="87"/>
                </a:lnTo>
                <a:lnTo>
                  <a:pt x="443" y="91"/>
                </a:lnTo>
                <a:lnTo>
                  <a:pt x="448" y="96"/>
                </a:lnTo>
                <a:lnTo>
                  <a:pt x="450" y="103"/>
                </a:lnTo>
                <a:lnTo>
                  <a:pt x="484" y="345"/>
                </a:lnTo>
                <a:lnTo>
                  <a:pt x="521" y="214"/>
                </a:lnTo>
                <a:lnTo>
                  <a:pt x="521" y="214"/>
                </a:lnTo>
                <a:lnTo>
                  <a:pt x="523" y="208"/>
                </a:lnTo>
                <a:lnTo>
                  <a:pt x="528" y="203"/>
                </a:lnTo>
                <a:lnTo>
                  <a:pt x="534" y="201"/>
                </a:lnTo>
                <a:lnTo>
                  <a:pt x="541" y="199"/>
                </a:lnTo>
                <a:lnTo>
                  <a:pt x="541" y="199"/>
                </a:lnTo>
                <a:lnTo>
                  <a:pt x="546" y="201"/>
                </a:lnTo>
                <a:lnTo>
                  <a:pt x="551" y="205"/>
                </a:lnTo>
                <a:lnTo>
                  <a:pt x="557" y="210"/>
                </a:lnTo>
                <a:lnTo>
                  <a:pt x="558" y="215"/>
                </a:lnTo>
                <a:lnTo>
                  <a:pt x="571" y="272"/>
                </a:lnTo>
                <a:lnTo>
                  <a:pt x="788" y="272"/>
                </a:lnTo>
                <a:lnTo>
                  <a:pt x="788" y="272"/>
                </a:lnTo>
                <a:lnTo>
                  <a:pt x="795" y="274"/>
                </a:lnTo>
                <a:lnTo>
                  <a:pt x="802" y="278"/>
                </a:lnTo>
                <a:lnTo>
                  <a:pt x="806" y="285"/>
                </a:lnTo>
                <a:lnTo>
                  <a:pt x="808" y="292"/>
                </a:lnTo>
                <a:lnTo>
                  <a:pt x="808" y="292"/>
                </a:lnTo>
                <a:lnTo>
                  <a:pt x="806" y="299"/>
                </a:lnTo>
                <a:lnTo>
                  <a:pt x="802" y="306"/>
                </a:lnTo>
                <a:lnTo>
                  <a:pt x="795" y="310"/>
                </a:lnTo>
                <a:lnTo>
                  <a:pt x="788" y="312"/>
                </a:lnTo>
                <a:lnTo>
                  <a:pt x="555" y="312"/>
                </a:lnTo>
                <a:lnTo>
                  <a:pt x="555" y="312"/>
                </a:lnTo>
                <a:lnTo>
                  <a:pt x="550" y="312"/>
                </a:lnTo>
                <a:lnTo>
                  <a:pt x="544" y="308"/>
                </a:lnTo>
                <a:lnTo>
                  <a:pt x="539" y="304"/>
                </a:lnTo>
                <a:lnTo>
                  <a:pt x="537" y="301"/>
                </a:lnTo>
                <a:lnTo>
                  <a:pt x="494" y="445"/>
                </a:lnTo>
                <a:lnTo>
                  <a:pt x="494" y="445"/>
                </a:lnTo>
                <a:lnTo>
                  <a:pt x="493" y="452"/>
                </a:lnTo>
                <a:lnTo>
                  <a:pt x="487" y="456"/>
                </a:lnTo>
                <a:lnTo>
                  <a:pt x="482" y="459"/>
                </a:lnTo>
                <a:lnTo>
                  <a:pt x="475" y="459"/>
                </a:lnTo>
                <a:lnTo>
                  <a:pt x="475" y="459"/>
                </a:lnTo>
                <a:lnTo>
                  <a:pt x="468" y="458"/>
                </a:lnTo>
                <a:lnTo>
                  <a:pt x="462" y="454"/>
                </a:lnTo>
                <a:lnTo>
                  <a:pt x="459" y="449"/>
                </a:lnTo>
                <a:lnTo>
                  <a:pt x="457" y="443"/>
                </a:lnTo>
                <a:lnTo>
                  <a:pt x="429" y="235"/>
                </a:lnTo>
                <a:lnTo>
                  <a:pt x="377" y="545"/>
                </a:lnTo>
                <a:lnTo>
                  <a:pt x="377" y="545"/>
                </a:lnTo>
                <a:lnTo>
                  <a:pt x="375" y="552"/>
                </a:lnTo>
                <a:lnTo>
                  <a:pt x="370" y="557"/>
                </a:lnTo>
                <a:lnTo>
                  <a:pt x="364" y="561"/>
                </a:lnTo>
                <a:lnTo>
                  <a:pt x="357" y="561"/>
                </a:lnTo>
                <a:lnTo>
                  <a:pt x="357" y="561"/>
                </a:lnTo>
                <a:close/>
              </a:path>
            </a:pathLst>
          </a:custGeom>
          <a:solidFill>
            <a:schemeClr val="accent4"/>
          </a:solidFill>
          <a:ln>
            <a:noFill/>
          </a:ln>
        </p:spPr>
        <p:txBody>
          <a:bodyPr vert="horz" wrap="square" lIns="91440" tIns="45720" rIns="91440" bIns="45720" numCol="1" anchor="t" anchorCtr="0" compatLnSpc="1"/>
          <a:lstStyle/>
          <a:p>
            <a:endParaRPr lang="en-US"/>
          </a:p>
        </p:txBody>
      </p:sp>
      <p:grpSp>
        <p:nvGrpSpPr>
          <p:cNvPr id="165" name="Group 164"/>
          <p:cNvGrpSpPr/>
          <p:nvPr/>
        </p:nvGrpSpPr>
        <p:grpSpPr>
          <a:xfrm>
            <a:off x="8996389" y="2980037"/>
            <a:ext cx="655612" cy="388178"/>
            <a:chOff x="2935261" y="1063626"/>
            <a:chExt cx="922328" cy="546101"/>
          </a:xfrm>
        </p:grpSpPr>
        <p:sp>
          <p:nvSpPr>
            <p:cNvPr id="166" name="Freeform 188"/>
            <p:cNvSpPr/>
            <p:nvPr/>
          </p:nvSpPr>
          <p:spPr bwMode="auto">
            <a:xfrm>
              <a:off x="3082895" y="1063626"/>
              <a:ext cx="706430" cy="528639"/>
            </a:xfrm>
            <a:custGeom>
              <a:avLst/>
              <a:gdLst>
                <a:gd name="T0" fmla="*/ 431 w 445"/>
                <a:gd name="T1" fmla="*/ 333 h 333"/>
                <a:gd name="T2" fmla="*/ 431 w 445"/>
                <a:gd name="T3" fmla="*/ 333 h 333"/>
                <a:gd name="T4" fmla="*/ 423 w 445"/>
                <a:gd name="T5" fmla="*/ 333 h 333"/>
                <a:gd name="T6" fmla="*/ 420 w 445"/>
                <a:gd name="T7" fmla="*/ 330 h 333"/>
                <a:gd name="T8" fmla="*/ 416 w 445"/>
                <a:gd name="T9" fmla="*/ 325 h 333"/>
                <a:gd name="T10" fmla="*/ 416 w 445"/>
                <a:gd name="T11" fmla="*/ 319 h 333"/>
                <a:gd name="T12" fmla="*/ 416 w 445"/>
                <a:gd name="T13" fmla="*/ 29 h 333"/>
                <a:gd name="T14" fmla="*/ 28 w 445"/>
                <a:gd name="T15" fmla="*/ 29 h 333"/>
                <a:gd name="T16" fmla="*/ 28 w 445"/>
                <a:gd name="T17" fmla="*/ 319 h 333"/>
                <a:gd name="T18" fmla="*/ 28 w 445"/>
                <a:gd name="T19" fmla="*/ 319 h 333"/>
                <a:gd name="T20" fmla="*/ 27 w 445"/>
                <a:gd name="T21" fmla="*/ 325 h 333"/>
                <a:gd name="T22" fmla="*/ 25 w 445"/>
                <a:gd name="T23" fmla="*/ 330 h 333"/>
                <a:gd name="T24" fmla="*/ 19 w 445"/>
                <a:gd name="T25" fmla="*/ 333 h 333"/>
                <a:gd name="T26" fmla="*/ 14 w 445"/>
                <a:gd name="T27" fmla="*/ 333 h 333"/>
                <a:gd name="T28" fmla="*/ 14 w 445"/>
                <a:gd name="T29" fmla="*/ 333 h 333"/>
                <a:gd name="T30" fmla="*/ 9 w 445"/>
                <a:gd name="T31" fmla="*/ 333 h 333"/>
                <a:gd name="T32" fmla="*/ 3 w 445"/>
                <a:gd name="T33" fmla="*/ 330 h 333"/>
                <a:gd name="T34" fmla="*/ 0 w 445"/>
                <a:gd name="T35" fmla="*/ 325 h 333"/>
                <a:gd name="T36" fmla="*/ 0 w 445"/>
                <a:gd name="T37" fmla="*/ 319 h 333"/>
                <a:gd name="T38" fmla="*/ 0 w 445"/>
                <a:gd name="T39" fmla="*/ 15 h 333"/>
                <a:gd name="T40" fmla="*/ 0 w 445"/>
                <a:gd name="T41" fmla="*/ 15 h 333"/>
                <a:gd name="T42" fmla="*/ 0 w 445"/>
                <a:gd name="T43" fmla="*/ 9 h 333"/>
                <a:gd name="T44" fmla="*/ 3 w 445"/>
                <a:gd name="T45" fmla="*/ 4 h 333"/>
                <a:gd name="T46" fmla="*/ 9 w 445"/>
                <a:gd name="T47" fmla="*/ 0 h 333"/>
                <a:gd name="T48" fmla="*/ 14 w 445"/>
                <a:gd name="T49" fmla="*/ 0 h 333"/>
                <a:gd name="T50" fmla="*/ 431 w 445"/>
                <a:gd name="T51" fmla="*/ 0 h 333"/>
                <a:gd name="T52" fmla="*/ 431 w 445"/>
                <a:gd name="T53" fmla="*/ 0 h 333"/>
                <a:gd name="T54" fmla="*/ 436 w 445"/>
                <a:gd name="T55" fmla="*/ 0 h 333"/>
                <a:gd name="T56" fmla="*/ 439 w 445"/>
                <a:gd name="T57" fmla="*/ 4 h 333"/>
                <a:gd name="T58" fmla="*/ 443 w 445"/>
                <a:gd name="T59" fmla="*/ 9 h 333"/>
                <a:gd name="T60" fmla="*/ 445 w 445"/>
                <a:gd name="T61" fmla="*/ 15 h 333"/>
                <a:gd name="T62" fmla="*/ 445 w 445"/>
                <a:gd name="T63" fmla="*/ 319 h 333"/>
                <a:gd name="T64" fmla="*/ 445 w 445"/>
                <a:gd name="T65" fmla="*/ 319 h 333"/>
                <a:gd name="T66" fmla="*/ 443 w 445"/>
                <a:gd name="T67" fmla="*/ 325 h 333"/>
                <a:gd name="T68" fmla="*/ 439 w 445"/>
                <a:gd name="T69" fmla="*/ 330 h 333"/>
                <a:gd name="T70" fmla="*/ 436 w 445"/>
                <a:gd name="T71" fmla="*/ 333 h 333"/>
                <a:gd name="T72" fmla="*/ 431 w 445"/>
                <a:gd name="T73" fmla="*/ 333 h 333"/>
                <a:gd name="T74" fmla="*/ 431 w 445"/>
                <a:gd name="T75" fmla="*/ 333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5" h="333">
                  <a:moveTo>
                    <a:pt x="431" y="333"/>
                  </a:moveTo>
                  <a:lnTo>
                    <a:pt x="431" y="333"/>
                  </a:lnTo>
                  <a:lnTo>
                    <a:pt x="423" y="333"/>
                  </a:lnTo>
                  <a:lnTo>
                    <a:pt x="420" y="330"/>
                  </a:lnTo>
                  <a:lnTo>
                    <a:pt x="416" y="325"/>
                  </a:lnTo>
                  <a:lnTo>
                    <a:pt x="416" y="319"/>
                  </a:lnTo>
                  <a:lnTo>
                    <a:pt x="416" y="29"/>
                  </a:lnTo>
                  <a:lnTo>
                    <a:pt x="28" y="29"/>
                  </a:lnTo>
                  <a:lnTo>
                    <a:pt x="28" y="319"/>
                  </a:lnTo>
                  <a:lnTo>
                    <a:pt x="28" y="319"/>
                  </a:lnTo>
                  <a:lnTo>
                    <a:pt x="27" y="325"/>
                  </a:lnTo>
                  <a:lnTo>
                    <a:pt x="25" y="330"/>
                  </a:lnTo>
                  <a:lnTo>
                    <a:pt x="19" y="333"/>
                  </a:lnTo>
                  <a:lnTo>
                    <a:pt x="14" y="333"/>
                  </a:lnTo>
                  <a:lnTo>
                    <a:pt x="14" y="333"/>
                  </a:lnTo>
                  <a:lnTo>
                    <a:pt x="9" y="333"/>
                  </a:lnTo>
                  <a:lnTo>
                    <a:pt x="3" y="330"/>
                  </a:lnTo>
                  <a:lnTo>
                    <a:pt x="0" y="325"/>
                  </a:lnTo>
                  <a:lnTo>
                    <a:pt x="0" y="319"/>
                  </a:lnTo>
                  <a:lnTo>
                    <a:pt x="0" y="15"/>
                  </a:lnTo>
                  <a:lnTo>
                    <a:pt x="0" y="15"/>
                  </a:lnTo>
                  <a:lnTo>
                    <a:pt x="0" y="9"/>
                  </a:lnTo>
                  <a:lnTo>
                    <a:pt x="3" y="4"/>
                  </a:lnTo>
                  <a:lnTo>
                    <a:pt x="9" y="0"/>
                  </a:lnTo>
                  <a:lnTo>
                    <a:pt x="14" y="0"/>
                  </a:lnTo>
                  <a:lnTo>
                    <a:pt x="431" y="0"/>
                  </a:lnTo>
                  <a:lnTo>
                    <a:pt x="431" y="0"/>
                  </a:lnTo>
                  <a:lnTo>
                    <a:pt x="436" y="0"/>
                  </a:lnTo>
                  <a:lnTo>
                    <a:pt x="439" y="4"/>
                  </a:lnTo>
                  <a:lnTo>
                    <a:pt x="443" y="9"/>
                  </a:lnTo>
                  <a:lnTo>
                    <a:pt x="445" y="15"/>
                  </a:lnTo>
                  <a:lnTo>
                    <a:pt x="445" y="319"/>
                  </a:lnTo>
                  <a:lnTo>
                    <a:pt x="445" y="319"/>
                  </a:lnTo>
                  <a:lnTo>
                    <a:pt x="443" y="325"/>
                  </a:lnTo>
                  <a:lnTo>
                    <a:pt x="439" y="330"/>
                  </a:lnTo>
                  <a:lnTo>
                    <a:pt x="436" y="333"/>
                  </a:lnTo>
                  <a:lnTo>
                    <a:pt x="431" y="333"/>
                  </a:lnTo>
                  <a:lnTo>
                    <a:pt x="431" y="333"/>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67" name="Freeform 189"/>
            <p:cNvSpPr/>
            <p:nvPr/>
          </p:nvSpPr>
          <p:spPr bwMode="auto">
            <a:xfrm>
              <a:off x="2989235" y="1539876"/>
              <a:ext cx="868354" cy="69851"/>
            </a:xfrm>
            <a:custGeom>
              <a:avLst/>
              <a:gdLst>
                <a:gd name="T0" fmla="*/ 547 w 547"/>
                <a:gd name="T1" fmla="*/ 44 h 44"/>
                <a:gd name="T2" fmla="*/ 547 w 547"/>
                <a:gd name="T3" fmla="*/ 44 h 44"/>
                <a:gd name="T4" fmla="*/ 0 w 547"/>
                <a:gd name="T5" fmla="*/ 44 h 44"/>
                <a:gd name="T6" fmla="*/ 0 w 547"/>
                <a:gd name="T7" fmla="*/ 44 h 44"/>
                <a:gd name="T8" fmla="*/ 0 w 547"/>
                <a:gd name="T9" fmla="*/ 35 h 44"/>
                <a:gd name="T10" fmla="*/ 4 w 547"/>
                <a:gd name="T11" fmla="*/ 26 h 44"/>
                <a:gd name="T12" fmla="*/ 7 w 547"/>
                <a:gd name="T13" fmla="*/ 19 h 44"/>
                <a:gd name="T14" fmla="*/ 13 w 547"/>
                <a:gd name="T15" fmla="*/ 12 h 44"/>
                <a:gd name="T16" fmla="*/ 20 w 547"/>
                <a:gd name="T17" fmla="*/ 7 h 44"/>
                <a:gd name="T18" fmla="*/ 27 w 547"/>
                <a:gd name="T19" fmla="*/ 3 h 44"/>
                <a:gd name="T20" fmla="*/ 36 w 547"/>
                <a:gd name="T21" fmla="*/ 0 h 44"/>
                <a:gd name="T22" fmla="*/ 45 w 547"/>
                <a:gd name="T23" fmla="*/ 0 h 44"/>
                <a:gd name="T24" fmla="*/ 502 w 547"/>
                <a:gd name="T25" fmla="*/ 0 h 44"/>
                <a:gd name="T26" fmla="*/ 502 w 547"/>
                <a:gd name="T27" fmla="*/ 0 h 44"/>
                <a:gd name="T28" fmla="*/ 511 w 547"/>
                <a:gd name="T29" fmla="*/ 0 h 44"/>
                <a:gd name="T30" fmla="*/ 518 w 547"/>
                <a:gd name="T31" fmla="*/ 3 h 44"/>
                <a:gd name="T32" fmla="*/ 527 w 547"/>
                <a:gd name="T33" fmla="*/ 7 h 44"/>
                <a:gd name="T34" fmla="*/ 532 w 547"/>
                <a:gd name="T35" fmla="*/ 12 h 44"/>
                <a:gd name="T36" fmla="*/ 538 w 547"/>
                <a:gd name="T37" fmla="*/ 19 h 44"/>
                <a:gd name="T38" fmla="*/ 543 w 547"/>
                <a:gd name="T39" fmla="*/ 26 h 44"/>
                <a:gd name="T40" fmla="*/ 545 w 547"/>
                <a:gd name="T41" fmla="*/ 35 h 44"/>
                <a:gd name="T42" fmla="*/ 547 w 547"/>
                <a:gd name="T43" fmla="*/ 44 h 44"/>
                <a:gd name="T44" fmla="*/ 547 w 547"/>
                <a:gd name="T45"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7" h="44">
                  <a:moveTo>
                    <a:pt x="547" y="44"/>
                  </a:moveTo>
                  <a:lnTo>
                    <a:pt x="547" y="44"/>
                  </a:lnTo>
                  <a:lnTo>
                    <a:pt x="0" y="44"/>
                  </a:lnTo>
                  <a:lnTo>
                    <a:pt x="0" y="44"/>
                  </a:lnTo>
                  <a:lnTo>
                    <a:pt x="0" y="35"/>
                  </a:lnTo>
                  <a:lnTo>
                    <a:pt x="4" y="26"/>
                  </a:lnTo>
                  <a:lnTo>
                    <a:pt x="7" y="19"/>
                  </a:lnTo>
                  <a:lnTo>
                    <a:pt x="13" y="12"/>
                  </a:lnTo>
                  <a:lnTo>
                    <a:pt x="20" y="7"/>
                  </a:lnTo>
                  <a:lnTo>
                    <a:pt x="27" y="3"/>
                  </a:lnTo>
                  <a:lnTo>
                    <a:pt x="36" y="0"/>
                  </a:lnTo>
                  <a:lnTo>
                    <a:pt x="45" y="0"/>
                  </a:lnTo>
                  <a:lnTo>
                    <a:pt x="502" y="0"/>
                  </a:lnTo>
                  <a:lnTo>
                    <a:pt x="502" y="0"/>
                  </a:lnTo>
                  <a:lnTo>
                    <a:pt x="511" y="0"/>
                  </a:lnTo>
                  <a:lnTo>
                    <a:pt x="518" y="3"/>
                  </a:lnTo>
                  <a:lnTo>
                    <a:pt x="527" y="7"/>
                  </a:lnTo>
                  <a:lnTo>
                    <a:pt x="532" y="12"/>
                  </a:lnTo>
                  <a:lnTo>
                    <a:pt x="538" y="19"/>
                  </a:lnTo>
                  <a:lnTo>
                    <a:pt x="543" y="26"/>
                  </a:lnTo>
                  <a:lnTo>
                    <a:pt x="545" y="35"/>
                  </a:lnTo>
                  <a:lnTo>
                    <a:pt x="547" y="44"/>
                  </a:lnTo>
                  <a:lnTo>
                    <a:pt x="547" y="44"/>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68" name="Freeform 190"/>
            <p:cNvSpPr/>
            <p:nvPr/>
          </p:nvSpPr>
          <p:spPr bwMode="auto">
            <a:xfrm>
              <a:off x="3260695" y="1366839"/>
              <a:ext cx="119061" cy="122238"/>
            </a:xfrm>
            <a:custGeom>
              <a:avLst/>
              <a:gdLst>
                <a:gd name="T0" fmla="*/ 75 w 75"/>
                <a:gd name="T1" fmla="*/ 37 h 77"/>
                <a:gd name="T2" fmla="*/ 75 w 75"/>
                <a:gd name="T3" fmla="*/ 37 h 77"/>
                <a:gd name="T4" fmla="*/ 75 w 75"/>
                <a:gd name="T5" fmla="*/ 46 h 77"/>
                <a:gd name="T6" fmla="*/ 73 w 75"/>
                <a:gd name="T7" fmla="*/ 53 h 77"/>
                <a:gd name="T8" fmla="*/ 69 w 75"/>
                <a:gd name="T9" fmla="*/ 59 h 77"/>
                <a:gd name="T10" fmla="*/ 64 w 75"/>
                <a:gd name="T11" fmla="*/ 64 h 77"/>
                <a:gd name="T12" fmla="*/ 59 w 75"/>
                <a:gd name="T13" fmla="*/ 69 h 77"/>
                <a:gd name="T14" fmla="*/ 53 w 75"/>
                <a:gd name="T15" fmla="*/ 73 h 77"/>
                <a:gd name="T16" fmla="*/ 46 w 75"/>
                <a:gd name="T17" fmla="*/ 75 h 77"/>
                <a:gd name="T18" fmla="*/ 37 w 75"/>
                <a:gd name="T19" fmla="*/ 77 h 77"/>
                <a:gd name="T20" fmla="*/ 37 w 75"/>
                <a:gd name="T21" fmla="*/ 77 h 77"/>
                <a:gd name="T22" fmla="*/ 30 w 75"/>
                <a:gd name="T23" fmla="*/ 75 h 77"/>
                <a:gd name="T24" fmla="*/ 23 w 75"/>
                <a:gd name="T25" fmla="*/ 73 h 77"/>
                <a:gd name="T26" fmla="*/ 16 w 75"/>
                <a:gd name="T27" fmla="*/ 69 h 77"/>
                <a:gd name="T28" fmla="*/ 11 w 75"/>
                <a:gd name="T29" fmla="*/ 64 h 77"/>
                <a:gd name="T30" fmla="*/ 7 w 75"/>
                <a:gd name="T31" fmla="*/ 59 h 77"/>
                <a:gd name="T32" fmla="*/ 4 w 75"/>
                <a:gd name="T33" fmla="*/ 53 h 77"/>
                <a:gd name="T34" fmla="*/ 0 w 75"/>
                <a:gd name="T35" fmla="*/ 46 h 77"/>
                <a:gd name="T36" fmla="*/ 0 w 75"/>
                <a:gd name="T37" fmla="*/ 37 h 77"/>
                <a:gd name="T38" fmla="*/ 0 w 75"/>
                <a:gd name="T39" fmla="*/ 37 h 77"/>
                <a:gd name="T40" fmla="*/ 0 w 75"/>
                <a:gd name="T41" fmla="*/ 30 h 77"/>
                <a:gd name="T42" fmla="*/ 4 w 75"/>
                <a:gd name="T43" fmla="*/ 23 h 77"/>
                <a:gd name="T44" fmla="*/ 7 w 75"/>
                <a:gd name="T45" fmla="*/ 16 h 77"/>
                <a:gd name="T46" fmla="*/ 11 w 75"/>
                <a:gd name="T47" fmla="*/ 11 h 77"/>
                <a:gd name="T48" fmla="*/ 16 w 75"/>
                <a:gd name="T49" fmla="*/ 7 h 77"/>
                <a:gd name="T50" fmla="*/ 23 w 75"/>
                <a:gd name="T51" fmla="*/ 3 h 77"/>
                <a:gd name="T52" fmla="*/ 30 w 75"/>
                <a:gd name="T53" fmla="*/ 2 h 77"/>
                <a:gd name="T54" fmla="*/ 37 w 75"/>
                <a:gd name="T55" fmla="*/ 0 h 77"/>
                <a:gd name="T56" fmla="*/ 37 w 75"/>
                <a:gd name="T57" fmla="*/ 0 h 77"/>
                <a:gd name="T58" fmla="*/ 46 w 75"/>
                <a:gd name="T59" fmla="*/ 2 h 77"/>
                <a:gd name="T60" fmla="*/ 53 w 75"/>
                <a:gd name="T61" fmla="*/ 3 h 77"/>
                <a:gd name="T62" fmla="*/ 59 w 75"/>
                <a:gd name="T63" fmla="*/ 7 h 77"/>
                <a:gd name="T64" fmla="*/ 64 w 75"/>
                <a:gd name="T65" fmla="*/ 11 h 77"/>
                <a:gd name="T66" fmla="*/ 69 w 75"/>
                <a:gd name="T67" fmla="*/ 16 h 77"/>
                <a:gd name="T68" fmla="*/ 73 w 75"/>
                <a:gd name="T69" fmla="*/ 23 h 77"/>
                <a:gd name="T70" fmla="*/ 75 w 75"/>
                <a:gd name="T71" fmla="*/ 30 h 77"/>
                <a:gd name="T72" fmla="*/ 75 w 75"/>
                <a:gd name="T73" fmla="*/ 37 h 77"/>
                <a:gd name="T74" fmla="*/ 75 w 75"/>
                <a:gd name="T75" fmla="*/ 3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 h="77">
                  <a:moveTo>
                    <a:pt x="75" y="37"/>
                  </a:moveTo>
                  <a:lnTo>
                    <a:pt x="75" y="37"/>
                  </a:lnTo>
                  <a:lnTo>
                    <a:pt x="75" y="46"/>
                  </a:lnTo>
                  <a:lnTo>
                    <a:pt x="73" y="53"/>
                  </a:lnTo>
                  <a:lnTo>
                    <a:pt x="69" y="59"/>
                  </a:lnTo>
                  <a:lnTo>
                    <a:pt x="64" y="64"/>
                  </a:lnTo>
                  <a:lnTo>
                    <a:pt x="59" y="69"/>
                  </a:lnTo>
                  <a:lnTo>
                    <a:pt x="53" y="73"/>
                  </a:lnTo>
                  <a:lnTo>
                    <a:pt x="46" y="75"/>
                  </a:lnTo>
                  <a:lnTo>
                    <a:pt x="37" y="77"/>
                  </a:lnTo>
                  <a:lnTo>
                    <a:pt x="37" y="77"/>
                  </a:lnTo>
                  <a:lnTo>
                    <a:pt x="30" y="75"/>
                  </a:lnTo>
                  <a:lnTo>
                    <a:pt x="23" y="73"/>
                  </a:lnTo>
                  <a:lnTo>
                    <a:pt x="16" y="69"/>
                  </a:lnTo>
                  <a:lnTo>
                    <a:pt x="11" y="64"/>
                  </a:lnTo>
                  <a:lnTo>
                    <a:pt x="7" y="59"/>
                  </a:lnTo>
                  <a:lnTo>
                    <a:pt x="4" y="53"/>
                  </a:lnTo>
                  <a:lnTo>
                    <a:pt x="0" y="46"/>
                  </a:lnTo>
                  <a:lnTo>
                    <a:pt x="0" y="37"/>
                  </a:lnTo>
                  <a:lnTo>
                    <a:pt x="0" y="37"/>
                  </a:lnTo>
                  <a:lnTo>
                    <a:pt x="0" y="30"/>
                  </a:lnTo>
                  <a:lnTo>
                    <a:pt x="4" y="23"/>
                  </a:lnTo>
                  <a:lnTo>
                    <a:pt x="7" y="16"/>
                  </a:lnTo>
                  <a:lnTo>
                    <a:pt x="11" y="11"/>
                  </a:lnTo>
                  <a:lnTo>
                    <a:pt x="16" y="7"/>
                  </a:lnTo>
                  <a:lnTo>
                    <a:pt x="23" y="3"/>
                  </a:lnTo>
                  <a:lnTo>
                    <a:pt x="30" y="2"/>
                  </a:lnTo>
                  <a:lnTo>
                    <a:pt x="37" y="0"/>
                  </a:lnTo>
                  <a:lnTo>
                    <a:pt x="37" y="0"/>
                  </a:lnTo>
                  <a:lnTo>
                    <a:pt x="46" y="2"/>
                  </a:lnTo>
                  <a:lnTo>
                    <a:pt x="53" y="3"/>
                  </a:lnTo>
                  <a:lnTo>
                    <a:pt x="59" y="7"/>
                  </a:lnTo>
                  <a:lnTo>
                    <a:pt x="64" y="11"/>
                  </a:lnTo>
                  <a:lnTo>
                    <a:pt x="69" y="16"/>
                  </a:lnTo>
                  <a:lnTo>
                    <a:pt x="73" y="23"/>
                  </a:lnTo>
                  <a:lnTo>
                    <a:pt x="75" y="30"/>
                  </a:lnTo>
                  <a:lnTo>
                    <a:pt x="75" y="37"/>
                  </a:lnTo>
                  <a:lnTo>
                    <a:pt x="75" y="3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69" name="Rectangle 191"/>
            <p:cNvSpPr>
              <a:spLocks noChangeArrowheads="1"/>
            </p:cNvSpPr>
            <p:nvPr/>
          </p:nvSpPr>
          <p:spPr bwMode="auto">
            <a:xfrm>
              <a:off x="3308319" y="1103314"/>
              <a:ext cx="23812" cy="277814"/>
            </a:xfrm>
            <a:prstGeom prst="rect">
              <a:avLst/>
            </a:prstGeom>
            <a:solidFill>
              <a:schemeClr val="accent3"/>
            </a:solidFill>
            <a:ln>
              <a:noFill/>
            </a:ln>
          </p:spPr>
          <p:txBody>
            <a:bodyPr vert="horz" wrap="square" lIns="91440" tIns="45720" rIns="91440" bIns="45720" numCol="1" anchor="t" anchorCtr="0" compatLnSpc="1"/>
            <a:lstStyle/>
            <a:p>
              <a:endParaRPr lang="en-US"/>
            </a:p>
          </p:txBody>
        </p:sp>
        <p:sp>
          <p:nvSpPr>
            <p:cNvPr id="170" name="Freeform 192"/>
            <p:cNvSpPr/>
            <p:nvPr/>
          </p:nvSpPr>
          <p:spPr bwMode="auto">
            <a:xfrm>
              <a:off x="2935261" y="1239839"/>
              <a:ext cx="119061" cy="119063"/>
            </a:xfrm>
            <a:custGeom>
              <a:avLst/>
              <a:gdLst>
                <a:gd name="T0" fmla="*/ 61 w 75"/>
                <a:gd name="T1" fmla="*/ 67 h 75"/>
                <a:gd name="T2" fmla="*/ 61 w 75"/>
                <a:gd name="T3" fmla="*/ 67 h 75"/>
                <a:gd name="T4" fmla="*/ 56 w 75"/>
                <a:gd name="T5" fmla="*/ 71 h 75"/>
                <a:gd name="T6" fmla="*/ 48 w 75"/>
                <a:gd name="T7" fmla="*/ 75 h 75"/>
                <a:gd name="T8" fmla="*/ 41 w 75"/>
                <a:gd name="T9" fmla="*/ 75 h 75"/>
                <a:gd name="T10" fmla="*/ 34 w 75"/>
                <a:gd name="T11" fmla="*/ 75 h 75"/>
                <a:gd name="T12" fmla="*/ 27 w 75"/>
                <a:gd name="T13" fmla="*/ 75 h 75"/>
                <a:gd name="T14" fmla="*/ 20 w 75"/>
                <a:gd name="T15" fmla="*/ 71 h 75"/>
                <a:gd name="T16" fmla="*/ 13 w 75"/>
                <a:gd name="T17" fmla="*/ 67 h 75"/>
                <a:gd name="T18" fmla="*/ 7 w 75"/>
                <a:gd name="T19" fmla="*/ 62 h 75"/>
                <a:gd name="T20" fmla="*/ 7 w 75"/>
                <a:gd name="T21" fmla="*/ 62 h 75"/>
                <a:gd name="T22" fmla="*/ 4 w 75"/>
                <a:gd name="T23" fmla="*/ 55 h 75"/>
                <a:gd name="T24" fmla="*/ 0 w 75"/>
                <a:gd name="T25" fmla="*/ 48 h 75"/>
                <a:gd name="T26" fmla="*/ 0 w 75"/>
                <a:gd name="T27" fmla="*/ 41 h 75"/>
                <a:gd name="T28" fmla="*/ 0 w 75"/>
                <a:gd name="T29" fmla="*/ 34 h 75"/>
                <a:gd name="T30" fmla="*/ 0 w 75"/>
                <a:gd name="T31" fmla="*/ 27 h 75"/>
                <a:gd name="T32" fmla="*/ 4 w 75"/>
                <a:gd name="T33" fmla="*/ 19 h 75"/>
                <a:gd name="T34" fmla="*/ 7 w 75"/>
                <a:gd name="T35" fmla="*/ 14 h 75"/>
                <a:gd name="T36" fmla="*/ 13 w 75"/>
                <a:gd name="T37" fmla="*/ 9 h 75"/>
                <a:gd name="T38" fmla="*/ 13 w 75"/>
                <a:gd name="T39" fmla="*/ 9 h 75"/>
                <a:gd name="T40" fmla="*/ 20 w 75"/>
                <a:gd name="T41" fmla="*/ 3 h 75"/>
                <a:gd name="T42" fmla="*/ 27 w 75"/>
                <a:gd name="T43" fmla="*/ 2 h 75"/>
                <a:gd name="T44" fmla="*/ 34 w 75"/>
                <a:gd name="T45" fmla="*/ 0 h 75"/>
                <a:gd name="T46" fmla="*/ 41 w 75"/>
                <a:gd name="T47" fmla="*/ 0 h 75"/>
                <a:gd name="T48" fmla="*/ 48 w 75"/>
                <a:gd name="T49" fmla="*/ 2 h 75"/>
                <a:gd name="T50" fmla="*/ 56 w 75"/>
                <a:gd name="T51" fmla="*/ 3 h 75"/>
                <a:gd name="T52" fmla="*/ 61 w 75"/>
                <a:gd name="T53" fmla="*/ 9 h 75"/>
                <a:gd name="T54" fmla="*/ 66 w 75"/>
                <a:gd name="T55" fmla="*/ 14 h 75"/>
                <a:gd name="T56" fmla="*/ 66 w 75"/>
                <a:gd name="T57" fmla="*/ 14 h 75"/>
                <a:gd name="T58" fmla="*/ 72 w 75"/>
                <a:gd name="T59" fmla="*/ 19 h 75"/>
                <a:gd name="T60" fmla="*/ 73 w 75"/>
                <a:gd name="T61" fmla="*/ 27 h 75"/>
                <a:gd name="T62" fmla="*/ 75 w 75"/>
                <a:gd name="T63" fmla="*/ 34 h 75"/>
                <a:gd name="T64" fmla="*/ 75 w 75"/>
                <a:gd name="T65" fmla="*/ 41 h 75"/>
                <a:gd name="T66" fmla="*/ 73 w 75"/>
                <a:gd name="T67" fmla="*/ 48 h 75"/>
                <a:gd name="T68" fmla="*/ 72 w 75"/>
                <a:gd name="T69" fmla="*/ 55 h 75"/>
                <a:gd name="T70" fmla="*/ 66 w 75"/>
                <a:gd name="T71" fmla="*/ 62 h 75"/>
                <a:gd name="T72" fmla="*/ 61 w 75"/>
                <a:gd name="T73" fmla="*/ 67 h 75"/>
                <a:gd name="T74" fmla="*/ 61 w 75"/>
                <a:gd name="T75" fmla="*/ 6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 h="75">
                  <a:moveTo>
                    <a:pt x="61" y="67"/>
                  </a:moveTo>
                  <a:lnTo>
                    <a:pt x="61" y="67"/>
                  </a:lnTo>
                  <a:lnTo>
                    <a:pt x="56" y="71"/>
                  </a:lnTo>
                  <a:lnTo>
                    <a:pt x="48" y="75"/>
                  </a:lnTo>
                  <a:lnTo>
                    <a:pt x="41" y="75"/>
                  </a:lnTo>
                  <a:lnTo>
                    <a:pt x="34" y="75"/>
                  </a:lnTo>
                  <a:lnTo>
                    <a:pt x="27" y="75"/>
                  </a:lnTo>
                  <a:lnTo>
                    <a:pt x="20" y="71"/>
                  </a:lnTo>
                  <a:lnTo>
                    <a:pt x="13" y="67"/>
                  </a:lnTo>
                  <a:lnTo>
                    <a:pt x="7" y="62"/>
                  </a:lnTo>
                  <a:lnTo>
                    <a:pt x="7" y="62"/>
                  </a:lnTo>
                  <a:lnTo>
                    <a:pt x="4" y="55"/>
                  </a:lnTo>
                  <a:lnTo>
                    <a:pt x="0" y="48"/>
                  </a:lnTo>
                  <a:lnTo>
                    <a:pt x="0" y="41"/>
                  </a:lnTo>
                  <a:lnTo>
                    <a:pt x="0" y="34"/>
                  </a:lnTo>
                  <a:lnTo>
                    <a:pt x="0" y="27"/>
                  </a:lnTo>
                  <a:lnTo>
                    <a:pt x="4" y="19"/>
                  </a:lnTo>
                  <a:lnTo>
                    <a:pt x="7" y="14"/>
                  </a:lnTo>
                  <a:lnTo>
                    <a:pt x="13" y="9"/>
                  </a:lnTo>
                  <a:lnTo>
                    <a:pt x="13" y="9"/>
                  </a:lnTo>
                  <a:lnTo>
                    <a:pt x="20" y="3"/>
                  </a:lnTo>
                  <a:lnTo>
                    <a:pt x="27" y="2"/>
                  </a:lnTo>
                  <a:lnTo>
                    <a:pt x="34" y="0"/>
                  </a:lnTo>
                  <a:lnTo>
                    <a:pt x="41" y="0"/>
                  </a:lnTo>
                  <a:lnTo>
                    <a:pt x="48" y="2"/>
                  </a:lnTo>
                  <a:lnTo>
                    <a:pt x="56" y="3"/>
                  </a:lnTo>
                  <a:lnTo>
                    <a:pt x="61" y="9"/>
                  </a:lnTo>
                  <a:lnTo>
                    <a:pt x="66" y="14"/>
                  </a:lnTo>
                  <a:lnTo>
                    <a:pt x="66" y="14"/>
                  </a:lnTo>
                  <a:lnTo>
                    <a:pt x="72" y="19"/>
                  </a:lnTo>
                  <a:lnTo>
                    <a:pt x="73" y="27"/>
                  </a:lnTo>
                  <a:lnTo>
                    <a:pt x="75" y="34"/>
                  </a:lnTo>
                  <a:lnTo>
                    <a:pt x="75" y="41"/>
                  </a:lnTo>
                  <a:lnTo>
                    <a:pt x="73" y="48"/>
                  </a:lnTo>
                  <a:lnTo>
                    <a:pt x="72" y="55"/>
                  </a:lnTo>
                  <a:lnTo>
                    <a:pt x="66" y="62"/>
                  </a:lnTo>
                  <a:lnTo>
                    <a:pt x="61" y="67"/>
                  </a:lnTo>
                  <a:lnTo>
                    <a:pt x="61" y="6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1" name="Freeform 193"/>
            <p:cNvSpPr/>
            <p:nvPr/>
          </p:nvSpPr>
          <p:spPr bwMode="auto">
            <a:xfrm>
              <a:off x="3024158" y="1087438"/>
              <a:ext cx="225423" cy="192089"/>
            </a:xfrm>
            <a:custGeom>
              <a:avLst/>
              <a:gdLst>
                <a:gd name="T0" fmla="*/ 8 w 142"/>
                <a:gd name="T1" fmla="*/ 121 h 121"/>
                <a:gd name="T2" fmla="*/ 0 w 142"/>
                <a:gd name="T3" fmla="*/ 110 h 121"/>
                <a:gd name="T4" fmla="*/ 135 w 142"/>
                <a:gd name="T5" fmla="*/ 0 h 121"/>
                <a:gd name="T6" fmla="*/ 142 w 142"/>
                <a:gd name="T7" fmla="*/ 10 h 121"/>
                <a:gd name="T8" fmla="*/ 8 w 142"/>
                <a:gd name="T9" fmla="*/ 121 h 121"/>
              </a:gdLst>
              <a:ahLst/>
              <a:cxnLst>
                <a:cxn ang="0">
                  <a:pos x="T0" y="T1"/>
                </a:cxn>
                <a:cxn ang="0">
                  <a:pos x="T2" y="T3"/>
                </a:cxn>
                <a:cxn ang="0">
                  <a:pos x="T4" y="T5"/>
                </a:cxn>
                <a:cxn ang="0">
                  <a:pos x="T6" y="T7"/>
                </a:cxn>
                <a:cxn ang="0">
                  <a:pos x="T8" y="T9"/>
                </a:cxn>
              </a:cxnLst>
              <a:rect l="0" t="0" r="r" b="b"/>
              <a:pathLst>
                <a:path w="142" h="121">
                  <a:moveTo>
                    <a:pt x="8" y="121"/>
                  </a:moveTo>
                  <a:lnTo>
                    <a:pt x="0" y="110"/>
                  </a:lnTo>
                  <a:lnTo>
                    <a:pt x="135" y="0"/>
                  </a:lnTo>
                  <a:lnTo>
                    <a:pt x="142" y="10"/>
                  </a:lnTo>
                  <a:lnTo>
                    <a:pt x="8" y="121"/>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2" name="Freeform 194"/>
            <p:cNvSpPr/>
            <p:nvPr/>
          </p:nvSpPr>
          <p:spPr bwMode="auto">
            <a:xfrm>
              <a:off x="3379756" y="1366838"/>
              <a:ext cx="120649" cy="122238"/>
            </a:xfrm>
            <a:custGeom>
              <a:avLst/>
              <a:gdLst>
                <a:gd name="T0" fmla="*/ 76 w 76"/>
                <a:gd name="T1" fmla="*/ 37 h 77"/>
                <a:gd name="T2" fmla="*/ 76 w 76"/>
                <a:gd name="T3" fmla="*/ 37 h 77"/>
                <a:gd name="T4" fmla="*/ 76 w 76"/>
                <a:gd name="T5" fmla="*/ 46 h 77"/>
                <a:gd name="T6" fmla="*/ 73 w 76"/>
                <a:gd name="T7" fmla="*/ 53 h 77"/>
                <a:gd name="T8" fmla="*/ 69 w 76"/>
                <a:gd name="T9" fmla="*/ 59 h 77"/>
                <a:gd name="T10" fmla="*/ 66 w 76"/>
                <a:gd name="T11" fmla="*/ 64 h 77"/>
                <a:gd name="T12" fmla="*/ 60 w 76"/>
                <a:gd name="T13" fmla="*/ 69 h 77"/>
                <a:gd name="T14" fmla="*/ 53 w 76"/>
                <a:gd name="T15" fmla="*/ 73 h 77"/>
                <a:gd name="T16" fmla="*/ 46 w 76"/>
                <a:gd name="T17" fmla="*/ 75 h 77"/>
                <a:gd name="T18" fmla="*/ 39 w 76"/>
                <a:gd name="T19" fmla="*/ 77 h 77"/>
                <a:gd name="T20" fmla="*/ 39 w 76"/>
                <a:gd name="T21" fmla="*/ 77 h 77"/>
                <a:gd name="T22" fmla="*/ 30 w 76"/>
                <a:gd name="T23" fmla="*/ 75 h 77"/>
                <a:gd name="T24" fmla="*/ 23 w 76"/>
                <a:gd name="T25" fmla="*/ 73 h 77"/>
                <a:gd name="T26" fmla="*/ 18 w 76"/>
                <a:gd name="T27" fmla="*/ 69 h 77"/>
                <a:gd name="T28" fmla="*/ 12 w 76"/>
                <a:gd name="T29" fmla="*/ 64 h 77"/>
                <a:gd name="T30" fmla="*/ 7 w 76"/>
                <a:gd name="T31" fmla="*/ 59 h 77"/>
                <a:gd name="T32" fmla="*/ 3 w 76"/>
                <a:gd name="T33" fmla="*/ 53 h 77"/>
                <a:gd name="T34" fmla="*/ 2 w 76"/>
                <a:gd name="T35" fmla="*/ 46 h 77"/>
                <a:gd name="T36" fmla="*/ 0 w 76"/>
                <a:gd name="T37" fmla="*/ 37 h 77"/>
                <a:gd name="T38" fmla="*/ 0 w 76"/>
                <a:gd name="T39" fmla="*/ 37 h 77"/>
                <a:gd name="T40" fmla="*/ 2 w 76"/>
                <a:gd name="T41" fmla="*/ 30 h 77"/>
                <a:gd name="T42" fmla="*/ 3 w 76"/>
                <a:gd name="T43" fmla="*/ 23 h 77"/>
                <a:gd name="T44" fmla="*/ 7 w 76"/>
                <a:gd name="T45" fmla="*/ 16 h 77"/>
                <a:gd name="T46" fmla="*/ 12 w 76"/>
                <a:gd name="T47" fmla="*/ 11 h 77"/>
                <a:gd name="T48" fmla="*/ 18 w 76"/>
                <a:gd name="T49" fmla="*/ 7 h 77"/>
                <a:gd name="T50" fmla="*/ 23 w 76"/>
                <a:gd name="T51" fmla="*/ 3 h 77"/>
                <a:gd name="T52" fmla="*/ 30 w 76"/>
                <a:gd name="T53" fmla="*/ 2 h 77"/>
                <a:gd name="T54" fmla="*/ 39 w 76"/>
                <a:gd name="T55" fmla="*/ 0 h 77"/>
                <a:gd name="T56" fmla="*/ 39 w 76"/>
                <a:gd name="T57" fmla="*/ 0 h 77"/>
                <a:gd name="T58" fmla="*/ 46 w 76"/>
                <a:gd name="T59" fmla="*/ 2 h 77"/>
                <a:gd name="T60" fmla="*/ 53 w 76"/>
                <a:gd name="T61" fmla="*/ 3 h 77"/>
                <a:gd name="T62" fmla="*/ 60 w 76"/>
                <a:gd name="T63" fmla="*/ 7 h 77"/>
                <a:gd name="T64" fmla="*/ 66 w 76"/>
                <a:gd name="T65" fmla="*/ 11 h 77"/>
                <a:gd name="T66" fmla="*/ 69 w 76"/>
                <a:gd name="T67" fmla="*/ 16 h 77"/>
                <a:gd name="T68" fmla="*/ 73 w 76"/>
                <a:gd name="T69" fmla="*/ 23 h 77"/>
                <a:gd name="T70" fmla="*/ 76 w 76"/>
                <a:gd name="T71" fmla="*/ 30 h 77"/>
                <a:gd name="T72" fmla="*/ 76 w 76"/>
                <a:gd name="T73" fmla="*/ 37 h 77"/>
                <a:gd name="T74" fmla="*/ 76 w 76"/>
                <a:gd name="T75" fmla="*/ 3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77">
                  <a:moveTo>
                    <a:pt x="76" y="37"/>
                  </a:moveTo>
                  <a:lnTo>
                    <a:pt x="76" y="37"/>
                  </a:lnTo>
                  <a:lnTo>
                    <a:pt x="76" y="46"/>
                  </a:lnTo>
                  <a:lnTo>
                    <a:pt x="73" y="53"/>
                  </a:lnTo>
                  <a:lnTo>
                    <a:pt x="69" y="59"/>
                  </a:lnTo>
                  <a:lnTo>
                    <a:pt x="66" y="64"/>
                  </a:lnTo>
                  <a:lnTo>
                    <a:pt x="60" y="69"/>
                  </a:lnTo>
                  <a:lnTo>
                    <a:pt x="53" y="73"/>
                  </a:lnTo>
                  <a:lnTo>
                    <a:pt x="46" y="75"/>
                  </a:lnTo>
                  <a:lnTo>
                    <a:pt x="39" y="77"/>
                  </a:lnTo>
                  <a:lnTo>
                    <a:pt x="39" y="77"/>
                  </a:lnTo>
                  <a:lnTo>
                    <a:pt x="30" y="75"/>
                  </a:lnTo>
                  <a:lnTo>
                    <a:pt x="23" y="73"/>
                  </a:lnTo>
                  <a:lnTo>
                    <a:pt x="18" y="69"/>
                  </a:lnTo>
                  <a:lnTo>
                    <a:pt x="12" y="64"/>
                  </a:lnTo>
                  <a:lnTo>
                    <a:pt x="7" y="59"/>
                  </a:lnTo>
                  <a:lnTo>
                    <a:pt x="3" y="53"/>
                  </a:lnTo>
                  <a:lnTo>
                    <a:pt x="2" y="46"/>
                  </a:lnTo>
                  <a:lnTo>
                    <a:pt x="0" y="37"/>
                  </a:lnTo>
                  <a:lnTo>
                    <a:pt x="0" y="37"/>
                  </a:lnTo>
                  <a:lnTo>
                    <a:pt x="2" y="30"/>
                  </a:lnTo>
                  <a:lnTo>
                    <a:pt x="3" y="23"/>
                  </a:lnTo>
                  <a:lnTo>
                    <a:pt x="7" y="16"/>
                  </a:lnTo>
                  <a:lnTo>
                    <a:pt x="12" y="11"/>
                  </a:lnTo>
                  <a:lnTo>
                    <a:pt x="18" y="7"/>
                  </a:lnTo>
                  <a:lnTo>
                    <a:pt x="23" y="3"/>
                  </a:lnTo>
                  <a:lnTo>
                    <a:pt x="30" y="2"/>
                  </a:lnTo>
                  <a:lnTo>
                    <a:pt x="39" y="0"/>
                  </a:lnTo>
                  <a:lnTo>
                    <a:pt x="39" y="0"/>
                  </a:lnTo>
                  <a:lnTo>
                    <a:pt x="46" y="2"/>
                  </a:lnTo>
                  <a:lnTo>
                    <a:pt x="53" y="3"/>
                  </a:lnTo>
                  <a:lnTo>
                    <a:pt x="60" y="7"/>
                  </a:lnTo>
                  <a:lnTo>
                    <a:pt x="66" y="11"/>
                  </a:lnTo>
                  <a:lnTo>
                    <a:pt x="69" y="16"/>
                  </a:lnTo>
                  <a:lnTo>
                    <a:pt x="73" y="23"/>
                  </a:lnTo>
                  <a:lnTo>
                    <a:pt x="76" y="30"/>
                  </a:lnTo>
                  <a:lnTo>
                    <a:pt x="76" y="37"/>
                  </a:lnTo>
                  <a:lnTo>
                    <a:pt x="76" y="3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3" name="Rectangle 195"/>
            <p:cNvSpPr>
              <a:spLocks noChangeArrowheads="1"/>
            </p:cNvSpPr>
            <p:nvPr/>
          </p:nvSpPr>
          <p:spPr bwMode="auto">
            <a:xfrm>
              <a:off x="3430559" y="1103313"/>
              <a:ext cx="22225" cy="277814"/>
            </a:xfrm>
            <a:prstGeom prst="rect">
              <a:avLst/>
            </a:prstGeom>
            <a:solidFill>
              <a:schemeClr val="accent3"/>
            </a:solidFill>
            <a:ln>
              <a:noFill/>
            </a:ln>
          </p:spPr>
          <p:txBody>
            <a:bodyPr vert="horz" wrap="square" lIns="91440" tIns="45720" rIns="91440" bIns="45720" numCol="1" anchor="t" anchorCtr="0" compatLnSpc="1"/>
            <a:lstStyle/>
            <a:p>
              <a:endParaRPr lang="en-US"/>
            </a:p>
          </p:txBody>
        </p:sp>
        <p:sp>
          <p:nvSpPr>
            <p:cNvPr id="174" name="Freeform 196"/>
            <p:cNvSpPr/>
            <p:nvPr/>
          </p:nvSpPr>
          <p:spPr bwMode="auto">
            <a:xfrm>
              <a:off x="3500413" y="1366838"/>
              <a:ext cx="119061" cy="122238"/>
            </a:xfrm>
            <a:custGeom>
              <a:avLst/>
              <a:gdLst>
                <a:gd name="T0" fmla="*/ 75 w 75"/>
                <a:gd name="T1" fmla="*/ 37 h 77"/>
                <a:gd name="T2" fmla="*/ 75 w 75"/>
                <a:gd name="T3" fmla="*/ 37 h 77"/>
                <a:gd name="T4" fmla="*/ 75 w 75"/>
                <a:gd name="T5" fmla="*/ 46 h 77"/>
                <a:gd name="T6" fmla="*/ 73 w 75"/>
                <a:gd name="T7" fmla="*/ 53 h 77"/>
                <a:gd name="T8" fmla="*/ 70 w 75"/>
                <a:gd name="T9" fmla="*/ 59 h 77"/>
                <a:gd name="T10" fmla="*/ 64 w 75"/>
                <a:gd name="T11" fmla="*/ 64 h 77"/>
                <a:gd name="T12" fmla="*/ 59 w 75"/>
                <a:gd name="T13" fmla="*/ 69 h 77"/>
                <a:gd name="T14" fmla="*/ 52 w 75"/>
                <a:gd name="T15" fmla="*/ 73 h 77"/>
                <a:gd name="T16" fmla="*/ 45 w 75"/>
                <a:gd name="T17" fmla="*/ 75 h 77"/>
                <a:gd name="T18" fmla="*/ 38 w 75"/>
                <a:gd name="T19" fmla="*/ 77 h 77"/>
                <a:gd name="T20" fmla="*/ 38 w 75"/>
                <a:gd name="T21" fmla="*/ 77 h 77"/>
                <a:gd name="T22" fmla="*/ 31 w 75"/>
                <a:gd name="T23" fmla="*/ 75 h 77"/>
                <a:gd name="T24" fmla="*/ 23 w 75"/>
                <a:gd name="T25" fmla="*/ 73 h 77"/>
                <a:gd name="T26" fmla="*/ 16 w 75"/>
                <a:gd name="T27" fmla="*/ 69 h 77"/>
                <a:gd name="T28" fmla="*/ 11 w 75"/>
                <a:gd name="T29" fmla="*/ 64 h 77"/>
                <a:gd name="T30" fmla="*/ 7 w 75"/>
                <a:gd name="T31" fmla="*/ 59 h 77"/>
                <a:gd name="T32" fmla="*/ 4 w 75"/>
                <a:gd name="T33" fmla="*/ 53 h 77"/>
                <a:gd name="T34" fmla="*/ 0 w 75"/>
                <a:gd name="T35" fmla="*/ 46 h 77"/>
                <a:gd name="T36" fmla="*/ 0 w 75"/>
                <a:gd name="T37" fmla="*/ 37 h 77"/>
                <a:gd name="T38" fmla="*/ 0 w 75"/>
                <a:gd name="T39" fmla="*/ 37 h 77"/>
                <a:gd name="T40" fmla="*/ 0 w 75"/>
                <a:gd name="T41" fmla="*/ 30 h 77"/>
                <a:gd name="T42" fmla="*/ 4 w 75"/>
                <a:gd name="T43" fmla="*/ 23 h 77"/>
                <a:gd name="T44" fmla="*/ 7 w 75"/>
                <a:gd name="T45" fmla="*/ 16 h 77"/>
                <a:gd name="T46" fmla="*/ 11 w 75"/>
                <a:gd name="T47" fmla="*/ 11 h 77"/>
                <a:gd name="T48" fmla="*/ 16 w 75"/>
                <a:gd name="T49" fmla="*/ 7 h 77"/>
                <a:gd name="T50" fmla="*/ 23 w 75"/>
                <a:gd name="T51" fmla="*/ 3 h 77"/>
                <a:gd name="T52" fmla="*/ 31 w 75"/>
                <a:gd name="T53" fmla="*/ 2 h 77"/>
                <a:gd name="T54" fmla="*/ 38 w 75"/>
                <a:gd name="T55" fmla="*/ 0 h 77"/>
                <a:gd name="T56" fmla="*/ 38 w 75"/>
                <a:gd name="T57" fmla="*/ 0 h 77"/>
                <a:gd name="T58" fmla="*/ 45 w 75"/>
                <a:gd name="T59" fmla="*/ 2 h 77"/>
                <a:gd name="T60" fmla="*/ 52 w 75"/>
                <a:gd name="T61" fmla="*/ 3 h 77"/>
                <a:gd name="T62" fmla="*/ 59 w 75"/>
                <a:gd name="T63" fmla="*/ 7 h 77"/>
                <a:gd name="T64" fmla="*/ 64 w 75"/>
                <a:gd name="T65" fmla="*/ 11 h 77"/>
                <a:gd name="T66" fmla="*/ 70 w 75"/>
                <a:gd name="T67" fmla="*/ 16 h 77"/>
                <a:gd name="T68" fmla="*/ 73 w 75"/>
                <a:gd name="T69" fmla="*/ 23 h 77"/>
                <a:gd name="T70" fmla="*/ 75 w 75"/>
                <a:gd name="T71" fmla="*/ 30 h 77"/>
                <a:gd name="T72" fmla="*/ 75 w 75"/>
                <a:gd name="T73" fmla="*/ 37 h 77"/>
                <a:gd name="T74" fmla="*/ 75 w 75"/>
                <a:gd name="T75" fmla="*/ 3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 h="77">
                  <a:moveTo>
                    <a:pt x="75" y="37"/>
                  </a:moveTo>
                  <a:lnTo>
                    <a:pt x="75" y="37"/>
                  </a:lnTo>
                  <a:lnTo>
                    <a:pt x="75" y="46"/>
                  </a:lnTo>
                  <a:lnTo>
                    <a:pt x="73" y="53"/>
                  </a:lnTo>
                  <a:lnTo>
                    <a:pt x="70" y="59"/>
                  </a:lnTo>
                  <a:lnTo>
                    <a:pt x="64" y="64"/>
                  </a:lnTo>
                  <a:lnTo>
                    <a:pt x="59" y="69"/>
                  </a:lnTo>
                  <a:lnTo>
                    <a:pt x="52" y="73"/>
                  </a:lnTo>
                  <a:lnTo>
                    <a:pt x="45" y="75"/>
                  </a:lnTo>
                  <a:lnTo>
                    <a:pt x="38" y="77"/>
                  </a:lnTo>
                  <a:lnTo>
                    <a:pt x="38" y="77"/>
                  </a:lnTo>
                  <a:lnTo>
                    <a:pt x="31" y="75"/>
                  </a:lnTo>
                  <a:lnTo>
                    <a:pt x="23" y="73"/>
                  </a:lnTo>
                  <a:lnTo>
                    <a:pt x="16" y="69"/>
                  </a:lnTo>
                  <a:lnTo>
                    <a:pt x="11" y="64"/>
                  </a:lnTo>
                  <a:lnTo>
                    <a:pt x="7" y="59"/>
                  </a:lnTo>
                  <a:lnTo>
                    <a:pt x="4" y="53"/>
                  </a:lnTo>
                  <a:lnTo>
                    <a:pt x="0" y="46"/>
                  </a:lnTo>
                  <a:lnTo>
                    <a:pt x="0" y="37"/>
                  </a:lnTo>
                  <a:lnTo>
                    <a:pt x="0" y="37"/>
                  </a:lnTo>
                  <a:lnTo>
                    <a:pt x="0" y="30"/>
                  </a:lnTo>
                  <a:lnTo>
                    <a:pt x="4" y="23"/>
                  </a:lnTo>
                  <a:lnTo>
                    <a:pt x="7" y="16"/>
                  </a:lnTo>
                  <a:lnTo>
                    <a:pt x="11" y="11"/>
                  </a:lnTo>
                  <a:lnTo>
                    <a:pt x="16" y="7"/>
                  </a:lnTo>
                  <a:lnTo>
                    <a:pt x="23" y="3"/>
                  </a:lnTo>
                  <a:lnTo>
                    <a:pt x="31" y="2"/>
                  </a:lnTo>
                  <a:lnTo>
                    <a:pt x="38" y="0"/>
                  </a:lnTo>
                  <a:lnTo>
                    <a:pt x="38" y="0"/>
                  </a:lnTo>
                  <a:lnTo>
                    <a:pt x="45" y="2"/>
                  </a:lnTo>
                  <a:lnTo>
                    <a:pt x="52" y="3"/>
                  </a:lnTo>
                  <a:lnTo>
                    <a:pt x="59" y="7"/>
                  </a:lnTo>
                  <a:lnTo>
                    <a:pt x="64" y="11"/>
                  </a:lnTo>
                  <a:lnTo>
                    <a:pt x="70" y="16"/>
                  </a:lnTo>
                  <a:lnTo>
                    <a:pt x="73" y="23"/>
                  </a:lnTo>
                  <a:lnTo>
                    <a:pt x="75" y="30"/>
                  </a:lnTo>
                  <a:lnTo>
                    <a:pt x="75" y="37"/>
                  </a:lnTo>
                  <a:lnTo>
                    <a:pt x="75" y="3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5" name="Rectangle 197"/>
            <p:cNvSpPr>
              <a:spLocks noChangeArrowheads="1"/>
            </p:cNvSpPr>
            <p:nvPr/>
          </p:nvSpPr>
          <p:spPr bwMode="auto">
            <a:xfrm>
              <a:off x="3549622" y="1103313"/>
              <a:ext cx="22225" cy="277814"/>
            </a:xfrm>
            <a:prstGeom prst="rect">
              <a:avLst/>
            </a:prstGeom>
            <a:solidFill>
              <a:schemeClr val="accent3"/>
            </a:solidFill>
            <a:ln>
              <a:noFill/>
            </a:ln>
          </p:spPr>
          <p:txBody>
            <a:bodyPr vert="horz" wrap="square" lIns="91440" tIns="45720" rIns="91440" bIns="45720" numCol="1" anchor="t" anchorCtr="0" compatLnSpc="1"/>
            <a:lstStyle/>
            <a:p>
              <a:endParaRPr lang="en-US"/>
            </a:p>
          </p:txBody>
        </p:sp>
        <p:sp>
          <p:nvSpPr>
            <p:cNvPr id="176" name="Freeform 198"/>
            <p:cNvSpPr/>
            <p:nvPr/>
          </p:nvSpPr>
          <p:spPr bwMode="auto">
            <a:xfrm>
              <a:off x="3619475" y="1366839"/>
              <a:ext cx="122236" cy="122238"/>
            </a:xfrm>
            <a:custGeom>
              <a:avLst/>
              <a:gdLst>
                <a:gd name="T0" fmla="*/ 77 w 77"/>
                <a:gd name="T1" fmla="*/ 37 h 77"/>
                <a:gd name="T2" fmla="*/ 77 w 77"/>
                <a:gd name="T3" fmla="*/ 37 h 77"/>
                <a:gd name="T4" fmla="*/ 75 w 77"/>
                <a:gd name="T5" fmla="*/ 46 h 77"/>
                <a:gd name="T6" fmla="*/ 73 w 77"/>
                <a:gd name="T7" fmla="*/ 53 h 77"/>
                <a:gd name="T8" fmla="*/ 69 w 77"/>
                <a:gd name="T9" fmla="*/ 59 h 77"/>
                <a:gd name="T10" fmla="*/ 66 w 77"/>
                <a:gd name="T11" fmla="*/ 64 h 77"/>
                <a:gd name="T12" fmla="*/ 61 w 77"/>
                <a:gd name="T13" fmla="*/ 69 h 77"/>
                <a:gd name="T14" fmla="*/ 53 w 77"/>
                <a:gd name="T15" fmla="*/ 73 h 77"/>
                <a:gd name="T16" fmla="*/ 46 w 77"/>
                <a:gd name="T17" fmla="*/ 75 h 77"/>
                <a:gd name="T18" fmla="*/ 39 w 77"/>
                <a:gd name="T19" fmla="*/ 77 h 77"/>
                <a:gd name="T20" fmla="*/ 39 w 77"/>
                <a:gd name="T21" fmla="*/ 77 h 77"/>
                <a:gd name="T22" fmla="*/ 30 w 77"/>
                <a:gd name="T23" fmla="*/ 75 h 77"/>
                <a:gd name="T24" fmla="*/ 23 w 77"/>
                <a:gd name="T25" fmla="*/ 73 h 77"/>
                <a:gd name="T26" fmla="*/ 18 w 77"/>
                <a:gd name="T27" fmla="*/ 69 h 77"/>
                <a:gd name="T28" fmla="*/ 13 w 77"/>
                <a:gd name="T29" fmla="*/ 64 h 77"/>
                <a:gd name="T30" fmla="*/ 7 w 77"/>
                <a:gd name="T31" fmla="*/ 59 h 77"/>
                <a:gd name="T32" fmla="*/ 4 w 77"/>
                <a:gd name="T33" fmla="*/ 53 h 77"/>
                <a:gd name="T34" fmla="*/ 2 w 77"/>
                <a:gd name="T35" fmla="*/ 46 h 77"/>
                <a:gd name="T36" fmla="*/ 0 w 77"/>
                <a:gd name="T37" fmla="*/ 37 h 77"/>
                <a:gd name="T38" fmla="*/ 0 w 77"/>
                <a:gd name="T39" fmla="*/ 37 h 77"/>
                <a:gd name="T40" fmla="*/ 2 w 77"/>
                <a:gd name="T41" fmla="*/ 30 h 77"/>
                <a:gd name="T42" fmla="*/ 4 w 77"/>
                <a:gd name="T43" fmla="*/ 23 h 77"/>
                <a:gd name="T44" fmla="*/ 7 w 77"/>
                <a:gd name="T45" fmla="*/ 16 h 77"/>
                <a:gd name="T46" fmla="*/ 13 w 77"/>
                <a:gd name="T47" fmla="*/ 11 h 77"/>
                <a:gd name="T48" fmla="*/ 18 w 77"/>
                <a:gd name="T49" fmla="*/ 7 h 77"/>
                <a:gd name="T50" fmla="*/ 23 w 77"/>
                <a:gd name="T51" fmla="*/ 3 h 77"/>
                <a:gd name="T52" fmla="*/ 30 w 77"/>
                <a:gd name="T53" fmla="*/ 2 h 77"/>
                <a:gd name="T54" fmla="*/ 39 w 77"/>
                <a:gd name="T55" fmla="*/ 0 h 77"/>
                <a:gd name="T56" fmla="*/ 39 w 77"/>
                <a:gd name="T57" fmla="*/ 0 h 77"/>
                <a:gd name="T58" fmla="*/ 46 w 77"/>
                <a:gd name="T59" fmla="*/ 2 h 77"/>
                <a:gd name="T60" fmla="*/ 53 w 77"/>
                <a:gd name="T61" fmla="*/ 3 h 77"/>
                <a:gd name="T62" fmla="*/ 61 w 77"/>
                <a:gd name="T63" fmla="*/ 7 h 77"/>
                <a:gd name="T64" fmla="*/ 66 w 77"/>
                <a:gd name="T65" fmla="*/ 11 h 77"/>
                <a:gd name="T66" fmla="*/ 69 w 77"/>
                <a:gd name="T67" fmla="*/ 16 h 77"/>
                <a:gd name="T68" fmla="*/ 73 w 77"/>
                <a:gd name="T69" fmla="*/ 23 h 77"/>
                <a:gd name="T70" fmla="*/ 75 w 77"/>
                <a:gd name="T71" fmla="*/ 30 h 77"/>
                <a:gd name="T72" fmla="*/ 77 w 77"/>
                <a:gd name="T73" fmla="*/ 37 h 77"/>
                <a:gd name="T74" fmla="*/ 77 w 77"/>
                <a:gd name="T75" fmla="*/ 3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77">
                  <a:moveTo>
                    <a:pt x="77" y="37"/>
                  </a:moveTo>
                  <a:lnTo>
                    <a:pt x="77" y="37"/>
                  </a:lnTo>
                  <a:lnTo>
                    <a:pt x="75" y="46"/>
                  </a:lnTo>
                  <a:lnTo>
                    <a:pt x="73" y="53"/>
                  </a:lnTo>
                  <a:lnTo>
                    <a:pt x="69" y="59"/>
                  </a:lnTo>
                  <a:lnTo>
                    <a:pt x="66" y="64"/>
                  </a:lnTo>
                  <a:lnTo>
                    <a:pt x="61" y="69"/>
                  </a:lnTo>
                  <a:lnTo>
                    <a:pt x="53" y="73"/>
                  </a:lnTo>
                  <a:lnTo>
                    <a:pt x="46" y="75"/>
                  </a:lnTo>
                  <a:lnTo>
                    <a:pt x="39" y="77"/>
                  </a:lnTo>
                  <a:lnTo>
                    <a:pt x="39" y="77"/>
                  </a:lnTo>
                  <a:lnTo>
                    <a:pt x="30" y="75"/>
                  </a:lnTo>
                  <a:lnTo>
                    <a:pt x="23" y="73"/>
                  </a:lnTo>
                  <a:lnTo>
                    <a:pt x="18" y="69"/>
                  </a:lnTo>
                  <a:lnTo>
                    <a:pt x="13" y="64"/>
                  </a:lnTo>
                  <a:lnTo>
                    <a:pt x="7" y="59"/>
                  </a:lnTo>
                  <a:lnTo>
                    <a:pt x="4" y="53"/>
                  </a:lnTo>
                  <a:lnTo>
                    <a:pt x="2" y="46"/>
                  </a:lnTo>
                  <a:lnTo>
                    <a:pt x="0" y="37"/>
                  </a:lnTo>
                  <a:lnTo>
                    <a:pt x="0" y="37"/>
                  </a:lnTo>
                  <a:lnTo>
                    <a:pt x="2" y="30"/>
                  </a:lnTo>
                  <a:lnTo>
                    <a:pt x="4" y="23"/>
                  </a:lnTo>
                  <a:lnTo>
                    <a:pt x="7" y="16"/>
                  </a:lnTo>
                  <a:lnTo>
                    <a:pt x="13" y="11"/>
                  </a:lnTo>
                  <a:lnTo>
                    <a:pt x="18" y="7"/>
                  </a:lnTo>
                  <a:lnTo>
                    <a:pt x="23" y="3"/>
                  </a:lnTo>
                  <a:lnTo>
                    <a:pt x="30" y="2"/>
                  </a:lnTo>
                  <a:lnTo>
                    <a:pt x="39" y="0"/>
                  </a:lnTo>
                  <a:lnTo>
                    <a:pt x="39" y="0"/>
                  </a:lnTo>
                  <a:lnTo>
                    <a:pt x="46" y="2"/>
                  </a:lnTo>
                  <a:lnTo>
                    <a:pt x="53" y="3"/>
                  </a:lnTo>
                  <a:lnTo>
                    <a:pt x="61" y="7"/>
                  </a:lnTo>
                  <a:lnTo>
                    <a:pt x="66" y="11"/>
                  </a:lnTo>
                  <a:lnTo>
                    <a:pt x="69" y="16"/>
                  </a:lnTo>
                  <a:lnTo>
                    <a:pt x="73" y="23"/>
                  </a:lnTo>
                  <a:lnTo>
                    <a:pt x="75" y="30"/>
                  </a:lnTo>
                  <a:lnTo>
                    <a:pt x="77" y="37"/>
                  </a:lnTo>
                  <a:lnTo>
                    <a:pt x="77" y="37"/>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77" name="Rectangle 199"/>
            <p:cNvSpPr>
              <a:spLocks noChangeArrowheads="1"/>
            </p:cNvSpPr>
            <p:nvPr/>
          </p:nvSpPr>
          <p:spPr bwMode="auto">
            <a:xfrm>
              <a:off x="3670299" y="1103313"/>
              <a:ext cx="22225" cy="277814"/>
            </a:xfrm>
            <a:prstGeom prst="rect">
              <a:avLst/>
            </a:prstGeom>
            <a:solidFill>
              <a:schemeClr val="accent3"/>
            </a:solidFill>
            <a:ln>
              <a:noFill/>
            </a:ln>
          </p:spPr>
          <p:txBody>
            <a:bodyPr vert="horz" wrap="square" lIns="91440" tIns="45720" rIns="91440" bIns="45720" numCol="1" anchor="t" anchorCtr="0" compatLnSpc="1"/>
            <a:lstStyle/>
            <a:p>
              <a:endParaRPr lang="en-US"/>
            </a:p>
          </p:txBody>
        </p:sp>
      </p:grpSp>
      <p:grpSp>
        <p:nvGrpSpPr>
          <p:cNvPr id="178" name="Group 177"/>
          <p:cNvGrpSpPr/>
          <p:nvPr/>
        </p:nvGrpSpPr>
        <p:grpSpPr>
          <a:xfrm>
            <a:off x="11033658" y="1685397"/>
            <a:ext cx="485991" cy="585065"/>
            <a:chOff x="2611439" y="3984625"/>
            <a:chExt cx="646113" cy="777822"/>
          </a:xfrm>
        </p:grpSpPr>
        <p:sp>
          <p:nvSpPr>
            <p:cNvPr id="179" name="Freeform 101"/>
            <p:cNvSpPr/>
            <p:nvPr/>
          </p:nvSpPr>
          <p:spPr bwMode="auto">
            <a:xfrm>
              <a:off x="2611439" y="3994104"/>
              <a:ext cx="646112" cy="768342"/>
            </a:xfrm>
            <a:custGeom>
              <a:avLst/>
              <a:gdLst>
                <a:gd name="T0" fmla="*/ 388 w 407"/>
                <a:gd name="T1" fmla="*/ 402 h 484"/>
                <a:gd name="T2" fmla="*/ 388 w 407"/>
                <a:gd name="T3" fmla="*/ 402 h 484"/>
                <a:gd name="T4" fmla="*/ 348 w 407"/>
                <a:gd name="T5" fmla="*/ 340 h 484"/>
                <a:gd name="T6" fmla="*/ 304 w 407"/>
                <a:gd name="T7" fmla="*/ 274 h 484"/>
                <a:gd name="T8" fmla="*/ 284 w 407"/>
                <a:gd name="T9" fmla="*/ 244 h 484"/>
                <a:gd name="T10" fmla="*/ 268 w 407"/>
                <a:gd name="T11" fmla="*/ 215 h 484"/>
                <a:gd name="T12" fmla="*/ 258 w 407"/>
                <a:gd name="T13" fmla="*/ 194 h 484"/>
                <a:gd name="T14" fmla="*/ 254 w 407"/>
                <a:gd name="T15" fmla="*/ 185 h 484"/>
                <a:gd name="T16" fmla="*/ 252 w 407"/>
                <a:gd name="T17" fmla="*/ 178 h 484"/>
                <a:gd name="T18" fmla="*/ 252 w 407"/>
                <a:gd name="T19" fmla="*/ 178 h 484"/>
                <a:gd name="T20" fmla="*/ 254 w 407"/>
                <a:gd name="T21" fmla="*/ 0 h 484"/>
                <a:gd name="T22" fmla="*/ 154 w 407"/>
                <a:gd name="T23" fmla="*/ 0 h 484"/>
                <a:gd name="T24" fmla="*/ 154 w 407"/>
                <a:gd name="T25" fmla="*/ 0 h 484"/>
                <a:gd name="T26" fmla="*/ 154 w 407"/>
                <a:gd name="T27" fmla="*/ 178 h 484"/>
                <a:gd name="T28" fmla="*/ 154 w 407"/>
                <a:gd name="T29" fmla="*/ 178 h 484"/>
                <a:gd name="T30" fmla="*/ 153 w 407"/>
                <a:gd name="T31" fmla="*/ 185 h 484"/>
                <a:gd name="T32" fmla="*/ 151 w 407"/>
                <a:gd name="T33" fmla="*/ 194 h 484"/>
                <a:gd name="T34" fmla="*/ 138 w 407"/>
                <a:gd name="T35" fmla="*/ 215 h 484"/>
                <a:gd name="T36" fmla="*/ 122 w 407"/>
                <a:gd name="T37" fmla="*/ 244 h 484"/>
                <a:gd name="T38" fmla="*/ 103 w 407"/>
                <a:gd name="T39" fmla="*/ 274 h 484"/>
                <a:gd name="T40" fmla="*/ 58 w 407"/>
                <a:gd name="T41" fmla="*/ 340 h 484"/>
                <a:gd name="T42" fmla="*/ 19 w 407"/>
                <a:gd name="T43" fmla="*/ 402 h 484"/>
                <a:gd name="T44" fmla="*/ 19 w 407"/>
                <a:gd name="T45" fmla="*/ 402 h 484"/>
                <a:gd name="T46" fmla="*/ 10 w 407"/>
                <a:gd name="T47" fmla="*/ 416 h 484"/>
                <a:gd name="T48" fmla="*/ 5 w 407"/>
                <a:gd name="T49" fmla="*/ 431 h 484"/>
                <a:gd name="T50" fmla="*/ 0 w 407"/>
                <a:gd name="T51" fmla="*/ 445 h 484"/>
                <a:gd name="T52" fmla="*/ 0 w 407"/>
                <a:gd name="T53" fmla="*/ 457 h 484"/>
                <a:gd name="T54" fmla="*/ 1 w 407"/>
                <a:gd name="T55" fmla="*/ 463 h 484"/>
                <a:gd name="T56" fmla="*/ 3 w 407"/>
                <a:gd name="T57" fmla="*/ 468 h 484"/>
                <a:gd name="T58" fmla="*/ 9 w 407"/>
                <a:gd name="T59" fmla="*/ 473 h 484"/>
                <a:gd name="T60" fmla="*/ 14 w 407"/>
                <a:gd name="T61" fmla="*/ 477 h 484"/>
                <a:gd name="T62" fmla="*/ 21 w 407"/>
                <a:gd name="T63" fmla="*/ 480 h 484"/>
                <a:gd name="T64" fmla="*/ 30 w 407"/>
                <a:gd name="T65" fmla="*/ 482 h 484"/>
                <a:gd name="T66" fmla="*/ 41 w 407"/>
                <a:gd name="T67" fmla="*/ 484 h 484"/>
                <a:gd name="T68" fmla="*/ 55 w 407"/>
                <a:gd name="T69" fmla="*/ 484 h 484"/>
                <a:gd name="T70" fmla="*/ 55 w 407"/>
                <a:gd name="T71" fmla="*/ 484 h 484"/>
                <a:gd name="T72" fmla="*/ 352 w 407"/>
                <a:gd name="T73" fmla="*/ 484 h 484"/>
                <a:gd name="T74" fmla="*/ 352 w 407"/>
                <a:gd name="T75" fmla="*/ 484 h 484"/>
                <a:gd name="T76" fmla="*/ 366 w 407"/>
                <a:gd name="T77" fmla="*/ 484 h 484"/>
                <a:gd name="T78" fmla="*/ 377 w 407"/>
                <a:gd name="T79" fmla="*/ 482 h 484"/>
                <a:gd name="T80" fmla="*/ 386 w 407"/>
                <a:gd name="T81" fmla="*/ 480 h 484"/>
                <a:gd name="T82" fmla="*/ 393 w 407"/>
                <a:gd name="T83" fmla="*/ 477 h 484"/>
                <a:gd name="T84" fmla="*/ 398 w 407"/>
                <a:gd name="T85" fmla="*/ 473 h 484"/>
                <a:gd name="T86" fmla="*/ 404 w 407"/>
                <a:gd name="T87" fmla="*/ 468 h 484"/>
                <a:gd name="T88" fmla="*/ 405 w 407"/>
                <a:gd name="T89" fmla="*/ 463 h 484"/>
                <a:gd name="T90" fmla="*/ 407 w 407"/>
                <a:gd name="T91" fmla="*/ 457 h 484"/>
                <a:gd name="T92" fmla="*/ 407 w 407"/>
                <a:gd name="T93" fmla="*/ 445 h 484"/>
                <a:gd name="T94" fmla="*/ 402 w 407"/>
                <a:gd name="T95" fmla="*/ 431 h 484"/>
                <a:gd name="T96" fmla="*/ 397 w 407"/>
                <a:gd name="T97" fmla="*/ 416 h 484"/>
                <a:gd name="T98" fmla="*/ 388 w 407"/>
                <a:gd name="T99" fmla="*/ 402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7" h="484">
                  <a:moveTo>
                    <a:pt x="388" y="402"/>
                  </a:moveTo>
                  <a:lnTo>
                    <a:pt x="388" y="402"/>
                  </a:lnTo>
                  <a:lnTo>
                    <a:pt x="348" y="340"/>
                  </a:lnTo>
                  <a:lnTo>
                    <a:pt x="304" y="274"/>
                  </a:lnTo>
                  <a:lnTo>
                    <a:pt x="284" y="244"/>
                  </a:lnTo>
                  <a:lnTo>
                    <a:pt x="268" y="215"/>
                  </a:lnTo>
                  <a:lnTo>
                    <a:pt x="258" y="194"/>
                  </a:lnTo>
                  <a:lnTo>
                    <a:pt x="254" y="185"/>
                  </a:lnTo>
                  <a:lnTo>
                    <a:pt x="252" y="178"/>
                  </a:lnTo>
                  <a:lnTo>
                    <a:pt x="252" y="178"/>
                  </a:lnTo>
                  <a:lnTo>
                    <a:pt x="254" y="0"/>
                  </a:lnTo>
                  <a:lnTo>
                    <a:pt x="154" y="0"/>
                  </a:lnTo>
                  <a:lnTo>
                    <a:pt x="154" y="0"/>
                  </a:lnTo>
                  <a:lnTo>
                    <a:pt x="154" y="178"/>
                  </a:lnTo>
                  <a:lnTo>
                    <a:pt x="154" y="178"/>
                  </a:lnTo>
                  <a:lnTo>
                    <a:pt x="153" y="185"/>
                  </a:lnTo>
                  <a:lnTo>
                    <a:pt x="151" y="194"/>
                  </a:lnTo>
                  <a:lnTo>
                    <a:pt x="138" y="215"/>
                  </a:lnTo>
                  <a:lnTo>
                    <a:pt x="122" y="244"/>
                  </a:lnTo>
                  <a:lnTo>
                    <a:pt x="103" y="274"/>
                  </a:lnTo>
                  <a:lnTo>
                    <a:pt x="58" y="340"/>
                  </a:lnTo>
                  <a:lnTo>
                    <a:pt x="19" y="402"/>
                  </a:lnTo>
                  <a:lnTo>
                    <a:pt x="19" y="402"/>
                  </a:lnTo>
                  <a:lnTo>
                    <a:pt x="10" y="416"/>
                  </a:lnTo>
                  <a:lnTo>
                    <a:pt x="5" y="431"/>
                  </a:lnTo>
                  <a:lnTo>
                    <a:pt x="0" y="445"/>
                  </a:lnTo>
                  <a:lnTo>
                    <a:pt x="0" y="457"/>
                  </a:lnTo>
                  <a:lnTo>
                    <a:pt x="1" y="463"/>
                  </a:lnTo>
                  <a:lnTo>
                    <a:pt x="3" y="468"/>
                  </a:lnTo>
                  <a:lnTo>
                    <a:pt x="9" y="473"/>
                  </a:lnTo>
                  <a:lnTo>
                    <a:pt x="14" y="477"/>
                  </a:lnTo>
                  <a:lnTo>
                    <a:pt x="21" y="480"/>
                  </a:lnTo>
                  <a:lnTo>
                    <a:pt x="30" y="482"/>
                  </a:lnTo>
                  <a:lnTo>
                    <a:pt x="41" y="484"/>
                  </a:lnTo>
                  <a:lnTo>
                    <a:pt x="55" y="484"/>
                  </a:lnTo>
                  <a:lnTo>
                    <a:pt x="55" y="484"/>
                  </a:lnTo>
                  <a:lnTo>
                    <a:pt x="352" y="484"/>
                  </a:lnTo>
                  <a:lnTo>
                    <a:pt x="352" y="484"/>
                  </a:lnTo>
                  <a:lnTo>
                    <a:pt x="366" y="484"/>
                  </a:lnTo>
                  <a:lnTo>
                    <a:pt x="377" y="482"/>
                  </a:lnTo>
                  <a:lnTo>
                    <a:pt x="386" y="480"/>
                  </a:lnTo>
                  <a:lnTo>
                    <a:pt x="393" y="477"/>
                  </a:lnTo>
                  <a:lnTo>
                    <a:pt x="398" y="473"/>
                  </a:lnTo>
                  <a:lnTo>
                    <a:pt x="404" y="468"/>
                  </a:lnTo>
                  <a:lnTo>
                    <a:pt x="405" y="463"/>
                  </a:lnTo>
                  <a:lnTo>
                    <a:pt x="407" y="457"/>
                  </a:lnTo>
                  <a:lnTo>
                    <a:pt x="407" y="445"/>
                  </a:lnTo>
                  <a:lnTo>
                    <a:pt x="402" y="431"/>
                  </a:lnTo>
                  <a:lnTo>
                    <a:pt x="397" y="416"/>
                  </a:lnTo>
                  <a:lnTo>
                    <a:pt x="388" y="402"/>
                  </a:lnTo>
                  <a:close/>
                </a:path>
              </a:pathLst>
            </a:custGeom>
            <a:solidFill>
              <a:schemeClr val="bg1">
                <a:lumMod val="85000"/>
              </a:schemeClr>
            </a:solidFill>
            <a:ln>
              <a:noFill/>
            </a:ln>
          </p:spPr>
          <p:txBody>
            <a:bodyPr vert="horz" wrap="square" lIns="91440" tIns="45720" rIns="91440" bIns="45720" numCol="1" anchor="t" anchorCtr="0" compatLnSpc="1"/>
            <a:lstStyle/>
            <a:p>
              <a:endParaRPr lang="en-US"/>
            </a:p>
          </p:txBody>
        </p:sp>
        <p:sp>
          <p:nvSpPr>
            <p:cNvPr id="180" name="Freeform 102"/>
            <p:cNvSpPr/>
            <p:nvPr/>
          </p:nvSpPr>
          <p:spPr bwMode="auto">
            <a:xfrm>
              <a:off x="2611440" y="3994105"/>
              <a:ext cx="646112" cy="768342"/>
            </a:xfrm>
            <a:custGeom>
              <a:avLst/>
              <a:gdLst>
                <a:gd name="T0" fmla="*/ 388 w 407"/>
                <a:gd name="T1" fmla="*/ 402 h 484"/>
                <a:gd name="T2" fmla="*/ 388 w 407"/>
                <a:gd name="T3" fmla="*/ 402 h 484"/>
                <a:gd name="T4" fmla="*/ 348 w 407"/>
                <a:gd name="T5" fmla="*/ 340 h 484"/>
                <a:gd name="T6" fmla="*/ 304 w 407"/>
                <a:gd name="T7" fmla="*/ 274 h 484"/>
                <a:gd name="T8" fmla="*/ 284 w 407"/>
                <a:gd name="T9" fmla="*/ 244 h 484"/>
                <a:gd name="T10" fmla="*/ 268 w 407"/>
                <a:gd name="T11" fmla="*/ 215 h 484"/>
                <a:gd name="T12" fmla="*/ 258 w 407"/>
                <a:gd name="T13" fmla="*/ 194 h 484"/>
                <a:gd name="T14" fmla="*/ 254 w 407"/>
                <a:gd name="T15" fmla="*/ 185 h 484"/>
                <a:gd name="T16" fmla="*/ 252 w 407"/>
                <a:gd name="T17" fmla="*/ 178 h 484"/>
                <a:gd name="T18" fmla="*/ 252 w 407"/>
                <a:gd name="T19" fmla="*/ 178 h 484"/>
                <a:gd name="T20" fmla="*/ 254 w 407"/>
                <a:gd name="T21" fmla="*/ 0 h 484"/>
                <a:gd name="T22" fmla="*/ 154 w 407"/>
                <a:gd name="T23" fmla="*/ 0 h 484"/>
                <a:gd name="T24" fmla="*/ 154 w 407"/>
                <a:gd name="T25" fmla="*/ 0 h 484"/>
                <a:gd name="T26" fmla="*/ 154 w 407"/>
                <a:gd name="T27" fmla="*/ 178 h 484"/>
                <a:gd name="T28" fmla="*/ 154 w 407"/>
                <a:gd name="T29" fmla="*/ 178 h 484"/>
                <a:gd name="T30" fmla="*/ 153 w 407"/>
                <a:gd name="T31" fmla="*/ 185 h 484"/>
                <a:gd name="T32" fmla="*/ 151 w 407"/>
                <a:gd name="T33" fmla="*/ 194 h 484"/>
                <a:gd name="T34" fmla="*/ 138 w 407"/>
                <a:gd name="T35" fmla="*/ 215 h 484"/>
                <a:gd name="T36" fmla="*/ 122 w 407"/>
                <a:gd name="T37" fmla="*/ 244 h 484"/>
                <a:gd name="T38" fmla="*/ 103 w 407"/>
                <a:gd name="T39" fmla="*/ 274 h 484"/>
                <a:gd name="T40" fmla="*/ 58 w 407"/>
                <a:gd name="T41" fmla="*/ 340 h 484"/>
                <a:gd name="T42" fmla="*/ 19 w 407"/>
                <a:gd name="T43" fmla="*/ 402 h 484"/>
                <a:gd name="T44" fmla="*/ 19 w 407"/>
                <a:gd name="T45" fmla="*/ 402 h 484"/>
                <a:gd name="T46" fmla="*/ 10 w 407"/>
                <a:gd name="T47" fmla="*/ 416 h 484"/>
                <a:gd name="T48" fmla="*/ 5 w 407"/>
                <a:gd name="T49" fmla="*/ 431 h 484"/>
                <a:gd name="T50" fmla="*/ 0 w 407"/>
                <a:gd name="T51" fmla="*/ 445 h 484"/>
                <a:gd name="T52" fmla="*/ 0 w 407"/>
                <a:gd name="T53" fmla="*/ 457 h 484"/>
                <a:gd name="T54" fmla="*/ 1 w 407"/>
                <a:gd name="T55" fmla="*/ 463 h 484"/>
                <a:gd name="T56" fmla="*/ 3 w 407"/>
                <a:gd name="T57" fmla="*/ 468 h 484"/>
                <a:gd name="T58" fmla="*/ 9 w 407"/>
                <a:gd name="T59" fmla="*/ 473 h 484"/>
                <a:gd name="T60" fmla="*/ 14 w 407"/>
                <a:gd name="T61" fmla="*/ 477 h 484"/>
                <a:gd name="T62" fmla="*/ 21 w 407"/>
                <a:gd name="T63" fmla="*/ 480 h 484"/>
                <a:gd name="T64" fmla="*/ 30 w 407"/>
                <a:gd name="T65" fmla="*/ 482 h 484"/>
                <a:gd name="T66" fmla="*/ 41 w 407"/>
                <a:gd name="T67" fmla="*/ 484 h 484"/>
                <a:gd name="T68" fmla="*/ 55 w 407"/>
                <a:gd name="T69" fmla="*/ 484 h 484"/>
                <a:gd name="T70" fmla="*/ 55 w 407"/>
                <a:gd name="T71" fmla="*/ 484 h 484"/>
                <a:gd name="T72" fmla="*/ 352 w 407"/>
                <a:gd name="T73" fmla="*/ 484 h 484"/>
                <a:gd name="T74" fmla="*/ 352 w 407"/>
                <a:gd name="T75" fmla="*/ 484 h 484"/>
                <a:gd name="T76" fmla="*/ 366 w 407"/>
                <a:gd name="T77" fmla="*/ 484 h 484"/>
                <a:gd name="T78" fmla="*/ 377 w 407"/>
                <a:gd name="T79" fmla="*/ 482 h 484"/>
                <a:gd name="T80" fmla="*/ 386 w 407"/>
                <a:gd name="T81" fmla="*/ 480 h 484"/>
                <a:gd name="T82" fmla="*/ 393 w 407"/>
                <a:gd name="T83" fmla="*/ 477 h 484"/>
                <a:gd name="T84" fmla="*/ 398 w 407"/>
                <a:gd name="T85" fmla="*/ 473 h 484"/>
                <a:gd name="T86" fmla="*/ 404 w 407"/>
                <a:gd name="T87" fmla="*/ 468 h 484"/>
                <a:gd name="T88" fmla="*/ 405 w 407"/>
                <a:gd name="T89" fmla="*/ 463 h 484"/>
                <a:gd name="T90" fmla="*/ 407 w 407"/>
                <a:gd name="T91" fmla="*/ 457 h 484"/>
                <a:gd name="T92" fmla="*/ 407 w 407"/>
                <a:gd name="T93" fmla="*/ 445 h 484"/>
                <a:gd name="T94" fmla="*/ 402 w 407"/>
                <a:gd name="T95" fmla="*/ 431 h 484"/>
                <a:gd name="T96" fmla="*/ 397 w 407"/>
                <a:gd name="T97" fmla="*/ 416 h 484"/>
                <a:gd name="T98" fmla="*/ 388 w 407"/>
                <a:gd name="T99" fmla="*/ 402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7" h="484">
                  <a:moveTo>
                    <a:pt x="388" y="402"/>
                  </a:moveTo>
                  <a:lnTo>
                    <a:pt x="388" y="402"/>
                  </a:lnTo>
                  <a:lnTo>
                    <a:pt x="348" y="340"/>
                  </a:lnTo>
                  <a:lnTo>
                    <a:pt x="304" y="274"/>
                  </a:lnTo>
                  <a:lnTo>
                    <a:pt x="284" y="244"/>
                  </a:lnTo>
                  <a:lnTo>
                    <a:pt x="268" y="215"/>
                  </a:lnTo>
                  <a:lnTo>
                    <a:pt x="258" y="194"/>
                  </a:lnTo>
                  <a:lnTo>
                    <a:pt x="254" y="185"/>
                  </a:lnTo>
                  <a:lnTo>
                    <a:pt x="252" y="178"/>
                  </a:lnTo>
                  <a:lnTo>
                    <a:pt x="252" y="178"/>
                  </a:lnTo>
                  <a:lnTo>
                    <a:pt x="254" y="0"/>
                  </a:lnTo>
                  <a:lnTo>
                    <a:pt x="154" y="0"/>
                  </a:lnTo>
                  <a:lnTo>
                    <a:pt x="154" y="0"/>
                  </a:lnTo>
                  <a:lnTo>
                    <a:pt x="154" y="178"/>
                  </a:lnTo>
                  <a:lnTo>
                    <a:pt x="154" y="178"/>
                  </a:lnTo>
                  <a:lnTo>
                    <a:pt x="153" y="185"/>
                  </a:lnTo>
                  <a:lnTo>
                    <a:pt x="151" y="194"/>
                  </a:lnTo>
                  <a:lnTo>
                    <a:pt x="138" y="215"/>
                  </a:lnTo>
                  <a:lnTo>
                    <a:pt x="122" y="244"/>
                  </a:lnTo>
                  <a:lnTo>
                    <a:pt x="103" y="274"/>
                  </a:lnTo>
                  <a:lnTo>
                    <a:pt x="58" y="340"/>
                  </a:lnTo>
                  <a:lnTo>
                    <a:pt x="19" y="402"/>
                  </a:lnTo>
                  <a:lnTo>
                    <a:pt x="19" y="402"/>
                  </a:lnTo>
                  <a:lnTo>
                    <a:pt x="10" y="416"/>
                  </a:lnTo>
                  <a:lnTo>
                    <a:pt x="5" y="431"/>
                  </a:lnTo>
                  <a:lnTo>
                    <a:pt x="0" y="445"/>
                  </a:lnTo>
                  <a:lnTo>
                    <a:pt x="0" y="457"/>
                  </a:lnTo>
                  <a:lnTo>
                    <a:pt x="1" y="463"/>
                  </a:lnTo>
                  <a:lnTo>
                    <a:pt x="3" y="468"/>
                  </a:lnTo>
                  <a:lnTo>
                    <a:pt x="9" y="473"/>
                  </a:lnTo>
                  <a:lnTo>
                    <a:pt x="14" y="477"/>
                  </a:lnTo>
                  <a:lnTo>
                    <a:pt x="21" y="480"/>
                  </a:lnTo>
                  <a:lnTo>
                    <a:pt x="30" y="482"/>
                  </a:lnTo>
                  <a:lnTo>
                    <a:pt x="41" y="484"/>
                  </a:lnTo>
                  <a:lnTo>
                    <a:pt x="55" y="484"/>
                  </a:lnTo>
                  <a:lnTo>
                    <a:pt x="55" y="484"/>
                  </a:lnTo>
                  <a:lnTo>
                    <a:pt x="352" y="484"/>
                  </a:lnTo>
                  <a:lnTo>
                    <a:pt x="352" y="484"/>
                  </a:lnTo>
                  <a:lnTo>
                    <a:pt x="366" y="484"/>
                  </a:lnTo>
                  <a:lnTo>
                    <a:pt x="377" y="482"/>
                  </a:lnTo>
                  <a:lnTo>
                    <a:pt x="386" y="480"/>
                  </a:lnTo>
                  <a:lnTo>
                    <a:pt x="393" y="477"/>
                  </a:lnTo>
                  <a:lnTo>
                    <a:pt x="398" y="473"/>
                  </a:lnTo>
                  <a:lnTo>
                    <a:pt x="404" y="468"/>
                  </a:lnTo>
                  <a:lnTo>
                    <a:pt x="405" y="463"/>
                  </a:lnTo>
                  <a:lnTo>
                    <a:pt x="407" y="457"/>
                  </a:lnTo>
                  <a:lnTo>
                    <a:pt x="407" y="445"/>
                  </a:lnTo>
                  <a:lnTo>
                    <a:pt x="402" y="431"/>
                  </a:lnTo>
                  <a:lnTo>
                    <a:pt x="397" y="416"/>
                  </a:lnTo>
                  <a:lnTo>
                    <a:pt x="388" y="402"/>
                  </a:lnTo>
                </a:path>
              </a:pathLst>
            </a:custGeom>
            <a:noFill/>
            <a:ln>
              <a:noFill/>
            </a:ln>
          </p:spPr>
          <p:txBody>
            <a:bodyPr vert="horz" wrap="square" lIns="91440" tIns="45720" rIns="91440" bIns="45720" numCol="1" anchor="t" anchorCtr="0" compatLnSpc="1"/>
            <a:lstStyle/>
            <a:p>
              <a:endParaRPr lang="en-US"/>
            </a:p>
          </p:txBody>
        </p:sp>
        <p:sp>
          <p:nvSpPr>
            <p:cNvPr id="181" name="Freeform 103"/>
            <p:cNvSpPr/>
            <p:nvPr/>
          </p:nvSpPr>
          <p:spPr bwMode="auto">
            <a:xfrm>
              <a:off x="2687641" y="4440191"/>
              <a:ext cx="493712" cy="276221"/>
            </a:xfrm>
            <a:custGeom>
              <a:avLst/>
              <a:gdLst>
                <a:gd name="T0" fmla="*/ 229 w 311"/>
                <a:gd name="T1" fmla="*/ 9 h 174"/>
                <a:gd name="T2" fmla="*/ 229 w 311"/>
                <a:gd name="T3" fmla="*/ 9 h 174"/>
                <a:gd name="T4" fmla="*/ 210 w 311"/>
                <a:gd name="T5" fmla="*/ 9 h 174"/>
                <a:gd name="T6" fmla="*/ 190 w 311"/>
                <a:gd name="T7" fmla="*/ 9 h 174"/>
                <a:gd name="T8" fmla="*/ 151 w 311"/>
                <a:gd name="T9" fmla="*/ 3 h 174"/>
                <a:gd name="T10" fmla="*/ 151 w 311"/>
                <a:gd name="T11" fmla="*/ 3 h 174"/>
                <a:gd name="T12" fmla="*/ 119 w 311"/>
                <a:gd name="T13" fmla="*/ 0 h 174"/>
                <a:gd name="T14" fmla="*/ 87 w 311"/>
                <a:gd name="T15" fmla="*/ 0 h 174"/>
                <a:gd name="T16" fmla="*/ 87 w 311"/>
                <a:gd name="T17" fmla="*/ 0 h 174"/>
                <a:gd name="T18" fmla="*/ 50 w 311"/>
                <a:gd name="T19" fmla="*/ 57 h 174"/>
                <a:gd name="T20" fmla="*/ 14 w 311"/>
                <a:gd name="T21" fmla="*/ 110 h 174"/>
                <a:gd name="T22" fmla="*/ 14 w 311"/>
                <a:gd name="T23" fmla="*/ 110 h 174"/>
                <a:gd name="T24" fmla="*/ 9 w 311"/>
                <a:gd name="T25" fmla="*/ 123 h 174"/>
                <a:gd name="T26" fmla="*/ 3 w 311"/>
                <a:gd name="T27" fmla="*/ 133 h 174"/>
                <a:gd name="T28" fmla="*/ 0 w 311"/>
                <a:gd name="T29" fmla="*/ 144 h 174"/>
                <a:gd name="T30" fmla="*/ 0 w 311"/>
                <a:gd name="T31" fmla="*/ 153 h 174"/>
                <a:gd name="T32" fmla="*/ 0 w 311"/>
                <a:gd name="T33" fmla="*/ 158 h 174"/>
                <a:gd name="T34" fmla="*/ 3 w 311"/>
                <a:gd name="T35" fmla="*/ 162 h 174"/>
                <a:gd name="T36" fmla="*/ 5 w 311"/>
                <a:gd name="T37" fmla="*/ 166 h 174"/>
                <a:gd name="T38" fmla="*/ 10 w 311"/>
                <a:gd name="T39" fmla="*/ 169 h 174"/>
                <a:gd name="T40" fmla="*/ 16 w 311"/>
                <a:gd name="T41" fmla="*/ 171 h 174"/>
                <a:gd name="T42" fmla="*/ 23 w 311"/>
                <a:gd name="T43" fmla="*/ 173 h 174"/>
                <a:gd name="T44" fmla="*/ 41 w 311"/>
                <a:gd name="T45" fmla="*/ 174 h 174"/>
                <a:gd name="T46" fmla="*/ 41 w 311"/>
                <a:gd name="T47" fmla="*/ 174 h 174"/>
                <a:gd name="T48" fmla="*/ 270 w 311"/>
                <a:gd name="T49" fmla="*/ 174 h 174"/>
                <a:gd name="T50" fmla="*/ 270 w 311"/>
                <a:gd name="T51" fmla="*/ 174 h 174"/>
                <a:gd name="T52" fmla="*/ 288 w 311"/>
                <a:gd name="T53" fmla="*/ 173 h 174"/>
                <a:gd name="T54" fmla="*/ 295 w 311"/>
                <a:gd name="T55" fmla="*/ 171 h 174"/>
                <a:gd name="T56" fmla="*/ 300 w 311"/>
                <a:gd name="T57" fmla="*/ 169 h 174"/>
                <a:gd name="T58" fmla="*/ 306 w 311"/>
                <a:gd name="T59" fmla="*/ 166 h 174"/>
                <a:gd name="T60" fmla="*/ 309 w 311"/>
                <a:gd name="T61" fmla="*/ 162 h 174"/>
                <a:gd name="T62" fmla="*/ 311 w 311"/>
                <a:gd name="T63" fmla="*/ 158 h 174"/>
                <a:gd name="T64" fmla="*/ 311 w 311"/>
                <a:gd name="T65" fmla="*/ 153 h 174"/>
                <a:gd name="T66" fmla="*/ 311 w 311"/>
                <a:gd name="T67" fmla="*/ 144 h 174"/>
                <a:gd name="T68" fmla="*/ 308 w 311"/>
                <a:gd name="T69" fmla="*/ 133 h 174"/>
                <a:gd name="T70" fmla="*/ 304 w 311"/>
                <a:gd name="T71" fmla="*/ 123 h 174"/>
                <a:gd name="T72" fmla="*/ 297 w 311"/>
                <a:gd name="T73" fmla="*/ 110 h 174"/>
                <a:gd name="T74" fmla="*/ 297 w 311"/>
                <a:gd name="T75" fmla="*/ 110 h 174"/>
                <a:gd name="T76" fmla="*/ 265 w 311"/>
                <a:gd name="T77" fmla="*/ 60 h 174"/>
                <a:gd name="T78" fmla="*/ 229 w 311"/>
                <a:gd name="T79" fmla="*/ 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11" h="174">
                  <a:moveTo>
                    <a:pt x="229" y="9"/>
                  </a:moveTo>
                  <a:lnTo>
                    <a:pt x="229" y="9"/>
                  </a:lnTo>
                  <a:lnTo>
                    <a:pt x="210" y="9"/>
                  </a:lnTo>
                  <a:lnTo>
                    <a:pt x="190" y="9"/>
                  </a:lnTo>
                  <a:lnTo>
                    <a:pt x="151" y="3"/>
                  </a:lnTo>
                  <a:lnTo>
                    <a:pt x="151" y="3"/>
                  </a:lnTo>
                  <a:lnTo>
                    <a:pt x="119" y="0"/>
                  </a:lnTo>
                  <a:lnTo>
                    <a:pt x="87" y="0"/>
                  </a:lnTo>
                  <a:lnTo>
                    <a:pt x="87" y="0"/>
                  </a:lnTo>
                  <a:lnTo>
                    <a:pt x="50" y="57"/>
                  </a:lnTo>
                  <a:lnTo>
                    <a:pt x="14" y="110"/>
                  </a:lnTo>
                  <a:lnTo>
                    <a:pt x="14" y="110"/>
                  </a:lnTo>
                  <a:lnTo>
                    <a:pt x="9" y="123"/>
                  </a:lnTo>
                  <a:lnTo>
                    <a:pt x="3" y="133"/>
                  </a:lnTo>
                  <a:lnTo>
                    <a:pt x="0" y="144"/>
                  </a:lnTo>
                  <a:lnTo>
                    <a:pt x="0" y="153"/>
                  </a:lnTo>
                  <a:lnTo>
                    <a:pt x="0" y="158"/>
                  </a:lnTo>
                  <a:lnTo>
                    <a:pt x="3" y="162"/>
                  </a:lnTo>
                  <a:lnTo>
                    <a:pt x="5" y="166"/>
                  </a:lnTo>
                  <a:lnTo>
                    <a:pt x="10" y="169"/>
                  </a:lnTo>
                  <a:lnTo>
                    <a:pt x="16" y="171"/>
                  </a:lnTo>
                  <a:lnTo>
                    <a:pt x="23" y="173"/>
                  </a:lnTo>
                  <a:lnTo>
                    <a:pt x="41" y="174"/>
                  </a:lnTo>
                  <a:lnTo>
                    <a:pt x="41" y="174"/>
                  </a:lnTo>
                  <a:lnTo>
                    <a:pt x="270" y="174"/>
                  </a:lnTo>
                  <a:lnTo>
                    <a:pt x="270" y="174"/>
                  </a:lnTo>
                  <a:lnTo>
                    <a:pt x="288" y="173"/>
                  </a:lnTo>
                  <a:lnTo>
                    <a:pt x="295" y="171"/>
                  </a:lnTo>
                  <a:lnTo>
                    <a:pt x="300" y="169"/>
                  </a:lnTo>
                  <a:lnTo>
                    <a:pt x="306" y="166"/>
                  </a:lnTo>
                  <a:lnTo>
                    <a:pt x="309" y="162"/>
                  </a:lnTo>
                  <a:lnTo>
                    <a:pt x="311" y="158"/>
                  </a:lnTo>
                  <a:lnTo>
                    <a:pt x="311" y="153"/>
                  </a:lnTo>
                  <a:lnTo>
                    <a:pt x="311" y="144"/>
                  </a:lnTo>
                  <a:lnTo>
                    <a:pt x="308" y="133"/>
                  </a:lnTo>
                  <a:lnTo>
                    <a:pt x="304" y="123"/>
                  </a:lnTo>
                  <a:lnTo>
                    <a:pt x="297" y="110"/>
                  </a:lnTo>
                  <a:lnTo>
                    <a:pt x="297" y="110"/>
                  </a:lnTo>
                  <a:lnTo>
                    <a:pt x="265" y="60"/>
                  </a:lnTo>
                  <a:lnTo>
                    <a:pt x="229" y="9"/>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82" name="Freeform 104"/>
            <p:cNvSpPr/>
            <p:nvPr/>
          </p:nvSpPr>
          <p:spPr bwMode="auto">
            <a:xfrm>
              <a:off x="2687640" y="4440190"/>
              <a:ext cx="493712" cy="276221"/>
            </a:xfrm>
            <a:custGeom>
              <a:avLst/>
              <a:gdLst>
                <a:gd name="T0" fmla="*/ 229 w 311"/>
                <a:gd name="T1" fmla="*/ 9 h 174"/>
                <a:gd name="T2" fmla="*/ 229 w 311"/>
                <a:gd name="T3" fmla="*/ 9 h 174"/>
                <a:gd name="T4" fmla="*/ 210 w 311"/>
                <a:gd name="T5" fmla="*/ 9 h 174"/>
                <a:gd name="T6" fmla="*/ 190 w 311"/>
                <a:gd name="T7" fmla="*/ 9 h 174"/>
                <a:gd name="T8" fmla="*/ 151 w 311"/>
                <a:gd name="T9" fmla="*/ 3 h 174"/>
                <a:gd name="T10" fmla="*/ 151 w 311"/>
                <a:gd name="T11" fmla="*/ 3 h 174"/>
                <a:gd name="T12" fmla="*/ 119 w 311"/>
                <a:gd name="T13" fmla="*/ 0 h 174"/>
                <a:gd name="T14" fmla="*/ 87 w 311"/>
                <a:gd name="T15" fmla="*/ 0 h 174"/>
                <a:gd name="T16" fmla="*/ 87 w 311"/>
                <a:gd name="T17" fmla="*/ 0 h 174"/>
                <a:gd name="T18" fmla="*/ 50 w 311"/>
                <a:gd name="T19" fmla="*/ 57 h 174"/>
                <a:gd name="T20" fmla="*/ 14 w 311"/>
                <a:gd name="T21" fmla="*/ 110 h 174"/>
                <a:gd name="T22" fmla="*/ 14 w 311"/>
                <a:gd name="T23" fmla="*/ 110 h 174"/>
                <a:gd name="T24" fmla="*/ 9 w 311"/>
                <a:gd name="T25" fmla="*/ 123 h 174"/>
                <a:gd name="T26" fmla="*/ 3 w 311"/>
                <a:gd name="T27" fmla="*/ 133 h 174"/>
                <a:gd name="T28" fmla="*/ 0 w 311"/>
                <a:gd name="T29" fmla="*/ 144 h 174"/>
                <a:gd name="T30" fmla="*/ 0 w 311"/>
                <a:gd name="T31" fmla="*/ 153 h 174"/>
                <a:gd name="T32" fmla="*/ 0 w 311"/>
                <a:gd name="T33" fmla="*/ 158 h 174"/>
                <a:gd name="T34" fmla="*/ 3 w 311"/>
                <a:gd name="T35" fmla="*/ 162 h 174"/>
                <a:gd name="T36" fmla="*/ 5 w 311"/>
                <a:gd name="T37" fmla="*/ 166 h 174"/>
                <a:gd name="T38" fmla="*/ 10 w 311"/>
                <a:gd name="T39" fmla="*/ 169 h 174"/>
                <a:gd name="T40" fmla="*/ 16 w 311"/>
                <a:gd name="T41" fmla="*/ 171 h 174"/>
                <a:gd name="T42" fmla="*/ 23 w 311"/>
                <a:gd name="T43" fmla="*/ 173 h 174"/>
                <a:gd name="T44" fmla="*/ 41 w 311"/>
                <a:gd name="T45" fmla="*/ 174 h 174"/>
                <a:gd name="T46" fmla="*/ 41 w 311"/>
                <a:gd name="T47" fmla="*/ 174 h 174"/>
                <a:gd name="T48" fmla="*/ 270 w 311"/>
                <a:gd name="T49" fmla="*/ 174 h 174"/>
                <a:gd name="T50" fmla="*/ 270 w 311"/>
                <a:gd name="T51" fmla="*/ 174 h 174"/>
                <a:gd name="T52" fmla="*/ 288 w 311"/>
                <a:gd name="T53" fmla="*/ 173 h 174"/>
                <a:gd name="T54" fmla="*/ 295 w 311"/>
                <a:gd name="T55" fmla="*/ 171 h 174"/>
                <a:gd name="T56" fmla="*/ 300 w 311"/>
                <a:gd name="T57" fmla="*/ 169 h 174"/>
                <a:gd name="T58" fmla="*/ 306 w 311"/>
                <a:gd name="T59" fmla="*/ 166 h 174"/>
                <a:gd name="T60" fmla="*/ 309 w 311"/>
                <a:gd name="T61" fmla="*/ 162 h 174"/>
                <a:gd name="T62" fmla="*/ 311 w 311"/>
                <a:gd name="T63" fmla="*/ 158 h 174"/>
                <a:gd name="T64" fmla="*/ 311 w 311"/>
                <a:gd name="T65" fmla="*/ 153 h 174"/>
                <a:gd name="T66" fmla="*/ 311 w 311"/>
                <a:gd name="T67" fmla="*/ 144 h 174"/>
                <a:gd name="T68" fmla="*/ 308 w 311"/>
                <a:gd name="T69" fmla="*/ 133 h 174"/>
                <a:gd name="T70" fmla="*/ 304 w 311"/>
                <a:gd name="T71" fmla="*/ 123 h 174"/>
                <a:gd name="T72" fmla="*/ 297 w 311"/>
                <a:gd name="T73" fmla="*/ 110 h 174"/>
                <a:gd name="T74" fmla="*/ 297 w 311"/>
                <a:gd name="T75" fmla="*/ 110 h 174"/>
                <a:gd name="T76" fmla="*/ 265 w 311"/>
                <a:gd name="T77" fmla="*/ 60 h 174"/>
                <a:gd name="T78" fmla="*/ 229 w 311"/>
                <a:gd name="T79" fmla="*/ 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11" h="174">
                  <a:moveTo>
                    <a:pt x="229" y="9"/>
                  </a:moveTo>
                  <a:lnTo>
                    <a:pt x="229" y="9"/>
                  </a:lnTo>
                  <a:lnTo>
                    <a:pt x="210" y="9"/>
                  </a:lnTo>
                  <a:lnTo>
                    <a:pt x="190" y="9"/>
                  </a:lnTo>
                  <a:lnTo>
                    <a:pt x="151" y="3"/>
                  </a:lnTo>
                  <a:lnTo>
                    <a:pt x="151" y="3"/>
                  </a:lnTo>
                  <a:lnTo>
                    <a:pt x="119" y="0"/>
                  </a:lnTo>
                  <a:lnTo>
                    <a:pt x="87" y="0"/>
                  </a:lnTo>
                  <a:lnTo>
                    <a:pt x="87" y="0"/>
                  </a:lnTo>
                  <a:lnTo>
                    <a:pt x="50" y="57"/>
                  </a:lnTo>
                  <a:lnTo>
                    <a:pt x="14" y="110"/>
                  </a:lnTo>
                  <a:lnTo>
                    <a:pt x="14" y="110"/>
                  </a:lnTo>
                  <a:lnTo>
                    <a:pt x="9" y="123"/>
                  </a:lnTo>
                  <a:lnTo>
                    <a:pt x="3" y="133"/>
                  </a:lnTo>
                  <a:lnTo>
                    <a:pt x="0" y="144"/>
                  </a:lnTo>
                  <a:lnTo>
                    <a:pt x="0" y="153"/>
                  </a:lnTo>
                  <a:lnTo>
                    <a:pt x="0" y="158"/>
                  </a:lnTo>
                  <a:lnTo>
                    <a:pt x="3" y="162"/>
                  </a:lnTo>
                  <a:lnTo>
                    <a:pt x="5" y="166"/>
                  </a:lnTo>
                  <a:lnTo>
                    <a:pt x="10" y="169"/>
                  </a:lnTo>
                  <a:lnTo>
                    <a:pt x="16" y="171"/>
                  </a:lnTo>
                  <a:lnTo>
                    <a:pt x="23" y="173"/>
                  </a:lnTo>
                  <a:lnTo>
                    <a:pt x="41" y="174"/>
                  </a:lnTo>
                  <a:lnTo>
                    <a:pt x="41" y="174"/>
                  </a:lnTo>
                  <a:lnTo>
                    <a:pt x="270" y="174"/>
                  </a:lnTo>
                  <a:lnTo>
                    <a:pt x="270" y="174"/>
                  </a:lnTo>
                  <a:lnTo>
                    <a:pt x="288" y="173"/>
                  </a:lnTo>
                  <a:lnTo>
                    <a:pt x="295" y="171"/>
                  </a:lnTo>
                  <a:lnTo>
                    <a:pt x="300" y="169"/>
                  </a:lnTo>
                  <a:lnTo>
                    <a:pt x="306" y="166"/>
                  </a:lnTo>
                  <a:lnTo>
                    <a:pt x="309" y="162"/>
                  </a:lnTo>
                  <a:lnTo>
                    <a:pt x="311" y="158"/>
                  </a:lnTo>
                  <a:lnTo>
                    <a:pt x="311" y="153"/>
                  </a:lnTo>
                  <a:lnTo>
                    <a:pt x="311" y="144"/>
                  </a:lnTo>
                  <a:lnTo>
                    <a:pt x="308" y="133"/>
                  </a:lnTo>
                  <a:lnTo>
                    <a:pt x="304" y="123"/>
                  </a:lnTo>
                  <a:lnTo>
                    <a:pt x="297" y="110"/>
                  </a:lnTo>
                  <a:lnTo>
                    <a:pt x="297" y="110"/>
                  </a:lnTo>
                  <a:lnTo>
                    <a:pt x="265" y="60"/>
                  </a:lnTo>
                  <a:lnTo>
                    <a:pt x="229" y="9"/>
                  </a:lnTo>
                </a:path>
              </a:pathLst>
            </a:custGeom>
            <a:noFill/>
            <a:ln>
              <a:noFill/>
            </a:ln>
          </p:spPr>
          <p:txBody>
            <a:bodyPr vert="horz" wrap="square" lIns="91440" tIns="45720" rIns="91440" bIns="45720" numCol="1" anchor="t" anchorCtr="0" compatLnSpc="1"/>
            <a:lstStyle/>
            <a:p>
              <a:endParaRPr lang="en-US"/>
            </a:p>
          </p:txBody>
        </p:sp>
        <p:sp>
          <p:nvSpPr>
            <p:cNvPr id="183" name="Freeform 105"/>
            <p:cNvSpPr/>
            <p:nvPr/>
          </p:nvSpPr>
          <p:spPr bwMode="auto">
            <a:xfrm>
              <a:off x="2870203" y="4522739"/>
              <a:ext cx="57150" cy="55562"/>
            </a:xfrm>
            <a:custGeom>
              <a:avLst/>
              <a:gdLst>
                <a:gd name="T0" fmla="*/ 18 w 36"/>
                <a:gd name="T1" fmla="*/ 0 h 35"/>
                <a:gd name="T2" fmla="*/ 18 w 36"/>
                <a:gd name="T3" fmla="*/ 0 h 35"/>
                <a:gd name="T4" fmla="*/ 11 w 36"/>
                <a:gd name="T5" fmla="*/ 1 h 35"/>
                <a:gd name="T6" fmla="*/ 4 w 36"/>
                <a:gd name="T7" fmla="*/ 5 h 35"/>
                <a:gd name="T8" fmla="*/ 0 w 36"/>
                <a:gd name="T9" fmla="*/ 10 h 35"/>
                <a:gd name="T10" fmla="*/ 0 w 36"/>
                <a:gd name="T11" fmla="*/ 17 h 35"/>
                <a:gd name="T12" fmla="*/ 0 w 36"/>
                <a:gd name="T13" fmla="*/ 17 h 35"/>
                <a:gd name="T14" fmla="*/ 0 w 36"/>
                <a:gd name="T15" fmla="*/ 24 h 35"/>
                <a:gd name="T16" fmla="*/ 4 w 36"/>
                <a:gd name="T17" fmla="*/ 30 h 35"/>
                <a:gd name="T18" fmla="*/ 11 w 36"/>
                <a:gd name="T19" fmla="*/ 33 h 35"/>
                <a:gd name="T20" fmla="*/ 18 w 36"/>
                <a:gd name="T21" fmla="*/ 35 h 35"/>
                <a:gd name="T22" fmla="*/ 18 w 36"/>
                <a:gd name="T23" fmla="*/ 35 h 35"/>
                <a:gd name="T24" fmla="*/ 24 w 36"/>
                <a:gd name="T25" fmla="*/ 33 h 35"/>
                <a:gd name="T26" fmla="*/ 31 w 36"/>
                <a:gd name="T27" fmla="*/ 30 h 35"/>
                <a:gd name="T28" fmla="*/ 34 w 36"/>
                <a:gd name="T29" fmla="*/ 24 h 35"/>
                <a:gd name="T30" fmla="*/ 36 w 36"/>
                <a:gd name="T31" fmla="*/ 17 h 35"/>
                <a:gd name="T32" fmla="*/ 36 w 36"/>
                <a:gd name="T33" fmla="*/ 17 h 35"/>
                <a:gd name="T34" fmla="*/ 34 w 36"/>
                <a:gd name="T35" fmla="*/ 10 h 35"/>
                <a:gd name="T36" fmla="*/ 31 w 36"/>
                <a:gd name="T37" fmla="*/ 5 h 35"/>
                <a:gd name="T38" fmla="*/ 24 w 36"/>
                <a:gd name="T39" fmla="*/ 1 h 35"/>
                <a:gd name="T40" fmla="*/ 18 w 36"/>
                <a:gd name="T4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35">
                  <a:moveTo>
                    <a:pt x="18" y="0"/>
                  </a:moveTo>
                  <a:lnTo>
                    <a:pt x="18" y="0"/>
                  </a:lnTo>
                  <a:lnTo>
                    <a:pt x="11" y="1"/>
                  </a:lnTo>
                  <a:lnTo>
                    <a:pt x="4" y="5"/>
                  </a:lnTo>
                  <a:lnTo>
                    <a:pt x="0" y="10"/>
                  </a:lnTo>
                  <a:lnTo>
                    <a:pt x="0" y="17"/>
                  </a:lnTo>
                  <a:lnTo>
                    <a:pt x="0" y="17"/>
                  </a:lnTo>
                  <a:lnTo>
                    <a:pt x="0" y="24"/>
                  </a:lnTo>
                  <a:lnTo>
                    <a:pt x="4" y="30"/>
                  </a:lnTo>
                  <a:lnTo>
                    <a:pt x="11" y="33"/>
                  </a:lnTo>
                  <a:lnTo>
                    <a:pt x="18" y="35"/>
                  </a:lnTo>
                  <a:lnTo>
                    <a:pt x="18" y="35"/>
                  </a:lnTo>
                  <a:lnTo>
                    <a:pt x="24" y="33"/>
                  </a:lnTo>
                  <a:lnTo>
                    <a:pt x="31" y="30"/>
                  </a:lnTo>
                  <a:lnTo>
                    <a:pt x="34" y="24"/>
                  </a:lnTo>
                  <a:lnTo>
                    <a:pt x="36" y="17"/>
                  </a:lnTo>
                  <a:lnTo>
                    <a:pt x="36" y="17"/>
                  </a:lnTo>
                  <a:lnTo>
                    <a:pt x="34" y="10"/>
                  </a:lnTo>
                  <a:lnTo>
                    <a:pt x="31" y="5"/>
                  </a:lnTo>
                  <a:lnTo>
                    <a:pt x="24" y="1"/>
                  </a:lnTo>
                  <a:lnTo>
                    <a:pt x="18" y="0"/>
                  </a:lnTo>
                  <a:close/>
                </a:path>
              </a:pathLst>
            </a:custGeom>
            <a:solidFill>
              <a:schemeClr val="accent5">
                <a:lumMod val="50000"/>
              </a:schemeClr>
            </a:solidFill>
            <a:ln>
              <a:noFill/>
            </a:ln>
          </p:spPr>
          <p:txBody>
            <a:bodyPr vert="horz" wrap="square" lIns="91440" tIns="45720" rIns="91440" bIns="45720" numCol="1" anchor="t" anchorCtr="0" compatLnSpc="1"/>
            <a:lstStyle/>
            <a:p>
              <a:endParaRPr lang="en-US"/>
            </a:p>
          </p:txBody>
        </p:sp>
        <p:sp>
          <p:nvSpPr>
            <p:cNvPr id="184" name="Freeform 106"/>
            <p:cNvSpPr/>
            <p:nvPr/>
          </p:nvSpPr>
          <p:spPr bwMode="auto">
            <a:xfrm>
              <a:off x="2870203" y="4522739"/>
              <a:ext cx="57150" cy="55562"/>
            </a:xfrm>
            <a:custGeom>
              <a:avLst/>
              <a:gdLst>
                <a:gd name="T0" fmla="*/ 18 w 36"/>
                <a:gd name="T1" fmla="*/ 0 h 35"/>
                <a:gd name="T2" fmla="*/ 18 w 36"/>
                <a:gd name="T3" fmla="*/ 0 h 35"/>
                <a:gd name="T4" fmla="*/ 11 w 36"/>
                <a:gd name="T5" fmla="*/ 1 h 35"/>
                <a:gd name="T6" fmla="*/ 4 w 36"/>
                <a:gd name="T7" fmla="*/ 5 h 35"/>
                <a:gd name="T8" fmla="*/ 0 w 36"/>
                <a:gd name="T9" fmla="*/ 10 h 35"/>
                <a:gd name="T10" fmla="*/ 0 w 36"/>
                <a:gd name="T11" fmla="*/ 17 h 35"/>
                <a:gd name="T12" fmla="*/ 0 w 36"/>
                <a:gd name="T13" fmla="*/ 17 h 35"/>
                <a:gd name="T14" fmla="*/ 0 w 36"/>
                <a:gd name="T15" fmla="*/ 24 h 35"/>
                <a:gd name="T16" fmla="*/ 4 w 36"/>
                <a:gd name="T17" fmla="*/ 30 h 35"/>
                <a:gd name="T18" fmla="*/ 11 w 36"/>
                <a:gd name="T19" fmla="*/ 33 h 35"/>
                <a:gd name="T20" fmla="*/ 18 w 36"/>
                <a:gd name="T21" fmla="*/ 35 h 35"/>
                <a:gd name="T22" fmla="*/ 18 w 36"/>
                <a:gd name="T23" fmla="*/ 35 h 35"/>
                <a:gd name="T24" fmla="*/ 24 w 36"/>
                <a:gd name="T25" fmla="*/ 33 h 35"/>
                <a:gd name="T26" fmla="*/ 31 w 36"/>
                <a:gd name="T27" fmla="*/ 30 h 35"/>
                <a:gd name="T28" fmla="*/ 34 w 36"/>
                <a:gd name="T29" fmla="*/ 24 h 35"/>
                <a:gd name="T30" fmla="*/ 36 w 36"/>
                <a:gd name="T31" fmla="*/ 17 h 35"/>
                <a:gd name="T32" fmla="*/ 36 w 36"/>
                <a:gd name="T33" fmla="*/ 17 h 35"/>
                <a:gd name="T34" fmla="*/ 34 w 36"/>
                <a:gd name="T35" fmla="*/ 10 h 35"/>
                <a:gd name="T36" fmla="*/ 31 w 36"/>
                <a:gd name="T37" fmla="*/ 5 h 35"/>
                <a:gd name="T38" fmla="*/ 24 w 36"/>
                <a:gd name="T39" fmla="*/ 1 h 35"/>
                <a:gd name="T40" fmla="*/ 18 w 36"/>
                <a:gd name="T4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35">
                  <a:moveTo>
                    <a:pt x="18" y="0"/>
                  </a:moveTo>
                  <a:lnTo>
                    <a:pt x="18" y="0"/>
                  </a:lnTo>
                  <a:lnTo>
                    <a:pt x="11" y="1"/>
                  </a:lnTo>
                  <a:lnTo>
                    <a:pt x="4" y="5"/>
                  </a:lnTo>
                  <a:lnTo>
                    <a:pt x="0" y="10"/>
                  </a:lnTo>
                  <a:lnTo>
                    <a:pt x="0" y="17"/>
                  </a:lnTo>
                  <a:lnTo>
                    <a:pt x="0" y="17"/>
                  </a:lnTo>
                  <a:lnTo>
                    <a:pt x="0" y="24"/>
                  </a:lnTo>
                  <a:lnTo>
                    <a:pt x="4" y="30"/>
                  </a:lnTo>
                  <a:lnTo>
                    <a:pt x="11" y="33"/>
                  </a:lnTo>
                  <a:lnTo>
                    <a:pt x="18" y="35"/>
                  </a:lnTo>
                  <a:lnTo>
                    <a:pt x="18" y="35"/>
                  </a:lnTo>
                  <a:lnTo>
                    <a:pt x="24" y="33"/>
                  </a:lnTo>
                  <a:lnTo>
                    <a:pt x="31" y="30"/>
                  </a:lnTo>
                  <a:lnTo>
                    <a:pt x="34" y="24"/>
                  </a:lnTo>
                  <a:lnTo>
                    <a:pt x="36" y="17"/>
                  </a:lnTo>
                  <a:lnTo>
                    <a:pt x="36" y="17"/>
                  </a:lnTo>
                  <a:lnTo>
                    <a:pt x="34" y="10"/>
                  </a:lnTo>
                  <a:lnTo>
                    <a:pt x="31" y="5"/>
                  </a:lnTo>
                  <a:lnTo>
                    <a:pt x="24" y="1"/>
                  </a:lnTo>
                  <a:lnTo>
                    <a:pt x="18" y="0"/>
                  </a:lnTo>
                </a:path>
              </a:pathLst>
            </a:custGeom>
            <a:noFill/>
            <a:ln>
              <a:noFill/>
            </a:ln>
          </p:spPr>
          <p:txBody>
            <a:bodyPr vert="horz" wrap="square" lIns="91440" tIns="45720" rIns="91440" bIns="45720" numCol="1" anchor="t" anchorCtr="0" compatLnSpc="1"/>
            <a:lstStyle/>
            <a:p>
              <a:endParaRPr lang="en-US"/>
            </a:p>
          </p:txBody>
        </p:sp>
        <p:sp>
          <p:nvSpPr>
            <p:cNvPr id="185" name="Freeform 107"/>
            <p:cNvSpPr/>
            <p:nvPr/>
          </p:nvSpPr>
          <p:spPr bwMode="auto">
            <a:xfrm>
              <a:off x="2908302" y="4632274"/>
              <a:ext cx="55561" cy="57150"/>
            </a:xfrm>
            <a:custGeom>
              <a:avLst/>
              <a:gdLst>
                <a:gd name="T0" fmla="*/ 17 w 35"/>
                <a:gd name="T1" fmla="*/ 0 h 36"/>
                <a:gd name="T2" fmla="*/ 17 w 35"/>
                <a:gd name="T3" fmla="*/ 0 h 36"/>
                <a:gd name="T4" fmla="*/ 10 w 35"/>
                <a:gd name="T5" fmla="*/ 0 h 36"/>
                <a:gd name="T6" fmla="*/ 3 w 35"/>
                <a:gd name="T7" fmla="*/ 5 h 36"/>
                <a:gd name="T8" fmla="*/ 0 w 35"/>
                <a:gd name="T9" fmla="*/ 11 h 36"/>
                <a:gd name="T10" fmla="*/ 0 w 35"/>
                <a:gd name="T11" fmla="*/ 18 h 36"/>
                <a:gd name="T12" fmla="*/ 0 w 35"/>
                <a:gd name="T13" fmla="*/ 18 h 36"/>
                <a:gd name="T14" fmla="*/ 0 w 35"/>
                <a:gd name="T15" fmla="*/ 25 h 36"/>
                <a:gd name="T16" fmla="*/ 3 w 35"/>
                <a:gd name="T17" fmla="*/ 30 h 36"/>
                <a:gd name="T18" fmla="*/ 10 w 35"/>
                <a:gd name="T19" fmla="*/ 34 h 36"/>
                <a:gd name="T20" fmla="*/ 17 w 35"/>
                <a:gd name="T21" fmla="*/ 36 h 36"/>
                <a:gd name="T22" fmla="*/ 17 w 35"/>
                <a:gd name="T23" fmla="*/ 36 h 36"/>
                <a:gd name="T24" fmla="*/ 23 w 35"/>
                <a:gd name="T25" fmla="*/ 34 h 36"/>
                <a:gd name="T26" fmla="*/ 30 w 35"/>
                <a:gd name="T27" fmla="*/ 30 h 36"/>
                <a:gd name="T28" fmla="*/ 33 w 35"/>
                <a:gd name="T29" fmla="*/ 25 h 36"/>
                <a:gd name="T30" fmla="*/ 35 w 35"/>
                <a:gd name="T31" fmla="*/ 18 h 36"/>
                <a:gd name="T32" fmla="*/ 35 w 35"/>
                <a:gd name="T33" fmla="*/ 18 h 36"/>
                <a:gd name="T34" fmla="*/ 33 w 35"/>
                <a:gd name="T35" fmla="*/ 11 h 36"/>
                <a:gd name="T36" fmla="*/ 30 w 35"/>
                <a:gd name="T37" fmla="*/ 5 h 36"/>
                <a:gd name="T38" fmla="*/ 23 w 35"/>
                <a:gd name="T39" fmla="*/ 0 h 36"/>
                <a:gd name="T40" fmla="*/ 17 w 35"/>
                <a:gd name="T4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36">
                  <a:moveTo>
                    <a:pt x="17" y="0"/>
                  </a:moveTo>
                  <a:lnTo>
                    <a:pt x="17" y="0"/>
                  </a:lnTo>
                  <a:lnTo>
                    <a:pt x="10" y="0"/>
                  </a:lnTo>
                  <a:lnTo>
                    <a:pt x="3" y="5"/>
                  </a:lnTo>
                  <a:lnTo>
                    <a:pt x="0" y="11"/>
                  </a:lnTo>
                  <a:lnTo>
                    <a:pt x="0" y="18"/>
                  </a:lnTo>
                  <a:lnTo>
                    <a:pt x="0" y="18"/>
                  </a:lnTo>
                  <a:lnTo>
                    <a:pt x="0" y="25"/>
                  </a:lnTo>
                  <a:lnTo>
                    <a:pt x="3" y="30"/>
                  </a:lnTo>
                  <a:lnTo>
                    <a:pt x="10" y="34"/>
                  </a:lnTo>
                  <a:lnTo>
                    <a:pt x="17" y="36"/>
                  </a:lnTo>
                  <a:lnTo>
                    <a:pt x="17" y="36"/>
                  </a:lnTo>
                  <a:lnTo>
                    <a:pt x="23" y="34"/>
                  </a:lnTo>
                  <a:lnTo>
                    <a:pt x="30" y="30"/>
                  </a:lnTo>
                  <a:lnTo>
                    <a:pt x="33" y="25"/>
                  </a:lnTo>
                  <a:lnTo>
                    <a:pt x="35" y="18"/>
                  </a:lnTo>
                  <a:lnTo>
                    <a:pt x="35" y="18"/>
                  </a:lnTo>
                  <a:lnTo>
                    <a:pt x="33" y="11"/>
                  </a:lnTo>
                  <a:lnTo>
                    <a:pt x="30" y="5"/>
                  </a:lnTo>
                  <a:lnTo>
                    <a:pt x="23" y="0"/>
                  </a:lnTo>
                  <a:lnTo>
                    <a:pt x="17" y="0"/>
                  </a:lnTo>
                  <a:close/>
                </a:path>
              </a:pathLst>
            </a:custGeom>
            <a:solidFill>
              <a:schemeClr val="accent5">
                <a:lumMod val="50000"/>
              </a:schemeClr>
            </a:solidFill>
            <a:ln>
              <a:noFill/>
            </a:ln>
          </p:spPr>
          <p:txBody>
            <a:bodyPr vert="horz" wrap="square" lIns="91440" tIns="45720" rIns="91440" bIns="45720" numCol="1" anchor="t" anchorCtr="0" compatLnSpc="1"/>
            <a:lstStyle/>
            <a:p>
              <a:endParaRPr lang="en-US"/>
            </a:p>
          </p:txBody>
        </p:sp>
        <p:sp>
          <p:nvSpPr>
            <p:cNvPr id="186" name="Freeform 108"/>
            <p:cNvSpPr/>
            <p:nvPr/>
          </p:nvSpPr>
          <p:spPr bwMode="auto">
            <a:xfrm>
              <a:off x="2908302" y="4632278"/>
              <a:ext cx="55561" cy="57150"/>
            </a:xfrm>
            <a:custGeom>
              <a:avLst/>
              <a:gdLst>
                <a:gd name="T0" fmla="*/ 17 w 35"/>
                <a:gd name="T1" fmla="*/ 0 h 36"/>
                <a:gd name="T2" fmla="*/ 17 w 35"/>
                <a:gd name="T3" fmla="*/ 0 h 36"/>
                <a:gd name="T4" fmla="*/ 10 w 35"/>
                <a:gd name="T5" fmla="*/ 0 h 36"/>
                <a:gd name="T6" fmla="*/ 3 w 35"/>
                <a:gd name="T7" fmla="*/ 5 h 36"/>
                <a:gd name="T8" fmla="*/ 0 w 35"/>
                <a:gd name="T9" fmla="*/ 11 h 36"/>
                <a:gd name="T10" fmla="*/ 0 w 35"/>
                <a:gd name="T11" fmla="*/ 18 h 36"/>
                <a:gd name="T12" fmla="*/ 0 w 35"/>
                <a:gd name="T13" fmla="*/ 18 h 36"/>
                <a:gd name="T14" fmla="*/ 0 w 35"/>
                <a:gd name="T15" fmla="*/ 25 h 36"/>
                <a:gd name="T16" fmla="*/ 3 w 35"/>
                <a:gd name="T17" fmla="*/ 30 h 36"/>
                <a:gd name="T18" fmla="*/ 10 w 35"/>
                <a:gd name="T19" fmla="*/ 34 h 36"/>
                <a:gd name="T20" fmla="*/ 17 w 35"/>
                <a:gd name="T21" fmla="*/ 36 h 36"/>
                <a:gd name="T22" fmla="*/ 17 w 35"/>
                <a:gd name="T23" fmla="*/ 36 h 36"/>
                <a:gd name="T24" fmla="*/ 23 w 35"/>
                <a:gd name="T25" fmla="*/ 34 h 36"/>
                <a:gd name="T26" fmla="*/ 30 w 35"/>
                <a:gd name="T27" fmla="*/ 30 h 36"/>
                <a:gd name="T28" fmla="*/ 33 w 35"/>
                <a:gd name="T29" fmla="*/ 25 h 36"/>
                <a:gd name="T30" fmla="*/ 35 w 35"/>
                <a:gd name="T31" fmla="*/ 18 h 36"/>
                <a:gd name="T32" fmla="*/ 35 w 35"/>
                <a:gd name="T33" fmla="*/ 18 h 36"/>
                <a:gd name="T34" fmla="*/ 33 w 35"/>
                <a:gd name="T35" fmla="*/ 11 h 36"/>
                <a:gd name="T36" fmla="*/ 30 w 35"/>
                <a:gd name="T37" fmla="*/ 5 h 36"/>
                <a:gd name="T38" fmla="*/ 23 w 35"/>
                <a:gd name="T39" fmla="*/ 0 h 36"/>
                <a:gd name="T40" fmla="*/ 17 w 35"/>
                <a:gd name="T4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36">
                  <a:moveTo>
                    <a:pt x="17" y="0"/>
                  </a:moveTo>
                  <a:lnTo>
                    <a:pt x="17" y="0"/>
                  </a:lnTo>
                  <a:lnTo>
                    <a:pt x="10" y="0"/>
                  </a:lnTo>
                  <a:lnTo>
                    <a:pt x="3" y="5"/>
                  </a:lnTo>
                  <a:lnTo>
                    <a:pt x="0" y="11"/>
                  </a:lnTo>
                  <a:lnTo>
                    <a:pt x="0" y="18"/>
                  </a:lnTo>
                  <a:lnTo>
                    <a:pt x="0" y="18"/>
                  </a:lnTo>
                  <a:lnTo>
                    <a:pt x="0" y="25"/>
                  </a:lnTo>
                  <a:lnTo>
                    <a:pt x="3" y="30"/>
                  </a:lnTo>
                  <a:lnTo>
                    <a:pt x="10" y="34"/>
                  </a:lnTo>
                  <a:lnTo>
                    <a:pt x="17" y="36"/>
                  </a:lnTo>
                  <a:lnTo>
                    <a:pt x="17" y="36"/>
                  </a:lnTo>
                  <a:lnTo>
                    <a:pt x="23" y="34"/>
                  </a:lnTo>
                  <a:lnTo>
                    <a:pt x="30" y="30"/>
                  </a:lnTo>
                  <a:lnTo>
                    <a:pt x="33" y="25"/>
                  </a:lnTo>
                  <a:lnTo>
                    <a:pt x="35" y="18"/>
                  </a:lnTo>
                  <a:lnTo>
                    <a:pt x="35" y="18"/>
                  </a:lnTo>
                  <a:lnTo>
                    <a:pt x="33" y="11"/>
                  </a:lnTo>
                  <a:lnTo>
                    <a:pt x="30" y="5"/>
                  </a:lnTo>
                  <a:lnTo>
                    <a:pt x="23" y="0"/>
                  </a:lnTo>
                  <a:lnTo>
                    <a:pt x="17" y="0"/>
                  </a:lnTo>
                </a:path>
              </a:pathLst>
            </a:custGeom>
            <a:noFill/>
            <a:ln>
              <a:noFill/>
            </a:ln>
          </p:spPr>
          <p:txBody>
            <a:bodyPr vert="horz" wrap="square" lIns="91440" tIns="45720" rIns="91440" bIns="45720" numCol="1" anchor="t" anchorCtr="0" compatLnSpc="1"/>
            <a:lstStyle/>
            <a:p>
              <a:endParaRPr lang="en-US"/>
            </a:p>
          </p:txBody>
        </p:sp>
        <p:sp>
          <p:nvSpPr>
            <p:cNvPr id="187" name="Freeform 109"/>
            <p:cNvSpPr/>
            <p:nvPr/>
          </p:nvSpPr>
          <p:spPr bwMode="auto">
            <a:xfrm>
              <a:off x="2952753" y="4564016"/>
              <a:ext cx="28574" cy="28574"/>
            </a:xfrm>
            <a:custGeom>
              <a:avLst/>
              <a:gdLst>
                <a:gd name="T0" fmla="*/ 9 w 18"/>
                <a:gd name="T1" fmla="*/ 0 h 18"/>
                <a:gd name="T2" fmla="*/ 9 w 18"/>
                <a:gd name="T3" fmla="*/ 0 h 18"/>
                <a:gd name="T4" fmla="*/ 5 w 18"/>
                <a:gd name="T5" fmla="*/ 0 h 18"/>
                <a:gd name="T6" fmla="*/ 2 w 18"/>
                <a:gd name="T7" fmla="*/ 2 h 18"/>
                <a:gd name="T8" fmla="*/ 0 w 18"/>
                <a:gd name="T9" fmla="*/ 6 h 18"/>
                <a:gd name="T10" fmla="*/ 0 w 18"/>
                <a:gd name="T11" fmla="*/ 9 h 18"/>
                <a:gd name="T12" fmla="*/ 0 w 18"/>
                <a:gd name="T13" fmla="*/ 9 h 18"/>
                <a:gd name="T14" fmla="*/ 0 w 18"/>
                <a:gd name="T15" fmla="*/ 13 h 18"/>
                <a:gd name="T16" fmla="*/ 2 w 18"/>
                <a:gd name="T17" fmla="*/ 16 h 18"/>
                <a:gd name="T18" fmla="*/ 5 w 18"/>
                <a:gd name="T19" fmla="*/ 18 h 18"/>
                <a:gd name="T20" fmla="*/ 9 w 18"/>
                <a:gd name="T21" fmla="*/ 18 h 18"/>
                <a:gd name="T22" fmla="*/ 9 w 18"/>
                <a:gd name="T23" fmla="*/ 18 h 18"/>
                <a:gd name="T24" fmla="*/ 12 w 18"/>
                <a:gd name="T25" fmla="*/ 18 h 18"/>
                <a:gd name="T26" fmla="*/ 16 w 18"/>
                <a:gd name="T27" fmla="*/ 16 h 18"/>
                <a:gd name="T28" fmla="*/ 18 w 18"/>
                <a:gd name="T29" fmla="*/ 13 h 18"/>
                <a:gd name="T30" fmla="*/ 18 w 18"/>
                <a:gd name="T31" fmla="*/ 9 h 18"/>
                <a:gd name="T32" fmla="*/ 18 w 18"/>
                <a:gd name="T33" fmla="*/ 9 h 18"/>
                <a:gd name="T34" fmla="*/ 18 w 18"/>
                <a:gd name="T35" fmla="*/ 6 h 18"/>
                <a:gd name="T36" fmla="*/ 16 w 18"/>
                <a:gd name="T37" fmla="*/ 2 h 18"/>
                <a:gd name="T38" fmla="*/ 12 w 18"/>
                <a:gd name="T39" fmla="*/ 0 h 18"/>
                <a:gd name="T40" fmla="*/ 9 w 18"/>
                <a:gd name="T4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18">
                  <a:moveTo>
                    <a:pt x="9" y="0"/>
                  </a:moveTo>
                  <a:lnTo>
                    <a:pt x="9" y="0"/>
                  </a:lnTo>
                  <a:lnTo>
                    <a:pt x="5" y="0"/>
                  </a:lnTo>
                  <a:lnTo>
                    <a:pt x="2" y="2"/>
                  </a:lnTo>
                  <a:lnTo>
                    <a:pt x="0" y="6"/>
                  </a:lnTo>
                  <a:lnTo>
                    <a:pt x="0" y="9"/>
                  </a:lnTo>
                  <a:lnTo>
                    <a:pt x="0" y="9"/>
                  </a:lnTo>
                  <a:lnTo>
                    <a:pt x="0" y="13"/>
                  </a:lnTo>
                  <a:lnTo>
                    <a:pt x="2" y="16"/>
                  </a:lnTo>
                  <a:lnTo>
                    <a:pt x="5" y="18"/>
                  </a:lnTo>
                  <a:lnTo>
                    <a:pt x="9" y="18"/>
                  </a:lnTo>
                  <a:lnTo>
                    <a:pt x="9" y="18"/>
                  </a:lnTo>
                  <a:lnTo>
                    <a:pt x="12" y="18"/>
                  </a:lnTo>
                  <a:lnTo>
                    <a:pt x="16" y="16"/>
                  </a:lnTo>
                  <a:lnTo>
                    <a:pt x="18" y="13"/>
                  </a:lnTo>
                  <a:lnTo>
                    <a:pt x="18" y="9"/>
                  </a:lnTo>
                  <a:lnTo>
                    <a:pt x="18" y="9"/>
                  </a:lnTo>
                  <a:lnTo>
                    <a:pt x="18" y="6"/>
                  </a:lnTo>
                  <a:lnTo>
                    <a:pt x="16" y="2"/>
                  </a:lnTo>
                  <a:lnTo>
                    <a:pt x="12" y="0"/>
                  </a:lnTo>
                  <a:lnTo>
                    <a:pt x="9" y="0"/>
                  </a:lnTo>
                  <a:close/>
                </a:path>
              </a:pathLst>
            </a:custGeom>
            <a:solidFill>
              <a:schemeClr val="accent5">
                <a:lumMod val="50000"/>
              </a:schemeClr>
            </a:solidFill>
            <a:ln>
              <a:noFill/>
            </a:ln>
          </p:spPr>
          <p:txBody>
            <a:bodyPr vert="horz" wrap="square" lIns="91440" tIns="45720" rIns="91440" bIns="45720" numCol="1" anchor="t" anchorCtr="0" compatLnSpc="1"/>
            <a:lstStyle/>
            <a:p>
              <a:endParaRPr lang="en-US"/>
            </a:p>
          </p:txBody>
        </p:sp>
        <p:sp>
          <p:nvSpPr>
            <p:cNvPr id="188" name="Freeform 110"/>
            <p:cNvSpPr/>
            <p:nvPr/>
          </p:nvSpPr>
          <p:spPr bwMode="auto">
            <a:xfrm>
              <a:off x="2952753" y="4564019"/>
              <a:ext cx="28574" cy="28574"/>
            </a:xfrm>
            <a:custGeom>
              <a:avLst/>
              <a:gdLst>
                <a:gd name="T0" fmla="*/ 9 w 18"/>
                <a:gd name="T1" fmla="*/ 0 h 18"/>
                <a:gd name="T2" fmla="*/ 9 w 18"/>
                <a:gd name="T3" fmla="*/ 0 h 18"/>
                <a:gd name="T4" fmla="*/ 5 w 18"/>
                <a:gd name="T5" fmla="*/ 0 h 18"/>
                <a:gd name="T6" fmla="*/ 2 w 18"/>
                <a:gd name="T7" fmla="*/ 2 h 18"/>
                <a:gd name="T8" fmla="*/ 0 w 18"/>
                <a:gd name="T9" fmla="*/ 6 h 18"/>
                <a:gd name="T10" fmla="*/ 0 w 18"/>
                <a:gd name="T11" fmla="*/ 9 h 18"/>
                <a:gd name="T12" fmla="*/ 0 w 18"/>
                <a:gd name="T13" fmla="*/ 9 h 18"/>
                <a:gd name="T14" fmla="*/ 0 w 18"/>
                <a:gd name="T15" fmla="*/ 13 h 18"/>
                <a:gd name="T16" fmla="*/ 2 w 18"/>
                <a:gd name="T17" fmla="*/ 16 h 18"/>
                <a:gd name="T18" fmla="*/ 5 w 18"/>
                <a:gd name="T19" fmla="*/ 18 h 18"/>
                <a:gd name="T20" fmla="*/ 9 w 18"/>
                <a:gd name="T21" fmla="*/ 18 h 18"/>
                <a:gd name="T22" fmla="*/ 9 w 18"/>
                <a:gd name="T23" fmla="*/ 18 h 18"/>
                <a:gd name="T24" fmla="*/ 12 w 18"/>
                <a:gd name="T25" fmla="*/ 18 h 18"/>
                <a:gd name="T26" fmla="*/ 16 w 18"/>
                <a:gd name="T27" fmla="*/ 16 h 18"/>
                <a:gd name="T28" fmla="*/ 18 w 18"/>
                <a:gd name="T29" fmla="*/ 13 h 18"/>
                <a:gd name="T30" fmla="*/ 18 w 18"/>
                <a:gd name="T31" fmla="*/ 9 h 18"/>
                <a:gd name="T32" fmla="*/ 18 w 18"/>
                <a:gd name="T33" fmla="*/ 9 h 18"/>
                <a:gd name="T34" fmla="*/ 18 w 18"/>
                <a:gd name="T35" fmla="*/ 6 h 18"/>
                <a:gd name="T36" fmla="*/ 16 w 18"/>
                <a:gd name="T37" fmla="*/ 2 h 18"/>
                <a:gd name="T38" fmla="*/ 12 w 18"/>
                <a:gd name="T39" fmla="*/ 0 h 18"/>
                <a:gd name="T40" fmla="*/ 9 w 18"/>
                <a:gd name="T4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18">
                  <a:moveTo>
                    <a:pt x="9" y="0"/>
                  </a:moveTo>
                  <a:lnTo>
                    <a:pt x="9" y="0"/>
                  </a:lnTo>
                  <a:lnTo>
                    <a:pt x="5" y="0"/>
                  </a:lnTo>
                  <a:lnTo>
                    <a:pt x="2" y="2"/>
                  </a:lnTo>
                  <a:lnTo>
                    <a:pt x="0" y="6"/>
                  </a:lnTo>
                  <a:lnTo>
                    <a:pt x="0" y="9"/>
                  </a:lnTo>
                  <a:lnTo>
                    <a:pt x="0" y="9"/>
                  </a:lnTo>
                  <a:lnTo>
                    <a:pt x="0" y="13"/>
                  </a:lnTo>
                  <a:lnTo>
                    <a:pt x="2" y="16"/>
                  </a:lnTo>
                  <a:lnTo>
                    <a:pt x="5" y="18"/>
                  </a:lnTo>
                  <a:lnTo>
                    <a:pt x="9" y="18"/>
                  </a:lnTo>
                  <a:lnTo>
                    <a:pt x="9" y="18"/>
                  </a:lnTo>
                  <a:lnTo>
                    <a:pt x="12" y="18"/>
                  </a:lnTo>
                  <a:lnTo>
                    <a:pt x="16" y="16"/>
                  </a:lnTo>
                  <a:lnTo>
                    <a:pt x="18" y="13"/>
                  </a:lnTo>
                  <a:lnTo>
                    <a:pt x="18" y="9"/>
                  </a:lnTo>
                  <a:lnTo>
                    <a:pt x="18" y="9"/>
                  </a:lnTo>
                  <a:lnTo>
                    <a:pt x="18" y="6"/>
                  </a:lnTo>
                  <a:lnTo>
                    <a:pt x="16" y="2"/>
                  </a:lnTo>
                  <a:lnTo>
                    <a:pt x="12" y="0"/>
                  </a:lnTo>
                  <a:lnTo>
                    <a:pt x="9" y="0"/>
                  </a:lnTo>
                </a:path>
              </a:pathLst>
            </a:custGeom>
            <a:noFill/>
            <a:ln>
              <a:noFill/>
            </a:ln>
          </p:spPr>
          <p:txBody>
            <a:bodyPr vert="horz" wrap="square" lIns="91440" tIns="45720" rIns="91440" bIns="45720" numCol="1" anchor="t" anchorCtr="0" compatLnSpc="1"/>
            <a:lstStyle/>
            <a:p>
              <a:endParaRPr lang="en-US"/>
            </a:p>
          </p:txBody>
        </p:sp>
        <p:sp>
          <p:nvSpPr>
            <p:cNvPr id="189" name="Freeform 111"/>
            <p:cNvSpPr/>
            <p:nvPr/>
          </p:nvSpPr>
          <p:spPr bwMode="auto">
            <a:xfrm>
              <a:off x="2927352" y="4483056"/>
              <a:ext cx="28574" cy="30163"/>
            </a:xfrm>
            <a:custGeom>
              <a:avLst/>
              <a:gdLst>
                <a:gd name="T0" fmla="*/ 9 w 18"/>
                <a:gd name="T1" fmla="*/ 0 h 19"/>
                <a:gd name="T2" fmla="*/ 9 w 18"/>
                <a:gd name="T3" fmla="*/ 0 h 19"/>
                <a:gd name="T4" fmla="*/ 5 w 18"/>
                <a:gd name="T5" fmla="*/ 1 h 19"/>
                <a:gd name="T6" fmla="*/ 2 w 18"/>
                <a:gd name="T7" fmla="*/ 3 h 19"/>
                <a:gd name="T8" fmla="*/ 0 w 18"/>
                <a:gd name="T9" fmla="*/ 5 h 19"/>
                <a:gd name="T10" fmla="*/ 0 w 18"/>
                <a:gd name="T11" fmla="*/ 9 h 19"/>
                <a:gd name="T12" fmla="*/ 0 w 18"/>
                <a:gd name="T13" fmla="*/ 9 h 19"/>
                <a:gd name="T14" fmla="*/ 0 w 18"/>
                <a:gd name="T15" fmla="*/ 12 h 19"/>
                <a:gd name="T16" fmla="*/ 2 w 18"/>
                <a:gd name="T17" fmla="*/ 16 h 19"/>
                <a:gd name="T18" fmla="*/ 5 w 18"/>
                <a:gd name="T19" fmla="*/ 17 h 19"/>
                <a:gd name="T20" fmla="*/ 9 w 18"/>
                <a:gd name="T21" fmla="*/ 19 h 19"/>
                <a:gd name="T22" fmla="*/ 9 w 18"/>
                <a:gd name="T23" fmla="*/ 19 h 19"/>
                <a:gd name="T24" fmla="*/ 12 w 18"/>
                <a:gd name="T25" fmla="*/ 17 h 19"/>
                <a:gd name="T26" fmla="*/ 14 w 18"/>
                <a:gd name="T27" fmla="*/ 16 h 19"/>
                <a:gd name="T28" fmla="*/ 18 w 18"/>
                <a:gd name="T29" fmla="*/ 12 h 19"/>
                <a:gd name="T30" fmla="*/ 18 w 18"/>
                <a:gd name="T31" fmla="*/ 9 h 19"/>
                <a:gd name="T32" fmla="*/ 18 w 18"/>
                <a:gd name="T33" fmla="*/ 9 h 19"/>
                <a:gd name="T34" fmla="*/ 18 w 18"/>
                <a:gd name="T35" fmla="*/ 5 h 19"/>
                <a:gd name="T36" fmla="*/ 14 w 18"/>
                <a:gd name="T37" fmla="*/ 3 h 19"/>
                <a:gd name="T38" fmla="*/ 12 w 18"/>
                <a:gd name="T39" fmla="*/ 1 h 19"/>
                <a:gd name="T40" fmla="*/ 9 w 18"/>
                <a:gd name="T41"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19">
                  <a:moveTo>
                    <a:pt x="9" y="0"/>
                  </a:moveTo>
                  <a:lnTo>
                    <a:pt x="9" y="0"/>
                  </a:lnTo>
                  <a:lnTo>
                    <a:pt x="5" y="1"/>
                  </a:lnTo>
                  <a:lnTo>
                    <a:pt x="2" y="3"/>
                  </a:lnTo>
                  <a:lnTo>
                    <a:pt x="0" y="5"/>
                  </a:lnTo>
                  <a:lnTo>
                    <a:pt x="0" y="9"/>
                  </a:lnTo>
                  <a:lnTo>
                    <a:pt x="0" y="9"/>
                  </a:lnTo>
                  <a:lnTo>
                    <a:pt x="0" y="12"/>
                  </a:lnTo>
                  <a:lnTo>
                    <a:pt x="2" y="16"/>
                  </a:lnTo>
                  <a:lnTo>
                    <a:pt x="5" y="17"/>
                  </a:lnTo>
                  <a:lnTo>
                    <a:pt x="9" y="19"/>
                  </a:lnTo>
                  <a:lnTo>
                    <a:pt x="9" y="19"/>
                  </a:lnTo>
                  <a:lnTo>
                    <a:pt x="12" y="17"/>
                  </a:lnTo>
                  <a:lnTo>
                    <a:pt x="14" y="16"/>
                  </a:lnTo>
                  <a:lnTo>
                    <a:pt x="18" y="12"/>
                  </a:lnTo>
                  <a:lnTo>
                    <a:pt x="18" y="9"/>
                  </a:lnTo>
                  <a:lnTo>
                    <a:pt x="18" y="9"/>
                  </a:lnTo>
                  <a:lnTo>
                    <a:pt x="18" y="5"/>
                  </a:lnTo>
                  <a:lnTo>
                    <a:pt x="14" y="3"/>
                  </a:lnTo>
                  <a:lnTo>
                    <a:pt x="12" y="1"/>
                  </a:lnTo>
                  <a:lnTo>
                    <a:pt x="9" y="0"/>
                  </a:lnTo>
                  <a:close/>
                </a:path>
              </a:pathLst>
            </a:custGeom>
            <a:solidFill>
              <a:schemeClr val="accent5">
                <a:lumMod val="50000"/>
              </a:schemeClr>
            </a:solidFill>
            <a:ln>
              <a:noFill/>
            </a:ln>
          </p:spPr>
          <p:txBody>
            <a:bodyPr vert="horz" wrap="square" lIns="91440" tIns="45720" rIns="91440" bIns="45720" numCol="1" anchor="t" anchorCtr="0" compatLnSpc="1"/>
            <a:lstStyle/>
            <a:p>
              <a:endParaRPr lang="en-US"/>
            </a:p>
          </p:txBody>
        </p:sp>
        <p:sp>
          <p:nvSpPr>
            <p:cNvPr id="190" name="Freeform 112"/>
            <p:cNvSpPr/>
            <p:nvPr/>
          </p:nvSpPr>
          <p:spPr bwMode="auto">
            <a:xfrm>
              <a:off x="2927352" y="4483052"/>
              <a:ext cx="28574" cy="30163"/>
            </a:xfrm>
            <a:custGeom>
              <a:avLst/>
              <a:gdLst>
                <a:gd name="T0" fmla="*/ 9 w 18"/>
                <a:gd name="T1" fmla="*/ 0 h 19"/>
                <a:gd name="T2" fmla="*/ 9 w 18"/>
                <a:gd name="T3" fmla="*/ 0 h 19"/>
                <a:gd name="T4" fmla="*/ 5 w 18"/>
                <a:gd name="T5" fmla="*/ 1 h 19"/>
                <a:gd name="T6" fmla="*/ 2 w 18"/>
                <a:gd name="T7" fmla="*/ 3 h 19"/>
                <a:gd name="T8" fmla="*/ 0 w 18"/>
                <a:gd name="T9" fmla="*/ 5 h 19"/>
                <a:gd name="T10" fmla="*/ 0 w 18"/>
                <a:gd name="T11" fmla="*/ 9 h 19"/>
                <a:gd name="T12" fmla="*/ 0 w 18"/>
                <a:gd name="T13" fmla="*/ 9 h 19"/>
                <a:gd name="T14" fmla="*/ 0 w 18"/>
                <a:gd name="T15" fmla="*/ 12 h 19"/>
                <a:gd name="T16" fmla="*/ 2 w 18"/>
                <a:gd name="T17" fmla="*/ 16 h 19"/>
                <a:gd name="T18" fmla="*/ 5 w 18"/>
                <a:gd name="T19" fmla="*/ 17 h 19"/>
                <a:gd name="T20" fmla="*/ 9 w 18"/>
                <a:gd name="T21" fmla="*/ 19 h 19"/>
                <a:gd name="T22" fmla="*/ 9 w 18"/>
                <a:gd name="T23" fmla="*/ 19 h 19"/>
                <a:gd name="T24" fmla="*/ 12 w 18"/>
                <a:gd name="T25" fmla="*/ 17 h 19"/>
                <a:gd name="T26" fmla="*/ 14 w 18"/>
                <a:gd name="T27" fmla="*/ 16 h 19"/>
                <a:gd name="T28" fmla="*/ 18 w 18"/>
                <a:gd name="T29" fmla="*/ 12 h 19"/>
                <a:gd name="T30" fmla="*/ 18 w 18"/>
                <a:gd name="T31" fmla="*/ 9 h 19"/>
                <a:gd name="T32" fmla="*/ 18 w 18"/>
                <a:gd name="T33" fmla="*/ 9 h 19"/>
                <a:gd name="T34" fmla="*/ 18 w 18"/>
                <a:gd name="T35" fmla="*/ 5 h 19"/>
                <a:gd name="T36" fmla="*/ 14 w 18"/>
                <a:gd name="T37" fmla="*/ 3 h 19"/>
                <a:gd name="T38" fmla="*/ 12 w 18"/>
                <a:gd name="T39" fmla="*/ 1 h 19"/>
                <a:gd name="T40" fmla="*/ 9 w 18"/>
                <a:gd name="T41"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19">
                  <a:moveTo>
                    <a:pt x="9" y="0"/>
                  </a:moveTo>
                  <a:lnTo>
                    <a:pt x="9" y="0"/>
                  </a:lnTo>
                  <a:lnTo>
                    <a:pt x="5" y="1"/>
                  </a:lnTo>
                  <a:lnTo>
                    <a:pt x="2" y="3"/>
                  </a:lnTo>
                  <a:lnTo>
                    <a:pt x="0" y="5"/>
                  </a:lnTo>
                  <a:lnTo>
                    <a:pt x="0" y="9"/>
                  </a:lnTo>
                  <a:lnTo>
                    <a:pt x="0" y="9"/>
                  </a:lnTo>
                  <a:lnTo>
                    <a:pt x="0" y="12"/>
                  </a:lnTo>
                  <a:lnTo>
                    <a:pt x="2" y="16"/>
                  </a:lnTo>
                  <a:lnTo>
                    <a:pt x="5" y="17"/>
                  </a:lnTo>
                  <a:lnTo>
                    <a:pt x="9" y="19"/>
                  </a:lnTo>
                  <a:lnTo>
                    <a:pt x="9" y="19"/>
                  </a:lnTo>
                  <a:lnTo>
                    <a:pt x="12" y="17"/>
                  </a:lnTo>
                  <a:lnTo>
                    <a:pt x="14" y="16"/>
                  </a:lnTo>
                  <a:lnTo>
                    <a:pt x="18" y="12"/>
                  </a:lnTo>
                  <a:lnTo>
                    <a:pt x="18" y="9"/>
                  </a:lnTo>
                  <a:lnTo>
                    <a:pt x="18" y="9"/>
                  </a:lnTo>
                  <a:lnTo>
                    <a:pt x="18" y="5"/>
                  </a:lnTo>
                  <a:lnTo>
                    <a:pt x="14" y="3"/>
                  </a:lnTo>
                  <a:lnTo>
                    <a:pt x="12" y="1"/>
                  </a:lnTo>
                  <a:lnTo>
                    <a:pt x="9" y="0"/>
                  </a:lnTo>
                </a:path>
              </a:pathLst>
            </a:custGeom>
            <a:noFill/>
            <a:ln>
              <a:noFill/>
            </a:ln>
          </p:spPr>
          <p:txBody>
            <a:bodyPr vert="horz" wrap="square" lIns="91440" tIns="45720" rIns="91440" bIns="45720" numCol="1" anchor="t" anchorCtr="0" compatLnSpc="1"/>
            <a:lstStyle/>
            <a:p>
              <a:endParaRPr lang="en-US"/>
            </a:p>
          </p:txBody>
        </p:sp>
        <p:sp>
          <p:nvSpPr>
            <p:cNvPr id="191" name="Rectangle 113"/>
            <p:cNvSpPr>
              <a:spLocks noChangeArrowheads="1"/>
            </p:cNvSpPr>
            <p:nvPr/>
          </p:nvSpPr>
          <p:spPr bwMode="auto">
            <a:xfrm>
              <a:off x="2840037" y="3984625"/>
              <a:ext cx="188912" cy="46038"/>
            </a:xfrm>
            <a:prstGeom prst="rect">
              <a:avLst/>
            </a:prstGeom>
            <a:solidFill>
              <a:schemeClr val="bg1">
                <a:lumMod val="95000"/>
              </a:schemeClr>
            </a:solidFill>
            <a:ln>
              <a:noFill/>
            </a:ln>
          </p:spPr>
          <p:txBody>
            <a:bodyPr vert="horz" wrap="square" lIns="91440" tIns="45720" rIns="91440" bIns="45720" numCol="1" anchor="t" anchorCtr="0" compatLnSpc="1"/>
            <a:lstStyle/>
            <a:p>
              <a:endParaRPr lang="en-US"/>
            </a:p>
          </p:txBody>
        </p:sp>
      </p:grpSp>
      <p:sp>
        <p:nvSpPr>
          <p:cNvPr id="96"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97"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6"/>
                                        </p:tgtEl>
                                        <p:attrNameLst>
                                          <p:attrName>style.visibility</p:attrName>
                                        </p:attrNameLst>
                                      </p:cBhvr>
                                      <p:to>
                                        <p:strVal val="visible"/>
                                      </p:to>
                                    </p:set>
                                    <p:anim calcmode="lin" valueType="num">
                                      <p:cBhvr additive="base">
                                        <p:cTn id="7" dur="500" fill="hold"/>
                                        <p:tgtEl>
                                          <p:spTgt spid="106"/>
                                        </p:tgtEl>
                                        <p:attrNameLst>
                                          <p:attrName>ppt_x</p:attrName>
                                        </p:attrNameLst>
                                      </p:cBhvr>
                                      <p:tavLst>
                                        <p:tav tm="0">
                                          <p:val>
                                            <p:strVal val="#ppt_x"/>
                                          </p:val>
                                        </p:tav>
                                        <p:tav tm="100000">
                                          <p:val>
                                            <p:strVal val="#ppt_x"/>
                                          </p:val>
                                        </p:tav>
                                      </p:tavLst>
                                    </p:anim>
                                    <p:anim calcmode="lin" valueType="num">
                                      <p:cBhvr additive="base">
                                        <p:cTn id="8" dur="500" fill="hold"/>
                                        <p:tgtEl>
                                          <p:spTgt spid="10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
                                        </p:tgtEl>
                                        <p:attrNameLst>
                                          <p:attrName>style.visibility</p:attrName>
                                        </p:attrNameLst>
                                      </p:cBhvr>
                                      <p:to>
                                        <p:strVal val="visible"/>
                                      </p:to>
                                    </p:set>
                                    <p:anim calcmode="lin" valueType="num">
                                      <p:cBhvr additive="base">
                                        <p:cTn id="11" dur="500" fill="hold"/>
                                        <p:tgtEl>
                                          <p:spTgt spid="69"/>
                                        </p:tgtEl>
                                        <p:attrNameLst>
                                          <p:attrName>ppt_x</p:attrName>
                                        </p:attrNameLst>
                                      </p:cBhvr>
                                      <p:tavLst>
                                        <p:tav tm="0">
                                          <p:val>
                                            <p:strVal val="#ppt_x"/>
                                          </p:val>
                                        </p:tav>
                                        <p:tav tm="100000">
                                          <p:val>
                                            <p:strVal val="#ppt_x"/>
                                          </p:val>
                                        </p:tav>
                                      </p:tavLst>
                                    </p:anim>
                                    <p:anim calcmode="lin" valueType="num">
                                      <p:cBhvr additive="base">
                                        <p:cTn id="12" dur="500" fill="hold"/>
                                        <p:tgtEl>
                                          <p:spTgt spid="6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 calcmode="lin" valueType="num">
                                      <p:cBhvr additive="base">
                                        <p:cTn id="15" dur="500" fill="hold"/>
                                        <p:tgtEl>
                                          <p:spTgt spid="62"/>
                                        </p:tgtEl>
                                        <p:attrNameLst>
                                          <p:attrName>ppt_x</p:attrName>
                                        </p:attrNameLst>
                                      </p:cBhvr>
                                      <p:tavLst>
                                        <p:tav tm="0">
                                          <p:val>
                                            <p:strVal val="#ppt_x"/>
                                          </p:val>
                                        </p:tav>
                                        <p:tav tm="100000">
                                          <p:val>
                                            <p:strVal val="#ppt_x"/>
                                          </p:val>
                                        </p:tav>
                                      </p:tavLst>
                                    </p:anim>
                                    <p:anim calcmode="lin" valueType="num">
                                      <p:cBhvr additive="base">
                                        <p:cTn id="16" dur="500" fill="hold"/>
                                        <p:tgtEl>
                                          <p:spTgt spid="6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additive="base">
                                        <p:cTn id="19" dur="500" fill="hold"/>
                                        <p:tgtEl>
                                          <p:spTgt spid="56"/>
                                        </p:tgtEl>
                                        <p:attrNameLst>
                                          <p:attrName>ppt_x</p:attrName>
                                        </p:attrNameLst>
                                      </p:cBhvr>
                                      <p:tavLst>
                                        <p:tav tm="0">
                                          <p:val>
                                            <p:strVal val="#ppt_x"/>
                                          </p:val>
                                        </p:tav>
                                        <p:tav tm="100000">
                                          <p:val>
                                            <p:strVal val="#ppt_x"/>
                                          </p:val>
                                        </p:tav>
                                      </p:tavLst>
                                    </p:anim>
                                    <p:anim calcmode="lin" valueType="num">
                                      <p:cBhvr additive="base">
                                        <p:cTn id="20" dur="500" fill="hold"/>
                                        <p:tgtEl>
                                          <p:spTgt spid="5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fill="hold"/>
                                        <p:tgtEl>
                                          <p:spTgt spid="50"/>
                                        </p:tgtEl>
                                        <p:attrNameLst>
                                          <p:attrName>ppt_x</p:attrName>
                                        </p:attrNameLst>
                                      </p:cBhvr>
                                      <p:tavLst>
                                        <p:tav tm="0">
                                          <p:val>
                                            <p:strVal val="#ppt_x"/>
                                          </p:val>
                                        </p:tav>
                                        <p:tav tm="100000">
                                          <p:val>
                                            <p:strVal val="#ppt_x"/>
                                          </p:val>
                                        </p:tav>
                                      </p:tavLst>
                                    </p:anim>
                                    <p:anim calcmode="lin" valueType="num">
                                      <p:cBhvr additive="base">
                                        <p:cTn id="24" dur="500" fill="hold"/>
                                        <p:tgtEl>
                                          <p:spTgt spid="50"/>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22"/>
                                        </p:tgtEl>
                                        <p:attrNameLst>
                                          <p:attrName>style.visibility</p:attrName>
                                        </p:attrNameLst>
                                      </p:cBhvr>
                                      <p:to>
                                        <p:strVal val="visible"/>
                                      </p:to>
                                    </p:set>
                                    <p:animEffect transition="in" filter="fade">
                                      <p:cBhvr>
                                        <p:cTn id="28" dur="500"/>
                                        <p:tgtEl>
                                          <p:spTgt spid="122"/>
                                        </p:tgtEl>
                                      </p:cBhvr>
                                    </p:animEffect>
                                  </p:childTnLst>
                                </p:cTn>
                              </p:par>
                              <p:par>
                                <p:cTn id="29" presetID="10" presetClass="entr" presetSubtype="0" fill="hold" nodeType="withEffect">
                                  <p:stCondLst>
                                    <p:cond delay="0"/>
                                  </p:stCondLst>
                                  <p:childTnLst>
                                    <p:set>
                                      <p:cBhvr>
                                        <p:cTn id="30" dur="1" fill="hold">
                                          <p:stCondLst>
                                            <p:cond delay="0"/>
                                          </p:stCondLst>
                                        </p:cTn>
                                        <p:tgtEl>
                                          <p:spTgt spid="126"/>
                                        </p:tgtEl>
                                        <p:attrNameLst>
                                          <p:attrName>style.visibility</p:attrName>
                                        </p:attrNameLst>
                                      </p:cBhvr>
                                      <p:to>
                                        <p:strVal val="visible"/>
                                      </p:to>
                                    </p:set>
                                    <p:animEffect transition="in" filter="fade">
                                      <p:cBhvr>
                                        <p:cTn id="31" dur="500"/>
                                        <p:tgtEl>
                                          <p:spTgt spid="126"/>
                                        </p:tgtEl>
                                      </p:cBhvr>
                                    </p:animEffect>
                                  </p:childTnLst>
                                </p:cTn>
                              </p:par>
                              <p:par>
                                <p:cTn id="32" presetID="10" presetClass="entr" presetSubtype="0" fill="hold" nodeType="withEffect">
                                  <p:stCondLst>
                                    <p:cond delay="0"/>
                                  </p:stCondLst>
                                  <p:childTnLst>
                                    <p:set>
                                      <p:cBhvr>
                                        <p:cTn id="33" dur="1" fill="hold">
                                          <p:stCondLst>
                                            <p:cond delay="0"/>
                                          </p:stCondLst>
                                        </p:cTn>
                                        <p:tgtEl>
                                          <p:spTgt spid="119"/>
                                        </p:tgtEl>
                                        <p:attrNameLst>
                                          <p:attrName>style.visibility</p:attrName>
                                        </p:attrNameLst>
                                      </p:cBhvr>
                                      <p:to>
                                        <p:strVal val="visible"/>
                                      </p:to>
                                    </p:set>
                                    <p:animEffect transition="in" filter="fade">
                                      <p:cBhvr>
                                        <p:cTn id="34" dur="500"/>
                                        <p:tgtEl>
                                          <p:spTgt spid="119"/>
                                        </p:tgtEl>
                                      </p:cBhvr>
                                    </p:animEffect>
                                  </p:childTnLst>
                                </p:cTn>
                              </p:par>
                              <p:par>
                                <p:cTn id="35" presetID="10" presetClass="entr" presetSubtype="0" fill="hold" nodeType="withEffect">
                                  <p:stCondLst>
                                    <p:cond delay="0"/>
                                  </p:stCondLst>
                                  <p:childTnLst>
                                    <p:set>
                                      <p:cBhvr>
                                        <p:cTn id="36" dur="1" fill="hold">
                                          <p:stCondLst>
                                            <p:cond delay="0"/>
                                          </p:stCondLst>
                                        </p:cTn>
                                        <p:tgtEl>
                                          <p:spTgt spid="113"/>
                                        </p:tgtEl>
                                        <p:attrNameLst>
                                          <p:attrName>style.visibility</p:attrName>
                                        </p:attrNameLst>
                                      </p:cBhvr>
                                      <p:to>
                                        <p:strVal val="visible"/>
                                      </p:to>
                                    </p:set>
                                    <p:animEffect transition="in" filter="fade">
                                      <p:cBhvr>
                                        <p:cTn id="37" dur="500"/>
                                        <p:tgtEl>
                                          <p:spTgt spid="113"/>
                                        </p:tgtEl>
                                      </p:cBhvr>
                                    </p:animEffect>
                                  </p:childTnLst>
                                </p:cTn>
                              </p:par>
                              <p:par>
                                <p:cTn id="38" presetID="10" presetClass="entr" presetSubtype="0" fill="hold" nodeType="withEffect">
                                  <p:stCondLst>
                                    <p:cond delay="0"/>
                                  </p:stCondLst>
                                  <p:childTnLst>
                                    <p:set>
                                      <p:cBhvr>
                                        <p:cTn id="39" dur="1" fill="hold">
                                          <p:stCondLst>
                                            <p:cond delay="0"/>
                                          </p:stCondLst>
                                        </p:cTn>
                                        <p:tgtEl>
                                          <p:spTgt spid="129"/>
                                        </p:tgtEl>
                                        <p:attrNameLst>
                                          <p:attrName>style.visibility</p:attrName>
                                        </p:attrNameLst>
                                      </p:cBhvr>
                                      <p:to>
                                        <p:strVal val="visible"/>
                                      </p:to>
                                    </p:set>
                                    <p:animEffect transition="in" filter="fade">
                                      <p:cBhvr>
                                        <p:cTn id="40" dur="500"/>
                                        <p:tgtEl>
                                          <p:spTgt spid="12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152"/>
                                        </p:tgtEl>
                                        <p:attrNameLst>
                                          <p:attrName>style.visibility</p:attrName>
                                        </p:attrNameLst>
                                      </p:cBhvr>
                                      <p:to>
                                        <p:strVal val="visible"/>
                                      </p:to>
                                    </p:set>
                                    <p:animEffect transition="in" filter="fade">
                                      <p:cBhvr>
                                        <p:cTn id="44" dur="500"/>
                                        <p:tgtEl>
                                          <p:spTgt spid="152"/>
                                        </p:tgtEl>
                                      </p:cBhvr>
                                    </p:animEffect>
                                  </p:childTnLst>
                                </p:cTn>
                              </p:par>
                              <p:par>
                                <p:cTn id="45" presetID="10" presetClass="entr" presetSubtype="0" fill="hold" nodeType="withEffect">
                                  <p:stCondLst>
                                    <p:cond delay="0"/>
                                  </p:stCondLst>
                                  <p:childTnLst>
                                    <p:set>
                                      <p:cBhvr>
                                        <p:cTn id="46" dur="1" fill="hold">
                                          <p:stCondLst>
                                            <p:cond delay="0"/>
                                          </p:stCondLst>
                                        </p:cTn>
                                        <p:tgtEl>
                                          <p:spTgt spid="142"/>
                                        </p:tgtEl>
                                        <p:attrNameLst>
                                          <p:attrName>style.visibility</p:attrName>
                                        </p:attrNameLst>
                                      </p:cBhvr>
                                      <p:to>
                                        <p:strVal val="visible"/>
                                      </p:to>
                                    </p:set>
                                    <p:animEffect transition="in" filter="fade">
                                      <p:cBhvr>
                                        <p:cTn id="47" dur="500"/>
                                        <p:tgtEl>
                                          <p:spTgt spid="142"/>
                                        </p:tgtEl>
                                      </p:cBhvr>
                                    </p:animEffect>
                                  </p:childTnLst>
                                </p:cTn>
                              </p:par>
                              <p:par>
                                <p:cTn id="48" presetID="10" presetClass="entr" presetSubtype="0" fill="hold" nodeType="withEffect">
                                  <p:stCondLst>
                                    <p:cond delay="0"/>
                                  </p:stCondLst>
                                  <p:childTnLst>
                                    <p:set>
                                      <p:cBhvr>
                                        <p:cTn id="49" dur="1" fill="hold">
                                          <p:stCondLst>
                                            <p:cond delay="0"/>
                                          </p:stCondLst>
                                        </p:cTn>
                                        <p:tgtEl>
                                          <p:spTgt spid="165"/>
                                        </p:tgtEl>
                                        <p:attrNameLst>
                                          <p:attrName>style.visibility</p:attrName>
                                        </p:attrNameLst>
                                      </p:cBhvr>
                                      <p:to>
                                        <p:strVal val="visible"/>
                                      </p:to>
                                    </p:set>
                                    <p:animEffect transition="in" filter="fade">
                                      <p:cBhvr>
                                        <p:cTn id="50" dur="500"/>
                                        <p:tgtEl>
                                          <p:spTgt spid="16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4"/>
                                        </p:tgtEl>
                                        <p:attrNameLst>
                                          <p:attrName>style.visibility</p:attrName>
                                        </p:attrNameLst>
                                      </p:cBhvr>
                                      <p:to>
                                        <p:strVal val="visible"/>
                                      </p:to>
                                    </p:set>
                                    <p:animEffect transition="in" filter="fade">
                                      <p:cBhvr>
                                        <p:cTn id="53" dur="500"/>
                                        <p:tgtEl>
                                          <p:spTgt spid="164"/>
                                        </p:tgtEl>
                                      </p:cBhvr>
                                    </p:animEffect>
                                  </p:childTnLst>
                                </p:cTn>
                              </p:par>
                              <p:par>
                                <p:cTn id="54" presetID="10" presetClass="entr" presetSubtype="0" fill="hold" nodeType="withEffect">
                                  <p:stCondLst>
                                    <p:cond delay="0"/>
                                  </p:stCondLst>
                                  <p:childTnLst>
                                    <p:set>
                                      <p:cBhvr>
                                        <p:cTn id="55" dur="1" fill="hold">
                                          <p:stCondLst>
                                            <p:cond delay="0"/>
                                          </p:stCondLst>
                                        </p:cTn>
                                        <p:tgtEl>
                                          <p:spTgt spid="178"/>
                                        </p:tgtEl>
                                        <p:attrNameLst>
                                          <p:attrName>style.visibility</p:attrName>
                                        </p:attrNameLst>
                                      </p:cBhvr>
                                      <p:to>
                                        <p:strVal val="visible"/>
                                      </p:to>
                                    </p:set>
                                    <p:animEffect transition="in" filter="fade">
                                      <p:cBhvr>
                                        <p:cTn id="56" dur="500"/>
                                        <p:tgtEl>
                                          <p:spTgt spid="178"/>
                                        </p:tgtEl>
                                      </p:cBhvr>
                                    </p:animEffect>
                                  </p:childTnLst>
                                </p:cTn>
                              </p:par>
                            </p:childTnLst>
                          </p:cTn>
                        </p:par>
                        <p:par>
                          <p:cTn id="57" fill="hold">
                            <p:stCondLst>
                              <p:cond delay="1500"/>
                            </p:stCondLst>
                            <p:childTnLst>
                              <p:par>
                                <p:cTn id="58" presetID="10" presetClass="entr" presetSubtype="0" fill="hold" nodeType="afterEffect">
                                  <p:stCondLst>
                                    <p:cond delay="0"/>
                                  </p:stCondLst>
                                  <p:childTnLst>
                                    <p:set>
                                      <p:cBhvr>
                                        <p:cTn id="59" dur="1" fill="hold">
                                          <p:stCondLst>
                                            <p:cond delay="0"/>
                                          </p:stCondLst>
                                        </p:cTn>
                                        <p:tgtEl>
                                          <p:spTgt spid="193"/>
                                        </p:tgtEl>
                                        <p:attrNameLst>
                                          <p:attrName>style.visibility</p:attrName>
                                        </p:attrNameLst>
                                      </p:cBhvr>
                                      <p:to>
                                        <p:strVal val="visible"/>
                                      </p:to>
                                    </p:set>
                                    <p:animEffect transition="in" filter="fade">
                                      <p:cBhvr>
                                        <p:cTn id="60" dur="500"/>
                                        <p:tgtEl>
                                          <p:spTgt spid="193"/>
                                        </p:tgtEl>
                                      </p:cBhvr>
                                    </p:animEffect>
                                  </p:childTnLst>
                                </p:cTn>
                              </p:par>
                            </p:childTnLst>
                          </p:cTn>
                        </p:par>
                        <p:par>
                          <p:cTn id="61" fill="hold">
                            <p:stCondLst>
                              <p:cond delay="2000"/>
                            </p:stCondLst>
                            <p:childTnLst>
                              <p:par>
                                <p:cTn id="62" presetID="22" presetClass="entr" presetSubtype="4" fill="hold" grpId="0" nodeType="after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down)">
                                      <p:cBhvr>
                                        <p:cTn id="64" dur="500"/>
                                        <p:tgtEl>
                                          <p:spTgt spid="4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6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5347688" y="1968335"/>
            <a:ext cx="1496624" cy="1668538"/>
            <a:chOff x="5347688" y="1968335"/>
            <a:chExt cx="1496624" cy="1668538"/>
          </a:xfrm>
        </p:grpSpPr>
        <p:sp>
          <p:nvSpPr>
            <p:cNvPr id="5" name="11 Rectángulo redondeado"/>
            <p:cNvSpPr>
              <a:spLocks noChangeAspect="1"/>
            </p:cNvSpPr>
            <p:nvPr/>
          </p:nvSpPr>
          <p:spPr>
            <a:xfrm rot="16200000">
              <a:off x="5261731" y="2054292"/>
              <a:ext cx="1668538" cy="1496624"/>
            </a:xfrm>
            <a:custGeom>
              <a:avLst/>
              <a:gdLst/>
              <a:ahLst/>
              <a:cxnLst/>
              <a:rect l="l" t="t" r="r" b="b"/>
              <a:pathLst>
                <a:path w="3195945" h="2847600">
                  <a:moveTo>
                    <a:pt x="931858" y="0"/>
                  </a:moveTo>
                  <a:lnTo>
                    <a:pt x="2264149" y="0"/>
                  </a:lnTo>
                  <a:cubicBezTo>
                    <a:pt x="2332834" y="0"/>
                    <a:pt x="2395775" y="24591"/>
                    <a:pt x="2443824" y="66436"/>
                  </a:cubicBezTo>
                  <a:cubicBezTo>
                    <a:pt x="2448429" y="69277"/>
                    <a:pt x="2452695" y="72595"/>
                    <a:pt x="2456305" y="76734"/>
                  </a:cubicBezTo>
                  <a:cubicBezTo>
                    <a:pt x="2460022" y="79237"/>
                    <a:pt x="2463176" y="82339"/>
                    <a:pt x="2465987" y="85776"/>
                  </a:cubicBezTo>
                  <a:cubicBezTo>
                    <a:pt x="2493618" y="108249"/>
                    <a:pt x="2516894" y="136545"/>
                    <a:pt x="2535511" y="169166"/>
                  </a:cubicBezTo>
                  <a:lnTo>
                    <a:pt x="3152605" y="1250458"/>
                  </a:lnTo>
                  <a:cubicBezTo>
                    <a:pt x="3179394" y="1297399"/>
                    <a:pt x="3193566" y="1348093"/>
                    <a:pt x="3194780" y="1398693"/>
                  </a:cubicBezTo>
                  <a:cubicBezTo>
                    <a:pt x="3195949" y="1406441"/>
                    <a:pt x="3196388" y="1414265"/>
                    <a:pt x="3195280" y="1422135"/>
                  </a:cubicBezTo>
                  <a:cubicBezTo>
                    <a:pt x="3196431" y="1430332"/>
                    <a:pt x="3195980" y="1438483"/>
                    <a:pt x="3194760" y="1446554"/>
                  </a:cubicBezTo>
                  <a:cubicBezTo>
                    <a:pt x="3193510" y="1497084"/>
                    <a:pt x="3179340" y="1547701"/>
                    <a:pt x="3152589" y="1594576"/>
                  </a:cubicBezTo>
                  <a:lnTo>
                    <a:pt x="2535495" y="2675868"/>
                  </a:lnTo>
                  <a:cubicBezTo>
                    <a:pt x="2519103" y="2704590"/>
                    <a:pt x="2499098" y="2729960"/>
                    <a:pt x="2475270" y="2750574"/>
                  </a:cubicBezTo>
                  <a:cubicBezTo>
                    <a:pt x="2424537" y="2810341"/>
                    <a:pt x="2348694" y="2847600"/>
                    <a:pt x="2264149" y="2847600"/>
                  </a:cubicBezTo>
                  <a:lnTo>
                    <a:pt x="931858" y="2847600"/>
                  </a:lnTo>
                  <a:cubicBezTo>
                    <a:pt x="840908" y="2847600"/>
                    <a:pt x="760028" y="2804481"/>
                    <a:pt x="709441" y="2736882"/>
                  </a:cubicBezTo>
                  <a:cubicBezTo>
                    <a:pt x="690443" y="2718412"/>
                    <a:pt x="674204" y="2696733"/>
                    <a:pt x="660493" y="2672708"/>
                  </a:cubicBezTo>
                  <a:lnTo>
                    <a:pt x="43399" y="1591416"/>
                  </a:lnTo>
                  <a:cubicBezTo>
                    <a:pt x="17922" y="1546775"/>
                    <a:pt x="3857" y="1498740"/>
                    <a:pt x="1381" y="1450601"/>
                  </a:cubicBezTo>
                  <a:cubicBezTo>
                    <a:pt x="-58" y="1441196"/>
                    <a:pt x="-553" y="1431688"/>
                    <a:pt x="774" y="1422141"/>
                  </a:cubicBezTo>
                  <a:cubicBezTo>
                    <a:pt x="-512" y="1412916"/>
                    <a:pt x="-26" y="1403731"/>
                    <a:pt x="1361" y="1394643"/>
                  </a:cubicBezTo>
                  <a:cubicBezTo>
                    <a:pt x="3800" y="1346433"/>
                    <a:pt x="17869" y="1298323"/>
                    <a:pt x="43383" y="1253618"/>
                  </a:cubicBezTo>
                  <a:lnTo>
                    <a:pt x="660477" y="172326"/>
                  </a:lnTo>
                  <a:cubicBezTo>
                    <a:pt x="676397" y="144430"/>
                    <a:pt x="695725" y="119697"/>
                    <a:pt x="718724" y="99467"/>
                  </a:cubicBezTo>
                  <a:cubicBezTo>
                    <a:pt x="769423" y="38273"/>
                    <a:pt x="846171" y="0"/>
                    <a:pt x="931858" y="0"/>
                  </a:cubicBezTo>
                  <a:close/>
                </a:path>
              </a:pathLst>
            </a:custGeom>
            <a:solidFill>
              <a:schemeClr val="accent2"/>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dirty="0">
                <a:solidFill>
                  <a:schemeClr val="lt1"/>
                </a:solidFill>
                <a:latin typeface="Helvetica" panose="020B0604020202020204" pitchFamily="34" charset="0"/>
                <a:cs typeface="Helvetica" panose="020B0604020202020204" pitchFamily="34" charset="0"/>
              </a:endParaRPr>
            </a:p>
          </p:txBody>
        </p:sp>
        <p:grpSp>
          <p:nvGrpSpPr>
            <p:cNvPr id="25" name="Group 24"/>
            <p:cNvGrpSpPr/>
            <p:nvPr/>
          </p:nvGrpSpPr>
          <p:grpSpPr>
            <a:xfrm>
              <a:off x="5899150" y="2539837"/>
              <a:ext cx="393700" cy="525532"/>
              <a:chOff x="2639219" y="3510757"/>
              <a:chExt cx="348456" cy="465138"/>
            </a:xfrm>
            <a:solidFill>
              <a:schemeClr val="bg1"/>
            </a:solidFill>
          </p:grpSpPr>
          <p:sp>
            <p:nvSpPr>
              <p:cNvPr id="26" name="AutoShape 115"/>
              <p:cNvSpPr/>
              <p:nvPr/>
            </p:nvSpPr>
            <p:spPr bwMode="auto">
              <a:xfrm>
                <a:off x="2639219" y="3510757"/>
                <a:ext cx="348456"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7" name="AutoShape 116"/>
              <p:cNvSpPr/>
              <p:nvPr/>
            </p:nvSpPr>
            <p:spPr bwMode="auto">
              <a:xfrm>
                <a:off x="2784475" y="3786982"/>
                <a:ext cx="57944"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8" name="Group 7"/>
          <p:cNvGrpSpPr/>
          <p:nvPr/>
        </p:nvGrpSpPr>
        <p:grpSpPr>
          <a:xfrm>
            <a:off x="4541805" y="3351715"/>
            <a:ext cx="1496624" cy="1668538"/>
            <a:chOff x="4541805" y="3351715"/>
            <a:chExt cx="1496624" cy="1668538"/>
          </a:xfrm>
        </p:grpSpPr>
        <p:sp>
          <p:nvSpPr>
            <p:cNvPr id="12" name="11 Rectángulo redondeado"/>
            <p:cNvSpPr>
              <a:spLocks noChangeAspect="1"/>
            </p:cNvSpPr>
            <p:nvPr/>
          </p:nvSpPr>
          <p:spPr>
            <a:xfrm rot="16200000">
              <a:off x="4455848" y="3437672"/>
              <a:ext cx="1668538" cy="1496624"/>
            </a:xfrm>
            <a:custGeom>
              <a:avLst/>
              <a:gdLst/>
              <a:ahLst/>
              <a:cxnLst/>
              <a:rect l="l" t="t" r="r" b="b"/>
              <a:pathLst>
                <a:path w="3195945" h="2847600">
                  <a:moveTo>
                    <a:pt x="931858" y="0"/>
                  </a:moveTo>
                  <a:lnTo>
                    <a:pt x="2264149" y="0"/>
                  </a:lnTo>
                  <a:cubicBezTo>
                    <a:pt x="2332834" y="0"/>
                    <a:pt x="2395775" y="24591"/>
                    <a:pt x="2443824" y="66436"/>
                  </a:cubicBezTo>
                  <a:cubicBezTo>
                    <a:pt x="2448429" y="69277"/>
                    <a:pt x="2452695" y="72595"/>
                    <a:pt x="2456305" y="76734"/>
                  </a:cubicBezTo>
                  <a:cubicBezTo>
                    <a:pt x="2460022" y="79237"/>
                    <a:pt x="2463176" y="82339"/>
                    <a:pt x="2465987" y="85776"/>
                  </a:cubicBezTo>
                  <a:cubicBezTo>
                    <a:pt x="2493618" y="108249"/>
                    <a:pt x="2516894" y="136545"/>
                    <a:pt x="2535511" y="169166"/>
                  </a:cubicBezTo>
                  <a:lnTo>
                    <a:pt x="3152605" y="1250458"/>
                  </a:lnTo>
                  <a:cubicBezTo>
                    <a:pt x="3179394" y="1297399"/>
                    <a:pt x="3193566" y="1348093"/>
                    <a:pt x="3194780" y="1398693"/>
                  </a:cubicBezTo>
                  <a:cubicBezTo>
                    <a:pt x="3195949" y="1406441"/>
                    <a:pt x="3196388" y="1414265"/>
                    <a:pt x="3195280" y="1422135"/>
                  </a:cubicBezTo>
                  <a:cubicBezTo>
                    <a:pt x="3196431" y="1430332"/>
                    <a:pt x="3195980" y="1438483"/>
                    <a:pt x="3194760" y="1446554"/>
                  </a:cubicBezTo>
                  <a:cubicBezTo>
                    <a:pt x="3193510" y="1497084"/>
                    <a:pt x="3179340" y="1547701"/>
                    <a:pt x="3152589" y="1594576"/>
                  </a:cubicBezTo>
                  <a:lnTo>
                    <a:pt x="2535495" y="2675868"/>
                  </a:lnTo>
                  <a:cubicBezTo>
                    <a:pt x="2519103" y="2704590"/>
                    <a:pt x="2499098" y="2729960"/>
                    <a:pt x="2475270" y="2750574"/>
                  </a:cubicBezTo>
                  <a:cubicBezTo>
                    <a:pt x="2424537" y="2810341"/>
                    <a:pt x="2348694" y="2847600"/>
                    <a:pt x="2264149" y="2847600"/>
                  </a:cubicBezTo>
                  <a:lnTo>
                    <a:pt x="931858" y="2847600"/>
                  </a:lnTo>
                  <a:cubicBezTo>
                    <a:pt x="840908" y="2847600"/>
                    <a:pt x="760028" y="2804481"/>
                    <a:pt x="709441" y="2736882"/>
                  </a:cubicBezTo>
                  <a:cubicBezTo>
                    <a:pt x="690443" y="2718412"/>
                    <a:pt x="674204" y="2696733"/>
                    <a:pt x="660493" y="2672708"/>
                  </a:cubicBezTo>
                  <a:lnTo>
                    <a:pt x="43399" y="1591416"/>
                  </a:lnTo>
                  <a:cubicBezTo>
                    <a:pt x="17922" y="1546775"/>
                    <a:pt x="3857" y="1498740"/>
                    <a:pt x="1381" y="1450601"/>
                  </a:cubicBezTo>
                  <a:cubicBezTo>
                    <a:pt x="-58" y="1441196"/>
                    <a:pt x="-553" y="1431688"/>
                    <a:pt x="774" y="1422141"/>
                  </a:cubicBezTo>
                  <a:cubicBezTo>
                    <a:pt x="-512" y="1412916"/>
                    <a:pt x="-26" y="1403731"/>
                    <a:pt x="1361" y="1394643"/>
                  </a:cubicBezTo>
                  <a:cubicBezTo>
                    <a:pt x="3800" y="1346433"/>
                    <a:pt x="17869" y="1298323"/>
                    <a:pt x="43383" y="1253618"/>
                  </a:cubicBezTo>
                  <a:lnTo>
                    <a:pt x="660477" y="172326"/>
                  </a:lnTo>
                  <a:cubicBezTo>
                    <a:pt x="676397" y="144430"/>
                    <a:pt x="695725" y="119697"/>
                    <a:pt x="718724" y="99467"/>
                  </a:cubicBezTo>
                  <a:cubicBezTo>
                    <a:pt x="769423" y="38273"/>
                    <a:pt x="846171" y="0"/>
                    <a:pt x="931858" y="0"/>
                  </a:cubicBezTo>
                  <a:close/>
                </a:path>
              </a:pathLst>
            </a:custGeom>
            <a:solidFill>
              <a:schemeClr val="accent4"/>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dirty="0">
                <a:solidFill>
                  <a:schemeClr val="lt1"/>
                </a:solidFill>
                <a:latin typeface="Helvetica" panose="020B0604020202020204" pitchFamily="34" charset="0"/>
                <a:cs typeface="Helvetica" panose="020B0604020202020204" pitchFamily="34" charset="0"/>
              </a:endParaRPr>
            </a:p>
          </p:txBody>
        </p:sp>
        <p:grpSp>
          <p:nvGrpSpPr>
            <p:cNvPr id="28" name="Group 27"/>
            <p:cNvGrpSpPr/>
            <p:nvPr/>
          </p:nvGrpSpPr>
          <p:grpSpPr>
            <a:xfrm>
              <a:off x="5027799" y="3923665"/>
              <a:ext cx="524636" cy="524636"/>
              <a:chOff x="4427654" y="3049909"/>
              <a:chExt cx="464344" cy="464344"/>
            </a:xfrm>
            <a:solidFill>
              <a:schemeClr val="bg1"/>
            </a:solidFill>
          </p:grpSpPr>
          <p:sp>
            <p:nvSpPr>
              <p:cNvPr id="29" name="AutoShape 123"/>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0" name="AutoShape 124"/>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1" name="AutoShape 125"/>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0" name="Group 9"/>
          <p:cNvGrpSpPr/>
          <p:nvPr/>
        </p:nvGrpSpPr>
        <p:grpSpPr>
          <a:xfrm>
            <a:off x="6168585" y="3351715"/>
            <a:ext cx="1496624" cy="1668538"/>
            <a:chOff x="6168585" y="3351715"/>
            <a:chExt cx="1496624" cy="1668538"/>
          </a:xfrm>
        </p:grpSpPr>
        <p:sp>
          <p:nvSpPr>
            <p:cNvPr id="13" name="11 Rectángulo redondeado"/>
            <p:cNvSpPr>
              <a:spLocks noChangeAspect="1"/>
            </p:cNvSpPr>
            <p:nvPr/>
          </p:nvSpPr>
          <p:spPr>
            <a:xfrm rot="16200000">
              <a:off x="6082628" y="3437672"/>
              <a:ext cx="1668538" cy="1496624"/>
            </a:xfrm>
            <a:custGeom>
              <a:avLst/>
              <a:gdLst/>
              <a:ahLst/>
              <a:cxnLst/>
              <a:rect l="l" t="t" r="r" b="b"/>
              <a:pathLst>
                <a:path w="3195945" h="2847600">
                  <a:moveTo>
                    <a:pt x="931858" y="0"/>
                  </a:moveTo>
                  <a:lnTo>
                    <a:pt x="2264149" y="0"/>
                  </a:lnTo>
                  <a:cubicBezTo>
                    <a:pt x="2332834" y="0"/>
                    <a:pt x="2395775" y="24591"/>
                    <a:pt x="2443824" y="66436"/>
                  </a:cubicBezTo>
                  <a:cubicBezTo>
                    <a:pt x="2448429" y="69277"/>
                    <a:pt x="2452695" y="72595"/>
                    <a:pt x="2456305" y="76734"/>
                  </a:cubicBezTo>
                  <a:cubicBezTo>
                    <a:pt x="2460022" y="79237"/>
                    <a:pt x="2463176" y="82339"/>
                    <a:pt x="2465987" y="85776"/>
                  </a:cubicBezTo>
                  <a:cubicBezTo>
                    <a:pt x="2493618" y="108249"/>
                    <a:pt x="2516894" y="136545"/>
                    <a:pt x="2535511" y="169166"/>
                  </a:cubicBezTo>
                  <a:lnTo>
                    <a:pt x="3152605" y="1250458"/>
                  </a:lnTo>
                  <a:cubicBezTo>
                    <a:pt x="3179394" y="1297399"/>
                    <a:pt x="3193566" y="1348093"/>
                    <a:pt x="3194780" y="1398693"/>
                  </a:cubicBezTo>
                  <a:cubicBezTo>
                    <a:pt x="3195949" y="1406441"/>
                    <a:pt x="3196388" y="1414265"/>
                    <a:pt x="3195280" y="1422135"/>
                  </a:cubicBezTo>
                  <a:cubicBezTo>
                    <a:pt x="3196431" y="1430332"/>
                    <a:pt x="3195980" y="1438483"/>
                    <a:pt x="3194760" y="1446554"/>
                  </a:cubicBezTo>
                  <a:cubicBezTo>
                    <a:pt x="3193510" y="1497084"/>
                    <a:pt x="3179340" y="1547701"/>
                    <a:pt x="3152589" y="1594576"/>
                  </a:cubicBezTo>
                  <a:lnTo>
                    <a:pt x="2535495" y="2675868"/>
                  </a:lnTo>
                  <a:cubicBezTo>
                    <a:pt x="2519103" y="2704590"/>
                    <a:pt x="2499098" y="2729960"/>
                    <a:pt x="2475270" y="2750574"/>
                  </a:cubicBezTo>
                  <a:cubicBezTo>
                    <a:pt x="2424537" y="2810341"/>
                    <a:pt x="2348694" y="2847600"/>
                    <a:pt x="2264149" y="2847600"/>
                  </a:cubicBezTo>
                  <a:lnTo>
                    <a:pt x="931858" y="2847600"/>
                  </a:lnTo>
                  <a:cubicBezTo>
                    <a:pt x="840908" y="2847600"/>
                    <a:pt x="760028" y="2804481"/>
                    <a:pt x="709441" y="2736882"/>
                  </a:cubicBezTo>
                  <a:cubicBezTo>
                    <a:pt x="690443" y="2718412"/>
                    <a:pt x="674204" y="2696733"/>
                    <a:pt x="660493" y="2672708"/>
                  </a:cubicBezTo>
                  <a:lnTo>
                    <a:pt x="43399" y="1591416"/>
                  </a:lnTo>
                  <a:cubicBezTo>
                    <a:pt x="17922" y="1546775"/>
                    <a:pt x="3857" y="1498740"/>
                    <a:pt x="1381" y="1450601"/>
                  </a:cubicBezTo>
                  <a:cubicBezTo>
                    <a:pt x="-58" y="1441196"/>
                    <a:pt x="-553" y="1431688"/>
                    <a:pt x="774" y="1422141"/>
                  </a:cubicBezTo>
                  <a:cubicBezTo>
                    <a:pt x="-512" y="1412916"/>
                    <a:pt x="-26" y="1403731"/>
                    <a:pt x="1361" y="1394643"/>
                  </a:cubicBezTo>
                  <a:cubicBezTo>
                    <a:pt x="3800" y="1346433"/>
                    <a:pt x="17869" y="1298323"/>
                    <a:pt x="43383" y="1253618"/>
                  </a:cubicBezTo>
                  <a:lnTo>
                    <a:pt x="660477" y="172326"/>
                  </a:lnTo>
                  <a:cubicBezTo>
                    <a:pt x="676397" y="144430"/>
                    <a:pt x="695725" y="119697"/>
                    <a:pt x="718724" y="99467"/>
                  </a:cubicBezTo>
                  <a:cubicBezTo>
                    <a:pt x="769423" y="38273"/>
                    <a:pt x="846171" y="0"/>
                    <a:pt x="931858" y="0"/>
                  </a:cubicBezTo>
                  <a:close/>
                </a:path>
              </a:pathLst>
            </a:custGeom>
            <a:solidFill>
              <a:schemeClr val="accent5"/>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dirty="0">
                <a:solidFill>
                  <a:schemeClr val="lt1"/>
                </a:solidFill>
                <a:latin typeface="Helvetica" panose="020B0604020202020204" pitchFamily="34" charset="0"/>
                <a:cs typeface="Helvetica" panose="020B0604020202020204" pitchFamily="34" charset="0"/>
              </a:endParaRPr>
            </a:p>
          </p:txBody>
        </p:sp>
        <p:grpSp>
          <p:nvGrpSpPr>
            <p:cNvPr id="39" name="Group 38"/>
            <p:cNvGrpSpPr/>
            <p:nvPr/>
          </p:nvGrpSpPr>
          <p:grpSpPr>
            <a:xfrm>
              <a:off x="6552342" y="3946101"/>
              <a:ext cx="729112" cy="479764"/>
              <a:chOff x="8259763" y="4557713"/>
              <a:chExt cx="1773238" cy="1166813"/>
            </a:xfrm>
            <a:solidFill>
              <a:schemeClr val="bg1"/>
            </a:solidFill>
          </p:grpSpPr>
          <p:sp>
            <p:nvSpPr>
              <p:cNvPr id="40" name="Freeform 336"/>
              <p:cNvSpPr>
                <a:spLocks noEditPoints="1"/>
              </p:cNvSpPr>
              <p:nvPr/>
            </p:nvSpPr>
            <p:spPr bwMode="auto">
              <a:xfrm>
                <a:off x="8402638" y="5083175"/>
                <a:ext cx="303213" cy="246063"/>
              </a:xfrm>
              <a:custGeom>
                <a:avLst/>
                <a:gdLst>
                  <a:gd name="T0" fmla="*/ 91 w 122"/>
                  <a:gd name="T1" fmla="*/ 0 h 99"/>
                  <a:gd name="T2" fmla="*/ 38 w 122"/>
                  <a:gd name="T3" fmla="*/ 0 h 99"/>
                  <a:gd name="T4" fmla="*/ 11 w 122"/>
                  <a:gd name="T5" fmla="*/ 7 h 99"/>
                  <a:gd name="T6" fmla="*/ 0 w 122"/>
                  <a:gd name="T7" fmla="*/ 37 h 99"/>
                  <a:gd name="T8" fmla="*/ 0 w 122"/>
                  <a:gd name="T9" fmla="*/ 66 h 99"/>
                  <a:gd name="T10" fmla="*/ 4 w 122"/>
                  <a:gd name="T11" fmla="*/ 83 h 99"/>
                  <a:gd name="T12" fmla="*/ 29 w 122"/>
                  <a:gd name="T13" fmla="*/ 99 h 99"/>
                  <a:gd name="T14" fmla="*/ 88 w 122"/>
                  <a:gd name="T15" fmla="*/ 99 h 99"/>
                  <a:gd name="T16" fmla="*/ 100 w 122"/>
                  <a:gd name="T17" fmla="*/ 98 h 99"/>
                  <a:gd name="T18" fmla="*/ 121 w 122"/>
                  <a:gd name="T19" fmla="*/ 75 h 99"/>
                  <a:gd name="T20" fmla="*/ 121 w 122"/>
                  <a:gd name="T21" fmla="*/ 70 h 99"/>
                  <a:gd name="T22" fmla="*/ 121 w 122"/>
                  <a:gd name="T23" fmla="*/ 27 h 99"/>
                  <a:gd name="T24" fmla="*/ 91 w 122"/>
                  <a:gd name="T25" fmla="*/ 0 h 99"/>
                  <a:gd name="T26" fmla="*/ 30 w 122"/>
                  <a:gd name="T27" fmla="*/ 68 h 99"/>
                  <a:gd name="T28" fmla="*/ 31 w 122"/>
                  <a:gd name="T29" fmla="*/ 69 h 99"/>
                  <a:gd name="T30" fmla="*/ 31 w 122"/>
                  <a:gd name="T31" fmla="*/ 69 h 99"/>
                  <a:gd name="T32" fmla="*/ 30 w 122"/>
                  <a:gd name="T33" fmla="*/ 68 h 99"/>
                  <a:gd name="T34" fmla="*/ 30 w 122"/>
                  <a:gd name="T35" fmla="*/ 30 h 99"/>
                  <a:gd name="T36" fmla="*/ 30 w 122"/>
                  <a:gd name="T37" fmla="*/ 30 h 99"/>
                  <a:gd name="T38" fmla="*/ 31 w 122"/>
                  <a:gd name="T39" fmla="*/ 30 h 99"/>
                  <a:gd name="T40" fmla="*/ 30 w 122"/>
                  <a:gd name="T41" fmla="*/ 30 h 99"/>
                  <a:gd name="T42" fmla="*/ 90 w 122"/>
                  <a:gd name="T43" fmla="*/ 68 h 99"/>
                  <a:gd name="T44" fmla="*/ 31 w 122"/>
                  <a:gd name="T45" fmla="*/ 68 h 99"/>
                  <a:gd name="T46" fmla="*/ 31 w 122"/>
                  <a:gd name="T47" fmla="*/ 31 h 99"/>
                  <a:gd name="T48" fmla="*/ 90 w 122"/>
                  <a:gd name="T49" fmla="*/ 31 h 99"/>
                  <a:gd name="T50" fmla="*/ 90 w 122"/>
                  <a:gd name="T51" fmla="*/ 6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2" h="99">
                    <a:moveTo>
                      <a:pt x="91" y="0"/>
                    </a:moveTo>
                    <a:cubicBezTo>
                      <a:pt x="38" y="0"/>
                      <a:pt x="38" y="0"/>
                      <a:pt x="38" y="0"/>
                    </a:cubicBezTo>
                    <a:cubicBezTo>
                      <a:pt x="28" y="0"/>
                      <a:pt x="19" y="0"/>
                      <a:pt x="11" y="7"/>
                    </a:cubicBezTo>
                    <a:cubicBezTo>
                      <a:pt x="1" y="14"/>
                      <a:pt x="0" y="26"/>
                      <a:pt x="0" y="37"/>
                    </a:cubicBezTo>
                    <a:cubicBezTo>
                      <a:pt x="0" y="66"/>
                      <a:pt x="0" y="66"/>
                      <a:pt x="0" y="66"/>
                    </a:cubicBezTo>
                    <a:cubicBezTo>
                      <a:pt x="0" y="72"/>
                      <a:pt x="1" y="77"/>
                      <a:pt x="4" y="83"/>
                    </a:cubicBezTo>
                    <a:cubicBezTo>
                      <a:pt x="8" y="93"/>
                      <a:pt x="19" y="99"/>
                      <a:pt x="29" y="99"/>
                    </a:cubicBezTo>
                    <a:cubicBezTo>
                      <a:pt x="88" y="99"/>
                      <a:pt x="88" y="99"/>
                      <a:pt x="88" y="99"/>
                    </a:cubicBezTo>
                    <a:cubicBezTo>
                      <a:pt x="92" y="99"/>
                      <a:pt x="96" y="99"/>
                      <a:pt x="100" y="98"/>
                    </a:cubicBezTo>
                    <a:cubicBezTo>
                      <a:pt x="111" y="96"/>
                      <a:pt x="119" y="85"/>
                      <a:pt x="121" y="75"/>
                    </a:cubicBezTo>
                    <a:cubicBezTo>
                      <a:pt x="121" y="73"/>
                      <a:pt x="121" y="72"/>
                      <a:pt x="121" y="70"/>
                    </a:cubicBezTo>
                    <a:cubicBezTo>
                      <a:pt x="121" y="56"/>
                      <a:pt x="122" y="41"/>
                      <a:pt x="121" y="27"/>
                    </a:cubicBezTo>
                    <a:cubicBezTo>
                      <a:pt x="120" y="11"/>
                      <a:pt x="107" y="0"/>
                      <a:pt x="91" y="0"/>
                    </a:cubicBezTo>
                    <a:close/>
                    <a:moveTo>
                      <a:pt x="30" y="68"/>
                    </a:moveTo>
                    <a:cubicBezTo>
                      <a:pt x="31" y="69"/>
                      <a:pt x="31" y="69"/>
                      <a:pt x="31" y="69"/>
                    </a:cubicBezTo>
                    <a:cubicBezTo>
                      <a:pt x="31" y="69"/>
                      <a:pt x="31" y="69"/>
                      <a:pt x="31" y="69"/>
                    </a:cubicBezTo>
                    <a:cubicBezTo>
                      <a:pt x="31" y="69"/>
                      <a:pt x="30" y="69"/>
                      <a:pt x="30" y="68"/>
                    </a:cubicBezTo>
                    <a:close/>
                    <a:moveTo>
                      <a:pt x="30" y="30"/>
                    </a:moveTo>
                    <a:cubicBezTo>
                      <a:pt x="30" y="30"/>
                      <a:pt x="30" y="30"/>
                      <a:pt x="30" y="30"/>
                    </a:cubicBezTo>
                    <a:cubicBezTo>
                      <a:pt x="31" y="30"/>
                      <a:pt x="31" y="30"/>
                      <a:pt x="31" y="30"/>
                    </a:cubicBezTo>
                    <a:cubicBezTo>
                      <a:pt x="31" y="30"/>
                      <a:pt x="31" y="30"/>
                      <a:pt x="30" y="30"/>
                    </a:cubicBezTo>
                    <a:close/>
                    <a:moveTo>
                      <a:pt x="90" y="68"/>
                    </a:moveTo>
                    <a:cubicBezTo>
                      <a:pt x="31" y="68"/>
                      <a:pt x="31" y="68"/>
                      <a:pt x="31" y="68"/>
                    </a:cubicBezTo>
                    <a:cubicBezTo>
                      <a:pt x="31" y="31"/>
                      <a:pt x="31" y="31"/>
                      <a:pt x="31" y="31"/>
                    </a:cubicBezTo>
                    <a:cubicBezTo>
                      <a:pt x="90" y="31"/>
                      <a:pt x="90" y="31"/>
                      <a:pt x="90" y="31"/>
                    </a:cubicBezTo>
                    <a:lnTo>
                      <a:pt x="90" y="68"/>
                    </a:lnTo>
                    <a:close/>
                  </a:path>
                </a:pathLst>
              </a:custGeom>
              <a:grpFill/>
              <a:ln>
                <a:noFill/>
              </a:ln>
            </p:spPr>
            <p:txBody>
              <a:bodyPr vert="horz" wrap="square" lIns="91440" tIns="45720" rIns="91440" bIns="45720" numCol="1" anchor="t" anchorCtr="0" compatLnSpc="1"/>
              <a:lstStyle/>
              <a:p>
                <a:endParaRPr lang="en-US"/>
              </a:p>
            </p:txBody>
          </p:sp>
          <p:sp>
            <p:nvSpPr>
              <p:cNvPr id="41" name="Freeform 337"/>
              <p:cNvSpPr/>
              <p:nvPr/>
            </p:nvSpPr>
            <p:spPr bwMode="auto">
              <a:xfrm>
                <a:off x="8731251" y="5091113"/>
                <a:ext cx="76200" cy="95250"/>
              </a:xfrm>
              <a:custGeom>
                <a:avLst/>
                <a:gdLst>
                  <a:gd name="T0" fmla="*/ 15 w 31"/>
                  <a:gd name="T1" fmla="*/ 0 h 38"/>
                  <a:gd name="T2" fmla="*/ 0 w 31"/>
                  <a:gd name="T3" fmla="*/ 16 h 38"/>
                  <a:gd name="T4" fmla="*/ 0 w 31"/>
                  <a:gd name="T5" fmla="*/ 22 h 38"/>
                  <a:gd name="T6" fmla="*/ 15 w 31"/>
                  <a:gd name="T7" fmla="*/ 38 h 38"/>
                  <a:gd name="T8" fmla="*/ 31 w 31"/>
                  <a:gd name="T9" fmla="*/ 22 h 38"/>
                  <a:gd name="T10" fmla="*/ 31 w 31"/>
                  <a:gd name="T11" fmla="*/ 16 h 38"/>
                  <a:gd name="T12" fmla="*/ 15 w 3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31" h="38">
                    <a:moveTo>
                      <a:pt x="15" y="0"/>
                    </a:moveTo>
                    <a:cubicBezTo>
                      <a:pt x="7" y="0"/>
                      <a:pt x="0" y="7"/>
                      <a:pt x="0" y="16"/>
                    </a:cubicBezTo>
                    <a:cubicBezTo>
                      <a:pt x="0" y="22"/>
                      <a:pt x="0" y="22"/>
                      <a:pt x="0" y="22"/>
                    </a:cubicBezTo>
                    <a:cubicBezTo>
                      <a:pt x="0" y="31"/>
                      <a:pt x="7" y="38"/>
                      <a:pt x="15" y="38"/>
                    </a:cubicBezTo>
                    <a:cubicBezTo>
                      <a:pt x="24" y="38"/>
                      <a:pt x="31" y="31"/>
                      <a:pt x="31" y="22"/>
                    </a:cubicBezTo>
                    <a:cubicBezTo>
                      <a:pt x="31" y="16"/>
                      <a:pt x="31" y="16"/>
                      <a:pt x="31" y="16"/>
                    </a:cubicBezTo>
                    <a:cubicBezTo>
                      <a:pt x="31" y="7"/>
                      <a:pt x="24" y="0"/>
                      <a:pt x="15" y="0"/>
                    </a:cubicBezTo>
                    <a:close/>
                  </a:path>
                </a:pathLst>
              </a:custGeom>
              <a:grpFill/>
              <a:ln>
                <a:noFill/>
              </a:ln>
            </p:spPr>
            <p:txBody>
              <a:bodyPr vert="horz" wrap="square" lIns="91440" tIns="45720" rIns="91440" bIns="45720" numCol="1" anchor="t" anchorCtr="0" compatLnSpc="1"/>
              <a:lstStyle/>
              <a:p>
                <a:endParaRPr lang="en-US"/>
              </a:p>
            </p:txBody>
          </p:sp>
          <p:sp>
            <p:nvSpPr>
              <p:cNvPr id="42" name="Freeform 338"/>
              <p:cNvSpPr>
                <a:spLocks noEditPoints="1"/>
              </p:cNvSpPr>
              <p:nvPr/>
            </p:nvSpPr>
            <p:spPr bwMode="auto">
              <a:xfrm>
                <a:off x="8259763" y="4557713"/>
                <a:ext cx="1773238" cy="1166813"/>
              </a:xfrm>
              <a:custGeom>
                <a:avLst/>
                <a:gdLst>
                  <a:gd name="T0" fmla="*/ 662 w 715"/>
                  <a:gd name="T1" fmla="*/ 307 h 470"/>
                  <a:gd name="T2" fmla="*/ 704 w 715"/>
                  <a:gd name="T3" fmla="*/ 172 h 470"/>
                  <a:gd name="T4" fmla="*/ 687 w 715"/>
                  <a:gd name="T5" fmla="*/ 146 h 470"/>
                  <a:gd name="T6" fmla="*/ 344 w 715"/>
                  <a:gd name="T7" fmla="*/ 35 h 470"/>
                  <a:gd name="T8" fmla="*/ 138 w 715"/>
                  <a:gd name="T9" fmla="*/ 15 h 470"/>
                  <a:gd name="T10" fmla="*/ 100 w 715"/>
                  <a:gd name="T11" fmla="*/ 13 h 470"/>
                  <a:gd name="T12" fmla="*/ 121 w 715"/>
                  <a:gd name="T13" fmla="*/ 50 h 470"/>
                  <a:gd name="T14" fmla="*/ 314 w 715"/>
                  <a:gd name="T15" fmla="*/ 104 h 470"/>
                  <a:gd name="T16" fmla="*/ 467 w 715"/>
                  <a:gd name="T17" fmla="*/ 153 h 470"/>
                  <a:gd name="T18" fmla="*/ 424 w 715"/>
                  <a:gd name="T19" fmla="*/ 292 h 470"/>
                  <a:gd name="T20" fmla="*/ 369 w 715"/>
                  <a:gd name="T21" fmla="*/ 307 h 470"/>
                  <a:gd name="T22" fmla="*/ 313 w 715"/>
                  <a:gd name="T23" fmla="*/ 330 h 470"/>
                  <a:gd name="T24" fmla="*/ 265 w 715"/>
                  <a:gd name="T25" fmla="*/ 298 h 470"/>
                  <a:gd name="T26" fmla="*/ 257 w 715"/>
                  <a:gd name="T27" fmla="*/ 127 h 470"/>
                  <a:gd name="T28" fmla="*/ 258 w 715"/>
                  <a:gd name="T29" fmla="*/ 96 h 470"/>
                  <a:gd name="T30" fmla="*/ 222 w 715"/>
                  <a:gd name="T31" fmla="*/ 163 h 470"/>
                  <a:gd name="T32" fmla="*/ 109 w 715"/>
                  <a:gd name="T33" fmla="*/ 155 h 470"/>
                  <a:gd name="T34" fmla="*/ 81 w 715"/>
                  <a:gd name="T35" fmla="*/ 162 h 470"/>
                  <a:gd name="T36" fmla="*/ 15 w 715"/>
                  <a:gd name="T37" fmla="*/ 212 h 470"/>
                  <a:gd name="T38" fmla="*/ 20 w 715"/>
                  <a:gd name="T39" fmla="*/ 417 h 470"/>
                  <a:gd name="T40" fmla="*/ 194 w 715"/>
                  <a:gd name="T41" fmla="*/ 417 h 470"/>
                  <a:gd name="T42" fmla="*/ 511 w 715"/>
                  <a:gd name="T43" fmla="*/ 417 h 470"/>
                  <a:gd name="T44" fmla="*/ 633 w 715"/>
                  <a:gd name="T45" fmla="*/ 417 h 470"/>
                  <a:gd name="T46" fmla="*/ 680 w 715"/>
                  <a:gd name="T47" fmla="*/ 370 h 470"/>
                  <a:gd name="T48" fmla="*/ 42 w 715"/>
                  <a:gd name="T49" fmla="*/ 202 h 470"/>
                  <a:gd name="T50" fmla="*/ 108 w 715"/>
                  <a:gd name="T51" fmla="*/ 410 h 470"/>
                  <a:gd name="T52" fmla="*/ 136 w 715"/>
                  <a:gd name="T53" fmla="*/ 438 h 470"/>
                  <a:gd name="T54" fmla="*/ 234 w 715"/>
                  <a:gd name="T55" fmla="*/ 384 h 470"/>
                  <a:gd name="T56" fmla="*/ 189 w 715"/>
                  <a:gd name="T57" fmla="*/ 385 h 470"/>
                  <a:gd name="T58" fmla="*/ 46 w 715"/>
                  <a:gd name="T59" fmla="*/ 385 h 470"/>
                  <a:gd name="T60" fmla="*/ 45 w 715"/>
                  <a:gd name="T61" fmla="*/ 385 h 470"/>
                  <a:gd name="T62" fmla="*/ 45 w 715"/>
                  <a:gd name="T63" fmla="*/ 200 h 470"/>
                  <a:gd name="T64" fmla="*/ 70 w 715"/>
                  <a:gd name="T65" fmla="*/ 195 h 470"/>
                  <a:gd name="T66" fmla="*/ 91 w 715"/>
                  <a:gd name="T67" fmla="*/ 192 h 470"/>
                  <a:gd name="T68" fmla="*/ 192 w 715"/>
                  <a:gd name="T69" fmla="*/ 167 h 470"/>
                  <a:gd name="T70" fmla="*/ 212 w 715"/>
                  <a:gd name="T71" fmla="*/ 193 h 470"/>
                  <a:gd name="T72" fmla="*/ 231 w 715"/>
                  <a:gd name="T73" fmla="*/ 198 h 470"/>
                  <a:gd name="T74" fmla="*/ 238 w 715"/>
                  <a:gd name="T75" fmla="*/ 201 h 470"/>
                  <a:gd name="T76" fmla="*/ 257 w 715"/>
                  <a:gd name="T77" fmla="*/ 126 h 470"/>
                  <a:gd name="T78" fmla="*/ 549 w 715"/>
                  <a:gd name="T79" fmla="*/ 146 h 470"/>
                  <a:gd name="T80" fmla="*/ 495 w 715"/>
                  <a:gd name="T81" fmla="*/ 116 h 470"/>
                  <a:gd name="T82" fmla="*/ 549 w 715"/>
                  <a:gd name="T83" fmla="*/ 146 h 470"/>
                  <a:gd name="T84" fmla="*/ 600 w 715"/>
                  <a:gd name="T85" fmla="*/ 195 h 470"/>
                  <a:gd name="T86" fmla="*/ 608 w 715"/>
                  <a:gd name="T87" fmla="*/ 292 h 470"/>
                  <a:gd name="T88" fmla="*/ 283 w 715"/>
                  <a:gd name="T89" fmla="*/ 329 h 470"/>
                  <a:gd name="T90" fmla="*/ 266 w 715"/>
                  <a:gd name="T91" fmla="*/ 329 h 470"/>
                  <a:gd name="T92" fmla="*/ 266 w 715"/>
                  <a:gd name="T93" fmla="*/ 329 h 470"/>
                  <a:gd name="T94" fmla="*/ 266 w 715"/>
                  <a:gd name="T95" fmla="*/ 329 h 470"/>
                  <a:gd name="T96" fmla="*/ 282 w 715"/>
                  <a:gd name="T97" fmla="*/ 330 h 470"/>
                  <a:gd name="T98" fmla="*/ 265 w 715"/>
                  <a:gd name="T99" fmla="*/ 335 h 470"/>
                  <a:gd name="T100" fmla="*/ 265 w 715"/>
                  <a:gd name="T101" fmla="*/ 384 h 470"/>
                  <a:gd name="T102" fmla="*/ 400 w 715"/>
                  <a:gd name="T103" fmla="*/ 386 h 470"/>
                  <a:gd name="T104" fmla="*/ 453 w 715"/>
                  <a:gd name="T105" fmla="*/ 382 h 470"/>
                  <a:gd name="T106" fmla="*/ 522 w 715"/>
                  <a:gd name="T107" fmla="*/ 386 h 470"/>
                  <a:gd name="T108" fmla="*/ 533 w 715"/>
                  <a:gd name="T109" fmla="*/ 370 h 470"/>
                  <a:gd name="T110" fmla="*/ 547 w 715"/>
                  <a:gd name="T111" fmla="*/ 410 h 470"/>
                  <a:gd name="T112" fmla="*/ 575 w 715"/>
                  <a:gd name="T113" fmla="*/ 438 h 470"/>
                  <a:gd name="T114" fmla="*/ 632 w 715"/>
                  <a:gd name="T115" fmla="*/ 323 h 470"/>
                  <a:gd name="T116" fmla="*/ 649 w 715"/>
                  <a:gd name="T117" fmla="*/ 386 h 470"/>
                  <a:gd name="T118" fmla="*/ 649 w 715"/>
                  <a:gd name="T119" fmla="*/ 3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5" h="470">
                    <a:moveTo>
                      <a:pt x="695" y="339"/>
                    </a:moveTo>
                    <a:cubicBezTo>
                      <a:pt x="662" y="339"/>
                      <a:pt x="662" y="339"/>
                      <a:pt x="662" y="339"/>
                    </a:cubicBezTo>
                    <a:cubicBezTo>
                      <a:pt x="662" y="307"/>
                      <a:pt x="662" y="307"/>
                      <a:pt x="662" y="307"/>
                    </a:cubicBezTo>
                    <a:cubicBezTo>
                      <a:pt x="662" y="299"/>
                      <a:pt x="655" y="292"/>
                      <a:pt x="647" y="292"/>
                    </a:cubicBezTo>
                    <a:cubicBezTo>
                      <a:pt x="643" y="292"/>
                      <a:pt x="643" y="292"/>
                      <a:pt x="643" y="292"/>
                    </a:cubicBezTo>
                    <a:cubicBezTo>
                      <a:pt x="663" y="252"/>
                      <a:pt x="683" y="212"/>
                      <a:pt x="704" y="172"/>
                    </a:cubicBezTo>
                    <a:cubicBezTo>
                      <a:pt x="708" y="165"/>
                      <a:pt x="706" y="156"/>
                      <a:pt x="698" y="151"/>
                    </a:cubicBezTo>
                    <a:cubicBezTo>
                      <a:pt x="697" y="150"/>
                      <a:pt x="694" y="150"/>
                      <a:pt x="692" y="149"/>
                    </a:cubicBezTo>
                    <a:cubicBezTo>
                      <a:pt x="691" y="148"/>
                      <a:pt x="689" y="147"/>
                      <a:pt x="687" y="146"/>
                    </a:cubicBezTo>
                    <a:cubicBezTo>
                      <a:pt x="529" y="95"/>
                      <a:pt x="529" y="95"/>
                      <a:pt x="529" y="95"/>
                    </a:cubicBezTo>
                    <a:cubicBezTo>
                      <a:pt x="468" y="75"/>
                      <a:pt x="407" y="55"/>
                      <a:pt x="347" y="36"/>
                    </a:cubicBezTo>
                    <a:cubicBezTo>
                      <a:pt x="346" y="35"/>
                      <a:pt x="345" y="35"/>
                      <a:pt x="344" y="35"/>
                    </a:cubicBezTo>
                    <a:cubicBezTo>
                      <a:pt x="338" y="33"/>
                      <a:pt x="330" y="36"/>
                      <a:pt x="327" y="42"/>
                    </a:cubicBezTo>
                    <a:cubicBezTo>
                      <a:pt x="323" y="52"/>
                      <a:pt x="318" y="61"/>
                      <a:pt x="314" y="71"/>
                    </a:cubicBezTo>
                    <a:cubicBezTo>
                      <a:pt x="255" y="53"/>
                      <a:pt x="197" y="34"/>
                      <a:pt x="138" y="15"/>
                    </a:cubicBezTo>
                    <a:cubicBezTo>
                      <a:pt x="135" y="14"/>
                      <a:pt x="132" y="13"/>
                      <a:pt x="130" y="12"/>
                    </a:cubicBezTo>
                    <a:cubicBezTo>
                      <a:pt x="128" y="8"/>
                      <a:pt x="124" y="4"/>
                      <a:pt x="119" y="3"/>
                    </a:cubicBezTo>
                    <a:cubicBezTo>
                      <a:pt x="111" y="0"/>
                      <a:pt x="103" y="5"/>
                      <a:pt x="100" y="13"/>
                    </a:cubicBezTo>
                    <a:cubicBezTo>
                      <a:pt x="97" y="23"/>
                      <a:pt x="94" y="32"/>
                      <a:pt x="91" y="42"/>
                    </a:cubicBezTo>
                    <a:cubicBezTo>
                      <a:pt x="89" y="50"/>
                      <a:pt x="94" y="59"/>
                      <a:pt x="102" y="61"/>
                    </a:cubicBezTo>
                    <a:cubicBezTo>
                      <a:pt x="110" y="63"/>
                      <a:pt x="118" y="58"/>
                      <a:pt x="121" y="50"/>
                    </a:cubicBezTo>
                    <a:cubicBezTo>
                      <a:pt x="122" y="48"/>
                      <a:pt x="122" y="45"/>
                      <a:pt x="123" y="43"/>
                    </a:cubicBezTo>
                    <a:cubicBezTo>
                      <a:pt x="160" y="54"/>
                      <a:pt x="196" y="66"/>
                      <a:pt x="232" y="78"/>
                    </a:cubicBezTo>
                    <a:cubicBezTo>
                      <a:pt x="260" y="86"/>
                      <a:pt x="287" y="95"/>
                      <a:pt x="314" y="104"/>
                    </a:cubicBezTo>
                    <a:cubicBezTo>
                      <a:pt x="314" y="104"/>
                      <a:pt x="314" y="104"/>
                      <a:pt x="314" y="104"/>
                    </a:cubicBezTo>
                    <a:cubicBezTo>
                      <a:pt x="316" y="105"/>
                      <a:pt x="318" y="105"/>
                      <a:pt x="320" y="106"/>
                    </a:cubicBezTo>
                    <a:cubicBezTo>
                      <a:pt x="369" y="121"/>
                      <a:pt x="418" y="137"/>
                      <a:pt x="467" y="153"/>
                    </a:cubicBezTo>
                    <a:cubicBezTo>
                      <a:pt x="500" y="163"/>
                      <a:pt x="532" y="173"/>
                      <a:pt x="565" y="184"/>
                    </a:cubicBezTo>
                    <a:cubicBezTo>
                      <a:pt x="521" y="217"/>
                      <a:pt x="478" y="251"/>
                      <a:pt x="434" y="284"/>
                    </a:cubicBezTo>
                    <a:cubicBezTo>
                      <a:pt x="431" y="287"/>
                      <a:pt x="428" y="289"/>
                      <a:pt x="424" y="292"/>
                    </a:cubicBezTo>
                    <a:cubicBezTo>
                      <a:pt x="424" y="292"/>
                      <a:pt x="424" y="292"/>
                      <a:pt x="424" y="292"/>
                    </a:cubicBezTo>
                    <a:cubicBezTo>
                      <a:pt x="385" y="292"/>
                      <a:pt x="385" y="292"/>
                      <a:pt x="385" y="292"/>
                    </a:cubicBezTo>
                    <a:cubicBezTo>
                      <a:pt x="376" y="292"/>
                      <a:pt x="369" y="299"/>
                      <a:pt x="369" y="307"/>
                    </a:cubicBezTo>
                    <a:cubicBezTo>
                      <a:pt x="369" y="339"/>
                      <a:pt x="369" y="339"/>
                      <a:pt x="369" y="339"/>
                    </a:cubicBezTo>
                    <a:cubicBezTo>
                      <a:pt x="310" y="339"/>
                      <a:pt x="310" y="339"/>
                      <a:pt x="310" y="339"/>
                    </a:cubicBezTo>
                    <a:cubicBezTo>
                      <a:pt x="312" y="336"/>
                      <a:pt x="313" y="333"/>
                      <a:pt x="313" y="330"/>
                    </a:cubicBezTo>
                    <a:cubicBezTo>
                      <a:pt x="312" y="318"/>
                      <a:pt x="307" y="308"/>
                      <a:pt x="297" y="302"/>
                    </a:cubicBezTo>
                    <a:cubicBezTo>
                      <a:pt x="290" y="298"/>
                      <a:pt x="282" y="298"/>
                      <a:pt x="275" y="298"/>
                    </a:cubicBezTo>
                    <a:cubicBezTo>
                      <a:pt x="272" y="298"/>
                      <a:pt x="268" y="298"/>
                      <a:pt x="265" y="298"/>
                    </a:cubicBezTo>
                    <a:cubicBezTo>
                      <a:pt x="265" y="194"/>
                      <a:pt x="265" y="194"/>
                      <a:pt x="265" y="194"/>
                    </a:cubicBezTo>
                    <a:cubicBezTo>
                      <a:pt x="265" y="187"/>
                      <a:pt x="262" y="182"/>
                      <a:pt x="257" y="178"/>
                    </a:cubicBezTo>
                    <a:cubicBezTo>
                      <a:pt x="257" y="127"/>
                      <a:pt x="257" y="127"/>
                      <a:pt x="257" y="127"/>
                    </a:cubicBezTo>
                    <a:cubicBezTo>
                      <a:pt x="258" y="127"/>
                      <a:pt x="259" y="126"/>
                      <a:pt x="258" y="126"/>
                    </a:cubicBezTo>
                    <a:cubicBezTo>
                      <a:pt x="266" y="126"/>
                      <a:pt x="273" y="120"/>
                      <a:pt x="273" y="111"/>
                    </a:cubicBezTo>
                    <a:cubicBezTo>
                      <a:pt x="273" y="103"/>
                      <a:pt x="266" y="95"/>
                      <a:pt x="258" y="96"/>
                    </a:cubicBezTo>
                    <a:cubicBezTo>
                      <a:pt x="241" y="96"/>
                      <a:pt x="226" y="108"/>
                      <a:pt x="226" y="126"/>
                    </a:cubicBezTo>
                    <a:cubicBezTo>
                      <a:pt x="226" y="164"/>
                      <a:pt x="226" y="164"/>
                      <a:pt x="226" y="164"/>
                    </a:cubicBezTo>
                    <a:cubicBezTo>
                      <a:pt x="225" y="164"/>
                      <a:pt x="224" y="163"/>
                      <a:pt x="222" y="163"/>
                    </a:cubicBezTo>
                    <a:cubicBezTo>
                      <a:pt x="222" y="158"/>
                      <a:pt x="221" y="153"/>
                      <a:pt x="221" y="147"/>
                    </a:cubicBezTo>
                    <a:cubicBezTo>
                      <a:pt x="220" y="137"/>
                      <a:pt x="212" y="130"/>
                      <a:pt x="201" y="132"/>
                    </a:cubicBezTo>
                    <a:cubicBezTo>
                      <a:pt x="109" y="155"/>
                      <a:pt x="109" y="155"/>
                      <a:pt x="109" y="155"/>
                    </a:cubicBezTo>
                    <a:cubicBezTo>
                      <a:pt x="101" y="157"/>
                      <a:pt x="94" y="159"/>
                      <a:pt x="87" y="161"/>
                    </a:cubicBezTo>
                    <a:cubicBezTo>
                      <a:pt x="85" y="161"/>
                      <a:pt x="84" y="162"/>
                      <a:pt x="82" y="162"/>
                    </a:cubicBezTo>
                    <a:cubicBezTo>
                      <a:pt x="82" y="162"/>
                      <a:pt x="81" y="162"/>
                      <a:pt x="81" y="162"/>
                    </a:cubicBezTo>
                    <a:cubicBezTo>
                      <a:pt x="70" y="163"/>
                      <a:pt x="59" y="165"/>
                      <a:pt x="48" y="168"/>
                    </a:cubicBezTo>
                    <a:cubicBezTo>
                      <a:pt x="37" y="170"/>
                      <a:pt x="24" y="174"/>
                      <a:pt x="17" y="183"/>
                    </a:cubicBezTo>
                    <a:cubicBezTo>
                      <a:pt x="12" y="191"/>
                      <a:pt x="15" y="204"/>
                      <a:pt x="15" y="212"/>
                    </a:cubicBezTo>
                    <a:cubicBezTo>
                      <a:pt x="15" y="384"/>
                      <a:pt x="15" y="384"/>
                      <a:pt x="15" y="384"/>
                    </a:cubicBezTo>
                    <a:cubicBezTo>
                      <a:pt x="15" y="385"/>
                      <a:pt x="15" y="386"/>
                      <a:pt x="15" y="387"/>
                    </a:cubicBezTo>
                    <a:cubicBezTo>
                      <a:pt x="0" y="391"/>
                      <a:pt x="2" y="417"/>
                      <a:pt x="20" y="417"/>
                    </a:cubicBezTo>
                    <a:cubicBezTo>
                      <a:pt x="78" y="417"/>
                      <a:pt x="78" y="417"/>
                      <a:pt x="78" y="417"/>
                    </a:cubicBezTo>
                    <a:cubicBezTo>
                      <a:pt x="81" y="446"/>
                      <a:pt x="106" y="469"/>
                      <a:pt x="136" y="469"/>
                    </a:cubicBezTo>
                    <a:cubicBezTo>
                      <a:pt x="166" y="470"/>
                      <a:pt x="191" y="446"/>
                      <a:pt x="194" y="417"/>
                    </a:cubicBezTo>
                    <a:cubicBezTo>
                      <a:pt x="395" y="417"/>
                      <a:pt x="395" y="417"/>
                      <a:pt x="395" y="417"/>
                    </a:cubicBezTo>
                    <a:cubicBezTo>
                      <a:pt x="398" y="446"/>
                      <a:pt x="423" y="469"/>
                      <a:pt x="453" y="469"/>
                    </a:cubicBezTo>
                    <a:cubicBezTo>
                      <a:pt x="483" y="470"/>
                      <a:pt x="507" y="446"/>
                      <a:pt x="511" y="417"/>
                    </a:cubicBezTo>
                    <a:cubicBezTo>
                      <a:pt x="516" y="417"/>
                      <a:pt x="516" y="417"/>
                      <a:pt x="516" y="417"/>
                    </a:cubicBezTo>
                    <a:cubicBezTo>
                      <a:pt x="520" y="446"/>
                      <a:pt x="544" y="469"/>
                      <a:pt x="575" y="469"/>
                    </a:cubicBezTo>
                    <a:cubicBezTo>
                      <a:pt x="605" y="470"/>
                      <a:pt x="629" y="446"/>
                      <a:pt x="633" y="417"/>
                    </a:cubicBezTo>
                    <a:cubicBezTo>
                      <a:pt x="665" y="417"/>
                      <a:pt x="665" y="417"/>
                      <a:pt x="665" y="417"/>
                    </a:cubicBezTo>
                    <a:cubicBezTo>
                      <a:pt x="673" y="417"/>
                      <a:pt x="680" y="410"/>
                      <a:pt x="680" y="401"/>
                    </a:cubicBezTo>
                    <a:cubicBezTo>
                      <a:pt x="680" y="370"/>
                      <a:pt x="680" y="370"/>
                      <a:pt x="680" y="370"/>
                    </a:cubicBezTo>
                    <a:cubicBezTo>
                      <a:pt x="695" y="370"/>
                      <a:pt x="695" y="370"/>
                      <a:pt x="695" y="370"/>
                    </a:cubicBezTo>
                    <a:cubicBezTo>
                      <a:pt x="715" y="370"/>
                      <a:pt x="715" y="339"/>
                      <a:pt x="695" y="339"/>
                    </a:cubicBezTo>
                    <a:close/>
                    <a:moveTo>
                      <a:pt x="42" y="202"/>
                    </a:moveTo>
                    <a:cubicBezTo>
                      <a:pt x="40" y="204"/>
                      <a:pt x="40" y="203"/>
                      <a:pt x="42" y="202"/>
                    </a:cubicBezTo>
                    <a:close/>
                    <a:moveTo>
                      <a:pt x="136" y="438"/>
                    </a:moveTo>
                    <a:cubicBezTo>
                      <a:pt x="121" y="439"/>
                      <a:pt x="109" y="425"/>
                      <a:pt x="108" y="410"/>
                    </a:cubicBezTo>
                    <a:cubicBezTo>
                      <a:pt x="109" y="395"/>
                      <a:pt x="121" y="383"/>
                      <a:pt x="136" y="382"/>
                    </a:cubicBezTo>
                    <a:cubicBezTo>
                      <a:pt x="152" y="382"/>
                      <a:pt x="164" y="395"/>
                      <a:pt x="164" y="410"/>
                    </a:cubicBezTo>
                    <a:cubicBezTo>
                      <a:pt x="164" y="426"/>
                      <a:pt x="151" y="438"/>
                      <a:pt x="136" y="438"/>
                    </a:cubicBezTo>
                    <a:close/>
                    <a:moveTo>
                      <a:pt x="234" y="384"/>
                    </a:moveTo>
                    <a:cubicBezTo>
                      <a:pt x="234" y="383"/>
                      <a:pt x="234" y="384"/>
                      <a:pt x="234" y="384"/>
                    </a:cubicBezTo>
                    <a:cubicBezTo>
                      <a:pt x="234" y="384"/>
                      <a:pt x="234" y="384"/>
                      <a:pt x="234" y="384"/>
                    </a:cubicBezTo>
                    <a:cubicBezTo>
                      <a:pt x="233" y="384"/>
                      <a:pt x="233" y="385"/>
                      <a:pt x="233" y="385"/>
                    </a:cubicBezTo>
                    <a:cubicBezTo>
                      <a:pt x="233" y="385"/>
                      <a:pt x="233" y="385"/>
                      <a:pt x="233" y="385"/>
                    </a:cubicBezTo>
                    <a:cubicBezTo>
                      <a:pt x="189" y="385"/>
                      <a:pt x="189" y="385"/>
                      <a:pt x="189" y="385"/>
                    </a:cubicBezTo>
                    <a:cubicBezTo>
                      <a:pt x="179" y="365"/>
                      <a:pt x="159" y="352"/>
                      <a:pt x="136" y="352"/>
                    </a:cubicBezTo>
                    <a:cubicBezTo>
                      <a:pt x="113" y="351"/>
                      <a:pt x="93" y="365"/>
                      <a:pt x="84" y="385"/>
                    </a:cubicBezTo>
                    <a:cubicBezTo>
                      <a:pt x="46" y="385"/>
                      <a:pt x="46" y="385"/>
                      <a:pt x="46" y="385"/>
                    </a:cubicBezTo>
                    <a:cubicBezTo>
                      <a:pt x="46" y="385"/>
                      <a:pt x="46" y="385"/>
                      <a:pt x="46" y="385"/>
                    </a:cubicBezTo>
                    <a:cubicBezTo>
                      <a:pt x="46" y="385"/>
                      <a:pt x="46" y="385"/>
                      <a:pt x="46" y="385"/>
                    </a:cubicBezTo>
                    <a:cubicBezTo>
                      <a:pt x="46" y="385"/>
                      <a:pt x="45" y="385"/>
                      <a:pt x="45" y="385"/>
                    </a:cubicBezTo>
                    <a:cubicBezTo>
                      <a:pt x="45" y="384"/>
                      <a:pt x="45" y="384"/>
                      <a:pt x="45" y="384"/>
                    </a:cubicBezTo>
                    <a:cubicBezTo>
                      <a:pt x="46" y="385"/>
                      <a:pt x="45" y="383"/>
                      <a:pt x="45" y="383"/>
                    </a:cubicBezTo>
                    <a:cubicBezTo>
                      <a:pt x="45" y="200"/>
                      <a:pt x="45" y="200"/>
                      <a:pt x="45" y="200"/>
                    </a:cubicBezTo>
                    <a:cubicBezTo>
                      <a:pt x="46" y="200"/>
                      <a:pt x="46" y="200"/>
                      <a:pt x="46" y="200"/>
                    </a:cubicBezTo>
                    <a:cubicBezTo>
                      <a:pt x="51" y="198"/>
                      <a:pt x="56" y="197"/>
                      <a:pt x="61" y="196"/>
                    </a:cubicBezTo>
                    <a:cubicBezTo>
                      <a:pt x="64" y="196"/>
                      <a:pt x="67" y="195"/>
                      <a:pt x="70" y="195"/>
                    </a:cubicBezTo>
                    <a:cubicBezTo>
                      <a:pt x="71" y="194"/>
                      <a:pt x="72" y="194"/>
                      <a:pt x="73" y="194"/>
                    </a:cubicBezTo>
                    <a:cubicBezTo>
                      <a:pt x="74" y="194"/>
                      <a:pt x="76" y="194"/>
                      <a:pt x="77" y="193"/>
                    </a:cubicBezTo>
                    <a:cubicBezTo>
                      <a:pt x="81" y="193"/>
                      <a:pt x="86" y="193"/>
                      <a:pt x="91" y="192"/>
                    </a:cubicBezTo>
                    <a:cubicBezTo>
                      <a:pt x="97" y="190"/>
                      <a:pt x="103" y="189"/>
                      <a:pt x="109" y="187"/>
                    </a:cubicBezTo>
                    <a:cubicBezTo>
                      <a:pt x="128" y="182"/>
                      <a:pt x="148" y="177"/>
                      <a:pt x="167" y="173"/>
                    </a:cubicBezTo>
                    <a:cubicBezTo>
                      <a:pt x="192" y="167"/>
                      <a:pt x="192" y="167"/>
                      <a:pt x="192" y="167"/>
                    </a:cubicBezTo>
                    <a:cubicBezTo>
                      <a:pt x="192" y="170"/>
                      <a:pt x="192" y="174"/>
                      <a:pt x="193" y="177"/>
                    </a:cubicBezTo>
                    <a:cubicBezTo>
                      <a:pt x="193" y="186"/>
                      <a:pt x="199" y="193"/>
                      <a:pt x="208" y="193"/>
                    </a:cubicBezTo>
                    <a:cubicBezTo>
                      <a:pt x="209" y="193"/>
                      <a:pt x="211" y="193"/>
                      <a:pt x="212" y="193"/>
                    </a:cubicBezTo>
                    <a:cubicBezTo>
                      <a:pt x="214" y="193"/>
                      <a:pt x="216" y="194"/>
                      <a:pt x="218" y="194"/>
                    </a:cubicBezTo>
                    <a:cubicBezTo>
                      <a:pt x="221" y="195"/>
                      <a:pt x="224" y="196"/>
                      <a:pt x="226" y="196"/>
                    </a:cubicBezTo>
                    <a:cubicBezTo>
                      <a:pt x="228" y="197"/>
                      <a:pt x="229" y="197"/>
                      <a:pt x="231" y="198"/>
                    </a:cubicBezTo>
                    <a:cubicBezTo>
                      <a:pt x="231" y="198"/>
                      <a:pt x="233" y="199"/>
                      <a:pt x="234" y="199"/>
                    </a:cubicBezTo>
                    <a:lnTo>
                      <a:pt x="234" y="384"/>
                    </a:lnTo>
                    <a:close/>
                    <a:moveTo>
                      <a:pt x="238" y="201"/>
                    </a:moveTo>
                    <a:cubicBezTo>
                      <a:pt x="238" y="202"/>
                      <a:pt x="238" y="202"/>
                      <a:pt x="238" y="201"/>
                    </a:cubicBezTo>
                    <a:close/>
                    <a:moveTo>
                      <a:pt x="257" y="126"/>
                    </a:moveTo>
                    <a:cubicBezTo>
                      <a:pt x="257" y="126"/>
                      <a:pt x="257" y="126"/>
                      <a:pt x="257" y="126"/>
                    </a:cubicBezTo>
                    <a:cubicBezTo>
                      <a:pt x="257" y="125"/>
                      <a:pt x="257" y="125"/>
                      <a:pt x="257" y="125"/>
                    </a:cubicBezTo>
                    <a:cubicBezTo>
                      <a:pt x="257" y="124"/>
                      <a:pt x="257" y="125"/>
                      <a:pt x="257" y="126"/>
                    </a:cubicBezTo>
                    <a:close/>
                    <a:moveTo>
                      <a:pt x="549" y="146"/>
                    </a:moveTo>
                    <a:cubicBezTo>
                      <a:pt x="480" y="124"/>
                      <a:pt x="412" y="103"/>
                      <a:pt x="343" y="81"/>
                    </a:cubicBezTo>
                    <a:cubicBezTo>
                      <a:pt x="345" y="77"/>
                      <a:pt x="347" y="73"/>
                      <a:pt x="349" y="69"/>
                    </a:cubicBezTo>
                    <a:cubicBezTo>
                      <a:pt x="397" y="84"/>
                      <a:pt x="446" y="100"/>
                      <a:pt x="495" y="116"/>
                    </a:cubicBezTo>
                    <a:cubicBezTo>
                      <a:pt x="553" y="135"/>
                      <a:pt x="611" y="154"/>
                      <a:pt x="669" y="173"/>
                    </a:cubicBezTo>
                    <a:cubicBezTo>
                      <a:pt x="667" y="176"/>
                      <a:pt x="666" y="180"/>
                      <a:pt x="664" y="183"/>
                    </a:cubicBezTo>
                    <a:cubicBezTo>
                      <a:pt x="626" y="171"/>
                      <a:pt x="587" y="159"/>
                      <a:pt x="549" y="146"/>
                    </a:cubicBezTo>
                    <a:close/>
                    <a:moveTo>
                      <a:pt x="590" y="203"/>
                    </a:moveTo>
                    <a:cubicBezTo>
                      <a:pt x="593" y="201"/>
                      <a:pt x="596" y="198"/>
                      <a:pt x="599" y="196"/>
                    </a:cubicBezTo>
                    <a:cubicBezTo>
                      <a:pt x="600" y="196"/>
                      <a:pt x="600" y="195"/>
                      <a:pt x="600" y="195"/>
                    </a:cubicBezTo>
                    <a:cubicBezTo>
                      <a:pt x="615" y="200"/>
                      <a:pt x="629" y="204"/>
                      <a:pt x="643" y="209"/>
                    </a:cubicBezTo>
                    <a:cubicBezTo>
                      <a:pt x="645" y="209"/>
                      <a:pt x="648" y="210"/>
                      <a:pt x="650" y="211"/>
                    </a:cubicBezTo>
                    <a:cubicBezTo>
                      <a:pt x="636" y="238"/>
                      <a:pt x="622" y="265"/>
                      <a:pt x="608" y="292"/>
                    </a:cubicBezTo>
                    <a:cubicBezTo>
                      <a:pt x="474" y="292"/>
                      <a:pt x="474" y="292"/>
                      <a:pt x="474" y="292"/>
                    </a:cubicBezTo>
                    <a:cubicBezTo>
                      <a:pt x="513" y="262"/>
                      <a:pt x="551" y="233"/>
                      <a:pt x="590" y="203"/>
                    </a:cubicBezTo>
                    <a:close/>
                    <a:moveTo>
                      <a:pt x="283" y="329"/>
                    </a:moveTo>
                    <a:cubicBezTo>
                      <a:pt x="283" y="329"/>
                      <a:pt x="283" y="329"/>
                      <a:pt x="283" y="329"/>
                    </a:cubicBezTo>
                    <a:cubicBezTo>
                      <a:pt x="284" y="329"/>
                      <a:pt x="284" y="330"/>
                      <a:pt x="283" y="329"/>
                    </a:cubicBezTo>
                    <a:close/>
                    <a:moveTo>
                      <a:pt x="266" y="329"/>
                    </a:moveTo>
                    <a:cubicBezTo>
                      <a:pt x="266" y="329"/>
                      <a:pt x="266" y="329"/>
                      <a:pt x="266" y="329"/>
                    </a:cubicBezTo>
                    <a:cubicBezTo>
                      <a:pt x="266" y="329"/>
                      <a:pt x="265" y="329"/>
                      <a:pt x="265" y="329"/>
                    </a:cubicBezTo>
                    <a:cubicBezTo>
                      <a:pt x="265" y="329"/>
                      <a:pt x="265" y="329"/>
                      <a:pt x="266" y="329"/>
                    </a:cubicBezTo>
                    <a:close/>
                    <a:moveTo>
                      <a:pt x="265" y="335"/>
                    </a:moveTo>
                    <a:cubicBezTo>
                      <a:pt x="266" y="334"/>
                      <a:pt x="266" y="332"/>
                      <a:pt x="266" y="330"/>
                    </a:cubicBezTo>
                    <a:cubicBezTo>
                      <a:pt x="266" y="331"/>
                      <a:pt x="266" y="331"/>
                      <a:pt x="266" y="329"/>
                    </a:cubicBezTo>
                    <a:cubicBezTo>
                      <a:pt x="269" y="329"/>
                      <a:pt x="271" y="329"/>
                      <a:pt x="274" y="329"/>
                    </a:cubicBezTo>
                    <a:cubicBezTo>
                      <a:pt x="282" y="329"/>
                      <a:pt x="282" y="329"/>
                      <a:pt x="282" y="329"/>
                    </a:cubicBezTo>
                    <a:cubicBezTo>
                      <a:pt x="282" y="330"/>
                      <a:pt x="282" y="331"/>
                      <a:pt x="282" y="330"/>
                    </a:cubicBezTo>
                    <a:cubicBezTo>
                      <a:pt x="282" y="333"/>
                      <a:pt x="283" y="336"/>
                      <a:pt x="285" y="339"/>
                    </a:cubicBezTo>
                    <a:cubicBezTo>
                      <a:pt x="265" y="339"/>
                      <a:pt x="265" y="339"/>
                      <a:pt x="265" y="339"/>
                    </a:cubicBezTo>
                    <a:lnTo>
                      <a:pt x="265" y="335"/>
                    </a:lnTo>
                    <a:close/>
                    <a:moveTo>
                      <a:pt x="400" y="386"/>
                    </a:moveTo>
                    <a:cubicBezTo>
                      <a:pt x="265" y="386"/>
                      <a:pt x="265" y="386"/>
                      <a:pt x="265" y="386"/>
                    </a:cubicBezTo>
                    <a:cubicBezTo>
                      <a:pt x="265" y="385"/>
                      <a:pt x="265" y="385"/>
                      <a:pt x="265" y="384"/>
                    </a:cubicBezTo>
                    <a:cubicBezTo>
                      <a:pt x="265" y="370"/>
                      <a:pt x="265" y="370"/>
                      <a:pt x="265" y="370"/>
                    </a:cubicBezTo>
                    <a:cubicBezTo>
                      <a:pt x="411" y="370"/>
                      <a:pt x="411" y="370"/>
                      <a:pt x="411" y="370"/>
                    </a:cubicBezTo>
                    <a:cubicBezTo>
                      <a:pt x="406" y="374"/>
                      <a:pt x="403" y="380"/>
                      <a:pt x="400" y="386"/>
                    </a:cubicBezTo>
                    <a:close/>
                    <a:moveTo>
                      <a:pt x="453" y="438"/>
                    </a:moveTo>
                    <a:cubicBezTo>
                      <a:pt x="437" y="439"/>
                      <a:pt x="425" y="425"/>
                      <a:pt x="425" y="410"/>
                    </a:cubicBezTo>
                    <a:cubicBezTo>
                      <a:pt x="425" y="395"/>
                      <a:pt x="437" y="383"/>
                      <a:pt x="453" y="382"/>
                    </a:cubicBezTo>
                    <a:cubicBezTo>
                      <a:pt x="468" y="382"/>
                      <a:pt x="481" y="395"/>
                      <a:pt x="481" y="410"/>
                    </a:cubicBezTo>
                    <a:cubicBezTo>
                      <a:pt x="481" y="426"/>
                      <a:pt x="468" y="438"/>
                      <a:pt x="453" y="438"/>
                    </a:cubicBezTo>
                    <a:close/>
                    <a:moveTo>
                      <a:pt x="522" y="386"/>
                    </a:moveTo>
                    <a:cubicBezTo>
                      <a:pt x="506" y="386"/>
                      <a:pt x="506" y="386"/>
                      <a:pt x="506" y="386"/>
                    </a:cubicBezTo>
                    <a:cubicBezTo>
                      <a:pt x="504" y="380"/>
                      <a:pt x="500" y="374"/>
                      <a:pt x="495" y="370"/>
                    </a:cubicBezTo>
                    <a:cubicBezTo>
                      <a:pt x="533" y="370"/>
                      <a:pt x="533" y="370"/>
                      <a:pt x="533" y="370"/>
                    </a:cubicBezTo>
                    <a:cubicBezTo>
                      <a:pt x="528" y="374"/>
                      <a:pt x="524" y="380"/>
                      <a:pt x="522" y="386"/>
                    </a:cubicBezTo>
                    <a:close/>
                    <a:moveTo>
                      <a:pt x="575" y="438"/>
                    </a:moveTo>
                    <a:cubicBezTo>
                      <a:pt x="559" y="439"/>
                      <a:pt x="547" y="425"/>
                      <a:pt x="547" y="410"/>
                    </a:cubicBezTo>
                    <a:cubicBezTo>
                      <a:pt x="547" y="395"/>
                      <a:pt x="559" y="383"/>
                      <a:pt x="575" y="382"/>
                    </a:cubicBezTo>
                    <a:cubicBezTo>
                      <a:pt x="590" y="382"/>
                      <a:pt x="602" y="395"/>
                      <a:pt x="603" y="410"/>
                    </a:cubicBezTo>
                    <a:cubicBezTo>
                      <a:pt x="603" y="426"/>
                      <a:pt x="590" y="438"/>
                      <a:pt x="575" y="438"/>
                    </a:cubicBezTo>
                    <a:close/>
                    <a:moveTo>
                      <a:pt x="400" y="339"/>
                    </a:moveTo>
                    <a:cubicBezTo>
                      <a:pt x="400" y="323"/>
                      <a:pt x="400" y="323"/>
                      <a:pt x="400" y="323"/>
                    </a:cubicBezTo>
                    <a:cubicBezTo>
                      <a:pt x="632" y="323"/>
                      <a:pt x="632" y="323"/>
                      <a:pt x="632" y="323"/>
                    </a:cubicBezTo>
                    <a:cubicBezTo>
                      <a:pt x="632" y="339"/>
                      <a:pt x="632" y="339"/>
                      <a:pt x="632" y="339"/>
                    </a:cubicBezTo>
                    <a:lnTo>
                      <a:pt x="400" y="339"/>
                    </a:lnTo>
                    <a:close/>
                    <a:moveTo>
                      <a:pt x="649" y="386"/>
                    </a:moveTo>
                    <a:cubicBezTo>
                      <a:pt x="628" y="386"/>
                      <a:pt x="628" y="386"/>
                      <a:pt x="628" y="386"/>
                    </a:cubicBezTo>
                    <a:cubicBezTo>
                      <a:pt x="625" y="380"/>
                      <a:pt x="621" y="374"/>
                      <a:pt x="617" y="370"/>
                    </a:cubicBezTo>
                    <a:cubicBezTo>
                      <a:pt x="649" y="370"/>
                      <a:pt x="649" y="370"/>
                      <a:pt x="649" y="370"/>
                    </a:cubicBezTo>
                    <a:lnTo>
                      <a:pt x="649" y="386"/>
                    </a:lnTo>
                    <a:close/>
                  </a:path>
                </a:pathLst>
              </a:custGeom>
              <a:grpFill/>
              <a:ln>
                <a:noFill/>
              </a:ln>
            </p:spPr>
            <p:txBody>
              <a:bodyPr vert="horz" wrap="square" lIns="91440" tIns="45720" rIns="91440" bIns="45720" numCol="1" anchor="t" anchorCtr="0" compatLnSpc="1"/>
              <a:lstStyle/>
              <a:p>
                <a:endParaRPr lang="en-US"/>
              </a:p>
            </p:txBody>
          </p:sp>
        </p:grpSp>
      </p:grpSp>
      <p:grpSp>
        <p:nvGrpSpPr>
          <p:cNvPr id="7" name="Group 6"/>
          <p:cNvGrpSpPr/>
          <p:nvPr/>
        </p:nvGrpSpPr>
        <p:grpSpPr>
          <a:xfrm>
            <a:off x="3725333" y="1968335"/>
            <a:ext cx="1496624" cy="1668538"/>
            <a:chOff x="3725333" y="1968335"/>
            <a:chExt cx="1496624" cy="1668538"/>
          </a:xfrm>
        </p:grpSpPr>
        <p:sp>
          <p:nvSpPr>
            <p:cNvPr id="4" name="11 Rectángulo redondeado"/>
            <p:cNvSpPr>
              <a:spLocks noChangeAspect="1"/>
            </p:cNvSpPr>
            <p:nvPr/>
          </p:nvSpPr>
          <p:spPr>
            <a:xfrm rot="16200000">
              <a:off x="3639376" y="2054292"/>
              <a:ext cx="1668538" cy="1496624"/>
            </a:xfrm>
            <a:custGeom>
              <a:avLst/>
              <a:gdLst/>
              <a:ahLst/>
              <a:cxnLst/>
              <a:rect l="l" t="t" r="r" b="b"/>
              <a:pathLst>
                <a:path w="3195945" h="2847600">
                  <a:moveTo>
                    <a:pt x="931858" y="0"/>
                  </a:moveTo>
                  <a:lnTo>
                    <a:pt x="2264149" y="0"/>
                  </a:lnTo>
                  <a:cubicBezTo>
                    <a:pt x="2332834" y="0"/>
                    <a:pt x="2395775" y="24591"/>
                    <a:pt x="2443824" y="66436"/>
                  </a:cubicBezTo>
                  <a:cubicBezTo>
                    <a:pt x="2448429" y="69277"/>
                    <a:pt x="2452695" y="72595"/>
                    <a:pt x="2456305" y="76734"/>
                  </a:cubicBezTo>
                  <a:cubicBezTo>
                    <a:pt x="2460022" y="79237"/>
                    <a:pt x="2463176" y="82339"/>
                    <a:pt x="2465987" y="85776"/>
                  </a:cubicBezTo>
                  <a:cubicBezTo>
                    <a:pt x="2493618" y="108249"/>
                    <a:pt x="2516894" y="136545"/>
                    <a:pt x="2535511" y="169166"/>
                  </a:cubicBezTo>
                  <a:lnTo>
                    <a:pt x="3152605" y="1250458"/>
                  </a:lnTo>
                  <a:cubicBezTo>
                    <a:pt x="3179394" y="1297399"/>
                    <a:pt x="3193566" y="1348093"/>
                    <a:pt x="3194780" y="1398693"/>
                  </a:cubicBezTo>
                  <a:cubicBezTo>
                    <a:pt x="3195949" y="1406441"/>
                    <a:pt x="3196388" y="1414265"/>
                    <a:pt x="3195280" y="1422135"/>
                  </a:cubicBezTo>
                  <a:cubicBezTo>
                    <a:pt x="3196431" y="1430332"/>
                    <a:pt x="3195980" y="1438483"/>
                    <a:pt x="3194760" y="1446554"/>
                  </a:cubicBezTo>
                  <a:cubicBezTo>
                    <a:pt x="3193510" y="1497084"/>
                    <a:pt x="3179340" y="1547701"/>
                    <a:pt x="3152589" y="1594576"/>
                  </a:cubicBezTo>
                  <a:lnTo>
                    <a:pt x="2535495" y="2675868"/>
                  </a:lnTo>
                  <a:cubicBezTo>
                    <a:pt x="2519103" y="2704590"/>
                    <a:pt x="2499098" y="2729960"/>
                    <a:pt x="2475270" y="2750574"/>
                  </a:cubicBezTo>
                  <a:cubicBezTo>
                    <a:pt x="2424537" y="2810341"/>
                    <a:pt x="2348694" y="2847600"/>
                    <a:pt x="2264149" y="2847600"/>
                  </a:cubicBezTo>
                  <a:lnTo>
                    <a:pt x="931858" y="2847600"/>
                  </a:lnTo>
                  <a:cubicBezTo>
                    <a:pt x="840908" y="2847600"/>
                    <a:pt x="760028" y="2804481"/>
                    <a:pt x="709441" y="2736882"/>
                  </a:cubicBezTo>
                  <a:cubicBezTo>
                    <a:pt x="690443" y="2718412"/>
                    <a:pt x="674204" y="2696733"/>
                    <a:pt x="660493" y="2672708"/>
                  </a:cubicBezTo>
                  <a:lnTo>
                    <a:pt x="43399" y="1591416"/>
                  </a:lnTo>
                  <a:cubicBezTo>
                    <a:pt x="17922" y="1546775"/>
                    <a:pt x="3857" y="1498740"/>
                    <a:pt x="1381" y="1450601"/>
                  </a:cubicBezTo>
                  <a:cubicBezTo>
                    <a:pt x="-58" y="1441196"/>
                    <a:pt x="-553" y="1431688"/>
                    <a:pt x="774" y="1422141"/>
                  </a:cubicBezTo>
                  <a:cubicBezTo>
                    <a:pt x="-512" y="1412916"/>
                    <a:pt x="-26" y="1403731"/>
                    <a:pt x="1361" y="1394643"/>
                  </a:cubicBezTo>
                  <a:cubicBezTo>
                    <a:pt x="3800" y="1346433"/>
                    <a:pt x="17869" y="1298323"/>
                    <a:pt x="43383" y="1253618"/>
                  </a:cubicBezTo>
                  <a:lnTo>
                    <a:pt x="660477" y="172326"/>
                  </a:lnTo>
                  <a:cubicBezTo>
                    <a:pt x="676397" y="144430"/>
                    <a:pt x="695725" y="119697"/>
                    <a:pt x="718724" y="99467"/>
                  </a:cubicBezTo>
                  <a:cubicBezTo>
                    <a:pt x="769423" y="38273"/>
                    <a:pt x="846171" y="0"/>
                    <a:pt x="931858" y="0"/>
                  </a:cubicBezTo>
                  <a:close/>
                </a:path>
              </a:pathLst>
            </a:custGeom>
            <a:solidFill>
              <a:schemeClr val="accent1"/>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dirty="0">
                <a:solidFill>
                  <a:schemeClr val="lt1"/>
                </a:solidFill>
                <a:latin typeface="Helvetica" panose="020B0604020202020204" pitchFamily="34" charset="0"/>
                <a:cs typeface="Helvetica" panose="020B0604020202020204" pitchFamily="34" charset="0"/>
              </a:endParaRPr>
            </a:p>
          </p:txBody>
        </p:sp>
        <p:grpSp>
          <p:nvGrpSpPr>
            <p:cNvPr id="43" name="Group 42"/>
            <p:cNvGrpSpPr/>
            <p:nvPr/>
          </p:nvGrpSpPr>
          <p:grpSpPr>
            <a:xfrm>
              <a:off x="4060690" y="2556513"/>
              <a:ext cx="825912" cy="492182"/>
              <a:chOff x="9318626" y="6578600"/>
              <a:chExt cx="1870075" cy="1114426"/>
            </a:xfrm>
            <a:solidFill>
              <a:schemeClr val="bg1"/>
            </a:solidFill>
          </p:grpSpPr>
          <p:sp>
            <p:nvSpPr>
              <p:cNvPr id="44" name="Freeform 403"/>
              <p:cNvSpPr/>
              <p:nvPr/>
            </p:nvSpPr>
            <p:spPr bwMode="auto">
              <a:xfrm>
                <a:off x="10402888" y="7035800"/>
                <a:ext cx="188913" cy="290513"/>
              </a:xfrm>
              <a:custGeom>
                <a:avLst/>
                <a:gdLst>
                  <a:gd name="T0" fmla="*/ 10 w 76"/>
                  <a:gd name="T1" fmla="*/ 113 h 117"/>
                  <a:gd name="T2" fmla="*/ 32 w 76"/>
                  <a:gd name="T3" fmla="*/ 107 h 117"/>
                  <a:gd name="T4" fmla="*/ 72 w 76"/>
                  <a:gd name="T5" fmla="*/ 27 h 117"/>
                  <a:gd name="T6" fmla="*/ 66 w 76"/>
                  <a:gd name="T7" fmla="*/ 5 h 117"/>
                  <a:gd name="T8" fmla="*/ 44 w 76"/>
                  <a:gd name="T9" fmla="*/ 11 h 117"/>
                  <a:gd name="T10" fmla="*/ 4 w 76"/>
                  <a:gd name="T11" fmla="*/ 91 h 117"/>
                  <a:gd name="T12" fmla="*/ 10 w 76"/>
                  <a:gd name="T13" fmla="*/ 113 h 117"/>
                </a:gdLst>
                <a:ahLst/>
                <a:cxnLst>
                  <a:cxn ang="0">
                    <a:pos x="T0" y="T1"/>
                  </a:cxn>
                  <a:cxn ang="0">
                    <a:pos x="T2" y="T3"/>
                  </a:cxn>
                  <a:cxn ang="0">
                    <a:pos x="T4" y="T5"/>
                  </a:cxn>
                  <a:cxn ang="0">
                    <a:pos x="T6" y="T7"/>
                  </a:cxn>
                  <a:cxn ang="0">
                    <a:pos x="T8" y="T9"/>
                  </a:cxn>
                  <a:cxn ang="0">
                    <a:pos x="T10" y="T11"/>
                  </a:cxn>
                  <a:cxn ang="0">
                    <a:pos x="T12" y="T13"/>
                  </a:cxn>
                </a:cxnLst>
                <a:rect l="0" t="0" r="r" b="b"/>
                <a:pathLst>
                  <a:path w="76" h="117">
                    <a:moveTo>
                      <a:pt x="10" y="113"/>
                    </a:moveTo>
                    <a:cubicBezTo>
                      <a:pt x="17" y="117"/>
                      <a:pt x="28" y="115"/>
                      <a:pt x="32" y="107"/>
                    </a:cubicBezTo>
                    <a:cubicBezTo>
                      <a:pt x="46" y="81"/>
                      <a:pt x="59" y="54"/>
                      <a:pt x="72" y="27"/>
                    </a:cubicBezTo>
                    <a:cubicBezTo>
                      <a:pt x="76" y="19"/>
                      <a:pt x="74" y="9"/>
                      <a:pt x="66" y="5"/>
                    </a:cubicBezTo>
                    <a:cubicBezTo>
                      <a:pt x="59" y="0"/>
                      <a:pt x="48" y="2"/>
                      <a:pt x="44" y="11"/>
                    </a:cubicBezTo>
                    <a:cubicBezTo>
                      <a:pt x="30" y="37"/>
                      <a:pt x="17" y="64"/>
                      <a:pt x="4" y="91"/>
                    </a:cubicBezTo>
                    <a:cubicBezTo>
                      <a:pt x="0" y="99"/>
                      <a:pt x="2" y="108"/>
                      <a:pt x="10" y="113"/>
                    </a:cubicBezTo>
                    <a:close/>
                  </a:path>
                </a:pathLst>
              </a:custGeom>
              <a:grpFill/>
              <a:ln>
                <a:noFill/>
              </a:ln>
            </p:spPr>
            <p:txBody>
              <a:bodyPr vert="horz" wrap="square" lIns="91440" tIns="45720" rIns="91440" bIns="45720" numCol="1" anchor="t" anchorCtr="0" compatLnSpc="1"/>
              <a:lstStyle/>
              <a:p>
                <a:endParaRPr lang="en-US"/>
              </a:p>
            </p:txBody>
          </p:sp>
          <p:sp>
            <p:nvSpPr>
              <p:cNvPr id="45" name="Freeform 404"/>
              <p:cNvSpPr>
                <a:spLocks noEditPoints="1"/>
              </p:cNvSpPr>
              <p:nvPr/>
            </p:nvSpPr>
            <p:spPr bwMode="auto">
              <a:xfrm>
                <a:off x="10717213" y="7011988"/>
                <a:ext cx="360363" cy="314325"/>
              </a:xfrm>
              <a:custGeom>
                <a:avLst/>
                <a:gdLst>
                  <a:gd name="T0" fmla="*/ 125 w 145"/>
                  <a:gd name="T1" fmla="*/ 12 h 127"/>
                  <a:gd name="T2" fmla="*/ 109 w 145"/>
                  <a:gd name="T3" fmla="*/ 0 h 127"/>
                  <a:gd name="T4" fmla="*/ 16 w 145"/>
                  <a:gd name="T5" fmla="*/ 0 h 127"/>
                  <a:gd name="T6" fmla="*/ 1 w 145"/>
                  <a:gd name="T7" fmla="*/ 13 h 127"/>
                  <a:gd name="T8" fmla="*/ 0 w 145"/>
                  <a:gd name="T9" fmla="*/ 17 h 127"/>
                  <a:gd name="T10" fmla="*/ 0 w 145"/>
                  <a:gd name="T11" fmla="*/ 75 h 127"/>
                  <a:gd name="T12" fmla="*/ 12 w 145"/>
                  <a:gd name="T13" fmla="*/ 91 h 127"/>
                  <a:gd name="T14" fmla="*/ 75 w 145"/>
                  <a:gd name="T15" fmla="*/ 103 h 127"/>
                  <a:gd name="T16" fmla="*/ 75 w 145"/>
                  <a:gd name="T17" fmla="*/ 111 h 127"/>
                  <a:gd name="T18" fmla="*/ 92 w 145"/>
                  <a:gd name="T19" fmla="*/ 127 h 127"/>
                  <a:gd name="T20" fmla="*/ 128 w 145"/>
                  <a:gd name="T21" fmla="*/ 127 h 127"/>
                  <a:gd name="T22" fmla="*/ 145 w 145"/>
                  <a:gd name="T23" fmla="*/ 111 h 127"/>
                  <a:gd name="T24" fmla="*/ 145 w 145"/>
                  <a:gd name="T25" fmla="*/ 84 h 127"/>
                  <a:gd name="T26" fmla="*/ 140 w 145"/>
                  <a:gd name="T27" fmla="*/ 63 h 127"/>
                  <a:gd name="T28" fmla="*/ 125 w 145"/>
                  <a:gd name="T29" fmla="*/ 12 h 127"/>
                  <a:gd name="T30" fmla="*/ 112 w 145"/>
                  <a:gd name="T31" fmla="*/ 86 h 127"/>
                  <a:gd name="T32" fmla="*/ 112 w 145"/>
                  <a:gd name="T33" fmla="*/ 94 h 127"/>
                  <a:gd name="T34" fmla="*/ 108 w 145"/>
                  <a:gd name="T35" fmla="*/ 94 h 127"/>
                  <a:gd name="T36" fmla="*/ 108 w 145"/>
                  <a:gd name="T37" fmla="*/ 90 h 127"/>
                  <a:gd name="T38" fmla="*/ 96 w 145"/>
                  <a:gd name="T39" fmla="*/ 74 h 127"/>
                  <a:gd name="T40" fmla="*/ 33 w 145"/>
                  <a:gd name="T41" fmla="*/ 61 h 127"/>
                  <a:gd name="T42" fmla="*/ 33 w 145"/>
                  <a:gd name="T43" fmla="*/ 33 h 127"/>
                  <a:gd name="T44" fmla="*/ 97 w 145"/>
                  <a:gd name="T45" fmla="*/ 33 h 127"/>
                  <a:gd name="T46" fmla="*/ 108 w 145"/>
                  <a:gd name="T47" fmla="*/ 72 h 127"/>
                  <a:gd name="T48" fmla="*/ 112 w 145"/>
                  <a:gd name="T49" fmla="*/ 84 h 127"/>
                  <a:gd name="T50" fmla="*/ 112 w 145"/>
                  <a:gd name="T51" fmla="*/ 85 h 127"/>
                  <a:gd name="T52" fmla="*/ 112 w 145"/>
                  <a:gd name="T53" fmla="*/ 8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5" h="127">
                    <a:moveTo>
                      <a:pt x="125" y="12"/>
                    </a:moveTo>
                    <a:cubicBezTo>
                      <a:pt x="123" y="5"/>
                      <a:pt x="117" y="0"/>
                      <a:pt x="109" y="0"/>
                    </a:cubicBezTo>
                    <a:cubicBezTo>
                      <a:pt x="78" y="0"/>
                      <a:pt x="47" y="0"/>
                      <a:pt x="16" y="0"/>
                    </a:cubicBezTo>
                    <a:cubicBezTo>
                      <a:pt x="7" y="0"/>
                      <a:pt x="2" y="6"/>
                      <a:pt x="1" y="13"/>
                    </a:cubicBezTo>
                    <a:cubicBezTo>
                      <a:pt x="1" y="14"/>
                      <a:pt x="0" y="16"/>
                      <a:pt x="0" y="17"/>
                    </a:cubicBezTo>
                    <a:cubicBezTo>
                      <a:pt x="0" y="36"/>
                      <a:pt x="0" y="56"/>
                      <a:pt x="0" y="75"/>
                    </a:cubicBezTo>
                    <a:cubicBezTo>
                      <a:pt x="0" y="82"/>
                      <a:pt x="5" y="89"/>
                      <a:pt x="12" y="91"/>
                    </a:cubicBezTo>
                    <a:cubicBezTo>
                      <a:pt x="33" y="95"/>
                      <a:pt x="54" y="99"/>
                      <a:pt x="75" y="103"/>
                    </a:cubicBezTo>
                    <a:cubicBezTo>
                      <a:pt x="75" y="106"/>
                      <a:pt x="75" y="108"/>
                      <a:pt x="75" y="111"/>
                    </a:cubicBezTo>
                    <a:cubicBezTo>
                      <a:pt x="75" y="120"/>
                      <a:pt x="83" y="127"/>
                      <a:pt x="92" y="127"/>
                    </a:cubicBezTo>
                    <a:cubicBezTo>
                      <a:pt x="128" y="127"/>
                      <a:pt x="128" y="127"/>
                      <a:pt x="128" y="127"/>
                    </a:cubicBezTo>
                    <a:cubicBezTo>
                      <a:pt x="137" y="127"/>
                      <a:pt x="145" y="120"/>
                      <a:pt x="145" y="111"/>
                    </a:cubicBezTo>
                    <a:cubicBezTo>
                      <a:pt x="145" y="84"/>
                      <a:pt x="145" y="84"/>
                      <a:pt x="145" y="84"/>
                    </a:cubicBezTo>
                    <a:cubicBezTo>
                      <a:pt x="145" y="77"/>
                      <a:pt x="142" y="70"/>
                      <a:pt x="140" y="63"/>
                    </a:cubicBezTo>
                    <a:cubicBezTo>
                      <a:pt x="135" y="46"/>
                      <a:pt x="130" y="29"/>
                      <a:pt x="125" y="12"/>
                    </a:cubicBezTo>
                    <a:close/>
                    <a:moveTo>
                      <a:pt x="112" y="86"/>
                    </a:moveTo>
                    <a:cubicBezTo>
                      <a:pt x="112" y="94"/>
                      <a:pt x="112" y="94"/>
                      <a:pt x="112" y="94"/>
                    </a:cubicBezTo>
                    <a:cubicBezTo>
                      <a:pt x="108" y="94"/>
                      <a:pt x="108" y="94"/>
                      <a:pt x="108" y="94"/>
                    </a:cubicBezTo>
                    <a:cubicBezTo>
                      <a:pt x="108" y="93"/>
                      <a:pt x="108" y="91"/>
                      <a:pt x="108" y="90"/>
                    </a:cubicBezTo>
                    <a:cubicBezTo>
                      <a:pt x="108" y="83"/>
                      <a:pt x="103" y="75"/>
                      <a:pt x="96" y="74"/>
                    </a:cubicBezTo>
                    <a:cubicBezTo>
                      <a:pt x="75" y="70"/>
                      <a:pt x="54" y="66"/>
                      <a:pt x="33" y="61"/>
                    </a:cubicBezTo>
                    <a:cubicBezTo>
                      <a:pt x="33" y="52"/>
                      <a:pt x="33" y="42"/>
                      <a:pt x="33" y="33"/>
                    </a:cubicBezTo>
                    <a:cubicBezTo>
                      <a:pt x="54" y="33"/>
                      <a:pt x="76" y="33"/>
                      <a:pt x="97" y="33"/>
                    </a:cubicBezTo>
                    <a:cubicBezTo>
                      <a:pt x="101" y="46"/>
                      <a:pt x="105" y="59"/>
                      <a:pt x="108" y="72"/>
                    </a:cubicBezTo>
                    <a:cubicBezTo>
                      <a:pt x="110" y="76"/>
                      <a:pt x="111" y="80"/>
                      <a:pt x="112" y="84"/>
                    </a:cubicBezTo>
                    <a:cubicBezTo>
                      <a:pt x="112" y="85"/>
                      <a:pt x="112" y="85"/>
                      <a:pt x="112" y="85"/>
                    </a:cubicBezTo>
                    <a:cubicBezTo>
                      <a:pt x="112" y="85"/>
                      <a:pt x="112" y="85"/>
                      <a:pt x="112" y="86"/>
                    </a:cubicBezTo>
                    <a:close/>
                  </a:path>
                </a:pathLst>
              </a:custGeom>
              <a:grpFill/>
              <a:ln>
                <a:noFill/>
              </a:ln>
            </p:spPr>
            <p:txBody>
              <a:bodyPr vert="horz" wrap="square" lIns="91440" tIns="45720" rIns="91440" bIns="45720" numCol="1" anchor="t" anchorCtr="0" compatLnSpc="1"/>
              <a:lstStyle/>
              <a:p>
                <a:endParaRPr lang="en-US"/>
              </a:p>
            </p:txBody>
          </p:sp>
          <p:sp>
            <p:nvSpPr>
              <p:cNvPr id="46" name="Freeform 405"/>
              <p:cNvSpPr>
                <a:spLocks noEditPoints="1"/>
              </p:cNvSpPr>
              <p:nvPr/>
            </p:nvSpPr>
            <p:spPr bwMode="auto">
              <a:xfrm>
                <a:off x="9318626" y="6653213"/>
                <a:ext cx="1870075" cy="1039813"/>
              </a:xfrm>
              <a:custGeom>
                <a:avLst/>
                <a:gdLst>
                  <a:gd name="T0" fmla="*/ 752 w 754"/>
                  <a:gd name="T1" fmla="*/ 233 h 418"/>
                  <a:gd name="T2" fmla="*/ 749 w 754"/>
                  <a:gd name="T3" fmla="*/ 203 h 418"/>
                  <a:gd name="T4" fmla="*/ 725 w 754"/>
                  <a:gd name="T5" fmla="*/ 123 h 418"/>
                  <a:gd name="T6" fmla="*/ 724 w 754"/>
                  <a:gd name="T7" fmla="*/ 120 h 418"/>
                  <a:gd name="T8" fmla="*/ 698 w 754"/>
                  <a:gd name="T9" fmla="*/ 99 h 418"/>
                  <a:gd name="T10" fmla="*/ 549 w 754"/>
                  <a:gd name="T11" fmla="*/ 98 h 418"/>
                  <a:gd name="T12" fmla="*/ 517 w 754"/>
                  <a:gd name="T13" fmla="*/ 130 h 418"/>
                  <a:gd name="T14" fmla="*/ 517 w 754"/>
                  <a:gd name="T15" fmla="*/ 280 h 418"/>
                  <a:gd name="T16" fmla="*/ 103 w 754"/>
                  <a:gd name="T17" fmla="*/ 185 h 418"/>
                  <a:gd name="T18" fmla="*/ 65 w 754"/>
                  <a:gd name="T19" fmla="*/ 51 h 418"/>
                  <a:gd name="T20" fmla="*/ 34 w 754"/>
                  <a:gd name="T21" fmla="*/ 11 h 418"/>
                  <a:gd name="T22" fmla="*/ 6 w 754"/>
                  <a:gd name="T23" fmla="*/ 27 h 418"/>
                  <a:gd name="T24" fmla="*/ 33 w 754"/>
                  <a:gd name="T25" fmla="*/ 63 h 418"/>
                  <a:gd name="T26" fmla="*/ 25 w 754"/>
                  <a:gd name="T27" fmla="*/ 297 h 418"/>
                  <a:gd name="T28" fmla="*/ 27 w 754"/>
                  <a:gd name="T29" fmla="*/ 362 h 418"/>
                  <a:gd name="T30" fmla="*/ 156 w 754"/>
                  <a:gd name="T31" fmla="*/ 371 h 418"/>
                  <a:gd name="T32" fmla="*/ 241 w 754"/>
                  <a:gd name="T33" fmla="*/ 418 h 418"/>
                  <a:gd name="T34" fmla="*/ 388 w 754"/>
                  <a:gd name="T35" fmla="*/ 357 h 418"/>
                  <a:gd name="T36" fmla="*/ 438 w 754"/>
                  <a:gd name="T37" fmla="*/ 382 h 418"/>
                  <a:gd name="T38" fmla="*/ 614 w 754"/>
                  <a:gd name="T39" fmla="*/ 418 h 418"/>
                  <a:gd name="T40" fmla="*/ 734 w 754"/>
                  <a:gd name="T41" fmla="*/ 382 h 418"/>
                  <a:gd name="T42" fmla="*/ 753 w 754"/>
                  <a:gd name="T43" fmla="*/ 330 h 418"/>
                  <a:gd name="T44" fmla="*/ 96 w 754"/>
                  <a:gd name="T45" fmla="*/ 280 h 418"/>
                  <a:gd name="T46" fmla="*/ 66 w 754"/>
                  <a:gd name="T47" fmla="*/ 175 h 418"/>
                  <a:gd name="T48" fmla="*/ 59 w 754"/>
                  <a:gd name="T49" fmla="*/ 351 h 418"/>
                  <a:gd name="T50" fmla="*/ 126 w 754"/>
                  <a:gd name="T51" fmla="*/ 351 h 418"/>
                  <a:gd name="T52" fmla="*/ 176 w 754"/>
                  <a:gd name="T53" fmla="*/ 338 h 418"/>
                  <a:gd name="T54" fmla="*/ 146 w 754"/>
                  <a:gd name="T55" fmla="*/ 313 h 418"/>
                  <a:gd name="T56" fmla="*/ 176 w 754"/>
                  <a:gd name="T57" fmla="*/ 338 h 418"/>
                  <a:gd name="T58" fmla="*/ 207 w 754"/>
                  <a:gd name="T59" fmla="*/ 351 h 418"/>
                  <a:gd name="T60" fmla="*/ 274 w 754"/>
                  <a:gd name="T61" fmla="*/ 351 h 418"/>
                  <a:gd name="T62" fmla="*/ 548 w 754"/>
                  <a:gd name="T63" fmla="*/ 349 h 418"/>
                  <a:gd name="T64" fmla="*/ 422 w 754"/>
                  <a:gd name="T65" fmla="*/ 338 h 418"/>
                  <a:gd name="T66" fmla="*/ 385 w 754"/>
                  <a:gd name="T67" fmla="*/ 324 h 418"/>
                  <a:gd name="T68" fmla="*/ 294 w 754"/>
                  <a:gd name="T69" fmla="*/ 313 h 418"/>
                  <a:gd name="T70" fmla="*/ 548 w 754"/>
                  <a:gd name="T71" fmla="*/ 349 h 418"/>
                  <a:gd name="T72" fmla="*/ 581 w 754"/>
                  <a:gd name="T73" fmla="*/ 351 h 418"/>
                  <a:gd name="T74" fmla="*/ 648 w 754"/>
                  <a:gd name="T75" fmla="*/ 351 h 418"/>
                  <a:gd name="T76" fmla="*/ 550 w 754"/>
                  <a:gd name="T77" fmla="*/ 280 h 418"/>
                  <a:gd name="T78" fmla="*/ 550 w 754"/>
                  <a:gd name="T79" fmla="*/ 131 h 418"/>
                  <a:gd name="T80" fmla="*/ 682 w 754"/>
                  <a:gd name="T81" fmla="*/ 131 h 418"/>
                  <a:gd name="T82" fmla="*/ 694 w 754"/>
                  <a:gd name="T83" fmla="*/ 133 h 418"/>
                  <a:gd name="T84" fmla="*/ 718 w 754"/>
                  <a:gd name="T85" fmla="*/ 214 h 418"/>
                  <a:gd name="T86" fmla="*/ 719 w 754"/>
                  <a:gd name="T87" fmla="*/ 280 h 418"/>
                  <a:gd name="T88" fmla="*/ 719 w 754"/>
                  <a:gd name="T89" fmla="*/ 349 h 418"/>
                  <a:gd name="T90" fmla="*/ 668 w 754"/>
                  <a:gd name="T91" fmla="*/ 313 h 418"/>
                  <a:gd name="T92" fmla="*/ 719 w 754"/>
                  <a:gd name="T93" fmla="*/ 317 h 418"/>
                  <a:gd name="T94" fmla="*/ 719 w 754"/>
                  <a:gd name="T95" fmla="*/ 349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54" h="418">
                    <a:moveTo>
                      <a:pt x="753" y="330"/>
                    </a:moveTo>
                    <a:cubicBezTo>
                      <a:pt x="752" y="298"/>
                      <a:pt x="752" y="266"/>
                      <a:pt x="752" y="233"/>
                    </a:cubicBezTo>
                    <a:cubicBezTo>
                      <a:pt x="752" y="217"/>
                      <a:pt x="752" y="217"/>
                      <a:pt x="752" y="217"/>
                    </a:cubicBezTo>
                    <a:cubicBezTo>
                      <a:pt x="752" y="212"/>
                      <a:pt x="750" y="208"/>
                      <a:pt x="749" y="203"/>
                    </a:cubicBezTo>
                    <a:cubicBezTo>
                      <a:pt x="743" y="183"/>
                      <a:pt x="737" y="164"/>
                      <a:pt x="731" y="144"/>
                    </a:cubicBezTo>
                    <a:cubicBezTo>
                      <a:pt x="729" y="137"/>
                      <a:pt x="727" y="130"/>
                      <a:pt x="725" y="123"/>
                    </a:cubicBezTo>
                    <a:cubicBezTo>
                      <a:pt x="725" y="123"/>
                      <a:pt x="725" y="122"/>
                      <a:pt x="725" y="122"/>
                    </a:cubicBezTo>
                    <a:cubicBezTo>
                      <a:pt x="724" y="121"/>
                      <a:pt x="724" y="120"/>
                      <a:pt x="724" y="120"/>
                    </a:cubicBezTo>
                    <a:cubicBezTo>
                      <a:pt x="724" y="117"/>
                      <a:pt x="723" y="115"/>
                      <a:pt x="721" y="112"/>
                    </a:cubicBezTo>
                    <a:cubicBezTo>
                      <a:pt x="716" y="104"/>
                      <a:pt x="708" y="99"/>
                      <a:pt x="698" y="99"/>
                    </a:cubicBezTo>
                    <a:cubicBezTo>
                      <a:pt x="687" y="99"/>
                      <a:pt x="675" y="99"/>
                      <a:pt x="664" y="98"/>
                    </a:cubicBezTo>
                    <a:cubicBezTo>
                      <a:pt x="549" y="98"/>
                      <a:pt x="549" y="98"/>
                      <a:pt x="549" y="98"/>
                    </a:cubicBezTo>
                    <a:cubicBezTo>
                      <a:pt x="540" y="98"/>
                      <a:pt x="531" y="99"/>
                      <a:pt x="525" y="106"/>
                    </a:cubicBezTo>
                    <a:cubicBezTo>
                      <a:pt x="519" y="113"/>
                      <a:pt x="517" y="121"/>
                      <a:pt x="517" y="130"/>
                    </a:cubicBezTo>
                    <a:cubicBezTo>
                      <a:pt x="517" y="278"/>
                      <a:pt x="517" y="278"/>
                      <a:pt x="517" y="278"/>
                    </a:cubicBezTo>
                    <a:cubicBezTo>
                      <a:pt x="517" y="279"/>
                      <a:pt x="517" y="279"/>
                      <a:pt x="517" y="280"/>
                    </a:cubicBezTo>
                    <a:cubicBezTo>
                      <a:pt x="130" y="280"/>
                      <a:pt x="130" y="280"/>
                      <a:pt x="130" y="280"/>
                    </a:cubicBezTo>
                    <a:cubicBezTo>
                      <a:pt x="121" y="248"/>
                      <a:pt x="112" y="217"/>
                      <a:pt x="103" y="185"/>
                    </a:cubicBezTo>
                    <a:cubicBezTo>
                      <a:pt x="92" y="147"/>
                      <a:pt x="82" y="109"/>
                      <a:pt x="71" y="71"/>
                    </a:cubicBezTo>
                    <a:cubicBezTo>
                      <a:pt x="69" y="65"/>
                      <a:pt x="68" y="57"/>
                      <a:pt x="65" y="51"/>
                    </a:cubicBezTo>
                    <a:cubicBezTo>
                      <a:pt x="64" y="48"/>
                      <a:pt x="62" y="46"/>
                      <a:pt x="60" y="45"/>
                    </a:cubicBezTo>
                    <a:cubicBezTo>
                      <a:pt x="52" y="33"/>
                      <a:pt x="43" y="22"/>
                      <a:pt x="34" y="11"/>
                    </a:cubicBezTo>
                    <a:cubicBezTo>
                      <a:pt x="29" y="3"/>
                      <a:pt x="20" y="0"/>
                      <a:pt x="12" y="5"/>
                    </a:cubicBezTo>
                    <a:cubicBezTo>
                      <a:pt x="5" y="9"/>
                      <a:pt x="0" y="20"/>
                      <a:pt x="6" y="27"/>
                    </a:cubicBezTo>
                    <a:cubicBezTo>
                      <a:pt x="12" y="35"/>
                      <a:pt x="18" y="43"/>
                      <a:pt x="24" y="51"/>
                    </a:cubicBezTo>
                    <a:cubicBezTo>
                      <a:pt x="27" y="55"/>
                      <a:pt x="30" y="59"/>
                      <a:pt x="33" y="63"/>
                    </a:cubicBezTo>
                    <a:cubicBezTo>
                      <a:pt x="33" y="283"/>
                      <a:pt x="33" y="283"/>
                      <a:pt x="33" y="283"/>
                    </a:cubicBezTo>
                    <a:cubicBezTo>
                      <a:pt x="28" y="286"/>
                      <a:pt x="25" y="291"/>
                      <a:pt x="25" y="297"/>
                    </a:cubicBezTo>
                    <a:cubicBezTo>
                      <a:pt x="25" y="354"/>
                      <a:pt x="25" y="354"/>
                      <a:pt x="25" y="354"/>
                    </a:cubicBezTo>
                    <a:cubicBezTo>
                      <a:pt x="25" y="357"/>
                      <a:pt x="26" y="360"/>
                      <a:pt x="27" y="362"/>
                    </a:cubicBezTo>
                    <a:cubicBezTo>
                      <a:pt x="33" y="393"/>
                      <a:pt x="60" y="418"/>
                      <a:pt x="92" y="418"/>
                    </a:cubicBezTo>
                    <a:cubicBezTo>
                      <a:pt x="122" y="417"/>
                      <a:pt x="147" y="398"/>
                      <a:pt x="156" y="371"/>
                    </a:cubicBezTo>
                    <a:cubicBezTo>
                      <a:pt x="178" y="371"/>
                      <a:pt x="178" y="371"/>
                      <a:pt x="178" y="371"/>
                    </a:cubicBezTo>
                    <a:cubicBezTo>
                      <a:pt x="186" y="398"/>
                      <a:pt x="211" y="418"/>
                      <a:pt x="241" y="418"/>
                    </a:cubicBezTo>
                    <a:cubicBezTo>
                      <a:pt x="275" y="417"/>
                      <a:pt x="303" y="391"/>
                      <a:pt x="307" y="357"/>
                    </a:cubicBezTo>
                    <a:cubicBezTo>
                      <a:pt x="388" y="357"/>
                      <a:pt x="388" y="357"/>
                      <a:pt x="388" y="357"/>
                    </a:cubicBezTo>
                    <a:cubicBezTo>
                      <a:pt x="400" y="364"/>
                      <a:pt x="413" y="370"/>
                      <a:pt x="425" y="377"/>
                    </a:cubicBezTo>
                    <a:cubicBezTo>
                      <a:pt x="429" y="380"/>
                      <a:pt x="433" y="382"/>
                      <a:pt x="438" y="382"/>
                    </a:cubicBezTo>
                    <a:cubicBezTo>
                      <a:pt x="556" y="382"/>
                      <a:pt x="556" y="382"/>
                      <a:pt x="556" y="382"/>
                    </a:cubicBezTo>
                    <a:cubicBezTo>
                      <a:pt x="567" y="403"/>
                      <a:pt x="589" y="418"/>
                      <a:pt x="614" y="418"/>
                    </a:cubicBezTo>
                    <a:cubicBezTo>
                      <a:pt x="640" y="417"/>
                      <a:pt x="662" y="403"/>
                      <a:pt x="673" y="382"/>
                    </a:cubicBezTo>
                    <a:cubicBezTo>
                      <a:pt x="734" y="382"/>
                      <a:pt x="734" y="382"/>
                      <a:pt x="734" y="382"/>
                    </a:cubicBezTo>
                    <a:cubicBezTo>
                      <a:pt x="742" y="382"/>
                      <a:pt x="747" y="376"/>
                      <a:pt x="749" y="370"/>
                    </a:cubicBezTo>
                    <a:cubicBezTo>
                      <a:pt x="754" y="358"/>
                      <a:pt x="753" y="340"/>
                      <a:pt x="753" y="330"/>
                    </a:cubicBezTo>
                    <a:close/>
                    <a:moveTo>
                      <a:pt x="66" y="175"/>
                    </a:moveTo>
                    <a:cubicBezTo>
                      <a:pt x="76" y="210"/>
                      <a:pt x="86" y="245"/>
                      <a:pt x="96" y="280"/>
                    </a:cubicBezTo>
                    <a:cubicBezTo>
                      <a:pt x="66" y="280"/>
                      <a:pt x="66" y="280"/>
                      <a:pt x="66" y="280"/>
                    </a:cubicBezTo>
                    <a:lnTo>
                      <a:pt x="66" y="175"/>
                    </a:lnTo>
                    <a:close/>
                    <a:moveTo>
                      <a:pt x="92" y="385"/>
                    </a:moveTo>
                    <a:cubicBezTo>
                      <a:pt x="74" y="384"/>
                      <a:pt x="59" y="370"/>
                      <a:pt x="59" y="351"/>
                    </a:cubicBezTo>
                    <a:cubicBezTo>
                      <a:pt x="59" y="333"/>
                      <a:pt x="74" y="318"/>
                      <a:pt x="92" y="318"/>
                    </a:cubicBezTo>
                    <a:cubicBezTo>
                      <a:pt x="111" y="318"/>
                      <a:pt x="125" y="333"/>
                      <a:pt x="126" y="351"/>
                    </a:cubicBezTo>
                    <a:cubicBezTo>
                      <a:pt x="125" y="369"/>
                      <a:pt x="111" y="385"/>
                      <a:pt x="92" y="385"/>
                    </a:cubicBezTo>
                    <a:close/>
                    <a:moveTo>
                      <a:pt x="176" y="338"/>
                    </a:moveTo>
                    <a:cubicBezTo>
                      <a:pt x="157" y="338"/>
                      <a:pt x="157" y="338"/>
                      <a:pt x="157" y="338"/>
                    </a:cubicBezTo>
                    <a:cubicBezTo>
                      <a:pt x="155" y="329"/>
                      <a:pt x="151" y="320"/>
                      <a:pt x="146" y="313"/>
                    </a:cubicBezTo>
                    <a:cubicBezTo>
                      <a:pt x="187" y="313"/>
                      <a:pt x="187" y="313"/>
                      <a:pt x="187" y="313"/>
                    </a:cubicBezTo>
                    <a:cubicBezTo>
                      <a:pt x="181" y="320"/>
                      <a:pt x="177" y="329"/>
                      <a:pt x="176" y="338"/>
                    </a:cubicBezTo>
                    <a:close/>
                    <a:moveTo>
                      <a:pt x="241" y="385"/>
                    </a:moveTo>
                    <a:cubicBezTo>
                      <a:pt x="223" y="384"/>
                      <a:pt x="207" y="370"/>
                      <a:pt x="207" y="351"/>
                    </a:cubicBezTo>
                    <a:cubicBezTo>
                      <a:pt x="208" y="333"/>
                      <a:pt x="222" y="318"/>
                      <a:pt x="241" y="318"/>
                    </a:cubicBezTo>
                    <a:cubicBezTo>
                      <a:pt x="259" y="318"/>
                      <a:pt x="274" y="333"/>
                      <a:pt x="274" y="351"/>
                    </a:cubicBezTo>
                    <a:cubicBezTo>
                      <a:pt x="274" y="369"/>
                      <a:pt x="259" y="385"/>
                      <a:pt x="241" y="385"/>
                    </a:cubicBezTo>
                    <a:close/>
                    <a:moveTo>
                      <a:pt x="548" y="349"/>
                    </a:moveTo>
                    <a:cubicBezTo>
                      <a:pt x="442" y="349"/>
                      <a:pt x="442" y="349"/>
                      <a:pt x="442" y="349"/>
                    </a:cubicBezTo>
                    <a:cubicBezTo>
                      <a:pt x="422" y="338"/>
                      <a:pt x="422" y="338"/>
                      <a:pt x="422" y="338"/>
                    </a:cubicBezTo>
                    <a:cubicBezTo>
                      <a:pt x="415" y="334"/>
                      <a:pt x="408" y="330"/>
                      <a:pt x="401" y="326"/>
                    </a:cubicBezTo>
                    <a:cubicBezTo>
                      <a:pt x="396" y="324"/>
                      <a:pt x="390" y="324"/>
                      <a:pt x="385" y="324"/>
                    </a:cubicBezTo>
                    <a:cubicBezTo>
                      <a:pt x="301" y="324"/>
                      <a:pt x="301" y="324"/>
                      <a:pt x="301" y="324"/>
                    </a:cubicBezTo>
                    <a:cubicBezTo>
                      <a:pt x="299" y="320"/>
                      <a:pt x="297" y="317"/>
                      <a:pt x="294" y="313"/>
                    </a:cubicBezTo>
                    <a:cubicBezTo>
                      <a:pt x="560" y="313"/>
                      <a:pt x="560" y="313"/>
                      <a:pt x="560" y="313"/>
                    </a:cubicBezTo>
                    <a:cubicBezTo>
                      <a:pt x="553" y="323"/>
                      <a:pt x="548" y="335"/>
                      <a:pt x="548" y="349"/>
                    </a:cubicBezTo>
                    <a:close/>
                    <a:moveTo>
                      <a:pt x="614" y="385"/>
                    </a:moveTo>
                    <a:cubicBezTo>
                      <a:pt x="596" y="384"/>
                      <a:pt x="581" y="370"/>
                      <a:pt x="581" y="351"/>
                    </a:cubicBezTo>
                    <a:cubicBezTo>
                      <a:pt x="581" y="333"/>
                      <a:pt x="596" y="318"/>
                      <a:pt x="614" y="318"/>
                    </a:cubicBezTo>
                    <a:cubicBezTo>
                      <a:pt x="633" y="318"/>
                      <a:pt x="647" y="333"/>
                      <a:pt x="648" y="351"/>
                    </a:cubicBezTo>
                    <a:cubicBezTo>
                      <a:pt x="647" y="369"/>
                      <a:pt x="633" y="385"/>
                      <a:pt x="614" y="385"/>
                    </a:cubicBezTo>
                    <a:close/>
                    <a:moveTo>
                      <a:pt x="550" y="280"/>
                    </a:moveTo>
                    <a:cubicBezTo>
                      <a:pt x="550" y="279"/>
                      <a:pt x="550" y="279"/>
                      <a:pt x="550" y="278"/>
                    </a:cubicBezTo>
                    <a:cubicBezTo>
                      <a:pt x="550" y="131"/>
                      <a:pt x="550" y="131"/>
                      <a:pt x="550" y="131"/>
                    </a:cubicBezTo>
                    <a:cubicBezTo>
                      <a:pt x="554" y="131"/>
                      <a:pt x="558" y="131"/>
                      <a:pt x="562" y="131"/>
                    </a:cubicBezTo>
                    <a:cubicBezTo>
                      <a:pt x="602" y="131"/>
                      <a:pt x="642" y="131"/>
                      <a:pt x="682" y="131"/>
                    </a:cubicBezTo>
                    <a:cubicBezTo>
                      <a:pt x="686" y="132"/>
                      <a:pt x="689" y="132"/>
                      <a:pt x="693" y="132"/>
                    </a:cubicBezTo>
                    <a:cubicBezTo>
                      <a:pt x="693" y="132"/>
                      <a:pt x="693" y="133"/>
                      <a:pt x="694" y="133"/>
                    </a:cubicBezTo>
                    <a:cubicBezTo>
                      <a:pt x="699" y="152"/>
                      <a:pt x="704" y="170"/>
                      <a:pt x="710" y="188"/>
                    </a:cubicBezTo>
                    <a:cubicBezTo>
                      <a:pt x="713" y="197"/>
                      <a:pt x="715" y="205"/>
                      <a:pt x="718" y="214"/>
                    </a:cubicBezTo>
                    <a:cubicBezTo>
                      <a:pt x="718" y="216"/>
                      <a:pt x="719" y="218"/>
                      <a:pt x="719" y="219"/>
                    </a:cubicBezTo>
                    <a:cubicBezTo>
                      <a:pt x="719" y="280"/>
                      <a:pt x="719" y="280"/>
                      <a:pt x="719" y="280"/>
                    </a:cubicBezTo>
                    <a:lnTo>
                      <a:pt x="550" y="280"/>
                    </a:lnTo>
                    <a:close/>
                    <a:moveTo>
                      <a:pt x="719" y="349"/>
                    </a:moveTo>
                    <a:cubicBezTo>
                      <a:pt x="681" y="349"/>
                      <a:pt x="681" y="349"/>
                      <a:pt x="681" y="349"/>
                    </a:cubicBezTo>
                    <a:cubicBezTo>
                      <a:pt x="680" y="336"/>
                      <a:pt x="675" y="323"/>
                      <a:pt x="668" y="313"/>
                    </a:cubicBezTo>
                    <a:cubicBezTo>
                      <a:pt x="719" y="313"/>
                      <a:pt x="719" y="313"/>
                      <a:pt x="719" y="313"/>
                    </a:cubicBezTo>
                    <a:cubicBezTo>
                      <a:pt x="719" y="317"/>
                      <a:pt x="719" y="317"/>
                      <a:pt x="719" y="317"/>
                    </a:cubicBezTo>
                    <a:cubicBezTo>
                      <a:pt x="719" y="324"/>
                      <a:pt x="720" y="330"/>
                      <a:pt x="720" y="337"/>
                    </a:cubicBezTo>
                    <a:cubicBezTo>
                      <a:pt x="720" y="341"/>
                      <a:pt x="720" y="345"/>
                      <a:pt x="719" y="349"/>
                    </a:cubicBezTo>
                    <a:close/>
                  </a:path>
                </a:pathLst>
              </a:custGeom>
              <a:grpFill/>
              <a:ln>
                <a:noFill/>
              </a:ln>
            </p:spPr>
            <p:txBody>
              <a:bodyPr vert="horz" wrap="square" lIns="91440" tIns="45720" rIns="91440" bIns="45720" numCol="1" anchor="t" anchorCtr="0" compatLnSpc="1"/>
              <a:lstStyle/>
              <a:p>
                <a:endParaRPr lang="en-US"/>
              </a:p>
            </p:txBody>
          </p:sp>
          <p:sp>
            <p:nvSpPr>
              <p:cNvPr id="47" name="Freeform 406"/>
              <p:cNvSpPr>
                <a:spLocks noEditPoints="1"/>
              </p:cNvSpPr>
              <p:nvPr/>
            </p:nvSpPr>
            <p:spPr bwMode="auto">
              <a:xfrm>
                <a:off x="9605963" y="6578600"/>
                <a:ext cx="893763" cy="747713"/>
              </a:xfrm>
              <a:custGeom>
                <a:avLst/>
                <a:gdLst>
                  <a:gd name="T0" fmla="*/ 3 w 360"/>
                  <a:gd name="T1" fmla="*/ 129 h 301"/>
                  <a:gd name="T2" fmla="*/ 7 w 360"/>
                  <a:gd name="T3" fmla="*/ 155 h 301"/>
                  <a:gd name="T4" fmla="*/ 30 w 360"/>
                  <a:gd name="T5" fmla="*/ 198 h 301"/>
                  <a:gd name="T6" fmla="*/ 115 w 360"/>
                  <a:gd name="T7" fmla="*/ 270 h 301"/>
                  <a:gd name="T8" fmla="*/ 233 w 360"/>
                  <a:gd name="T9" fmla="*/ 300 h 301"/>
                  <a:gd name="T10" fmla="*/ 286 w 360"/>
                  <a:gd name="T11" fmla="*/ 290 h 301"/>
                  <a:gd name="T12" fmla="*/ 299 w 360"/>
                  <a:gd name="T13" fmla="*/ 285 h 301"/>
                  <a:gd name="T14" fmla="*/ 306 w 360"/>
                  <a:gd name="T15" fmla="*/ 278 h 301"/>
                  <a:gd name="T16" fmla="*/ 306 w 360"/>
                  <a:gd name="T17" fmla="*/ 278 h 301"/>
                  <a:gd name="T18" fmla="*/ 307 w 360"/>
                  <a:gd name="T19" fmla="*/ 277 h 301"/>
                  <a:gd name="T20" fmla="*/ 357 w 360"/>
                  <a:gd name="T21" fmla="*/ 176 h 301"/>
                  <a:gd name="T22" fmla="*/ 359 w 360"/>
                  <a:gd name="T23" fmla="*/ 169 h 301"/>
                  <a:gd name="T24" fmla="*/ 359 w 360"/>
                  <a:gd name="T25" fmla="*/ 169 h 301"/>
                  <a:gd name="T26" fmla="*/ 359 w 360"/>
                  <a:gd name="T27" fmla="*/ 168 h 301"/>
                  <a:gd name="T28" fmla="*/ 359 w 360"/>
                  <a:gd name="T29" fmla="*/ 163 h 301"/>
                  <a:gd name="T30" fmla="*/ 353 w 360"/>
                  <a:gd name="T31" fmla="*/ 143 h 301"/>
                  <a:gd name="T32" fmla="*/ 329 w 360"/>
                  <a:gd name="T33" fmla="*/ 100 h 301"/>
                  <a:gd name="T34" fmla="*/ 243 w 360"/>
                  <a:gd name="T35" fmla="*/ 29 h 301"/>
                  <a:gd name="T36" fmla="*/ 126 w 360"/>
                  <a:gd name="T37" fmla="*/ 2 h 301"/>
                  <a:gd name="T38" fmla="*/ 74 w 360"/>
                  <a:gd name="T39" fmla="*/ 11 h 301"/>
                  <a:gd name="T40" fmla="*/ 55 w 360"/>
                  <a:gd name="T41" fmla="*/ 23 h 301"/>
                  <a:gd name="T42" fmla="*/ 53 w 360"/>
                  <a:gd name="T43" fmla="*/ 27 h 301"/>
                  <a:gd name="T44" fmla="*/ 5 w 360"/>
                  <a:gd name="T45" fmla="*/ 123 h 301"/>
                  <a:gd name="T46" fmla="*/ 3 w 360"/>
                  <a:gd name="T47" fmla="*/ 129 h 301"/>
                  <a:gd name="T48" fmla="*/ 82 w 360"/>
                  <a:gd name="T49" fmla="*/ 44 h 301"/>
                  <a:gd name="T50" fmla="*/ 146 w 360"/>
                  <a:gd name="T51" fmla="*/ 35 h 301"/>
                  <a:gd name="T52" fmla="*/ 226 w 360"/>
                  <a:gd name="T53" fmla="*/ 57 h 301"/>
                  <a:gd name="T54" fmla="*/ 296 w 360"/>
                  <a:gd name="T55" fmla="*/ 110 h 301"/>
                  <a:gd name="T56" fmla="*/ 326 w 360"/>
                  <a:gd name="T57" fmla="*/ 166 h 301"/>
                  <a:gd name="T58" fmla="*/ 280 w 360"/>
                  <a:gd name="T59" fmla="*/ 258 h 301"/>
                  <a:gd name="T60" fmla="*/ 209 w 360"/>
                  <a:gd name="T61" fmla="*/ 266 h 301"/>
                  <a:gd name="T62" fmla="*/ 125 w 360"/>
                  <a:gd name="T63" fmla="*/ 238 h 301"/>
                  <a:gd name="T64" fmla="*/ 36 w 360"/>
                  <a:gd name="T65" fmla="*/ 135 h 301"/>
                  <a:gd name="T66" fmla="*/ 82 w 360"/>
                  <a:gd name="T67" fmla="*/ 44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0" h="301">
                    <a:moveTo>
                      <a:pt x="3" y="129"/>
                    </a:moveTo>
                    <a:cubicBezTo>
                      <a:pt x="0" y="137"/>
                      <a:pt x="5" y="147"/>
                      <a:pt x="7" y="155"/>
                    </a:cubicBezTo>
                    <a:cubicBezTo>
                      <a:pt x="13" y="170"/>
                      <a:pt x="20" y="185"/>
                      <a:pt x="30" y="198"/>
                    </a:cubicBezTo>
                    <a:cubicBezTo>
                      <a:pt x="52" y="228"/>
                      <a:pt x="81" y="253"/>
                      <a:pt x="115" y="270"/>
                    </a:cubicBezTo>
                    <a:cubicBezTo>
                      <a:pt x="151" y="289"/>
                      <a:pt x="192" y="301"/>
                      <a:pt x="233" y="300"/>
                    </a:cubicBezTo>
                    <a:cubicBezTo>
                      <a:pt x="251" y="299"/>
                      <a:pt x="269" y="297"/>
                      <a:pt x="286" y="290"/>
                    </a:cubicBezTo>
                    <a:cubicBezTo>
                      <a:pt x="290" y="289"/>
                      <a:pt x="295" y="287"/>
                      <a:pt x="299" y="285"/>
                    </a:cubicBezTo>
                    <a:cubicBezTo>
                      <a:pt x="302" y="284"/>
                      <a:pt x="305" y="282"/>
                      <a:pt x="306" y="278"/>
                    </a:cubicBezTo>
                    <a:cubicBezTo>
                      <a:pt x="306" y="278"/>
                      <a:pt x="306" y="278"/>
                      <a:pt x="306" y="278"/>
                    </a:cubicBezTo>
                    <a:cubicBezTo>
                      <a:pt x="307" y="278"/>
                      <a:pt x="307" y="277"/>
                      <a:pt x="307" y="277"/>
                    </a:cubicBezTo>
                    <a:cubicBezTo>
                      <a:pt x="324" y="243"/>
                      <a:pt x="341" y="210"/>
                      <a:pt x="357" y="176"/>
                    </a:cubicBezTo>
                    <a:cubicBezTo>
                      <a:pt x="359" y="174"/>
                      <a:pt x="359" y="171"/>
                      <a:pt x="359" y="169"/>
                    </a:cubicBezTo>
                    <a:cubicBezTo>
                      <a:pt x="359" y="169"/>
                      <a:pt x="359" y="169"/>
                      <a:pt x="359" y="169"/>
                    </a:cubicBezTo>
                    <a:cubicBezTo>
                      <a:pt x="359" y="168"/>
                      <a:pt x="359" y="168"/>
                      <a:pt x="359" y="168"/>
                    </a:cubicBezTo>
                    <a:cubicBezTo>
                      <a:pt x="360" y="166"/>
                      <a:pt x="359" y="165"/>
                      <a:pt x="359" y="163"/>
                    </a:cubicBezTo>
                    <a:cubicBezTo>
                      <a:pt x="358" y="156"/>
                      <a:pt x="356" y="150"/>
                      <a:pt x="353" y="143"/>
                    </a:cubicBezTo>
                    <a:cubicBezTo>
                      <a:pt x="347" y="128"/>
                      <a:pt x="339" y="113"/>
                      <a:pt x="329" y="100"/>
                    </a:cubicBezTo>
                    <a:cubicBezTo>
                      <a:pt x="306" y="70"/>
                      <a:pt x="277" y="46"/>
                      <a:pt x="243" y="29"/>
                    </a:cubicBezTo>
                    <a:cubicBezTo>
                      <a:pt x="207" y="11"/>
                      <a:pt x="167" y="0"/>
                      <a:pt x="126" y="2"/>
                    </a:cubicBezTo>
                    <a:cubicBezTo>
                      <a:pt x="109" y="2"/>
                      <a:pt x="90" y="5"/>
                      <a:pt x="74" y="11"/>
                    </a:cubicBezTo>
                    <a:cubicBezTo>
                      <a:pt x="68" y="14"/>
                      <a:pt x="59" y="16"/>
                      <a:pt x="55" y="23"/>
                    </a:cubicBezTo>
                    <a:cubicBezTo>
                      <a:pt x="54" y="24"/>
                      <a:pt x="54" y="26"/>
                      <a:pt x="53" y="27"/>
                    </a:cubicBezTo>
                    <a:cubicBezTo>
                      <a:pt x="37" y="59"/>
                      <a:pt x="21" y="91"/>
                      <a:pt x="5" y="123"/>
                    </a:cubicBezTo>
                    <a:cubicBezTo>
                      <a:pt x="4" y="125"/>
                      <a:pt x="3" y="127"/>
                      <a:pt x="3" y="129"/>
                    </a:cubicBezTo>
                    <a:close/>
                    <a:moveTo>
                      <a:pt x="82" y="44"/>
                    </a:moveTo>
                    <a:cubicBezTo>
                      <a:pt x="101" y="36"/>
                      <a:pt x="124" y="33"/>
                      <a:pt x="146" y="35"/>
                    </a:cubicBezTo>
                    <a:cubicBezTo>
                      <a:pt x="174" y="37"/>
                      <a:pt x="201" y="45"/>
                      <a:pt x="226" y="57"/>
                    </a:cubicBezTo>
                    <a:cubicBezTo>
                      <a:pt x="252" y="71"/>
                      <a:pt x="276" y="88"/>
                      <a:pt x="296" y="110"/>
                    </a:cubicBezTo>
                    <a:cubicBezTo>
                      <a:pt x="310" y="127"/>
                      <a:pt x="320" y="145"/>
                      <a:pt x="326" y="166"/>
                    </a:cubicBezTo>
                    <a:cubicBezTo>
                      <a:pt x="310" y="196"/>
                      <a:pt x="295" y="227"/>
                      <a:pt x="280" y="258"/>
                    </a:cubicBezTo>
                    <a:cubicBezTo>
                      <a:pt x="259" y="266"/>
                      <a:pt x="233" y="268"/>
                      <a:pt x="209" y="266"/>
                    </a:cubicBezTo>
                    <a:cubicBezTo>
                      <a:pt x="180" y="263"/>
                      <a:pt x="151" y="253"/>
                      <a:pt x="125" y="238"/>
                    </a:cubicBezTo>
                    <a:cubicBezTo>
                      <a:pt x="84" y="215"/>
                      <a:pt x="48" y="180"/>
                      <a:pt x="36" y="135"/>
                    </a:cubicBezTo>
                    <a:cubicBezTo>
                      <a:pt x="51" y="105"/>
                      <a:pt x="66" y="74"/>
                      <a:pt x="82" y="44"/>
                    </a:cubicBezTo>
                    <a:close/>
                  </a:path>
                </a:pathLst>
              </a:custGeom>
              <a:grpFill/>
              <a:ln>
                <a:noFill/>
              </a:ln>
            </p:spPr>
            <p:txBody>
              <a:bodyPr vert="horz" wrap="square" lIns="91440" tIns="45720" rIns="91440" bIns="45720" numCol="1" anchor="t" anchorCtr="0" compatLnSpc="1"/>
              <a:lstStyle/>
              <a:p>
                <a:endParaRPr lang="en-US"/>
              </a:p>
            </p:txBody>
          </p:sp>
          <p:sp>
            <p:nvSpPr>
              <p:cNvPr id="48" name="Freeform 407"/>
              <p:cNvSpPr/>
              <p:nvPr/>
            </p:nvSpPr>
            <p:spPr bwMode="auto">
              <a:xfrm>
                <a:off x="9512301" y="6591300"/>
                <a:ext cx="188913" cy="290513"/>
              </a:xfrm>
              <a:custGeom>
                <a:avLst/>
                <a:gdLst>
                  <a:gd name="T0" fmla="*/ 10 w 76"/>
                  <a:gd name="T1" fmla="*/ 113 h 117"/>
                  <a:gd name="T2" fmla="*/ 33 w 76"/>
                  <a:gd name="T3" fmla="*/ 107 h 117"/>
                  <a:gd name="T4" fmla="*/ 72 w 76"/>
                  <a:gd name="T5" fmla="*/ 27 h 117"/>
                  <a:gd name="T6" fmla="*/ 67 w 76"/>
                  <a:gd name="T7" fmla="*/ 5 h 117"/>
                  <a:gd name="T8" fmla="*/ 44 w 76"/>
                  <a:gd name="T9" fmla="*/ 11 h 117"/>
                  <a:gd name="T10" fmla="*/ 4 w 76"/>
                  <a:gd name="T11" fmla="*/ 91 h 117"/>
                  <a:gd name="T12" fmla="*/ 10 w 76"/>
                  <a:gd name="T13" fmla="*/ 113 h 117"/>
                </a:gdLst>
                <a:ahLst/>
                <a:cxnLst>
                  <a:cxn ang="0">
                    <a:pos x="T0" y="T1"/>
                  </a:cxn>
                  <a:cxn ang="0">
                    <a:pos x="T2" y="T3"/>
                  </a:cxn>
                  <a:cxn ang="0">
                    <a:pos x="T4" y="T5"/>
                  </a:cxn>
                  <a:cxn ang="0">
                    <a:pos x="T6" y="T7"/>
                  </a:cxn>
                  <a:cxn ang="0">
                    <a:pos x="T8" y="T9"/>
                  </a:cxn>
                  <a:cxn ang="0">
                    <a:pos x="T10" y="T11"/>
                  </a:cxn>
                  <a:cxn ang="0">
                    <a:pos x="T12" y="T13"/>
                  </a:cxn>
                </a:cxnLst>
                <a:rect l="0" t="0" r="r" b="b"/>
                <a:pathLst>
                  <a:path w="76" h="117">
                    <a:moveTo>
                      <a:pt x="10" y="113"/>
                    </a:moveTo>
                    <a:cubicBezTo>
                      <a:pt x="17" y="117"/>
                      <a:pt x="29" y="115"/>
                      <a:pt x="33" y="107"/>
                    </a:cubicBezTo>
                    <a:cubicBezTo>
                      <a:pt x="46" y="81"/>
                      <a:pt x="59" y="54"/>
                      <a:pt x="72" y="27"/>
                    </a:cubicBezTo>
                    <a:cubicBezTo>
                      <a:pt x="76" y="19"/>
                      <a:pt x="75" y="9"/>
                      <a:pt x="67" y="5"/>
                    </a:cubicBezTo>
                    <a:cubicBezTo>
                      <a:pt x="59" y="0"/>
                      <a:pt x="48" y="3"/>
                      <a:pt x="44" y="11"/>
                    </a:cubicBezTo>
                    <a:cubicBezTo>
                      <a:pt x="31" y="37"/>
                      <a:pt x="17" y="64"/>
                      <a:pt x="4" y="91"/>
                    </a:cubicBezTo>
                    <a:cubicBezTo>
                      <a:pt x="0" y="99"/>
                      <a:pt x="2" y="108"/>
                      <a:pt x="10" y="113"/>
                    </a:cubicBezTo>
                    <a:close/>
                  </a:path>
                </a:pathLst>
              </a:custGeom>
              <a:grpFill/>
              <a:ln>
                <a:noFill/>
              </a:ln>
            </p:spPr>
            <p:txBody>
              <a:bodyPr vert="horz" wrap="square" lIns="91440" tIns="45720" rIns="91440" bIns="45720" numCol="1" anchor="t" anchorCtr="0" compatLnSpc="1"/>
              <a:lstStyle/>
              <a:p>
                <a:endParaRPr lang="en-US"/>
              </a:p>
            </p:txBody>
          </p:sp>
        </p:grpSp>
      </p:grpSp>
      <p:grpSp>
        <p:nvGrpSpPr>
          <p:cNvPr id="11" name="Group 10"/>
          <p:cNvGrpSpPr/>
          <p:nvPr/>
        </p:nvGrpSpPr>
        <p:grpSpPr>
          <a:xfrm>
            <a:off x="6970043" y="1968335"/>
            <a:ext cx="1496624" cy="1668538"/>
            <a:chOff x="6970043" y="1968335"/>
            <a:chExt cx="1496624" cy="1668538"/>
          </a:xfrm>
        </p:grpSpPr>
        <p:sp>
          <p:nvSpPr>
            <p:cNvPr id="6" name="11 Rectángulo redondeado"/>
            <p:cNvSpPr>
              <a:spLocks noChangeAspect="1"/>
            </p:cNvSpPr>
            <p:nvPr/>
          </p:nvSpPr>
          <p:spPr>
            <a:xfrm rot="16200000">
              <a:off x="6884086" y="2054292"/>
              <a:ext cx="1668538" cy="1496624"/>
            </a:xfrm>
            <a:custGeom>
              <a:avLst/>
              <a:gdLst/>
              <a:ahLst/>
              <a:cxnLst/>
              <a:rect l="l" t="t" r="r" b="b"/>
              <a:pathLst>
                <a:path w="3195945" h="2847600">
                  <a:moveTo>
                    <a:pt x="931858" y="0"/>
                  </a:moveTo>
                  <a:lnTo>
                    <a:pt x="2264149" y="0"/>
                  </a:lnTo>
                  <a:cubicBezTo>
                    <a:pt x="2332834" y="0"/>
                    <a:pt x="2395775" y="24591"/>
                    <a:pt x="2443824" y="66436"/>
                  </a:cubicBezTo>
                  <a:cubicBezTo>
                    <a:pt x="2448429" y="69277"/>
                    <a:pt x="2452695" y="72595"/>
                    <a:pt x="2456305" y="76734"/>
                  </a:cubicBezTo>
                  <a:cubicBezTo>
                    <a:pt x="2460022" y="79237"/>
                    <a:pt x="2463176" y="82339"/>
                    <a:pt x="2465987" y="85776"/>
                  </a:cubicBezTo>
                  <a:cubicBezTo>
                    <a:pt x="2493618" y="108249"/>
                    <a:pt x="2516894" y="136545"/>
                    <a:pt x="2535511" y="169166"/>
                  </a:cubicBezTo>
                  <a:lnTo>
                    <a:pt x="3152605" y="1250458"/>
                  </a:lnTo>
                  <a:cubicBezTo>
                    <a:pt x="3179394" y="1297399"/>
                    <a:pt x="3193566" y="1348093"/>
                    <a:pt x="3194780" y="1398693"/>
                  </a:cubicBezTo>
                  <a:cubicBezTo>
                    <a:pt x="3195949" y="1406441"/>
                    <a:pt x="3196388" y="1414265"/>
                    <a:pt x="3195280" y="1422135"/>
                  </a:cubicBezTo>
                  <a:cubicBezTo>
                    <a:pt x="3196431" y="1430332"/>
                    <a:pt x="3195980" y="1438483"/>
                    <a:pt x="3194760" y="1446554"/>
                  </a:cubicBezTo>
                  <a:cubicBezTo>
                    <a:pt x="3193510" y="1497084"/>
                    <a:pt x="3179340" y="1547701"/>
                    <a:pt x="3152589" y="1594576"/>
                  </a:cubicBezTo>
                  <a:lnTo>
                    <a:pt x="2535495" y="2675868"/>
                  </a:lnTo>
                  <a:cubicBezTo>
                    <a:pt x="2519103" y="2704590"/>
                    <a:pt x="2499098" y="2729960"/>
                    <a:pt x="2475270" y="2750574"/>
                  </a:cubicBezTo>
                  <a:cubicBezTo>
                    <a:pt x="2424537" y="2810341"/>
                    <a:pt x="2348694" y="2847600"/>
                    <a:pt x="2264149" y="2847600"/>
                  </a:cubicBezTo>
                  <a:lnTo>
                    <a:pt x="931858" y="2847600"/>
                  </a:lnTo>
                  <a:cubicBezTo>
                    <a:pt x="840908" y="2847600"/>
                    <a:pt x="760028" y="2804481"/>
                    <a:pt x="709441" y="2736882"/>
                  </a:cubicBezTo>
                  <a:cubicBezTo>
                    <a:pt x="690443" y="2718412"/>
                    <a:pt x="674204" y="2696733"/>
                    <a:pt x="660493" y="2672708"/>
                  </a:cubicBezTo>
                  <a:lnTo>
                    <a:pt x="43399" y="1591416"/>
                  </a:lnTo>
                  <a:cubicBezTo>
                    <a:pt x="17922" y="1546775"/>
                    <a:pt x="3857" y="1498740"/>
                    <a:pt x="1381" y="1450601"/>
                  </a:cubicBezTo>
                  <a:cubicBezTo>
                    <a:pt x="-58" y="1441196"/>
                    <a:pt x="-553" y="1431688"/>
                    <a:pt x="774" y="1422141"/>
                  </a:cubicBezTo>
                  <a:cubicBezTo>
                    <a:pt x="-512" y="1412916"/>
                    <a:pt x="-26" y="1403731"/>
                    <a:pt x="1361" y="1394643"/>
                  </a:cubicBezTo>
                  <a:cubicBezTo>
                    <a:pt x="3800" y="1346433"/>
                    <a:pt x="17869" y="1298323"/>
                    <a:pt x="43383" y="1253618"/>
                  </a:cubicBezTo>
                  <a:lnTo>
                    <a:pt x="660477" y="172326"/>
                  </a:lnTo>
                  <a:cubicBezTo>
                    <a:pt x="676397" y="144430"/>
                    <a:pt x="695725" y="119697"/>
                    <a:pt x="718724" y="99467"/>
                  </a:cubicBezTo>
                  <a:cubicBezTo>
                    <a:pt x="769423" y="38273"/>
                    <a:pt x="846171" y="0"/>
                    <a:pt x="931858" y="0"/>
                  </a:cubicBezTo>
                  <a:close/>
                </a:path>
              </a:pathLst>
            </a:custGeom>
            <a:solidFill>
              <a:schemeClr val="accent3"/>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dirty="0">
                <a:solidFill>
                  <a:schemeClr val="lt1"/>
                </a:solidFill>
                <a:latin typeface="Helvetica" panose="020B0604020202020204" pitchFamily="34" charset="0"/>
                <a:cs typeface="Helvetica" panose="020B0604020202020204" pitchFamily="34" charset="0"/>
              </a:endParaRPr>
            </a:p>
          </p:txBody>
        </p:sp>
        <p:grpSp>
          <p:nvGrpSpPr>
            <p:cNvPr id="49" name="Group 48"/>
            <p:cNvGrpSpPr/>
            <p:nvPr/>
          </p:nvGrpSpPr>
          <p:grpSpPr>
            <a:xfrm>
              <a:off x="7358823" y="2572815"/>
              <a:ext cx="719064" cy="459580"/>
              <a:chOff x="8261350" y="4578350"/>
              <a:chExt cx="1768476" cy="1130301"/>
            </a:xfrm>
            <a:solidFill>
              <a:schemeClr val="bg1"/>
            </a:solidFill>
          </p:grpSpPr>
          <p:sp>
            <p:nvSpPr>
              <p:cNvPr id="50" name="Freeform 208"/>
              <p:cNvSpPr/>
              <p:nvPr/>
            </p:nvSpPr>
            <p:spPr bwMode="auto">
              <a:xfrm>
                <a:off x="8261350" y="5256213"/>
                <a:ext cx="238125" cy="439738"/>
              </a:xfrm>
              <a:custGeom>
                <a:avLst/>
                <a:gdLst>
                  <a:gd name="T0" fmla="*/ 77 w 96"/>
                  <a:gd name="T1" fmla="*/ 34 h 177"/>
                  <a:gd name="T2" fmla="*/ 82 w 96"/>
                  <a:gd name="T3" fmla="*/ 32 h 177"/>
                  <a:gd name="T4" fmla="*/ 93 w 96"/>
                  <a:gd name="T5" fmla="*/ 13 h 177"/>
                  <a:gd name="T6" fmla="*/ 74 w 96"/>
                  <a:gd name="T7" fmla="*/ 2 h 177"/>
                  <a:gd name="T8" fmla="*/ 22 w 96"/>
                  <a:gd name="T9" fmla="*/ 41 h 177"/>
                  <a:gd name="T10" fmla="*/ 4 w 96"/>
                  <a:gd name="T11" fmla="*/ 93 h 177"/>
                  <a:gd name="T12" fmla="*/ 4 w 96"/>
                  <a:gd name="T13" fmla="*/ 164 h 177"/>
                  <a:gd name="T14" fmla="*/ 23 w 96"/>
                  <a:gd name="T15" fmla="*/ 175 h 177"/>
                  <a:gd name="T16" fmla="*/ 34 w 96"/>
                  <a:gd name="T17" fmla="*/ 156 h 177"/>
                  <a:gd name="T18" fmla="*/ 34 w 96"/>
                  <a:gd name="T19" fmla="*/ 154 h 177"/>
                  <a:gd name="T20" fmla="*/ 34 w 96"/>
                  <a:gd name="T21" fmla="*/ 154 h 177"/>
                  <a:gd name="T22" fmla="*/ 33 w 96"/>
                  <a:gd name="T23" fmla="*/ 141 h 177"/>
                  <a:gd name="T24" fmla="*/ 32 w 96"/>
                  <a:gd name="T25" fmla="*/ 122 h 177"/>
                  <a:gd name="T26" fmla="*/ 33 w 96"/>
                  <a:gd name="T27" fmla="*/ 111 h 177"/>
                  <a:gd name="T28" fmla="*/ 33 w 96"/>
                  <a:gd name="T29" fmla="*/ 105 h 177"/>
                  <a:gd name="T30" fmla="*/ 34 w 96"/>
                  <a:gd name="T31" fmla="*/ 102 h 177"/>
                  <a:gd name="T32" fmla="*/ 39 w 96"/>
                  <a:gd name="T33" fmla="*/ 80 h 177"/>
                  <a:gd name="T34" fmla="*/ 41 w 96"/>
                  <a:gd name="T35" fmla="*/ 74 h 177"/>
                  <a:gd name="T36" fmla="*/ 42 w 96"/>
                  <a:gd name="T37" fmla="*/ 71 h 177"/>
                  <a:gd name="T38" fmla="*/ 42 w 96"/>
                  <a:gd name="T39" fmla="*/ 70 h 177"/>
                  <a:gd name="T40" fmla="*/ 48 w 96"/>
                  <a:gd name="T41" fmla="*/ 59 h 177"/>
                  <a:gd name="T42" fmla="*/ 51 w 96"/>
                  <a:gd name="T43" fmla="*/ 54 h 177"/>
                  <a:gd name="T44" fmla="*/ 52 w 96"/>
                  <a:gd name="T45" fmla="*/ 54 h 177"/>
                  <a:gd name="T46" fmla="*/ 52 w 96"/>
                  <a:gd name="T47" fmla="*/ 53 h 177"/>
                  <a:gd name="T48" fmla="*/ 54 w 96"/>
                  <a:gd name="T49" fmla="*/ 51 h 177"/>
                  <a:gd name="T50" fmla="*/ 62 w 96"/>
                  <a:gd name="T51" fmla="*/ 43 h 177"/>
                  <a:gd name="T52" fmla="*/ 66 w 96"/>
                  <a:gd name="T53" fmla="*/ 40 h 177"/>
                  <a:gd name="T54" fmla="*/ 72 w 96"/>
                  <a:gd name="T55" fmla="*/ 36 h 177"/>
                  <a:gd name="T56" fmla="*/ 77 w 96"/>
                  <a:gd name="T57" fmla="*/ 34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6" h="177">
                    <a:moveTo>
                      <a:pt x="77" y="34"/>
                    </a:moveTo>
                    <a:cubicBezTo>
                      <a:pt x="79" y="34"/>
                      <a:pt x="81" y="33"/>
                      <a:pt x="82" y="32"/>
                    </a:cubicBezTo>
                    <a:cubicBezTo>
                      <a:pt x="90" y="30"/>
                      <a:pt x="96" y="22"/>
                      <a:pt x="93" y="13"/>
                    </a:cubicBezTo>
                    <a:cubicBezTo>
                      <a:pt x="91" y="5"/>
                      <a:pt x="82" y="0"/>
                      <a:pt x="74" y="2"/>
                    </a:cubicBezTo>
                    <a:cubicBezTo>
                      <a:pt x="53" y="9"/>
                      <a:pt x="35" y="23"/>
                      <a:pt x="22" y="41"/>
                    </a:cubicBezTo>
                    <a:cubicBezTo>
                      <a:pt x="12" y="57"/>
                      <a:pt x="6" y="75"/>
                      <a:pt x="4" y="93"/>
                    </a:cubicBezTo>
                    <a:cubicBezTo>
                      <a:pt x="0" y="116"/>
                      <a:pt x="0" y="140"/>
                      <a:pt x="4" y="164"/>
                    </a:cubicBezTo>
                    <a:cubicBezTo>
                      <a:pt x="5" y="172"/>
                      <a:pt x="15" y="177"/>
                      <a:pt x="23" y="175"/>
                    </a:cubicBezTo>
                    <a:cubicBezTo>
                      <a:pt x="32" y="172"/>
                      <a:pt x="35" y="164"/>
                      <a:pt x="34" y="156"/>
                    </a:cubicBezTo>
                    <a:cubicBezTo>
                      <a:pt x="34" y="155"/>
                      <a:pt x="34" y="155"/>
                      <a:pt x="34" y="154"/>
                    </a:cubicBezTo>
                    <a:cubicBezTo>
                      <a:pt x="34" y="154"/>
                      <a:pt x="34" y="154"/>
                      <a:pt x="34" y="154"/>
                    </a:cubicBezTo>
                    <a:cubicBezTo>
                      <a:pt x="33" y="149"/>
                      <a:pt x="33" y="145"/>
                      <a:pt x="33" y="141"/>
                    </a:cubicBezTo>
                    <a:cubicBezTo>
                      <a:pt x="32" y="135"/>
                      <a:pt x="32" y="128"/>
                      <a:pt x="32" y="122"/>
                    </a:cubicBezTo>
                    <a:cubicBezTo>
                      <a:pt x="32" y="118"/>
                      <a:pt x="32" y="115"/>
                      <a:pt x="33" y="111"/>
                    </a:cubicBezTo>
                    <a:cubicBezTo>
                      <a:pt x="33" y="109"/>
                      <a:pt x="33" y="107"/>
                      <a:pt x="33" y="105"/>
                    </a:cubicBezTo>
                    <a:cubicBezTo>
                      <a:pt x="33" y="105"/>
                      <a:pt x="34" y="102"/>
                      <a:pt x="34" y="102"/>
                    </a:cubicBezTo>
                    <a:cubicBezTo>
                      <a:pt x="35" y="94"/>
                      <a:pt x="36" y="87"/>
                      <a:pt x="39" y="80"/>
                    </a:cubicBezTo>
                    <a:cubicBezTo>
                      <a:pt x="39" y="78"/>
                      <a:pt x="40" y="76"/>
                      <a:pt x="41" y="74"/>
                    </a:cubicBezTo>
                    <a:cubicBezTo>
                      <a:pt x="41" y="73"/>
                      <a:pt x="41" y="72"/>
                      <a:pt x="42" y="71"/>
                    </a:cubicBezTo>
                    <a:cubicBezTo>
                      <a:pt x="42" y="71"/>
                      <a:pt x="42" y="71"/>
                      <a:pt x="42" y="70"/>
                    </a:cubicBezTo>
                    <a:cubicBezTo>
                      <a:pt x="44" y="67"/>
                      <a:pt x="46" y="63"/>
                      <a:pt x="48" y="59"/>
                    </a:cubicBezTo>
                    <a:cubicBezTo>
                      <a:pt x="49" y="57"/>
                      <a:pt x="50" y="56"/>
                      <a:pt x="51" y="54"/>
                    </a:cubicBezTo>
                    <a:cubicBezTo>
                      <a:pt x="52" y="54"/>
                      <a:pt x="52" y="54"/>
                      <a:pt x="52" y="54"/>
                    </a:cubicBezTo>
                    <a:cubicBezTo>
                      <a:pt x="52" y="53"/>
                      <a:pt x="52" y="53"/>
                      <a:pt x="52" y="53"/>
                    </a:cubicBezTo>
                    <a:cubicBezTo>
                      <a:pt x="53" y="52"/>
                      <a:pt x="53" y="52"/>
                      <a:pt x="54" y="51"/>
                    </a:cubicBezTo>
                    <a:cubicBezTo>
                      <a:pt x="56" y="48"/>
                      <a:pt x="59" y="45"/>
                      <a:pt x="62" y="43"/>
                    </a:cubicBezTo>
                    <a:cubicBezTo>
                      <a:pt x="62" y="43"/>
                      <a:pt x="66" y="40"/>
                      <a:pt x="66" y="40"/>
                    </a:cubicBezTo>
                    <a:cubicBezTo>
                      <a:pt x="68" y="39"/>
                      <a:pt x="70" y="37"/>
                      <a:pt x="72" y="36"/>
                    </a:cubicBezTo>
                    <a:cubicBezTo>
                      <a:pt x="73" y="36"/>
                      <a:pt x="78" y="34"/>
                      <a:pt x="77" y="34"/>
                    </a:cubicBezTo>
                    <a:close/>
                  </a:path>
                </a:pathLst>
              </a:custGeom>
              <a:grpFill/>
              <a:ln>
                <a:noFill/>
              </a:ln>
            </p:spPr>
            <p:txBody>
              <a:bodyPr vert="horz" wrap="square" lIns="91440" tIns="45720" rIns="91440" bIns="45720" numCol="1" anchor="t" anchorCtr="0" compatLnSpc="1"/>
              <a:lstStyle/>
              <a:p>
                <a:endParaRPr lang="en-US"/>
              </a:p>
            </p:txBody>
          </p:sp>
          <p:sp>
            <p:nvSpPr>
              <p:cNvPr id="51" name="Freeform 209"/>
              <p:cNvSpPr>
                <a:spLocks noEditPoints="1"/>
              </p:cNvSpPr>
              <p:nvPr/>
            </p:nvSpPr>
            <p:spPr bwMode="auto">
              <a:xfrm>
                <a:off x="8480425" y="4578350"/>
                <a:ext cx="1042988" cy="809625"/>
              </a:xfrm>
              <a:custGeom>
                <a:avLst/>
                <a:gdLst>
                  <a:gd name="T0" fmla="*/ 44 w 420"/>
                  <a:gd name="T1" fmla="*/ 320 h 326"/>
                  <a:gd name="T2" fmla="*/ 59 w 420"/>
                  <a:gd name="T3" fmla="*/ 324 h 326"/>
                  <a:gd name="T4" fmla="*/ 165 w 420"/>
                  <a:gd name="T5" fmla="*/ 288 h 326"/>
                  <a:gd name="T6" fmla="*/ 340 w 420"/>
                  <a:gd name="T7" fmla="*/ 229 h 326"/>
                  <a:gd name="T8" fmla="*/ 352 w 420"/>
                  <a:gd name="T9" fmla="*/ 214 h 326"/>
                  <a:gd name="T10" fmla="*/ 338 w 420"/>
                  <a:gd name="T11" fmla="*/ 57 h 326"/>
                  <a:gd name="T12" fmla="*/ 407 w 420"/>
                  <a:gd name="T13" fmla="*/ 33 h 326"/>
                  <a:gd name="T14" fmla="*/ 417 w 420"/>
                  <a:gd name="T15" fmla="*/ 14 h 326"/>
                  <a:gd name="T16" fmla="*/ 398 w 420"/>
                  <a:gd name="T17" fmla="*/ 3 h 326"/>
                  <a:gd name="T18" fmla="*/ 318 w 420"/>
                  <a:gd name="T19" fmla="*/ 32 h 326"/>
                  <a:gd name="T20" fmla="*/ 306 w 420"/>
                  <a:gd name="T21" fmla="*/ 47 h 326"/>
                  <a:gd name="T22" fmla="*/ 319 w 420"/>
                  <a:gd name="T23" fmla="*/ 203 h 326"/>
                  <a:gd name="T24" fmla="*/ 226 w 420"/>
                  <a:gd name="T25" fmla="*/ 235 h 326"/>
                  <a:gd name="T26" fmla="*/ 60 w 420"/>
                  <a:gd name="T27" fmla="*/ 291 h 326"/>
                  <a:gd name="T28" fmla="*/ 32 w 420"/>
                  <a:gd name="T29" fmla="*/ 257 h 326"/>
                  <a:gd name="T30" fmla="*/ 35 w 420"/>
                  <a:gd name="T31" fmla="*/ 185 h 326"/>
                  <a:gd name="T32" fmla="*/ 65 w 420"/>
                  <a:gd name="T33" fmla="*/ 175 h 326"/>
                  <a:gd name="T34" fmla="*/ 67 w 420"/>
                  <a:gd name="T35" fmla="*/ 174 h 326"/>
                  <a:gd name="T36" fmla="*/ 98 w 420"/>
                  <a:gd name="T37" fmla="*/ 164 h 326"/>
                  <a:gd name="T38" fmla="*/ 279 w 420"/>
                  <a:gd name="T39" fmla="*/ 102 h 326"/>
                  <a:gd name="T40" fmla="*/ 291 w 420"/>
                  <a:gd name="T41" fmla="*/ 87 h 326"/>
                  <a:gd name="T42" fmla="*/ 292 w 420"/>
                  <a:gd name="T43" fmla="*/ 62 h 326"/>
                  <a:gd name="T44" fmla="*/ 277 w 420"/>
                  <a:gd name="T45" fmla="*/ 47 h 326"/>
                  <a:gd name="T46" fmla="*/ 261 w 420"/>
                  <a:gd name="T47" fmla="*/ 62 h 326"/>
                  <a:gd name="T48" fmla="*/ 260 w 420"/>
                  <a:gd name="T49" fmla="*/ 76 h 326"/>
                  <a:gd name="T50" fmla="*/ 244 w 420"/>
                  <a:gd name="T51" fmla="*/ 82 h 326"/>
                  <a:gd name="T52" fmla="*/ 241 w 420"/>
                  <a:gd name="T53" fmla="*/ 79 h 326"/>
                  <a:gd name="T54" fmla="*/ 174 w 420"/>
                  <a:gd name="T55" fmla="*/ 41 h 326"/>
                  <a:gd name="T56" fmla="*/ 90 w 420"/>
                  <a:gd name="T57" fmla="*/ 61 h 326"/>
                  <a:gd name="T58" fmla="*/ 47 w 420"/>
                  <a:gd name="T59" fmla="*/ 148 h 326"/>
                  <a:gd name="T60" fmla="*/ 36 w 420"/>
                  <a:gd name="T61" fmla="*/ 152 h 326"/>
                  <a:gd name="T62" fmla="*/ 36 w 420"/>
                  <a:gd name="T63" fmla="*/ 152 h 326"/>
                  <a:gd name="T64" fmla="*/ 5 w 420"/>
                  <a:gd name="T65" fmla="*/ 152 h 326"/>
                  <a:gd name="T66" fmla="*/ 5 w 420"/>
                  <a:gd name="T67" fmla="*/ 152 h 326"/>
                  <a:gd name="T68" fmla="*/ 1 w 420"/>
                  <a:gd name="T69" fmla="*/ 250 h 326"/>
                  <a:gd name="T70" fmla="*/ 1 w 420"/>
                  <a:gd name="T71" fmla="*/ 263 h 326"/>
                  <a:gd name="T72" fmla="*/ 13 w 420"/>
                  <a:gd name="T73" fmla="*/ 283 h 326"/>
                  <a:gd name="T74" fmla="*/ 44 w 420"/>
                  <a:gd name="T75" fmla="*/ 320 h 326"/>
                  <a:gd name="T76" fmla="*/ 87 w 420"/>
                  <a:gd name="T77" fmla="*/ 122 h 326"/>
                  <a:gd name="T78" fmla="*/ 88 w 420"/>
                  <a:gd name="T79" fmla="*/ 118 h 326"/>
                  <a:gd name="T80" fmla="*/ 89 w 420"/>
                  <a:gd name="T81" fmla="*/ 116 h 326"/>
                  <a:gd name="T82" fmla="*/ 93 w 420"/>
                  <a:gd name="T83" fmla="*/ 108 h 326"/>
                  <a:gd name="T84" fmla="*/ 102 w 420"/>
                  <a:gd name="T85" fmla="*/ 94 h 326"/>
                  <a:gd name="T86" fmla="*/ 102 w 420"/>
                  <a:gd name="T87" fmla="*/ 93 h 326"/>
                  <a:gd name="T88" fmla="*/ 104 w 420"/>
                  <a:gd name="T89" fmla="*/ 92 h 326"/>
                  <a:gd name="T90" fmla="*/ 106 w 420"/>
                  <a:gd name="T91" fmla="*/ 89 h 326"/>
                  <a:gd name="T92" fmla="*/ 112 w 420"/>
                  <a:gd name="T93" fmla="*/ 83 h 326"/>
                  <a:gd name="T94" fmla="*/ 115 w 420"/>
                  <a:gd name="T95" fmla="*/ 81 h 326"/>
                  <a:gd name="T96" fmla="*/ 117 w 420"/>
                  <a:gd name="T97" fmla="*/ 79 h 326"/>
                  <a:gd name="T98" fmla="*/ 124 w 420"/>
                  <a:gd name="T99" fmla="*/ 75 h 326"/>
                  <a:gd name="T100" fmla="*/ 128 w 420"/>
                  <a:gd name="T101" fmla="*/ 73 h 326"/>
                  <a:gd name="T102" fmla="*/ 132 w 420"/>
                  <a:gd name="T103" fmla="*/ 72 h 326"/>
                  <a:gd name="T104" fmla="*/ 137 w 420"/>
                  <a:gd name="T105" fmla="*/ 70 h 326"/>
                  <a:gd name="T106" fmla="*/ 140 w 420"/>
                  <a:gd name="T107" fmla="*/ 70 h 326"/>
                  <a:gd name="T108" fmla="*/ 150 w 420"/>
                  <a:gd name="T109" fmla="*/ 69 h 326"/>
                  <a:gd name="T110" fmla="*/ 157 w 420"/>
                  <a:gd name="T111" fmla="*/ 70 h 326"/>
                  <a:gd name="T112" fmla="*/ 193 w 420"/>
                  <a:gd name="T113" fmla="*/ 83 h 326"/>
                  <a:gd name="T114" fmla="*/ 209 w 420"/>
                  <a:gd name="T115" fmla="*/ 93 h 326"/>
                  <a:gd name="T116" fmla="*/ 200 w 420"/>
                  <a:gd name="T117" fmla="*/ 96 h 326"/>
                  <a:gd name="T118" fmla="*/ 82 w 420"/>
                  <a:gd name="T119" fmla="*/ 136 h 326"/>
                  <a:gd name="T120" fmla="*/ 87 w 420"/>
                  <a:gd name="T121" fmla="*/ 122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20" h="326">
                    <a:moveTo>
                      <a:pt x="44" y="320"/>
                    </a:moveTo>
                    <a:cubicBezTo>
                      <a:pt x="48" y="324"/>
                      <a:pt x="55" y="326"/>
                      <a:pt x="59" y="324"/>
                    </a:cubicBezTo>
                    <a:cubicBezTo>
                      <a:pt x="95" y="312"/>
                      <a:pt x="130" y="300"/>
                      <a:pt x="165" y="288"/>
                    </a:cubicBezTo>
                    <a:cubicBezTo>
                      <a:pt x="223" y="268"/>
                      <a:pt x="282" y="249"/>
                      <a:pt x="340" y="229"/>
                    </a:cubicBezTo>
                    <a:cubicBezTo>
                      <a:pt x="346" y="227"/>
                      <a:pt x="352" y="221"/>
                      <a:pt x="352" y="214"/>
                    </a:cubicBezTo>
                    <a:cubicBezTo>
                      <a:pt x="347" y="162"/>
                      <a:pt x="343" y="110"/>
                      <a:pt x="338" y="57"/>
                    </a:cubicBezTo>
                    <a:cubicBezTo>
                      <a:pt x="361" y="49"/>
                      <a:pt x="384" y="41"/>
                      <a:pt x="407" y="33"/>
                    </a:cubicBezTo>
                    <a:cubicBezTo>
                      <a:pt x="415" y="30"/>
                      <a:pt x="420" y="22"/>
                      <a:pt x="417" y="14"/>
                    </a:cubicBezTo>
                    <a:cubicBezTo>
                      <a:pt x="415" y="6"/>
                      <a:pt x="406" y="0"/>
                      <a:pt x="398" y="3"/>
                    </a:cubicBezTo>
                    <a:cubicBezTo>
                      <a:pt x="371" y="12"/>
                      <a:pt x="345" y="22"/>
                      <a:pt x="318" y="32"/>
                    </a:cubicBezTo>
                    <a:cubicBezTo>
                      <a:pt x="312" y="34"/>
                      <a:pt x="306" y="40"/>
                      <a:pt x="306" y="47"/>
                    </a:cubicBezTo>
                    <a:cubicBezTo>
                      <a:pt x="311" y="99"/>
                      <a:pt x="315" y="151"/>
                      <a:pt x="319" y="203"/>
                    </a:cubicBezTo>
                    <a:cubicBezTo>
                      <a:pt x="288" y="214"/>
                      <a:pt x="257" y="224"/>
                      <a:pt x="226" y="235"/>
                    </a:cubicBezTo>
                    <a:cubicBezTo>
                      <a:pt x="171" y="253"/>
                      <a:pt x="116" y="272"/>
                      <a:pt x="60" y="291"/>
                    </a:cubicBezTo>
                    <a:cubicBezTo>
                      <a:pt x="51" y="280"/>
                      <a:pt x="42" y="269"/>
                      <a:pt x="32" y="257"/>
                    </a:cubicBezTo>
                    <a:cubicBezTo>
                      <a:pt x="33" y="233"/>
                      <a:pt x="34" y="209"/>
                      <a:pt x="35" y="185"/>
                    </a:cubicBezTo>
                    <a:cubicBezTo>
                      <a:pt x="45" y="182"/>
                      <a:pt x="55" y="178"/>
                      <a:pt x="65" y="175"/>
                    </a:cubicBezTo>
                    <a:cubicBezTo>
                      <a:pt x="66" y="175"/>
                      <a:pt x="66" y="174"/>
                      <a:pt x="67" y="174"/>
                    </a:cubicBezTo>
                    <a:cubicBezTo>
                      <a:pt x="78" y="171"/>
                      <a:pt x="88" y="167"/>
                      <a:pt x="98" y="164"/>
                    </a:cubicBezTo>
                    <a:cubicBezTo>
                      <a:pt x="159" y="143"/>
                      <a:pt x="219" y="123"/>
                      <a:pt x="279" y="102"/>
                    </a:cubicBezTo>
                    <a:cubicBezTo>
                      <a:pt x="286" y="100"/>
                      <a:pt x="290" y="95"/>
                      <a:pt x="291" y="87"/>
                    </a:cubicBezTo>
                    <a:cubicBezTo>
                      <a:pt x="291" y="79"/>
                      <a:pt x="292" y="71"/>
                      <a:pt x="292" y="62"/>
                    </a:cubicBezTo>
                    <a:cubicBezTo>
                      <a:pt x="293" y="54"/>
                      <a:pt x="285" y="47"/>
                      <a:pt x="277" y="47"/>
                    </a:cubicBezTo>
                    <a:cubicBezTo>
                      <a:pt x="268" y="47"/>
                      <a:pt x="262" y="54"/>
                      <a:pt x="261" y="62"/>
                    </a:cubicBezTo>
                    <a:cubicBezTo>
                      <a:pt x="261" y="67"/>
                      <a:pt x="261" y="71"/>
                      <a:pt x="260" y="76"/>
                    </a:cubicBezTo>
                    <a:cubicBezTo>
                      <a:pt x="255" y="78"/>
                      <a:pt x="249" y="80"/>
                      <a:pt x="244" y="82"/>
                    </a:cubicBezTo>
                    <a:cubicBezTo>
                      <a:pt x="243" y="81"/>
                      <a:pt x="242" y="80"/>
                      <a:pt x="241" y="79"/>
                    </a:cubicBezTo>
                    <a:cubicBezTo>
                      <a:pt x="222" y="63"/>
                      <a:pt x="199" y="48"/>
                      <a:pt x="174" y="41"/>
                    </a:cubicBezTo>
                    <a:cubicBezTo>
                      <a:pt x="144" y="34"/>
                      <a:pt x="113" y="40"/>
                      <a:pt x="90" y="61"/>
                    </a:cubicBezTo>
                    <a:cubicBezTo>
                      <a:pt x="66" y="83"/>
                      <a:pt x="53" y="116"/>
                      <a:pt x="47" y="148"/>
                    </a:cubicBezTo>
                    <a:cubicBezTo>
                      <a:pt x="43" y="149"/>
                      <a:pt x="40" y="151"/>
                      <a:pt x="36" y="152"/>
                    </a:cubicBezTo>
                    <a:cubicBezTo>
                      <a:pt x="36" y="152"/>
                      <a:pt x="36" y="152"/>
                      <a:pt x="36" y="152"/>
                    </a:cubicBezTo>
                    <a:cubicBezTo>
                      <a:pt x="36" y="132"/>
                      <a:pt x="5" y="132"/>
                      <a:pt x="5" y="152"/>
                    </a:cubicBezTo>
                    <a:cubicBezTo>
                      <a:pt x="5" y="152"/>
                      <a:pt x="5" y="152"/>
                      <a:pt x="5" y="152"/>
                    </a:cubicBezTo>
                    <a:cubicBezTo>
                      <a:pt x="3" y="185"/>
                      <a:pt x="2" y="217"/>
                      <a:pt x="1" y="250"/>
                    </a:cubicBezTo>
                    <a:cubicBezTo>
                      <a:pt x="1" y="254"/>
                      <a:pt x="1" y="259"/>
                      <a:pt x="1" y="263"/>
                    </a:cubicBezTo>
                    <a:cubicBezTo>
                      <a:pt x="0" y="270"/>
                      <a:pt x="8" y="277"/>
                      <a:pt x="13" y="283"/>
                    </a:cubicBezTo>
                    <a:cubicBezTo>
                      <a:pt x="23" y="295"/>
                      <a:pt x="34" y="308"/>
                      <a:pt x="44" y="320"/>
                    </a:cubicBezTo>
                    <a:close/>
                    <a:moveTo>
                      <a:pt x="87" y="122"/>
                    </a:moveTo>
                    <a:cubicBezTo>
                      <a:pt x="87" y="121"/>
                      <a:pt x="88" y="118"/>
                      <a:pt x="88" y="118"/>
                    </a:cubicBezTo>
                    <a:cubicBezTo>
                      <a:pt x="89" y="117"/>
                      <a:pt x="89" y="116"/>
                      <a:pt x="89" y="116"/>
                    </a:cubicBezTo>
                    <a:cubicBezTo>
                      <a:pt x="91" y="113"/>
                      <a:pt x="92" y="111"/>
                      <a:pt x="93" y="108"/>
                    </a:cubicBezTo>
                    <a:cubicBezTo>
                      <a:pt x="96" y="104"/>
                      <a:pt x="98" y="99"/>
                      <a:pt x="102" y="94"/>
                    </a:cubicBezTo>
                    <a:cubicBezTo>
                      <a:pt x="102" y="94"/>
                      <a:pt x="102" y="94"/>
                      <a:pt x="102" y="93"/>
                    </a:cubicBezTo>
                    <a:cubicBezTo>
                      <a:pt x="103" y="93"/>
                      <a:pt x="103" y="92"/>
                      <a:pt x="104" y="92"/>
                    </a:cubicBezTo>
                    <a:cubicBezTo>
                      <a:pt x="104" y="91"/>
                      <a:pt x="105" y="90"/>
                      <a:pt x="106" y="89"/>
                    </a:cubicBezTo>
                    <a:cubicBezTo>
                      <a:pt x="108" y="87"/>
                      <a:pt x="110" y="85"/>
                      <a:pt x="112" y="83"/>
                    </a:cubicBezTo>
                    <a:cubicBezTo>
                      <a:pt x="113" y="82"/>
                      <a:pt x="114" y="81"/>
                      <a:pt x="115" y="81"/>
                    </a:cubicBezTo>
                    <a:cubicBezTo>
                      <a:pt x="115" y="81"/>
                      <a:pt x="117" y="79"/>
                      <a:pt x="117" y="79"/>
                    </a:cubicBezTo>
                    <a:cubicBezTo>
                      <a:pt x="119" y="78"/>
                      <a:pt x="122" y="76"/>
                      <a:pt x="124" y="75"/>
                    </a:cubicBezTo>
                    <a:cubicBezTo>
                      <a:pt x="125" y="75"/>
                      <a:pt x="128" y="73"/>
                      <a:pt x="128" y="73"/>
                    </a:cubicBezTo>
                    <a:cubicBezTo>
                      <a:pt x="129" y="73"/>
                      <a:pt x="131" y="72"/>
                      <a:pt x="132" y="72"/>
                    </a:cubicBezTo>
                    <a:cubicBezTo>
                      <a:pt x="134" y="71"/>
                      <a:pt x="135" y="71"/>
                      <a:pt x="137" y="70"/>
                    </a:cubicBezTo>
                    <a:cubicBezTo>
                      <a:pt x="137" y="70"/>
                      <a:pt x="142" y="70"/>
                      <a:pt x="140" y="70"/>
                    </a:cubicBezTo>
                    <a:cubicBezTo>
                      <a:pt x="143" y="69"/>
                      <a:pt x="147" y="69"/>
                      <a:pt x="150" y="69"/>
                    </a:cubicBezTo>
                    <a:cubicBezTo>
                      <a:pt x="153" y="69"/>
                      <a:pt x="156" y="69"/>
                      <a:pt x="157" y="70"/>
                    </a:cubicBezTo>
                    <a:cubicBezTo>
                      <a:pt x="172" y="72"/>
                      <a:pt x="181" y="76"/>
                      <a:pt x="193" y="83"/>
                    </a:cubicBezTo>
                    <a:cubicBezTo>
                      <a:pt x="199" y="86"/>
                      <a:pt x="204" y="90"/>
                      <a:pt x="209" y="93"/>
                    </a:cubicBezTo>
                    <a:cubicBezTo>
                      <a:pt x="206" y="94"/>
                      <a:pt x="203" y="95"/>
                      <a:pt x="200" y="96"/>
                    </a:cubicBezTo>
                    <a:cubicBezTo>
                      <a:pt x="160" y="110"/>
                      <a:pt x="121" y="123"/>
                      <a:pt x="82" y="136"/>
                    </a:cubicBezTo>
                    <a:cubicBezTo>
                      <a:pt x="83" y="131"/>
                      <a:pt x="85" y="126"/>
                      <a:pt x="87" y="122"/>
                    </a:cubicBezTo>
                    <a:close/>
                  </a:path>
                </a:pathLst>
              </a:custGeom>
              <a:grpFill/>
              <a:ln>
                <a:noFill/>
              </a:ln>
            </p:spPr>
            <p:txBody>
              <a:bodyPr vert="horz" wrap="square" lIns="91440" tIns="45720" rIns="91440" bIns="45720" numCol="1" anchor="t" anchorCtr="0" compatLnSpc="1"/>
              <a:lstStyle/>
              <a:p>
                <a:endParaRPr lang="en-US"/>
              </a:p>
            </p:txBody>
          </p:sp>
          <p:sp>
            <p:nvSpPr>
              <p:cNvPr id="52" name="Freeform 210"/>
              <p:cNvSpPr/>
              <p:nvPr/>
            </p:nvSpPr>
            <p:spPr bwMode="auto">
              <a:xfrm>
                <a:off x="8428038" y="5343525"/>
                <a:ext cx="142875" cy="349250"/>
              </a:xfrm>
              <a:custGeom>
                <a:avLst/>
                <a:gdLst>
                  <a:gd name="T0" fmla="*/ 47 w 58"/>
                  <a:gd name="T1" fmla="*/ 109 h 141"/>
                  <a:gd name="T2" fmla="*/ 45 w 58"/>
                  <a:gd name="T3" fmla="*/ 106 h 141"/>
                  <a:gd name="T4" fmla="*/ 40 w 58"/>
                  <a:gd name="T5" fmla="*/ 99 h 141"/>
                  <a:gd name="T6" fmla="*/ 38 w 58"/>
                  <a:gd name="T7" fmla="*/ 96 h 141"/>
                  <a:gd name="T8" fmla="*/ 37 w 58"/>
                  <a:gd name="T9" fmla="*/ 91 h 141"/>
                  <a:gd name="T10" fmla="*/ 35 w 58"/>
                  <a:gd name="T11" fmla="*/ 85 h 141"/>
                  <a:gd name="T12" fmla="*/ 34 w 58"/>
                  <a:gd name="T13" fmla="*/ 80 h 141"/>
                  <a:gd name="T14" fmla="*/ 51 w 58"/>
                  <a:gd name="T15" fmla="*/ 28 h 141"/>
                  <a:gd name="T16" fmla="*/ 51 w 58"/>
                  <a:gd name="T17" fmla="*/ 6 h 141"/>
                  <a:gd name="T18" fmla="*/ 29 w 58"/>
                  <a:gd name="T19" fmla="*/ 6 h 141"/>
                  <a:gd name="T20" fmla="*/ 3 w 58"/>
                  <a:gd name="T21" fmla="*/ 82 h 141"/>
                  <a:gd name="T22" fmla="*/ 28 w 58"/>
                  <a:gd name="T23" fmla="*/ 134 h 141"/>
                  <a:gd name="T24" fmla="*/ 50 w 58"/>
                  <a:gd name="T25" fmla="*/ 134 h 141"/>
                  <a:gd name="T26" fmla="*/ 50 w 58"/>
                  <a:gd name="T27" fmla="*/ 112 h 141"/>
                  <a:gd name="T28" fmla="*/ 47 w 58"/>
                  <a:gd name="T29" fmla="*/ 10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 h="141">
                    <a:moveTo>
                      <a:pt x="47" y="109"/>
                    </a:moveTo>
                    <a:cubicBezTo>
                      <a:pt x="46" y="108"/>
                      <a:pt x="44" y="106"/>
                      <a:pt x="45" y="106"/>
                    </a:cubicBezTo>
                    <a:cubicBezTo>
                      <a:pt x="43" y="104"/>
                      <a:pt x="41" y="102"/>
                      <a:pt x="40" y="99"/>
                    </a:cubicBezTo>
                    <a:cubicBezTo>
                      <a:pt x="40" y="98"/>
                      <a:pt x="38" y="94"/>
                      <a:pt x="38" y="96"/>
                    </a:cubicBezTo>
                    <a:cubicBezTo>
                      <a:pt x="38" y="94"/>
                      <a:pt x="37" y="92"/>
                      <a:pt x="37" y="91"/>
                    </a:cubicBezTo>
                    <a:cubicBezTo>
                      <a:pt x="36" y="89"/>
                      <a:pt x="35" y="87"/>
                      <a:pt x="35" y="85"/>
                    </a:cubicBezTo>
                    <a:cubicBezTo>
                      <a:pt x="35" y="84"/>
                      <a:pt x="34" y="80"/>
                      <a:pt x="34" y="80"/>
                    </a:cubicBezTo>
                    <a:cubicBezTo>
                      <a:pt x="32" y="61"/>
                      <a:pt x="38" y="44"/>
                      <a:pt x="51" y="28"/>
                    </a:cubicBezTo>
                    <a:cubicBezTo>
                      <a:pt x="57" y="22"/>
                      <a:pt x="58" y="13"/>
                      <a:pt x="51" y="6"/>
                    </a:cubicBezTo>
                    <a:cubicBezTo>
                      <a:pt x="46" y="1"/>
                      <a:pt x="35" y="0"/>
                      <a:pt x="29" y="6"/>
                    </a:cubicBezTo>
                    <a:cubicBezTo>
                      <a:pt x="11" y="28"/>
                      <a:pt x="0" y="54"/>
                      <a:pt x="3" y="82"/>
                    </a:cubicBezTo>
                    <a:cubicBezTo>
                      <a:pt x="6" y="101"/>
                      <a:pt x="13" y="122"/>
                      <a:pt x="28" y="134"/>
                    </a:cubicBezTo>
                    <a:cubicBezTo>
                      <a:pt x="35" y="140"/>
                      <a:pt x="44" y="141"/>
                      <a:pt x="50" y="134"/>
                    </a:cubicBezTo>
                    <a:cubicBezTo>
                      <a:pt x="56" y="129"/>
                      <a:pt x="57" y="118"/>
                      <a:pt x="50" y="112"/>
                    </a:cubicBezTo>
                    <a:cubicBezTo>
                      <a:pt x="49" y="111"/>
                      <a:pt x="48" y="110"/>
                      <a:pt x="47" y="109"/>
                    </a:cubicBezTo>
                    <a:close/>
                  </a:path>
                </a:pathLst>
              </a:custGeom>
              <a:grpFill/>
              <a:ln>
                <a:noFill/>
              </a:ln>
            </p:spPr>
            <p:txBody>
              <a:bodyPr vert="horz" wrap="square" lIns="91440" tIns="45720" rIns="91440" bIns="45720" numCol="1" anchor="t" anchorCtr="0" compatLnSpc="1"/>
              <a:lstStyle/>
              <a:p>
                <a:endParaRPr lang="en-US"/>
              </a:p>
            </p:txBody>
          </p:sp>
          <p:sp>
            <p:nvSpPr>
              <p:cNvPr id="53" name="Freeform 211"/>
              <p:cNvSpPr>
                <a:spLocks noEditPoints="1"/>
              </p:cNvSpPr>
              <p:nvPr/>
            </p:nvSpPr>
            <p:spPr bwMode="auto">
              <a:xfrm>
                <a:off x="9607550" y="5095875"/>
                <a:ext cx="319088" cy="284163"/>
              </a:xfrm>
              <a:custGeom>
                <a:avLst/>
                <a:gdLst>
                  <a:gd name="T0" fmla="*/ 112 w 129"/>
                  <a:gd name="T1" fmla="*/ 11 h 115"/>
                  <a:gd name="T2" fmla="*/ 97 w 129"/>
                  <a:gd name="T3" fmla="*/ 0 h 115"/>
                  <a:gd name="T4" fmla="*/ 17 w 129"/>
                  <a:gd name="T5" fmla="*/ 0 h 115"/>
                  <a:gd name="T6" fmla="*/ 6 w 129"/>
                  <a:gd name="T7" fmla="*/ 4 h 115"/>
                  <a:gd name="T8" fmla="*/ 0 w 129"/>
                  <a:gd name="T9" fmla="*/ 16 h 115"/>
                  <a:gd name="T10" fmla="*/ 1 w 129"/>
                  <a:gd name="T11" fmla="*/ 68 h 115"/>
                  <a:gd name="T12" fmla="*/ 12 w 129"/>
                  <a:gd name="T13" fmla="*/ 83 h 115"/>
                  <a:gd name="T14" fmla="*/ 68 w 129"/>
                  <a:gd name="T15" fmla="*/ 94 h 115"/>
                  <a:gd name="T16" fmla="*/ 68 w 129"/>
                  <a:gd name="T17" fmla="*/ 99 h 115"/>
                  <a:gd name="T18" fmla="*/ 84 w 129"/>
                  <a:gd name="T19" fmla="*/ 115 h 115"/>
                  <a:gd name="T20" fmla="*/ 114 w 129"/>
                  <a:gd name="T21" fmla="*/ 115 h 115"/>
                  <a:gd name="T22" fmla="*/ 129 w 129"/>
                  <a:gd name="T23" fmla="*/ 99 h 115"/>
                  <a:gd name="T24" fmla="*/ 129 w 129"/>
                  <a:gd name="T25" fmla="*/ 76 h 115"/>
                  <a:gd name="T26" fmla="*/ 125 w 129"/>
                  <a:gd name="T27" fmla="*/ 57 h 115"/>
                  <a:gd name="T28" fmla="*/ 112 w 129"/>
                  <a:gd name="T29" fmla="*/ 11 h 115"/>
                  <a:gd name="T30" fmla="*/ 88 w 129"/>
                  <a:gd name="T31" fmla="*/ 66 h 115"/>
                  <a:gd name="T32" fmla="*/ 32 w 129"/>
                  <a:gd name="T33" fmla="*/ 55 h 115"/>
                  <a:gd name="T34" fmla="*/ 32 w 129"/>
                  <a:gd name="T35" fmla="*/ 31 h 115"/>
                  <a:gd name="T36" fmla="*/ 85 w 129"/>
                  <a:gd name="T37" fmla="*/ 31 h 115"/>
                  <a:gd name="T38" fmla="*/ 95 w 129"/>
                  <a:gd name="T39" fmla="*/ 65 h 115"/>
                  <a:gd name="T40" fmla="*/ 97 w 129"/>
                  <a:gd name="T41" fmla="*/ 74 h 115"/>
                  <a:gd name="T42" fmla="*/ 88 w 129"/>
                  <a:gd name="T43"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9" h="115">
                    <a:moveTo>
                      <a:pt x="112" y="11"/>
                    </a:moveTo>
                    <a:cubicBezTo>
                      <a:pt x="110" y="4"/>
                      <a:pt x="104" y="0"/>
                      <a:pt x="97" y="0"/>
                    </a:cubicBezTo>
                    <a:cubicBezTo>
                      <a:pt x="70" y="0"/>
                      <a:pt x="43" y="0"/>
                      <a:pt x="17" y="0"/>
                    </a:cubicBezTo>
                    <a:cubicBezTo>
                      <a:pt x="12" y="0"/>
                      <a:pt x="9" y="1"/>
                      <a:pt x="6" y="4"/>
                    </a:cubicBezTo>
                    <a:cubicBezTo>
                      <a:pt x="2" y="6"/>
                      <a:pt x="0" y="10"/>
                      <a:pt x="0" y="16"/>
                    </a:cubicBezTo>
                    <a:cubicBezTo>
                      <a:pt x="1" y="68"/>
                      <a:pt x="1" y="68"/>
                      <a:pt x="1" y="68"/>
                    </a:cubicBezTo>
                    <a:cubicBezTo>
                      <a:pt x="1" y="74"/>
                      <a:pt x="6" y="81"/>
                      <a:pt x="12" y="83"/>
                    </a:cubicBezTo>
                    <a:cubicBezTo>
                      <a:pt x="31" y="86"/>
                      <a:pt x="50" y="90"/>
                      <a:pt x="68" y="94"/>
                    </a:cubicBezTo>
                    <a:cubicBezTo>
                      <a:pt x="68" y="96"/>
                      <a:pt x="68" y="98"/>
                      <a:pt x="68" y="99"/>
                    </a:cubicBezTo>
                    <a:cubicBezTo>
                      <a:pt x="68" y="108"/>
                      <a:pt x="75" y="115"/>
                      <a:pt x="84" y="115"/>
                    </a:cubicBezTo>
                    <a:cubicBezTo>
                      <a:pt x="114" y="115"/>
                      <a:pt x="114" y="115"/>
                      <a:pt x="114" y="115"/>
                    </a:cubicBezTo>
                    <a:cubicBezTo>
                      <a:pt x="122" y="115"/>
                      <a:pt x="129" y="108"/>
                      <a:pt x="129" y="99"/>
                    </a:cubicBezTo>
                    <a:cubicBezTo>
                      <a:pt x="129" y="76"/>
                      <a:pt x="129" y="76"/>
                      <a:pt x="129" y="76"/>
                    </a:cubicBezTo>
                    <a:cubicBezTo>
                      <a:pt x="129" y="70"/>
                      <a:pt x="127" y="63"/>
                      <a:pt x="125" y="57"/>
                    </a:cubicBezTo>
                    <a:cubicBezTo>
                      <a:pt x="121" y="42"/>
                      <a:pt x="116" y="26"/>
                      <a:pt x="112" y="11"/>
                    </a:cubicBezTo>
                    <a:close/>
                    <a:moveTo>
                      <a:pt x="88" y="66"/>
                    </a:moveTo>
                    <a:cubicBezTo>
                      <a:pt x="69" y="62"/>
                      <a:pt x="51" y="59"/>
                      <a:pt x="32" y="55"/>
                    </a:cubicBezTo>
                    <a:cubicBezTo>
                      <a:pt x="32" y="31"/>
                      <a:pt x="32" y="31"/>
                      <a:pt x="32" y="31"/>
                    </a:cubicBezTo>
                    <a:cubicBezTo>
                      <a:pt x="49" y="31"/>
                      <a:pt x="67" y="31"/>
                      <a:pt x="85" y="31"/>
                    </a:cubicBezTo>
                    <a:cubicBezTo>
                      <a:pt x="89" y="42"/>
                      <a:pt x="92" y="54"/>
                      <a:pt x="95" y="65"/>
                    </a:cubicBezTo>
                    <a:cubicBezTo>
                      <a:pt x="96" y="68"/>
                      <a:pt x="97" y="71"/>
                      <a:pt x="97" y="74"/>
                    </a:cubicBezTo>
                    <a:cubicBezTo>
                      <a:pt x="96" y="70"/>
                      <a:pt x="92" y="67"/>
                      <a:pt x="88" y="66"/>
                    </a:cubicBezTo>
                    <a:close/>
                  </a:path>
                </a:pathLst>
              </a:custGeom>
              <a:grpFill/>
              <a:ln>
                <a:noFill/>
              </a:ln>
            </p:spPr>
            <p:txBody>
              <a:bodyPr vert="horz" wrap="square" lIns="91440" tIns="45720" rIns="91440" bIns="45720" numCol="1" anchor="t" anchorCtr="0" compatLnSpc="1"/>
              <a:lstStyle/>
              <a:p>
                <a:endParaRPr lang="en-US"/>
              </a:p>
            </p:txBody>
          </p:sp>
          <p:sp>
            <p:nvSpPr>
              <p:cNvPr id="54" name="Freeform 212"/>
              <p:cNvSpPr>
                <a:spLocks noEditPoints="1"/>
              </p:cNvSpPr>
              <p:nvPr/>
            </p:nvSpPr>
            <p:spPr bwMode="auto">
              <a:xfrm>
                <a:off x="8564563" y="4992688"/>
                <a:ext cx="1465263" cy="715963"/>
              </a:xfrm>
              <a:custGeom>
                <a:avLst/>
                <a:gdLst>
                  <a:gd name="T0" fmla="*/ 590 w 590"/>
                  <a:gd name="T1" fmla="*/ 156 h 288"/>
                  <a:gd name="T2" fmla="*/ 587 w 590"/>
                  <a:gd name="T3" fmla="*/ 95 h 288"/>
                  <a:gd name="T4" fmla="*/ 565 w 590"/>
                  <a:gd name="T5" fmla="*/ 22 h 288"/>
                  <a:gd name="T6" fmla="*/ 564 w 590"/>
                  <a:gd name="T7" fmla="*/ 18 h 288"/>
                  <a:gd name="T8" fmla="*/ 539 w 590"/>
                  <a:gd name="T9" fmla="*/ 0 h 288"/>
                  <a:gd name="T10" fmla="*/ 414 w 590"/>
                  <a:gd name="T11" fmla="*/ 0 h 288"/>
                  <a:gd name="T12" fmla="*/ 378 w 590"/>
                  <a:gd name="T13" fmla="*/ 26 h 288"/>
                  <a:gd name="T14" fmla="*/ 378 w 590"/>
                  <a:gd name="T15" fmla="*/ 162 h 288"/>
                  <a:gd name="T16" fmla="*/ 365 w 590"/>
                  <a:gd name="T17" fmla="*/ 117 h 288"/>
                  <a:gd name="T18" fmla="*/ 334 w 590"/>
                  <a:gd name="T19" fmla="*/ 162 h 288"/>
                  <a:gd name="T20" fmla="*/ 0 w 590"/>
                  <a:gd name="T21" fmla="*/ 178 h 288"/>
                  <a:gd name="T22" fmla="*/ 2 w 590"/>
                  <a:gd name="T23" fmla="*/ 237 h 288"/>
                  <a:gd name="T24" fmla="*/ 118 w 590"/>
                  <a:gd name="T25" fmla="*/ 245 h 288"/>
                  <a:gd name="T26" fmla="*/ 193 w 590"/>
                  <a:gd name="T27" fmla="*/ 287 h 288"/>
                  <a:gd name="T28" fmla="*/ 288 w 590"/>
                  <a:gd name="T29" fmla="*/ 233 h 288"/>
                  <a:gd name="T30" fmla="*/ 334 w 590"/>
                  <a:gd name="T31" fmla="*/ 255 h 288"/>
                  <a:gd name="T32" fmla="*/ 466 w 590"/>
                  <a:gd name="T33" fmla="*/ 287 h 288"/>
                  <a:gd name="T34" fmla="*/ 572 w 590"/>
                  <a:gd name="T35" fmla="*/ 255 h 288"/>
                  <a:gd name="T36" fmla="*/ 590 w 590"/>
                  <a:gd name="T37" fmla="*/ 219 h 288"/>
                  <a:gd name="T38" fmla="*/ 81 w 590"/>
                  <a:gd name="T39" fmla="*/ 248 h 288"/>
                  <a:gd name="T40" fmla="*/ 40 w 590"/>
                  <a:gd name="T41" fmla="*/ 247 h 288"/>
                  <a:gd name="T42" fmla="*/ 41 w 590"/>
                  <a:gd name="T43" fmla="*/ 206 h 288"/>
                  <a:gd name="T44" fmla="*/ 90 w 590"/>
                  <a:gd name="T45" fmla="*/ 227 h 288"/>
                  <a:gd name="T46" fmla="*/ 135 w 590"/>
                  <a:gd name="T47" fmla="*/ 214 h 288"/>
                  <a:gd name="T48" fmla="*/ 111 w 590"/>
                  <a:gd name="T49" fmla="*/ 194 h 288"/>
                  <a:gd name="T50" fmla="*/ 135 w 590"/>
                  <a:gd name="T51" fmla="*/ 214 h 288"/>
                  <a:gd name="T52" fmla="*/ 193 w 590"/>
                  <a:gd name="T53" fmla="*/ 256 h 288"/>
                  <a:gd name="T54" fmla="*/ 165 w 590"/>
                  <a:gd name="T55" fmla="*/ 227 h 288"/>
                  <a:gd name="T56" fmla="*/ 193 w 590"/>
                  <a:gd name="T57" fmla="*/ 198 h 288"/>
                  <a:gd name="T58" fmla="*/ 213 w 590"/>
                  <a:gd name="T59" fmla="*/ 248 h 288"/>
                  <a:gd name="T60" fmla="*/ 558 w 590"/>
                  <a:gd name="T61" fmla="*/ 109 h 288"/>
                  <a:gd name="T62" fmla="*/ 539 w 590"/>
                  <a:gd name="T63" fmla="*/ 32 h 288"/>
                  <a:gd name="T64" fmla="*/ 404 w 590"/>
                  <a:gd name="T65" fmla="*/ 31 h 288"/>
                  <a:gd name="T66" fmla="*/ 336 w 590"/>
                  <a:gd name="T67" fmla="*/ 224 h 288"/>
                  <a:gd name="T68" fmla="*/ 290 w 590"/>
                  <a:gd name="T69" fmla="*/ 202 h 288"/>
                  <a:gd name="T70" fmla="*/ 243 w 590"/>
                  <a:gd name="T71" fmla="*/ 194 h 288"/>
                  <a:gd name="T72" fmla="*/ 406 w 590"/>
                  <a:gd name="T73" fmla="*/ 224 h 288"/>
                  <a:gd name="T74" fmla="*/ 466 w 590"/>
                  <a:gd name="T75" fmla="*/ 256 h 288"/>
                  <a:gd name="T76" fmla="*/ 437 w 590"/>
                  <a:gd name="T77" fmla="*/ 227 h 288"/>
                  <a:gd name="T78" fmla="*/ 466 w 590"/>
                  <a:gd name="T79" fmla="*/ 198 h 288"/>
                  <a:gd name="T80" fmla="*/ 485 w 590"/>
                  <a:gd name="T81" fmla="*/ 248 h 288"/>
                  <a:gd name="T82" fmla="*/ 409 w 590"/>
                  <a:gd name="T83" fmla="*/ 161 h 288"/>
                  <a:gd name="T84" fmla="*/ 509 w 590"/>
                  <a:gd name="T85" fmla="*/ 32 h 288"/>
                  <a:gd name="T86" fmla="*/ 535 w 590"/>
                  <a:gd name="T87" fmla="*/ 32 h 288"/>
                  <a:gd name="T88" fmla="*/ 538 w 590"/>
                  <a:gd name="T89" fmla="*/ 40 h 288"/>
                  <a:gd name="T90" fmla="*/ 558 w 590"/>
                  <a:gd name="T91" fmla="*/ 109 h 288"/>
                  <a:gd name="T92" fmla="*/ 558 w 590"/>
                  <a:gd name="T93" fmla="*/ 162 h 288"/>
                  <a:gd name="T94" fmla="*/ 558 w 590"/>
                  <a:gd name="T95" fmla="*/ 224 h 288"/>
                  <a:gd name="T96" fmla="*/ 515 w 590"/>
                  <a:gd name="T97" fmla="*/ 194 h 288"/>
                  <a:gd name="T98" fmla="*/ 558 w 590"/>
                  <a:gd name="T99" fmla="*/ 196 h 288"/>
                  <a:gd name="T100" fmla="*/ 558 w 590"/>
                  <a:gd name="T101" fmla="*/ 22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0" h="288">
                    <a:moveTo>
                      <a:pt x="590" y="197"/>
                    </a:moveTo>
                    <a:cubicBezTo>
                      <a:pt x="589" y="183"/>
                      <a:pt x="590" y="169"/>
                      <a:pt x="590" y="156"/>
                    </a:cubicBezTo>
                    <a:cubicBezTo>
                      <a:pt x="590" y="108"/>
                      <a:pt x="590" y="108"/>
                      <a:pt x="590" y="108"/>
                    </a:cubicBezTo>
                    <a:cubicBezTo>
                      <a:pt x="590" y="103"/>
                      <a:pt x="588" y="99"/>
                      <a:pt x="587" y="95"/>
                    </a:cubicBezTo>
                    <a:cubicBezTo>
                      <a:pt x="584" y="86"/>
                      <a:pt x="581" y="78"/>
                      <a:pt x="579" y="69"/>
                    </a:cubicBezTo>
                    <a:cubicBezTo>
                      <a:pt x="565" y="22"/>
                      <a:pt x="565" y="22"/>
                      <a:pt x="565" y="22"/>
                    </a:cubicBezTo>
                    <a:cubicBezTo>
                      <a:pt x="565" y="22"/>
                      <a:pt x="565" y="22"/>
                      <a:pt x="565" y="21"/>
                    </a:cubicBezTo>
                    <a:cubicBezTo>
                      <a:pt x="566" y="28"/>
                      <a:pt x="564" y="20"/>
                      <a:pt x="564" y="18"/>
                    </a:cubicBezTo>
                    <a:cubicBezTo>
                      <a:pt x="562" y="13"/>
                      <a:pt x="559" y="8"/>
                      <a:pt x="554" y="5"/>
                    </a:cubicBezTo>
                    <a:cubicBezTo>
                      <a:pt x="550" y="2"/>
                      <a:pt x="545" y="0"/>
                      <a:pt x="539" y="0"/>
                    </a:cubicBezTo>
                    <a:cubicBezTo>
                      <a:pt x="535" y="0"/>
                      <a:pt x="531" y="0"/>
                      <a:pt x="526" y="0"/>
                    </a:cubicBezTo>
                    <a:cubicBezTo>
                      <a:pt x="414" y="0"/>
                      <a:pt x="414" y="0"/>
                      <a:pt x="414" y="0"/>
                    </a:cubicBezTo>
                    <a:cubicBezTo>
                      <a:pt x="410" y="0"/>
                      <a:pt x="407" y="0"/>
                      <a:pt x="403" y="0"/>
                    </a:cubicBezTo>
                    <a:cubicBezTo>
                      <a:pt x="389" y="0"/>
                      <a:pt x="378" y="12"/>
                      <a:pt x="378" y="26"/>
                    </a:cubicBezTo>
                    <a:cubicBezTo>
                      <a:pt x="378" y="161"/>
                      <a:pt x="378" y="161"/>
                      <a:pt x="378" y="161"/>
                    </a:cubicBezTo>
                    <a:cubicBezTo>
                      <a:pt x="378" y="162"/>
                      <a:pt x="378" y="162"/>
                      <a:pt x="378" y="162"/>
                    </a:cubicBezTo>
                    <a:cubicBezTo>
                      <a:pt x="365" y="162"/>
                      <a:pt x="365" y="162"/>
                      <a:pt x="365" y="162"/>
                    </a:cubicBezTo>
                    <a:cubicBezTo>
                      <a:pt x="365" y="147"/>
                      <a:pt x="365" y="132"/>
                      <a:pt x="365" y="117"/>
                    </a:cubicBezTo>
                    <a:cubicBezTo>
                      <a:pt x="365" y="97"/>
                      <a:pt x="334" y="97"/>
                      <a:pt x="334" y="117"/>
                    </a:cubicBezTo>
                    <a:cubicBezTo>
                      <a:pt x="334" y="132"/>
                      <a:pt x="334" y="147"/>
                      <a:pt x="334" y="162"/>
                    </a:cubicBezTo>
                    <a:cubicBezTo>
                      <a:pt x="16" y="162"/>
                      <a:pt x="16" y="162"/>
                      <a:pt x="16" y="162"/>
                    </a:cubicBezTo>
                    <a:cubicBezTo>
                      <a:pt x="7" y="162"/>
                      <a:pt x="0" y="170"/>
                      <a:pt x="0" y="178"/>
                    </a:cubicBezTo>
                    <a:cubicBezTo>
                      <a:pt x="0" y="230"/>
                      <a:pt x="0" y="230"/>
                      <a:pt x="0" y="230"/>
                    </a:cubicBezTo>
                    <a:cubicBezTo>
                      <a:pt x="0" y="232"/>
                      <a:pt x="1" y="235"/>
                      <a:pt x="2" y="237"/>
                    </a:cubicBezTo>
                    <a:cubicBezTo>
                      <a:pt x="7" y="265"/>
                      <a:pt x="32" y="288"/>
                      <a:pt x="61" y="287"/>
                    </a:cubicBezTo>
                    <a:cubicBezTo>
                      <a:pt x="88" y="286"/>
                      <a:pt x="110" y="269"/>
                      <a:pt x="118" y="245"/>
                    </a:cubicBezTo>
                    <a:cubicBezTo>
                      <a:pt x="137" y="245"/>
                      <a:pt x="137" y="245"/>
                      <a:pt x="137" y="245"/>
                    </a:cubicBezTo>
                    <a:cubicBezTo>
                      <a:pt x="145" y="269"/>
                      <a:pt x="167" y="287"/>
                      <a:pt x="193" y="287"/>
                    </a:cubicBezTo>
                    <a:cubicBezTo>
                      <a:pt x="225" y="286"/>
                      <a:pt x="250" y="263"/>
                      <a:pt x="253" y="233"/>
                    </a:cubicBezTo>
                    <a:cubicBezTo>
                      <a:pt x="288" y="233"/>
                      <a:pt x="288" y="233"/>
                      <a:pt x="288" y="233"/>
                    </a:cubicBezTo>
                    <a:cubicBezTo>
                      <a:pt x="296" y="237"/>
                      <a:pt x="304" y="242"/>
                      <a:pt x="312" y="246"/>
                    </a:cubicBezTo>
                    <a:cubicBezTo>
                      <a:pt x="319" y="250"/>
                      <a:pt x="326" y="255"/>
                      <a:pt x="334" y="255"/>
                    </a:cubicBezTo>
                    <a:cubicBezTo>
                      <a:pt x="413" y="255"/>
                      <a:pt x="413" y="255"/>
                      <a:pt x="413" y="255"/>
                    </a:cubicBezTo>
                    <a:cubicBezTo>
                      <a:pt x="423" y="274"/>
                      <a:pt x="443" y="287"/>
                      <a:pt x="466" y="287"/>
                    </a:cubicBezTo>
                    <a:cubicBezTo>
                      <a:pt x="489" y="287"/>
                      <a:pt x="508" y="274"/>
                      <a:pt x="518" y="255"/>
                    </a:cubicBezTo>
                    <a:cubicBezTo>
                      <a:pt x="572" y="255"/>
                      <a:pt x="572" y="255"/>
                      <a:pt x="572" y="255"/>
                    </a:cubicBezTo>
                    <a:cubicBezTo>
                      <a:pt x="580" y="255"/>
                      <a:pt x="585" y="250"/>
                      <a:pt x="587" y="243"/>
                    </a:cubicBezTo>
                    <a:cubicBezTo>
                      <a:pt x="590" y="236"/>
                      <a:pt x="590" y="226"/>
                      <a:pt x="590" y="219"/>
                    </a:cubicBezTo>
                    <a:cubicBezTo>
                      <a:pt x="590" y="212"/>
                      <a:pt x="590" y="204"/>
                      <a:pt x="590" y="197"/>
                    </a:cubicBezTo>
                    <a:close/>
                    <a:moveTo>
                      <a:pt x="81" y="248"/>
                    </a:moveTo>
                    <a:cubicBezTo>
                      <a:pt x="76" y="253"/>
                      <a:pt x="68" y="256"/>
                      <a:pt x="61" y="256"/>
                    </a:cubicBezTo>
                    <a:cubicBezTo>
                      <a:pt x="53" y="256"/>
                      <a:pt x="46" y="253"/>
                      <a:pt x="40" y="247"/>
                    </a:cubicBezTo>
                    <a:cubicBezTo>
                      <a:pt x="35" y="242"/>
                      <a:pt x="32" y="234"/>
                      <a:pt x="32" y="227"/>
                    </a:cubicBezTo>
                    <a:cubicBezTo>
                      <a:pt x="33" y="219"/>
                      <a:pt x="35" y="212"/>
                      <a:pt x="41" y="206"/>
                    </a:cubicBezTo>
                    <a:cubicBezTo>
                      <a:pt x="47" y="201"/>
                      <a:pt x="54" y="198"/>
                      <a:pt x="61" y="198"/>
                    </a:cubicBezTo>
                    <a:cubicBezTo>
                      <a:pt x="77" y="198"/>
                      <a:pt x="90" y="211"/>
                      <a:pt x="90" y="227"/>
                    </a:cubicBezTo>
                    <a:cubicBezTo>
                      <a:pt x="90" y="235"/>
                      <a:pt x="87" y="242"/>
                      <a:pt x="81" y="248"/>
                    </a:cubicBezTo>
                    <a:close/>
                    <a:moveTo>
                      <a:pt x="135" y="214"/>
                    </a:moveTo>
                    <a:cubicBezTo>
                      <a:pt x="120" y="214"/>
                      <a:pt x="120" y="214"/>
                      <a:pt x="120" y="214"/>
                    </a:cubicBezTo>
                    <a:cubicBezTo>
                      <a:pt x="118" y="207"/>
                      <a:pt x="115" y="200"/>
                      <a:pt x="111" y="194"/>
                    </a:cubicBezTo>
                    <a:cubicBezTo>
                      <a:pt x="144" y="194"/>
                      <a:pt x="144" y="194"/>
                      <a:pt x="144" y="194"/>
                    </a:cubicBezTo>
                    <a:cubicBezTo>
                      <a:pt x="139" y="200"/>
                      <a:pt x="136" y="207"/>
                      <a:pt x="135" y="214"/>
                    </a:cubicBezTo>
                    <a:close/>
                    <a:moveTo>
                      <a:pt x="213" y="248"/>
                    </a:moveTo>
                    <a:cubicBezTo>
                      <a:pt x="208" y="253"/>
                      <a:pt x="201" y="256"/>
                      <a:pt x="193" y="256"/>
                    </a:cubicBezTo>
                    <a:cubicBezTo>
                      <a:pt x="186" y="256"/>
                      <a:pt x="178" y="253"/>
                      <a:pt x="172" y="247"/>
                    </a:cubicBezTo>
                    <a:cubicBezTo>
                      <a:pt x="168" y="242"/>
                      <a:pt x="164" y="234"/>
                      <a:pt x="165" y="227"/>
                    </a:cubicBezTo>
                    <a:cubicBezTo>
                      <a:pt x="165" y="219"/>
                      <a:pt x="168" y="212"/>
                      <a:pt x="174" y="206"/>
                    </a:cubicBezTo>
                    <a:cubicBezTo>
                      <a:pt x="179" y="201"/>
                      <a:pt x="186" y="198"/>
                      <a:pt x="193" y="198"/>
                    </a:cubicBezTo>
                    <a:cubicBezTo>
                      <a:pt x="209" y="198"/>
                      <a:pt x="222" y="211"/>
                      <a:pt x="222" y="227"/>
                    </a:cubicBezTo>
                    <a:cubicBezTo>
                      <a:pt x="222" y="235"/>
                      <a:pt x="219" y="242"/>
                      <a:pt x="213" y="248"/>
                    </a:cubicBezTo>
                    <a:close/>
                    <a:moveTo>
                      <a:pt x="558" y="109"/>
                    </a:moveTo>
                    <a:cubicBezTo>
                      <a:pt x="558" y="106"/>
                      <a:pt x="558" y="107"/>
                      <a:pt x="558" y="109"/>
                    </a:cubicBezTo>
                    <a:close/>
                    <a:moveTo>
                      <a:pt x="539" y="32"/>
                    </a:moveTo>
                    <a:cubicBezTo>
                      <a:pt x="540" y="32"/>
                      <a:pt x="540" y="32"/>
                      <a:pt x="539" y="32"/>
                    </a:cubicBezTo>
                    <a:close/>
                    <a:moveTo>
                      <a:pt x="404" y="31"/>
                    </a:moveTo>
                    <a:cubicBezTo>
                      <a:pt x="403" y="32"/>
                      <a:pt x="403" y="31"/>
                      <a:pt x="404" y="31"/>
                    </a:cubicBezTo>
                    <a:close/>
                    <a:moveTo>
                      <a:pt x="406" y="224"/>
                    </a:moveTo>
                    <a:cubicBezTo>
                      <a:pt x="336" y="224"/>
                      <a:pt x="336" y="224"/>
                      <a:pt x="336" y="224"/>
                    </a:cubicBezTo>
                    <a:cubicBezTo>
                      <a:pt x="325" y="218"/>
                      <a:pt x="314" y="212"/>
                      <a:pt x="304" y="206"/>
                    </a:cubicBezTo>
                    <a:cubicBezTo>
                      <a:pt x="299" y="203"/>
                      <a:pt x="295" y="202"/>
                      <a:pt x="290" y="202"/>
                    </a:cubicBezTo>
                    <a:cubicBezTo>
                      <a:pt x="248" y="202"/>
                      <a:pt x="248" y="202"/>
                      <a:pt x="248" y="202"/>
                    </a:cubicBezTo>
                    <a:cubicBezTo>
                      <a:pt x="246" y="199"/>
                      <a:pt x="245" y="196"/>
                      <a:pt x="243" y="194"/>
                    </a:cubicBezTo>
                    <a:cubicBezTo>
                      <a:pt x="416" y="194"/>
                      <a:pt x="416" y="194"/>
                      <a:pt x="416" y="194"/>
                    </a:cubicBezTo>
                    <a:cubicBezTo>
                      <a:pt x="410" y="202"/>
                      <a:pt x="406" y="213"/>
                      <a:pt x="406" y="224"/>
                    </a:cubicBezTo>
                    <a:close/>
                    <a:moveTo>
                      <a:pt x="485" y="248"/>
                    </a:moveTo>
                    <a:cubicBezTo>
                      <a:pt x="480" y="253"/>
                      <a:pt x="473" y="256"/>
                      <a:pt x="466" y="256"/>
                    </a:cubicBezTo>
                    <a:cubicBezTo>
                      <a:pt x="458" y="256"/>
                      <a:pt x="450" y="253"/>
                      <a:pt x="445" y="247"/>
                    </a:cubicBezTo>
                    <a:cubicBezTo>
                      <a:pt x="440" y="242"/>
                      <a:pt x="437" y="234"/>
                      <a:pt x="437" y="227"/>
                    </a:cubicBezTo>
                    <a:cubicBezTo>
                      <a:pt x="437" y="219"/>
                      <a:pt x="440" y="212"/>
                      <a:pt x="446" y="206"/>
                    </a:cubicBezTo>
                    <a:cubicBezTo>
                      <a:pt x="451" y="201"/>
                      <a:pt x="458" y="198"/>
                      <a:pt x="466" y="198"/>
                    </a:cubicBezTo>
                    <a:cubicBezTo>
                      <a:pt x="482" y="198"/>
                      <a:pt x="494" y="211"/>
                      <a:pt x="495" y="227"/>
                    </a:cubicBezTo>
                    <a:cubicBezTo>
                      <a:pt x="494" y="235"/>
                      <a:pt x="492" y="242"/>
                      <a:pt x="485" y="248"/>
                    </a:cubicBezTo>
                    <a:close/>
                    <a:moveTo>
                      <a:pt x="409" y="162"/>
                    </a:moveTo>
                    <a:cubicBezTo>
                      <a:pt x="409" y="162"/>
                      <a:pt x="409" y="162"/>
                      <a:pt x="409" y="161"/>
                    </a:cubicBezTo>
                    <a:cubicBezTo>
                      <a:pt x="409" y="31"/>
                      <a:pt x="409" y="31"/>
                      <a:pt x="409" y="31"/>
                    </a:cubicBezTo>
                    <a:cubicBezTo>
                      <a:pt x="442" y="31"/>
                      <a:pt x="476" y="31"/>
                      <a:pt x="509" y="32"/>
                    </a:cubicBezTo>
                    <a:cubicBezTo>
                      <a:pt x="516" y="32"/>
                      <a:pt x="524" y="32"/>
                      <a:pt x="531" y="32"/>
                    </a:cubicBezTo>
                    <a:cubicBezTo>
                      <a:pt x="533" y="32"/>
                      <a:pt x="534" y="32"/>
                      <a:pt x="535" y="32"/>
                    </a:cubicBezTo>
                    <a:cubicBezTo>
                      <a:pt x="535" y="32"/>
                      <a:pt x="535" y="32"/>
                      <a:pt x="535" y="32"/>
                    </a:cubicBezTo>
                    <a:cubicBezTo>
                      <a:pt x="536" y="35"/>
                      <a:pt x="537" y="37"/>
                      <a:pt x="538" y="40"/>
                    </a:cubicBezTo>
                    <a:cubicBezTo>
                      <a:pt x="540" y="49"/>
                      <a:pt x="543" y="58"/>
                      <a:pt x="546" y="67"/>
                    </a:cubicBezTo>
                    <a:cubicBezTo>
                      <a:pt x="550" y="81"/>
                      <a:pt x="554" y="95"/>
                      <a:pt x="558" y="109"/>
                    </a:cubicBezTo>
                    <a:cubicBezTo>
                      <a:pt x="558" y="109"/>
                      <a:pt x="558" y="110"/>
                      <a:pt x="558" y="110"/>
                    </a:cubicBezTo>
                    <a:cubicBezTo>
                      <a:pt x="558" y="162"/>
                      <a:pt x="558" y="162"/>
                      <a:pt x="558" y="162"/>
                    </a:cubicBezTo>
                    <a:lnTo>
                      <a:pt x="409" y="162"/>
                    </a:lnTo>
                    <a:close/>
                    <a:moveTo>
                      <a:pt x="558" y="224"/>
                    </a:moveTo>
                    <a:cubicBezTo>
                      <a:pt x="526" y="224"/>
                      <a:pt x="526" y="224"/>
                      <a:pt x="526" y="224"/>
                    </a:cubicBezTo>
                    <a:cubicBezTo>
                      <a:pt x="525" y="213"/>
                      <a:pt x="521" y="202"/>
                      <a:pt x="515" y="194"/>
                    </a:cubicBezTo>
                    <a:cubicBezTo>
                      <a:pt x="558" y="194"/>
                      <a:pt x="558" y="194"/>
                      <a:pt x="558" y="194"/>
                    </a:cubicBezTo>
                    <a:cubicBezTo>
                      <a:pt x="558" y="196"/>
                      <a:pt x="558" y="196"/>
                      <a:pt x="558" y="196"/>
                    </a:cubicBezTo>
                    <a:cubicBezTo>
                      <a:pt x="558" y="201"/>
                      <a:pt x="559" y="207"/>
                      <a:pt x="559" y="212"/>
                    </a:cubicBezTo>
                    <a:cubicBezTo>
                      <a:pt x="559" y="216"/>
                      <a:pt x="559" y="220"/>
                      <a:pt x="558" y="224"/>
                    </a:cubicBezTo>
                    <a:close/>
                  </a:path>
                </a:pathLst>
              </a:custGeom>
              <a:grpFill/>
              <a:ln>
                <a:noFill/>
              </a:ln>
            </p:spPr>
            <p:txBody>
              <a:bodyPr vert="horz" wrap="square" lIns="91440" tIns="45720" rIns="91440" bIns="45720" numCol="1" anchor="t" anchorCtr="0" compatLnSpc="1"/>
              <a:lstStyle/>
              <a:p>
                <a:endParaRPr lang="en-US"/>
              </a:p>
            </p:txBody>
          </p:sp>
        </p:grpSp>
      </p:grpSp>
      <p:sp>
        <p:nvSpPr>
          <p:cNvPr id="58" name="Rectangle 57"/>
          <p:cNvSpPr/>
          <p:nvPr/>
        </p:nvSpPr>
        <p:spPr>
          <a:xfrm>
            <a:off x="1591733" y="5196469"/>
            <a:ext cx="9008534" cy="1169551"/>
          </a:xfrm>
          <a:prstGeom prst="rect">
            <a:avLst/>
          </a:prstGeom>
        </p:spPr>
        <p:txBody>
          <a:bodyPr wrap="square">
            <a:spAutoFit/>
          </a:bodyPr>
          <a:lstStyle/>
          <a:p>
            <a:pPr algn="ctr"/>
            <a:r>
              <a:rPr lang="zh-CN" altLang="en-US" sz="1400" dirty="0">
                <a:solidFill>
                  <a:schemeClr val="bg1"/>
                </a:solidFill>
              </a:rPr>
              <a:t>文字内容文字文字内容文字内容文字内容文字内容文字内文字</a:t>
            </a:r>
            <a:r>
              <a:rPr lang="zh-CN" altLang="en-US" sz="1400" dirty="0" smtClean="0">
                <a:solidFill>
                  <a:schemeClr val="bg1"/>
                </a:solidFill>
              </a:rPr>
              <a:t>内容</a:t>
            </a: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a:p>
            <a:pPr algn="ct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a:p>
            <a:pPr algn="ct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a:p>
            <a:pPr algn="ctr"/>
            <a:endParaRPr lang="en-US" altLang="zh-CN" sz="1400" dirty="0">
              <a:solidFill>
                <a:schemeClr val="bg1"/>
              </a:solidFill>
            </a:endParaRPr>
          </a:p>
        </p:txBody>
      </p:sp>
      <p:sp>
        <p:nvSpPr>
          <p:cNvPr id="55"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56"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1"/>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Diamond 36"/>
          <p:cNvSpPr/>
          <p:nvPr/>
        </p:nvSpPr>
        <p:spPr>
          <a:xfrm>
            <a:off x="-830262" y="-1081669"/>
            <a:ext cx="5402262" cy="5402262"/>
          </a:xfrm>
          <a:prstGeom prst="diamond">
            <a:avLst/>
          </a:prstGeom>
          <a:solidFill>
            <a:schemeClr val="accent1">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Diamond 37"/>
          <p:cNvSpPr/>
          <p:nvPr/>
        </p:nvSpPr>
        <p:spPr>
          <a:xfrm>
            <a:off x="3064405" y="1686932"/>
            <a:ext cx="3150128" cy="3150128"/>
          </a:xfrm>
          <a:prstGeom prst="diamond">
            <a:avLst/>
          </a:prstGeom>
          <a:solidFill>
            <a:schemeClr val="accent2">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Diamond 38"/>
          <p:cNvSpPr/>
          <p:nvPr/>
        </p:nvSpPr>
        <p:spPr>
          <a:xfrm>
            <a:off x="6370612" y="2281702"/>
            <a:ext cx="1960588" cy="1960588"/>
          </a:xfrm>
          <a:prstGeom prst="diamond">
            <a:avLst/>
          </a:prstGeom>
          <a:solidFill>
            <a:schemeClr val="accent4">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Diamond 39"/>
          <p:cNvSpPr/>
          <p:nvPr/>
        </p:nvSpPr>
        <p:spPr>
          <a:xfrm>
            <a:off x="5651555" y="3310215"/>
            <a:ext cx="1261478" cy="1261478"/>
          </a:xfrm>
          <a:prstGeom prst="diamond">
            <a:avLst/>
          </a:prstGeom>
          <a:solidFill>
            <a:schemeClr val="accent3">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Diamond 40"/>
          <p:cNvSpPr/>
          <p:nvPr/>
        </p:nvSpPr>
        <p:spPr>
          <a:xfrm>
            <a:off x="7423086" y="2361003"/>
            <a:ext cx="3929730" cy="3929730"/>
          </a:xfrm>
          <a:prstGeom prst="diamond">
            <a:avLst/>
          </a:prstGeom>
          <a:solidFill>
            <a:schemeClr val="accent5">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Diamond 41"/>
          <p:cNvSpPr/>
          <p:nvPr/>
        </p:nvSpPr>
        <p:spPr>
          <a:xfrm>
            <a:off x="7346459" y="5393267"/>
            <a:ext cx="1973164" cy="1973164"/>
          </a:xfrm>
          <a:prstGeom prst="diamond">
            <a:avLst/>
          </a:prstGeom>
          <a:solidFill>
            <a:srgbClr val="937863">
              <a:alpha val="7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Diamond 43"/>
          <p:cNvSpPr/>
          <p:nvPr/>
        </p:nvSpPr>
        <p:spPr>
          <a:xfrm>
            <a:off x="10430451" y="2260600"/>
            <a:ext cx="2002792" cy="2002792"/>
          </a:xfrm>
          <a:prstGeom prst="diamond">
            <a:avLst/>
          </a:prstGeom>
          <a:solidFill>
            <a:schemeClr val="bg2">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954294" y="5383687"/>
            <a:ext cx="5893739" cy="738664"/>
          </a:xfrm>
          <a:prstGeom prst="rect">
            <a:avLst/>
          </a:prstGeom>
        </p:spPr>
        <p:txBody>
          <a:bodyPr wrap="square">
            <a:spAutoFit/>
          </a:bodyPr>
          <a:lstStyle/>
          <a:p>
            <a:r>
              <a:rPr lang="zh-CN" altLang="en-US" sz="1400" dirty="0">
                <a:solidFill>
                  <a:schemeClr val="bg1"/>
                </a:solidFill>
              </a:rPr>
              <a:t>文字内容文字文字内容文字内容文字内容文字内容文字内文字</a:t>
            </a:r>
            <a:r>
              <a:rPr lang="zh-CN" altLang="en-US" sz="1400" dirty="0" smtClean="0">
                <a:solidFill>
                  <a:schemeClr val="bg1"/>
                </a:solidFill>
              </a:rPr>
              <a:t>内容</a:t>
            </a: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a:p>
            <a:endParaRPr lang="en-US" altLang="zh-CN" sz="1400" dirty="0">
              <a:solidFill>
                <a:schemeClr val="bg1"/>
              </a:solidFill>
            </a:endParaRPr>
          </a:p>
        </p:txBody>
      </p:sp>
      <p:sp>
        <p:nvSpPr>
          <p:cNvPr id="12" name="Rectangle 11"/>
          <p:cNvSpPr/>
          <p:nvPr/>
        </p:nvSpPr>
        <p:spPr>
          <a:xfrm>
            <a:off x="954294" y="4833339"/>
            <a:ext cx="4685157" cy="590931"/>
          </a:xfrm>
          <a:prstGeom prst="rect">
            <a:avLst/>
          </a:prstGeom>
          <a:noFill/>
        </p:spPr>
        <p:txBody>
          <a:bodyPr wrap="square">
            <a:spAutoFit/>
          </a:bodyPr>
          <a:lstStyle/>
          <a:p>
            <a:pPr algn="just">
              <a:lnSpc>
                <a:spcPct val="90000"/>
              </a:lnSpc>
            </a:pPr>
            <a:r>
              <a:rPr lang="zh-CN" altLang="en-US" sz="3600" b="1" dirty="0" smtClean="0">
                <a:solidFill>
                  <a:schemeClr val="bg1"/>
                </a:solidFill>
                <a:latin typeface="Arial" panose="020B0604020202020204"/>
                <a:cs typeface="Arial" panose="020B0604020202020204"/>
              </a:rPr>
              <a:t>文字标题内容</a:t>
            </a:r>
            <a:endParaRPr lang="en-US" sz="3600" b="1" dirty="0">
              <a:solidFill>
                <a:schemeClr val="bg1"/>
              </a:solidFill>
              <a:latin typeface="Arial" panose="020B0604020202020204"/>
              <a:cs typeface="Arial" panose="020B0604020202020204"/>
            </a:endParaRPr>
          </a:p>
        </p:txBody>
      </p:sp>
      <p:sp>
        <p:nvSpPr>
          <p:cNvPr id="45" name="Rectangle 44"/>
          <p:cNvSpPr/>
          <p:nvPr/>
        </p:nvSpPr>
        <p:spPr>
          <a:xfrm>
            <a:off x="498049" y="1432232"/>
            <a:ext cx="2745640"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Lorem Ipsum</a:t>
            </a:r>
            <a:endParaRPr lang="en-US" sz="3600" b="1" dirty="0">
              <a:solidFill>
                <a:schemeClr val="bg1"/>
              </a:solidFill>
              <a:latin typeface="Arial" panose="020B0604020202020204"/>
              <a:cs typeface="Arial" panose="020B0604020202020204"/>
            </a:endParaRPr>
          </a:p>
        </p:txBody>
      </p:sp>
      <p:sp>
        <p:nvSpPr>
          <p:cNvPr id="47" name="Rectangle 46"/>
          <p:cNvSpPr/>
          <p:nvPr/>
        </p:nvSpPr>
        <p:spPr>
          <a:xfrm>
            <a:off x="3266649" y="3074766"/>
            <a:ext cx="2745640"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Dolor</a:t>
            </a:r>
            <a:endParaRPr lang="en-US" sz="3600" b="1" dirty="0">
              <a:solidFill>
                <a:schemeClr val="bg1"/>
              </a:solidFill>
              <a:latin typeface="Arial" panose="020B0604020202020204"/>
              <a:cs typeface="Arial" panose="020B0604020202020204"/>
            </a:endParaRPr>
          </a:p>
        </p:txBody>
      </p:sp>
      <p:sp>
        <p:nvSpPr>
          <p:cNvPr id="48" name="Rectangle 47"/>
          <p:cNvSpPr/>
          <p:nvPr/>
        </p:nvSpPr>
        <p:spPr>
          <a:xfrm>
            <a:off x="5882987" y="3753724"/>
            <a:ext cx="798614"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Sit</a:t>
            </a:r>
            <a:endParaRPr lang="en-US" sz="3600" b="1" dirty="0">
              <a:solidFill>
                <a:schemeClr val="bg1"/>
              </a:solidFill>
              <a:latin typeface="Arial" panose="020B0604020202020204"/>
              <a:cs typeface="Arial" panose="020B0604020202020204"/>
            </a:endParaRPr>
          </a:p>
        </p:txBody>
      </p:sp>
      <p:sp>
        <p:nvSpPr>
          <p:cNvPr id="49" name="Rectangle 48"/>
          <p:cNvSpPr/>
          <p:nvPr/>
        </p:nvSpPr>
        <p:spPr>
          <a:xfrm>
            <a:off x="6599094" y="3074766"/>
            <a:ext cx="1503624"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Amet</a:t>
            </a:r>
            <a:endParaRPr lang="en-US" sz="3600" b="1" dirty="0">
              <a:solidFill>
                <a:schemeClr val="bg1"/>
              </a:solidFill>
              <a:latin typeface="Arial" panose="020B0604020202020204"/>
              <a:cs typeface="Arial" panose="020B0604020202020204"/>
            </a:endParaRPr>
          </a:p>
        </p:txBody>
      </p:sp>
      <p:sp>
        <p:nvSpPr>
          <p:cNvPr id="50" name="Rectangle 49"/>
          <p:cNvSpPr/>
          <p:nvPr/>
        </p:nvSpPr>
        <p:spPr>
          <a:xfrm>
            <a:off x="8057102" y="4138638"/>
            <a:ext cx="2661698"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Consectetuer</a:t>
            </a:r>
            <a:endParaRPr lang="en-US" sz="3600" b="1" dirty="0">
              <a:solidFill>
                <a:schemeClr val="bg1"/>
              </a:solidFill>
              <a:latin typeface="Arial" panose="020B0604020202020204"/>
              <a:cs typeface="Arial" panose="020B0604020202020204"/>
            </a:endParaRPr>
          </a:p>
        </p:txBody>
      </p:sp>
      <p:sp>
        <p:nvSpPr>
          <p:cNvPr id="51" name="Rectangle 50"/>
          <p:cNvSpPr/>
          <p:nvPr/>
        </p:nvSpPr>
        <p:spPr>
          <a:xfrm>
            <a:off x="10532798" y="3074766"/>
            <a:ext cx="1798098"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Adipiscing</a:t>
            </a:r>
            <a:endParaRPr lang="en-US" sz="3600" b="1" dirty="0">
              <a:solidFill>
                <a:schemeClr val="bg1"/>
              </a:solidFill>
              <a:latin typeface="Arial" panose="020B0604020202020204"/>
              <a:cs typeface="Arial" panose="020B0604020202020204"/>
            </a:endParaRPr>
          </a:p>
        </p:txBody>
      </p:sp>
      <p:sp>
        <p:nvSpPr>
          <p:cNvPr id="52" name="Rectangle 51"/>
          <p:cNvSpPr/>
          <p:nvPr/>
        </p:nvSpPr>
        <p:spPr>
          <a:xfrm>
            <a:off x="7433992" y="6192619"/>
            <a:ext cx="1798098" cy="374461"/>
          </a:xfrm>
          <a:prstGeom prst="rect">
            <a:avLst/>
          </a:prstGeom>
          <a:noFill/>
        </p:spPr>
        <p:txBody>
          <a:bodyPr wrap="square">
            <a:spAutoFit/>
          </a:bodyPr>
          <a:lstStyle/>
          <a:p>
            <a:pPr algn="ctr">
              <a:lnSpc>
                <a:spcPct val="90000"/>
              </a:lnSpc>
            </a:pPr>
            <a:r>
              <a:rPr lang="id-ID" sz="2000" dirty="0">
                <a:solidFill>
                  <a:schemeClr val="bg1"/>
                </a:solidFill>
                <a:latin typeface="Arial" panose="020B0604020202020204"/>
                <a:cs typeface="Arial" panose="020B0604020202020204"/>
              </a:rPr>
              <a:t>Elit</a:t>
            </a:r>
            <a:endParaRPr lang="en-US" sz="3600" b="1" dirty="0">
              <a:solidFill>
                <a:schemeClr val="bg1"/>
              </a:solidFill>
              <a:latin typeface="Arial" panose="020B0604020202020204"/>
              <a:cs typeface="Arial" panose="020B0604020202020204"/>
            </a:endParaRPr>
          </a:p>
        </p:txBody>
      </p:sp>
      <p:pic>
        <p:nvPicPr>
          <p:cNvPr id="10" name="图片占位符 9"/>
          <p:cNvPicPr>
            <a:picLocks noGrp="1" noChangeAspect="1"/>
          </p:cNvPicPr>
          <p:nvPr>
            <p:ph type="pic" sz="quarter" idx="10"/>
          </p:nvPr>
        </p:nvPicPr>
        <p:blipFill>
          <a:blip r:embed="rId1">
            <a:extLst>
              <a:ext uri="{28A0092B-C50C-407E-A947-70E740481C1C}">
                <a14:useLocalDpi xmlns:a14="http://schemas.microsoft.com/office/drawing/2010/main" val="0"/>
              </a:ext>
            </a:extLst>
          </a:blip>
          <a:srcRect l="16592" r="16592"/>
          <a:stretch>
            <a:fillRect/>
          </a:stretch>
        </p:blipFill>
        <p:spPr>
          <a:solidFill>
            <a:schemeClr val="bg1">
              <a:lumMod val="85000"/>
              <a:alpha val="42000"/>
            </a:schemeClr>
          </a:solidFill>
        </p:spPr>
      </p:pic>
      <p:pic>
        <p:nvPicPr>
          <p:cNvPr id="13" name="图片占位符 12"/>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a:stretch>
            <a:fillRect/>
          </a:stretch>
        </p:blipFill>
        <p:spPr>
          <a:solidFill>
            <a:schemeClr val="bg1">
              <a:lumMod val="85000"/>
              <a:alpha val="42000"/>
            </a:schemeClr>
          </a:solidFill>
        </p:spPr>
      </p:pic>
      <p:pic>
        <p:nvPicPr>
          <p:cNvPr id="17" name="图片占位符 1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a:solidFill>
            <a:schemeClr val="bg1">
              <a:lumMod val="85000"/>
              <a:alpha val="42000"/>
            </a:schemeClr>
          </a:solidFill>
        </p:spPr>
      </p:pic>
      <p:pic>
        <p:nvPicPr>
          <p:cNvPr id="14" name="图片占位符 13"/>
          <p:cNvPicPr>
            <a:picLocks noGrp="1" noChangeAspect="1"/>
          </p:cNvPicPr>
          <p:nvPr>
            <p:ph type="pic" sz="quarter" idx="12"/>
          </p:nvPr>
        </p:nvPicPr>
        <p:blipFill>
          <a:blip r:embed="rId4" cstate="print">
            <a:extLst>
              <a:ext uri="{28A0092B-C50C-407E-A947-70E740481C1C}">
                <a14:useLocalDpi xmlns:a14="http://schemas.microsoft.com/office/drawing/2010/main" val="0"/>
              </a:ext>
            </a:extLst>
          </a:blip>
          <a:srcRect l="16650" r="16650"/>
          <a:stretch>
            <a:fillRect/>
          </a:stretch>
        </p:blipFill>
        <p:spPr>
          <a:solidFill>
            <a:schemeClr val="bg1">
              <a:lumMod val="85000"/>
              <a:alpha val="42000"/>
            </a:schemeClr>
          </a:solidFill>
        </p:spPr>
      </p:pic>
      <p:pic>
        <p:nvPicPr>
          <p:cNvPr id="18" name="图片占位符 17"/>
          <p:cNvPicPr>
            <a:picLocks noGrp="1" noChangeAspect="1"/>
          </p:cNvPicPr>
          <p:nvPr>
            <p:ph type="pic" sz="quarter" idx="14"/>
          </p:nvPr>
        </p:nvPicPr>
        <p:blipFill>
          <a:blip r:embed="rId5">
            <a:extLst>
              <a:ext uri="{28A0092B-C50C-407E-A947-70E740481C1C}">
                <a14:useLocalDpi xmlns:a14="http://schemas.microsoft.com/office/drawing/2010/main" val="0"/>
              </a:ext>
            </a:extLst>
          </a:blip>
          <a:srcRect l="16036" r="16036"/>
          <a:stretch>
            <a:fillRect/>
          </a:stretch>
        </p:blipFill>
        <p:spPr>
          <a:solidFill>
            <a:schemeClr val="bg1">
              <a:lumMod val="85000"/>
              <a:alpha val="42000"/>
            </a:schemeClr>
          </a:solidFill>
        </p:spPr>
      </p:pic>
      <p:pic>
        <p:nvPicPr>
          <p:cNvPr id="20" name="图片占位符 19"/>
          <p:cNvPicPr>
            <a:picLocks noGrp="1" noChangeAspect="1"/>
          </p:cNvPicPr>
          <p:nvPr>
            <p:ph type="pic" sz="quarter" idx="16"/>
          </p:nvPr>
        </p:nvPicPr>
        <p:blipFill>
          <a:blip r:embed="rId6" cstate="print">
            <a:extLst>
              <a:ext uri="{28A0092B-C50C-407E-A947-70E740481C1C}">
                <a14:useLocalDpi xmlns:a14="http://schemas.microsoft.com/office/drawing/2010/main" val="0"/>
              </a:ext>
            </a:extLst>
          </a:blip>
          <a:srcRect l="6485" r="6485"/>
          <a:stretch>
            <a:fillRect/>
          </a:stretch>
        </p:blipFill>
        <p:spPr>
          <a:solidFill>
            <a:schemeClr val="bg1">
              <a:lumMod val="85000"/>
              <a:alpha val="42000"/>
            </a:schemeClr>
          </a:solidFill>
        </p:spPr>
      </p:pic>
      <p:pic>
        <p:nvPicPr>
          <p:cNvPr id="19" name="图片占位符 18"/>
          <p:cNvPicPr>
            <a:picLocks noGrp="1" noChangeAspect="1"/>
          </p:cNvPicPr>
          <p:nvPr>
            <p:ph type="pic" sz="quarter" idx="15"/>
          </p:nvPr>
        </p:nvPicPr>
        <p:blipFill>
          <a:blip r:embed="rId7" cstate="print">
            <a:extLst>
              <a:ext uri="{28A0092B-C50C-407E-A947-70E740481C1C}">
                <a14:useLocalDpi xmlns:a14="http://schemas.microsoft.com/office/drawing/2010/main" val="0"/>
              </a:ext>
            </a:extLst>
          </a:blip>
          <a:srcRect l="6135" r="6135"/>
          <a:stretch>
            <a:fillRect/>
          </a:stretch>
        </p:blipFill>
        <p:spPr/>
      </p:pic>
      <p:pic>
        <p:nvPicPr>
          <p:cNvPr id="2" name="图片 1" descr="中科大"/>
          <p:cNvPicPr>
            <a:picLocks noChangeAspect="1"/>
          </p:cNvPicPr>
          <p:nvPr/>
        </p:nvPicPr>
        <p:blipFill>
          <a:blip r:embed="rId8"/>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fade">
                                      <p:cBhvr>
                                        <p:cTn id="35" dur="500"/>
                                        <p:tgtEl>
                                          <p:spTgt spid="49"/>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00"/>
                                        <p:tgtEl>
                                          <p:spTgt spid="50"/>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4" grpId="0" animBg="1"/>
      <p:bldP spid="11" grpId="0"/>
      <p:bldP spid="12" grpId="0"/>
      <p:bldP spid="45" grpId="0"/>
      <p:bldP spid="47" grpId="0"/>
      <p:bldP spid="48" grpId="0"/>
      <p:bldP spid="49" grpId="0"/>
      <p:bldP spid="50" grpId="0"/>
      <p:bldP spid="51" grpId="0"/>
      <p:bldP spid="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cstate="email"/>
          <a:srcRect/>
          <a:stretch>
            <a:fillRect/>
          </a:stretch>
        </p:blipFill>
        <p:spPr bwMode="auto">
          <a:xfrm>
            <a:off x="634469" y="1978224"/>
            <a:ext cx="4081723" cy="5703223"/>
          </a:xfrm>
          <a:prstGeom prst="rect">
            <a:avLst/>
          </a:prstGeom>
          <a:noFill/>
          <a:ln>
            <a:noFill/>
          </a:ln>
          <a:effectLst/>
        </p:spPr>
      </p:pic>
      <p:pic>
        <p:nvPicPr>
          <p:cNvPr id="6" name="图片占位符 5"/>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4635" r="14635"/>
          <a:stretch>
            <a:fillRect/>
          </a:stretch>
        </p:blipFill>
        <p:spPr/>
      </p:pic>
      <p:pic>
        <p:nvPicPr>
          <p:cNvPr id="8" name="Imagen 6"/>
          <p:cNvPicPr>
            <a:picLocks noChangeAspect="1"/>
          </p:cNvPicPr>
          <p:nvPr/>
        </p:nvPicPr>
        <p:blipFill>
          <a:blip r:embed="rId3"/>
          <a:stretch>
            <a:fillRect/>
          </a:stretch>
        </p:blipFill>
        <p:spPr>
          <a:xfrm>
            <a:off x="3237466" y="3379421"/>
            <a:ext cx="2275247" cy="4225503"/>
          </a:xfrm>
          <a:prstGeom prst="rect">
            <a:avLst/>
          </a:prstGeom>
        </p:spPr>
      </p:pic>
      <p:sp>
        <p:nvSpPr>
          <p:cNvPr id="20" name="11 Rectángulo redondeado"/>
          <p:cNvSpPr>
            <a:spLocks noChangeAspect="1"/>
          </p:cNvSpPr>
          <p:nvPr/>
        </p:nvSpPr>
        <p:spPr>
          <a:xfrm rot="16200000" flipH="1">
            <a:off x="6410996" y="3140945"/>
            <a:ext cx="76201" cy="986385"/>
          </a:xfrm>
          <a:prstGeom prst="roundRect">
            <a:avLst>
              <a:gd name="adj" fmla="val 50000"/>
            </a:avLst>
          </a:prstGeom>
          <a:solidFill>
            <a:schemeClr val="accent1"/>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sz="2400" dirty="0">
              <a:solidFill>
                <a:schemeClr val="lt1"/>
              </a:solidFill>
              <a:latin typeface="Helvetica" panose="020B0604020202020204" pitchFamily="34" charset="0"/>
              <a:cs typeface="Helvetica" panose="020B0604020202020204" pitchFamily="34" charset="0"/>
            </a:endParaRPr>
          </a:p>
        </p:txBody>
      </p:sp>
      <p:sp>
        <p:nvSpPr>
          <p:cNvPr id="22" name="Rectangle 21"/>
          <p:cNvSpPr/>
          <p:nvPr/>
        </p:nvSpPr>
        <p:spPr>
          <a:xfrm>
            <a:off x="5862948" y="2605395"/>
            <a:ext cx="5871853" cy="1200329"/>
          </a:xfrm>
          <a:prstGeom prst="rect">
            <a:avLst/>
          </a:prstGeom>
        </p:spPr>
        <p:txBody>
          <a:bodyPr wrap="square">
            <a:spAutoFit/>
          </a:bodyPr>
          <a:lstStyle/>
          <a:p>
            <a:pPr algn="r"/>
            <a:r>
              <a:rPr lang="zh-CN" altLang="en-US" dirty="0">
                <a:solidFill>
                  <a:schemeClr val="bg1"/>
                </a:solidFill>
              </a:rPr>
              <a:t>文字内容文字文字内容文字内容文字内容文字内容文字内文字</a:t>
            </a:r>
            <a:r>
              <a:rPr lang="zh-CN" altLang="en-US" dirty="0" smtClean="0">
                <a:solidFill>
                  <a:schemeClr val="bg1"/>
                </a:solidFill>
              </a:rPr>
              <a:t>内容</a:t>
            </a:r>
            <a:r>
              <a:rPr lang="zh-CN" altLang="en-US" dirty="0">
                <a:solidFill>
                  <a:schemeClr val="bg1"/>
                </a:solidFill>
              </a:rPr>
              <a:t>文字内容文字文字内容文字内容文字内容文字内容文字内文字内容</a:t>
            </a:r>
            <a:endParaRPr lang="en-US" altLang="zh-CN" dirty="0">
              <a:solidFill>
                <a:schemeClr val="bg1"/>
              </a:solidFill>
            </a:endParaRPr>
          </a:p>
          <a:p>
            <a:pPr algn="r"/>
            <a:endParaRPr lang="en-US" altLang="zh-CN" dirty="0">
              <a:solidFill>
                <a:schemeClr val="bg1"/>
              </a:solidFill>
            </a:endParaRPr>
          </a:p>
        </p:txBody>
      </p:sp>
      <p:sp>
        <p:nvSpPr>
          <p:cNvPr id="23" name="11 Rectángulo redondeado"/>
          <p:cNvSpPr>
            <a:spLocks noChangeAspect="1"/>
          </p:cNvSpPr>
          <p:nvPr/>
        </p:nvSpPr>
        <p:spPr>
          <a:xfrm rot="16200000" flipH="1">
            <a:off x="6410996" y="4159929"/>
            <a:ext cx="76201" cy="986385"/>
          </a:xfrm>
          <a:prstGeom prst="roundRect">
            <a:avLst>
              <a:gd name="adj" fmla="val 50000"/>
            </a:avLst>
          </a:prstGeom>
          <a:solidFill>
            <a:schemeClr val="accent2"/>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sz="2400" dirty="0">
              <a:solidFill>
                <a:schemeClr val="lt1"/>
              </a:solidFill>
              <a:latin typeface="Helvetica" panose="020B0604020202020204" pitchFamily="34" charset="0"/>
              <a:cs typeface="Helvetica" panose="020B0604020202020204" pitchFamily="34" charset="0"/>
            </a:endParaRPr>
          </a:p>
        </p:txBody>
      </p:sp>
      <p:sp>
        <p:nvSpPr>
          <p:cNvPr id="24" name="Rectangle 23"/>
          <p:cNvSpPr/>
          <p:nvPr/>
        </p:nvSpPr>
        <p:spPr>
          <a:xfrm>
            <a:off x="5862949" y="3863438"/>
            <a:ext cx="5811352" cy="646331"/>
          </a:xfrm>
          <a:prstGeom prst="rect">
            <a:avLst/>
          </a:prstGeom>
        </p:spPr>
        <p:txBody>
          <a:bodyPr wrap="square">
            <a:spAutoFit/>
          </a:bodyPr>
          <a:lstStyle/>
          <a:p>
            <a:pPr algn="r"/>
            <a:r>
              <a:rPr lang="zh-CN" altLang="en-US" dirty="0">
                <a:solidFill>
                  <a:schemeClr val="bg1"/>
                </a:solidFill>
              </a:rPr>
              <a:t>文字内容文字文字内容文字内容文字内容文字内容文字内文字内容</a:t>
            </a:r>
            <a:endParaRPr lang="en-US" altLang="zh-CN" dirty="0">
              <a:solidFill>
                <a:schemeClr val="bg1"/>
              </a:solidFill>
            </a:endParaRPr>
          </a:p>
        </p:txBody>
      </p:sp>
      <p:sp>
        <p:nvSpPr>
          <p:cNvPr id="26" name="11 Rectángulo redondeado"/>
          <p:cNvSpPr>
            <a:spLocks noChangeAspect="1"/>
          </p:cNvSpPr>
          <p:nvPr/>
        </p:nvSpPr>
        <p:spPr>
          <a:xfrm rot="16200000" flipH="1">
            <a:off x="6410996" y="4914956"/>
            <a:ext cx="76201" cy="986385"/>
          </a:xfrm>
          <a:prstGeom prst="roundRect">
            <a:avLst>
              <a:gd name="adj" fmla="val 50000"/>
            </a:avLst>
          </a:prstGeom>
          <a:solidFill>
            <a:schemeClr val="accent3"/>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pPr algn="ctr"/>
            <a:endParaRPr lang="en-US" sz="2400" dirty="0">
              <a:solidFill>
                <a:schemeClr val="lt1"/>
              </a:solidFill>
              <a:latin typeface="Helvetica" panose="020B0604020202020204" pitchFamily="34" charset="0"/>
              <a:cs typeface="Helvetica" panose="020B0604020202020204" pitchFamily="34" charset="0"/>
            </a:endParaRPr>
          </a:p>
        </p:txBody>
      </p:sp>
      <p:sp>
        <p:nvSpPr>
          <p:cNvPr id="27" name="Rectangle 26"/>
          <p:cNvSpPr/>
          <p:nvPr/>
        </p:nvSpPr>
        <p:spPr>
          <a:xfrm>
            <a:off x="5862949" y="4872462"/>
            <a:ext cx="5811352" cy="646331"/>
          </a:xfrm>
          <a:prstGeom prst="rect">
            <a:avLst/>
          </a:prstGeom>
        </p:spPr>
        <p:txBody>
          <a:bodyPr wrap="square">
            <a:spAutoFit/>
          </a:bodyPr>
          <a:lstStyle/>
          <a:p>
            <a:pPr algn="r"/>
            <a:r>
              <a:rPr lang="zh-CN" altLang="en-US" dirty="0">
                <a:solidFill>
                  <a:schemeClr val="bg1"/>
                </a:solidFill>
              </a:rPr>
              <a:t>文字内容文字文字内容文字内容文字内容文字内容文字内文字内容</a:t>
            </a:r>
            <a:endParaRPr lang="en-US" altLang="zh-CN" dirty="0">
              <a:solidFill>
                <a:schemeClr val="bg1"/>
              </a:solidFill>
            </a:endParaRPr>
          </a:p>
        </p:txBody>
      </p:sp>
      <p:pic>
        <p:nvPicPr>
          <p:cNvPr id="7" name="图片占位符 6"/>
          <p:cNvPicPr>
            <a:picLocks noGrp="1" noChangeAspect="1"/>
          </p:cNvPicPr>
          <p:nvPr>
            <p:ph type="pic" sz="quarter" idx="12"/>
          </p:nvPr>
        </p:nvPicPr>
        <p:blipFill>
          <a:blip r:embed="rId4" cstate="print">
            <a:extLst>
              <a:ext uri="{28A0092B-C50C-407E-A947-70E740481C1C}">
                <a14:useLocalDpi xmlns:a14="http://schemas.microsoft.com/office/drawing/2010/main" val="0"/>
              </a:ext>
            </a:extLst>
          </a:blip>
          <a:srcRect t="2215" b="2215"/>
          <a:stretch>
            <a:fillRect/>
          </a:stretch>
        </p:blipFill>
        <p:spPr/>
      </p:pic>
      <p:sp>
        <p:nvSpPr>
          <p:cNvPr id="18" name="Text Placeholder 4"/>
          <p:cNvSpPr>
            <a:spLocks noGrp="1"/>
          </p:cNvSpPr>
          <p:nvPr>
            <p:ph type="body" sz="quarter" idx="10"/>
          </p:nvPr>
        </p:nvSpPr>
        <p:spPr>
          <a:xfrm>
            <a:off x="550863" y="415925"/>
            <a:ext cx="11228387" cy="727075"/>
          </a:xfrm>
        </p:spPr>
        <p:txBody>
          <a:bodyPr/>
          <a:lstStyle/>
          <a:p>
            <a:r>
              <a:rPr lang="zh-CN" altLang="en-US" dirty="0" smtClean="0"/>
              <a:t>文字标题</a:t>
            </a:r>
            <a:r>
              <a:rPr lang="zh-CN" altLang="en-US" dirty="0"/>
              <a:t>内容</a:t>
            </a:r>
            <a:endParaRPr lang="en-US" dirty="0"/>
          </a:p>
        </p:txBody>
      </p:sp>
      <p:sp>
        <p:nvSpPr>
          <p:cNvPr id="19" name="Text Placeholder 5"/>
          <p:cNvSpPr>
            <a:spLocks noGrp="1"/>
          </p:cNvSpPr>
          <p:nvPr>
            <p:ph type="body" sz="quarter" idx="11"/>
          </p:nvPr>
        </p:nvSpPr>
        <p:spPr>
          <a:xfrm>
            <a:off x="444500" y="936625"/>
            <a:ext cx="11403013" cy="268288"/>
          </a:xfrm>
        </p:spPr>
        <p:txBody>
          <a:bodyPr/>
          <a:lstStyle/>
          <a:p>
            <a:r>
              <a:rPr lang="zh-CN" altLang="en-US" dirty="0" smtClean="0"/>
              <a:t>文字内容</a:t>
            </a:r>
            <a:endParaRPr lang="en-US" dirty="0"/>
          </a:p>
        </p:txBody>
      </p:sp>
      <p:pic>
        <p:nvPicPr>
          <p:cNvPr id="2" name="图片 1" descr="中科大"/>
          <p:cNvPicPr>
            <a:picLocks noChangeAspect="1"/>
          </p:cNvPicPr>
          <p:nvPr/>
        </p:nvPicPr>
        <p:blipFill>
          <a:blip r:embed="rId5"/>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350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par>
                          <p:cTn id="36" fill="hold">
                            <p:stCondLst>
                              <p:cond delay="4500"/>
                            </p:stCondLst>
                            <p:childTnLst>
                              <p:par>
                                <p:cTn id="37" presetID="10" presetClass="entr" presetSubtype="0"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animBg="1"/>
      <p:bldP spid="24" grpId="0"/>
      <p:bldP spid="26" grpId="0" animBg="1"/>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占位符 15"/>
          <p:cNvPicPr>
            <a:picLocks noGrp="1" noChangeAspect="1"/>
          </p:cNvPicPr>
          <p:nvPr>
            <p:ph type="pic" sz="quarter" idx="13"/>
          </p:nvPr>
        </p:nvPicPr>
        <p:blipFill>
          <a:blip r:embed="rId1">
            <a:extLst>
              <a:ext uri="{28A0092B-C50C-407E-A947-70E740481C1C}">
                <a14:useLocalDpi xmlns:a14="http://schemas.microsoft.com/office/drawing/2010/main" val="0"/>
              </a:ext>
            </a:extLst>
          </a:blip>
          <a:srcRect l="8391" r="8391"/>
          <a:stretch>
            <a:fillRect/>
          </a:stretch>
        </p:blipFill>
        <p:spPr/>
      </p:pic>
      <p:sp>
        <p:nvSpPr>
          <p:cNvPr id="24" name="11 Rectángulo redondeado"/>
          <p:cNvSpPr>
            <a:spLocks noChangeAspect="1"/>
          </p:cNvSpPr>
          <p:nvPr/>
        </p:nvSpPr>
        <p:spPr>
          <a:xfrm>
            <a:off x="5953638" y="0"/>
            <a:ext cx="529169" cy="6858000"/>
          </a:xfrm>
          <a:prstGeom prst="rect">
            <a:avLst/>
          </a:prstGeom>
          <a:solidFill>
            <a:schemeClr val="accent2"/>
          </a:solidFill>
          <a:ln w="1905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68446" tIns="34223" rIns="68446" bIns="34223" rtlCol="0" anchor="ctr"/>
          <a:lstStyle/>
          <a:p>
            <a:endParaRPr lang="en-US" dirty="0">
              <a:solidFill>
                <a:schemeClr val="lt1"/>
              </a:solidFill>
              <a:latin typeface="Helvetica" panose="020B0604020202020204" pitchFamily="34" charset="0"/>
              <a:cs typeface="Helvetica" panose="020B0604020202020204" pitchFamily="34" charset="0"/>
            </a:endParaRPr>
          </a:p>
        </p:txBody>
      </p:sp>
      <p:sp>
        <p:nvSpPr>
          <p:cNvPr id="9" name="Text Placeholder 8"/>
          <p:cNvSpPr>
            <a:spLocks noGrp="1"/>
          </p:cNvSpPr>
          <p:nvPr>
            <p:ph type="body" sz="quarter" idx="10"/>
          </p:nvPr>
        </p:nvSpPr>
        <p:spPr>
          <a:xfrm>
            <a:off x="550863" y="415925"/>
            <a:ext cx="11228387" cy="727075"/>
          </a:xfrm>
        </p:spPr>
        <p:txBody>
          <a:bodyPr/>
          <a:lstStyle/>
          <a:p>
            <a:r>
              <a:rPr lang="zh-CN" altLang="en-US" dirty="0" smtClean="0"/>
              <a:t>文字标题内容</a:t>
            </a:r>
            <a:endParaRPr lang="en-US" dirty="0"/>
          </a:p>
        </p:txBody>
      </p:sp>
      <p:sp>
        <p:nvSpPr>
          <p:cNvPr id="10" name="Text Placeholder 9"/>
          <p:cNvSpPr>
            <a:spLocks noGrp="1"/>
          </p:cNvSpPr>
          <p:nvPr>
            <p:ph type="body" sz="quarter" idx="11"/>
          </p:nvPr>
        </p:nvSpPr>
        <p:spPr>
          <a:xfrm>
            <a:off x="604838" y="936625"/>
            <a:ext cx="11403012" cy="268288"/>
          </a:xfrm>
        </p:spPr>
        <p:txBody>
          <a:bodyPr/>
          <a:lstStyle/>
          <a:p>
            <a:r>
              <a:rPr lang="zh-CN" altLang="en-US" dirty="0" smtClean="0"/>
              <a:t>文字内容</a:t>
            </a:r>
            <a:endParaRPr lang="en-US" dirty="0"/>
          </a:p>
        </p:txBody>
      </p:sp>
      <p:grpSp>
        <p:nvGrpSpPr>
          <p:cNvPr id="31" name="Group 30"/>
          <p:cNvGrpSpPr/>
          <p:nvPr/>
        </p:nvGrpSpPr>
        <p:grpSpPr>
          <a:xfrm>
            <a:off x="2607731" y="1870028"/>
            <a:ext cx="4690533" cy="1589524"/>
            <a:chOff x="2506133" y="1802296"/>
            <a:chExt cx="4690533" cy="1589524"/>
          </a:xfrm>
        </p:grpSpPr>
        <p:sp>
          <p:nvSpPr>
            <p:cNvPr id="29" name="Rectangle 28"/>
            <p:cNvSpPr/>
            <p:nvPr/>
          </p:nvSpPr>
          <p:spPr>
            <a:xfrm>
              <a:off x="2511509" y="1802296"/>
              <a:ext cx="4685157" cy="604781"/>
            </a:xfrm>
            <a:prstGeom prst="rect">
              <a:avLst/>
            </a:prstGeom>
            <a:noFill/>
          </p:spPr>
          <p:txBody>
            <a:bodyPr wrap="square">
              <a:spAutoFit/>
            </a:bodyPr>
            <a:lstStyle/>
            <a:p>
              <a:pPr algn="just">
                <a:lnSpc>
                  <a:spcPct val="90000"/>
                </a:lnSpc>
              </a:pPr>
              <a:r>
                <a:rPr lang="zh-CN" altLang="en-US" sz="3600" b="1" dirty="0" smtClean="0">
                  <a:solidFill>
                    <a:schemeClr val="bg1"/>
                  </a:solidFill>
                  <a:latin typeface="Montserrat" panose="00000500000000000000" pitchFamily="50" charset="0"/>
                  <a:cs typeface="Arial" panose="020B0604020202020204"/>
                </a:rPr>
                <a:t>文字内容</a:t>
              </a:r>
              <a:endParaRPr lang="en-US" sz="3600" b="1" dirty="0">
                <a:solidFill>
                  <a:schemeClr val="bg1"/>
                </a:solidFill>
                <a:latin typeface="Montserrat" panose="00000500000000000000" pitchFamily="50" charset="0"/>
                <a:cs typeface="Arial" panose="020B0604020202020204"/>
              </a:endParaRPr>
            </a:p>
          </p:txBody>
        </p:sp>
        <p:sp>
          <p:nvSpPr>
            <p:cNvPr id="30" name="Rectangle 29"/>
            <p:cNvSpPr/>
            <p:nvPr/>
          </p:nvSpPr>
          <p:spPr>
            <a:xfrm>
              <a:off x="2506133" y="2222269"/>
              <a:ext cx="3285067" cy="1169551"/>
            </a:xfrm>
            <a:prstGeom prst="rect">
              <a:avLst/>
            </a:prstGeom>
          </p:spPr>
          <p:txBody>
            <a:bodyPr wrap="square">
              <a:spAutoFit/>
            </a:bodyPr>
            <a:lstStyle/>
            <a:p>
              <a:r>
                <a:rPr lang="zh-CN" altLang="en-US" sz="1400" dirty="0">
                  <a:solidFill>
                    <a:schemeClr val="bg1"/>
                  </a:solidFill>
                </a:rPr>
                <a:t>文字内容文字文字内容文字内容文字内容文字内容文字内文字</a:t>
              </a:r>
              <a:r>
                <a:rPr lang="zh-CN" altLang="en-US" sz="1400" dirty="0" smtClean="0">
                  <a:solidFill>
                    <a:schemeClr val="bg1"/>
                  </a:solidFill>
                </a:rPr>
                <a:t>内容</a:t>
              </a:r>
              <a:r>
                <a:rPr lang="zh-CN" altLang="en-US" sz="1400" dirty="0">
                  <a:solidFill>
                    <a:schemeClr val="bg1"/>
                  </a:solidFill>
                </a:rPr>
                <a:t>文字内容文字文字内容文字内容文字内容文字内容文字内文字内容</a:t>
              </a:r>
              <a:endParaRPr lang="en-US" altLang="zh-CN" sz="1400" dirty="0">
                <a:solidFill>
                  <a:schemeClr val="bg1"/>
                </a:solidFill>
              </a:endParaRPr>
            </a:p>
            <a:p>
              <a:endParaRPr lang="en-US" altLang="zh-CN" sz="1400" dirty="0">
                <a:solidFill>
                  <a:schemeClr val="bg1"/>
                </a:solidFill>
              </a:endParaRPr>
            </a:p>
          </p:txBody>
        </p:sp>
      </p:grpSp>
      <p:grpSp>
        <p:nvGrpSpPr>
          <p:cNvPr id="32" name="Group 31"/>
          <p:cNvGrpSpPr/>
          <p:nvPr/>
        </p:nvGrpSpPr>
        <p:grpSpPr>
          <a:xfrm>
            <a:off x="2607731" y="4274562"/>
            <a:ext cx="4690533" cy="1589524"/>
            <a:chOff x="2506133" y="1802296"/>
            <a:chExt cx="4690533" cy="1589524"/>
          </a:xfrm>
        </p:grpSpPr>
        <p:sp>
          <p:nvSpPr>
            <p:cNvPr id="33" name="Rectangle 32"/>
            <p:cNvSpPr/>
            <p:nvPr/>
          </p:nvSpPr>
          <p:spPr>
            <a:xfrm>
              <a:off x="2511509" y="1802296"/>
              <a:ext cx="4685157" cy="372603"/>
            </a:xfrm>
            <a:prstGeom prst="rect">
              <a:avLst/>
            </a:prstGeom>
            <a:noFill/>
          </p:spPr>
          <p:txBody>
            <a:bodyPr wrap="square">
              <a:spAutoFit/>
            </a:bodyPr>
            <a:lstStyle/>
            <a:p>
              <a:pPr algn="just">
                <a:lnSpc>
                  <a:spcPct val="90000"/>
                </a:lnSpc>
              </a:pPr>
              <a:r>
                <a:rPr lang="zh-CN" altLang="en-US" sz="2000" b="1" dirty="0">
                  <a:solidFill>
                    <a:schemeClr val="bg1"/>
                  </a:solidFill>
                  <a:latin typeface="Montserrat" panose="00000500000000000000" pitchFamily="50" charset="0"/>
                  <a:cs typeface="Arial" panose="020B0604020202020204"/>
                </a:rPr>
                <a:t>文字内容</a:t>
              </a:r>
              <a:endParaRPr lang="en-US" altLang="zh-CN" sz="2000" b="1" dirty="0">
                <a:solidFill>
                  <a:schemeClr val="bg1"/>
                </a:solidFill>
                <a:latin typeface="Montserrat" panose="00000500000000000000" pitchFamily="50" charset="0"/>
                <a:cs typeface="Arial" panose="020B0604020202020204"/>
              </a:endParaRPr>
            </a:p>
          </p:txBody>
        </p:sp>
        <p:sp>
          <p:nvSpPr>
            <p:cNvPr id="34" name="Rectangle 33"/>
            <p:cNvSpPr/>
            <p:nvPr/>
          </p:nvSpPr>
          <p:spPr>
            <a:xfrm>
              <a:off x="2506133" y="2222269"/>
              <a:ext cx="3285067" cy="1169551"/>
            </a:xfrm>
            <a:prstGeom prst="rect">
              <a:avLst/>
            </a:prstGeom>
          </p:spPr>
          <p:txBody>
            <a:bodyPr wrap="square">
              <a:spAutoFit/>
            </a:bodyPr>
            <a:lstStyle/>
            <a:p>
              <a:r>
                <a:rPr lang="zh-CN" altLang="en-US" sz="1400" dirty="0">
                  <a:solidFill>
                    <a:schemeClr val="bg1"/>
                  </a:solidFill>
                </a:rPr>
                <a:t>文字内容文字文字内容文字内容文字内容文字内容文字内文字内容文字内容文字文字内容文字内容文字内容文字内容文字内文字内容</a:t>
              </a:r>
              <a:endParaRPr lang="en-US" altLang="zh-CN" sz="1400" dirty="0">
                <a:solidFill>
                  <a:schemeClr val="bg1"/>
                </a:solidFill>
              </a:endParaRPr>
            </a:p>
            <a:p>
              <a:endParaRPr lang="en-US" altLang="zh-CN" sz="1400" dirty="0">
                <a:solidFill>
                  <a:schemeClr val="bg1"/>
                </a:solidFill>
              </a:endParaRPr>
            </a:p>
          </p:txBody>
        </p:sp>
      </p:grpSp>
      <p:grpSp>
        <p:nvGrpSpPr>
          <p:cNvPr id="2" name="Group 1"/>
          <p:cNvGrpSpPr/>
          <p:nvPr/>
        </p:nvGrpSpPr>
        <p:grpSpPr>
          <a:xfrm>
            <a:off x="7489660" y="1824565"/>
            <a:ext cx="3838740" cy="4276099"/>
            <a:chOff x="7489660" y="1824565"/>
            <a:chExt cx="3838740" cy="4276099"/>
          </a:xfrm>
        </p:grpSpPr>
        <p:sp>
          <p:nvSpPr>
            <p:cNvPr id="35" name="Snip Single Corner Rectangle 34"/>
            <p:cNvSpPr/>
            <p:nvPr/>
          </p:nvSpPr>
          <p:spPr>
            <a:xfrm flipH="1" flipV="1">
              <a:off x="7489660" y="1824565"/>
              <a:ext cx="3838740" cy="4276099"/>
            </a:xfrm>
            <a:prstGeom prst="snip1Rect">
              <a:avLst>
                <a:gd name="adj" fmla="val 15641"/>
              </a:avLst>
            </a:prstGeom>
            <a:solidFill>
              <a:srgbClr val="FFFFFF">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ight Triangle 35"/>
            <p:cNvSpPr/>
            <p:nvPr/>
          </p:nvSpPr>
          <p:spPr>
            <a:xfrm>
              <a:off x="7489660" y="5591081"/>
              <a:ext cx="507107" cy="507107"/>
            </a:xfrm>
            <a:prstGeom prst="rtTriangle">
              <a:avLst/>
            </a:prstGeom>
            <a:solidFill>
              <a:schemeClr val="bg1">
                <a:alpha val="5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7" name="Rectangle 36"/>
          <p:cNvSpPr/>
          <p:nvPr/>
        </p:nvSpPr>
        <p:spPr>
          <a:xfrm>
            <a:off x="7688795" y="2525471"/>
            <a:ext cx="3461805" cy="2246769"/>
          </a:xfrm>
          <a:prstGeom prst="rect">
            <a:avLst/>
          </a:prstGeom>
        </p:spPr>
        <p:txBody>
          <a:bodyPr wrap="square">
            <a:spAutoFit/>
          </a:bodyPr>
          <a:lstStyle/>
          <a:p>
            <a:r>
              <a:rPr lang="zh-CN" altLang="en-US" sz="1400" dirty="0">
                <a:solidFill>
                  <a:schemeClr val="bg2"/>
                </a:solidFill>
              </a:rPr>
              <a:t>文字内容文字文字内容文字内容文字内容文字内容文字内文字内容文字内容文字文字内容文字内容文字内容文字内容文字内文字内容</a:t>
            </a:r>
            <a:endParaRPr lang="en-US" altLang="zh-CN" sz="1400" dirty="0">
              <a:solidFill>
                <a:schemeClr val="bg2"/>
              </a:solidFill>
            </a:endParaRPr>
          </a:p>
          <a:p>
            <a:r>
              <a:rPr lang="zh-CN" altLang="en-US" sz="1400" dirty="0">
                <a:solidFill>
                  <a:schemeClr val="bg2"/>
                </a:solidFill>
              </a:rPr>
              <a:t>文字内容文字文字内容文字内容文字内容文字内容文字内文字内容文字内容文字文字内容文字内容文字内容文字内容文字内文字内容</a:t>
            </a:r>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p:txBody>
      </p:sp>
      <p:sp>
        <p:nvSpPr>
          <p:cNvPr id="38" name="Rectangle 37"/>
          <p:cNvSpPr/>
          <p:nvPr/>
        </p:nvSpPr>
        <p:spPr>
          <a:xfrm>
            <a:off x="7669693" y="2071633"/>
            <a:ext cx="2668107" cy="661720"/>
          </a:xfrm>
          <a:prstGeom prst="rect">
            <a:avLst/>
          </a:prstGeom>
          <a:noFill/>
        </p:spPr>
        <p:txBody>
          <a:bodyPr wrap="square">
            <a:spAutoFit/>
          </a:bodyPr>
          <a:lstStyle/>
          <a:p>
            <a:pPr algn="just">
              <a:lnSpc>
                <a:spcPct val="90000"/>
              </a:lnSpc>
            </a:pPr>
            <a:r>
              <a:rPr lang="zh-CN" altLang="en-US" sz="4000" b="1" dirty="0" smtClean="0">
                <a:solidFill>
                  <a:schemeClr val="tx1">
                    <a:lumMod val="65000"/>
                    <a:lumOff val="35000"/>
                  </a:schemeClr>
                </a:solidFill>
                <a:latin typeface="Montserrat" panose="00000500000000000000" pitchFamily="50" charset="0"/>
                <a:cs typeface="Arial" panose="020B0604020202020204"/>
              </a:rPr>
              <a:t>文字</a:t>
            </a:r>
            <a:endParaRPr lang="en-US" sz="4000" b="1" dirty="0">
              <a:solidFill>
                <a:schemeClr val="tx1">
                  <a:lumMod val="65000"/>
                  <a:lumOff val="35000"/>
                </a:schemeClr>
              </a:solidFill>
              <a:latin typeface="Montserrat" panose="00000500000000000000" pitchFamily="50" charset="0"/>
              <a:cs typeface="Arial" panose="020B0604020202020204"/>
            </a:endParaRPr>
          </a:p>
        </p:txBody>
      </p:sp>
      <p:pic>
        <p:nvPicPr>
          <p:cNvPr id="11" name="图片占位符 10"/>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9793" b="9793"/>
          <a:stretch>
            <a:fillRect/>
          </a:stretch>
        </p:blipFill>
        <p:spPr/>
      </p:pic>
      <p:pic>
        <p:nvPicPr>
          <p:cNvPr id="12" name="图片占位符 11"/>
          <p:cNvPicPr>
            <a:picLocks noGrp="1" noChangeAspect="1"/>
          </p:cNvPicPr>
          <p:nvPr>
            <p:ph type="pic" sz="quarter" idx="15"/>
          </p:nvPr>
        </p:nvPicPr>
        <p:blipFill>
          <a:blip r:embed="rId3" cstate="print">
            <a:extLst>
              <a:ext uri="{28A0092B-C50C-407E-A947-70E740481C1C}">
                <a14:useLocalDpi xmlns:a14="http://schemas.microsoft.com/office/drawing/2010/main" val="0"/>
              </a:ext>
            </a:extLst>
          </a:blip>
          <a:srcRect l="8527" r="8527"/>
          <a:stretch>
            <a:fillRect/>
          </a:stretch>
        </p:blipFill>
        <p:spPr/>
      </p:pic>
      <p:pic>
        <p:nvPicPr>
          <p:cNvPr id="13" name="图片占位符 12"/>
          <p:cNvPicPr>
            <a:picLocks noGrp="1" noChangeAspect="1"/>
          </p:cNvPicPr>
          <p:nvPr>
            <p:ph type="pic" sz="quarter" idx="16"/>
          </p:nvPr>
        </p:nvPicPr>
        <p:blipFill>
          <a:blip r:embed="rId4" cstate="print">
            <a:extLst>
              <a:ext uri="{28A0092B-C50C-407E-A947-70E740481C1C}">
                <a14:useLocalDpi xmlns:a14="http://schemas.microsoft.com/office/drawing/2010/main" val="0"/>
              </a:ext>
            </a:extLst>
          </a:blip>
          <a:srcRect l="12506" r="12506"/>
          <a:stretch>
            <a:fillRect/>
          </a:stretch>
        </p:blipFill>
        <p:spPr/>
      </p:pic>
      <p:pic>
        <p:nvPicPr>
          <p:cNvPr id="14" name="图片占位符 13"/>
          <p:cNvPicPr>
            <a:picLocks noGrp="1" noChangeAspect="1"/>
          </p:cNvPicPr>
          <p:nvPr>
            <p:ph type="pic" sz="quarter" idx="17"/>
          </p:nvPr>
        </p:nvPicPr>
        <p:blipFill>
          <a:blip r:embed="rId5" cstate="print">
            <a:extLst>
              <a:ext uri="{28A0092B-C50C-407E-A947-70E740481C1C}">
                <a14:useLocalDpi xmlns:a14="http://schemas.microsoft.com/office/drawing/2010/main" val="0"/>
              </a:ext>
            </a:extLst>
          </a:blip>
          <a:srcRect l="12441" r="12441"/>
          <a:stretch>
            <a:fillRect/>
          </a:stretch>
        </p:blipFill>
        <p:spPr/>
      </p:pic>
      <p:pic>
        <p:nvPicPr>
          <p:cNvPr id="15" name="图片占位符 14"/>
          <p:cNvPicPr>
            <a:picLocks noGrp="1" noChangeAspect="1"/>
          </p:cNvPicPr>
          <p:nvPr>
            <p:ph type="pic" sz="quarter" idx="18"/>
          </p:nvPr>
        </p:nvPicPr>
        <p:blipFill>
          <a:blip r:embed="rId6" cstate="print">
            <a:extLst>
              <a:ext uri="{28A0092B-C50C-407E-A947-70E740481C1C}">
                <a14:useLocalDpi xmlns:a14="http://schemas.microsoft.com/office/drawing/2010/main" val="0"/>
              </a:ext>
            </a:extLst>
          </a:blip>
          <a:srcRect l="1038" r="1038"/>
          <a:stretch>
            <a:fillRect/>
          </a:stretch>
        </p:blipFill>
        <p:spPr/>
      </p:pic>
      <p:pic>
        <p:nvPicPr>
          <p:cNvPr id="3" name="图片 2" descr="中科大"/>
          <p:cNvPicPr>
            <a:picLocks noChangeAspect="1"/>
          </p:cNvPicPr>
          <p:nvPr/>
        </p:nvPicPr>
        <p:blipFill>
          <a:blip r:embed="rId7"/>
          <a:stretch>
            <a:fillRect/>
          </a:stretch>
        </p:blipFill>
        <p:spPr>
          <a:xfrm>
            <a:off x="4944110" y="128905"/>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7" grpId="0"/>
      <p:bldP spid="3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sz="quarter" idx="10"/>
          </p:nvPr>
        </p:nvPicPr>
        <p:blipFill>
          <a:blip r:embed="rId1">
            <a:extLst>
              <a:ext uri="{28A0092B-C50C-407E-A947-70E740481C1C}">
                <a14:useLocalDpi xmlns:a14="http://schemas.microsoft.com/office/drawing/2010/main" val="0"/>
              </a:ext>
            </a:extLst>
          </a:blip>
          <a:srcRect l="14728" r="14728"/>
          <a:stretch>
            <a:fillRect/>
          </a:stretch>
        </p:blipFill>
        <p:spPr/>
      </p:pic>
      <p:sp>
        <p:nvSpPr>
          <p:cNvPr id="12" name="Rectangle 11"/>
          <p:cNvSpPr/>
          <p:nvPr/>
        </p:nvSpPr>
        <p:spPr>
          <a:xfrm flipH="1">
            <a:off x="-6" y="0"/>
            <a:ext cx="7265048"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1" fmla="*/ 2424689 w 6096001"/>
              <a:gd name="connsiteY0-2" fmla="*/ 14431 h 6858000"/>
              <a:gd name="connsiteX1-3" fmla="*/ 6096001 w 6096001"/>
              <a:gd name="connsiteY1-4" fmla="*/ 0 h 6858000"/>
              <a:gd name="connsiteX2-5" fmla="*/ 6096001 w 6096001"/>
              <a:gd name="connsiteY2-6" fmla="*/ 6858000 h 6858000"/>
              <a:gd name="connsiteX3-7" fmla="*/ 0 w 6096001"/>
              <a:gd name="connsiteY3-8" fmla="*/ 6858000 h 6858000"/>
              <a:gd name="connsiteX4-9" fmla="*/ 2424689 w 6096001"/>
              <a:gd name="connsiteY4-10" fmla="*/ 14431 h 6858000"/>
              <a:gd name="connsiteX0-11" fmla="*/ 3593736 w 7265048"/>
              <a:gd name="connsiteY0-12" fmla="*/ 14431 h 6858000"/>
              <a:gd name="connsiteX1-13" fmla="*/ 7265048 w 7265048"/>
              <a:gd name="connsiteY1-14" fmla="*/ 0 h 6858000"/>
              <a:gd name="connsiteX2-15" fmla="*/ 7265048 w 7265048"/>
              <a:gd name="connsiteY2-16" fmla="*/ 6858000 h 6858000"/>
              <a:gd name="connsiteX3-17" fmla="*/ 0 w 7265048"/>
              <a:gd name="connsiteY3-18" fmla="*/ 6858000 h 6858000"/>
              <a:gd name="connsiteX4-19" fmla="*/ 3593736 w 7265048"/>
              <a:gd name="connsiteY4-20" fmla="*/ 14431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265048" h="6858000">
                <a:moveTo>
                  <a:pt x="3593736" y="14431"/>
                </a:moveTo>
                <a:lnTo>
                  <a:pt x="7265048" y="0"/>
                </a:lnTo>
                <a:lnTo>
                  <a:pt x="7265048" y="6858000"/>
                </a:lnTo>
                <a:lnTo>
                  <a:pt x="0" y="6858000"/>
                </a:lnTo>
                <a:lnTo>
                  <a:pt x="3593736" y="14431"/>
                </a:lnTo>
                <a:close/>
              </a:path>
            </a:pathLst>
          </a:custGeom>
          <a:solidFill>
            <a:schemeClr val="accent4">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grpSp>
        <p:nvGrpSpPr>
          <p:cNvPr id="14" name="Group 13"/>
          <p:cNvGrpSpPr/>
          <p:nvPr/>
        </p:nvGrpSpPr>
        <p:grpSpPr>
          <a:xfrm>
            <a:off x="7201904" y="1842755"/>
            <a:ext cx="4095508" cy="2939606"/>
            <a:chOff x="7201904" y="1955189"/>
            <a:chExt cx="4095508" cy="2939606"/>
          </a:xfrm>
        </p:grpSpPr>
        <p:sp>
          <p:nvSpPr>
            <p:cNvPr id="8" name="Rectangle 7"/>
            <p:cNvSpPr/>
            <p:nvPr/>
          </p:nvSpPr>
          <p:spPr>
            <a:xfrm flipH="1">
              <a:off x="7201904" y="3078913"/>
              <a:ext cx="4095508" cy="1815882"/>
            </a:xfrm>
            <a:prstGeom prst="rect">
              <a:avLst/>
            </a:prstGeom>
          </p:spPr>
          <p:txBody>
            <a:bodyPr wrap="square">
              <a:spAutoFit/>
            </a:bodyPr>
            <a:lstStyle/>
            <a:p>
              <a:pPr algn="r"/>
              <a:r>
                <a:rPr lang="zh-CN" altLang="en-US" sz="1400" dirty="0">
                  <a:solidFill>
                    <a:schemeClr val="bg1"/>
                  </a:solidFill>
                </a:rPr>
                <a:t>文字内容文字文字内容文字内容文字内容文字内容文字内文字内容文字内容文字文字内容文字内容文字内容文字内容文字内文字内容</a:t>
              </a:r>
              <a:endParaRPr lang="en-US" altLang="zh-CN" sz="1400" dirty="0">
                <a:solidFill>
                  <a:schemeClr val="bg1"/>
                </a:solidFill>
              </a:endParaRPr>
            </a:p>
            <a:p>
              <a:pPr algn="r"/>
              <a:r>
                <a:rPr lang="zh-CN" altLang="en-US" sz="1400" dirty="0">
                  <a:solidFill>
                    <a:schemeClr val="bg1"/>
                  </a:solidFill>
                </a:rPr>
                <a:t>文字内容文字文字内容文字内容文字内容文字内容文字内文字内容文字内容文字文字内容文字内容文字内容文字内容文字内文字内容</a:t>
              </a:r>
              <a:endParaRPr lang="en-US" altLang="zh-CN" sz="1400" dirty="0">
                <a:solidFill>
                  <a:schemeClr val="bg1"/>
                </a:solidFill>
              </a:endParaRPr>
            </a:p>
            <a:p>
              <a:pPr algn="r"/>
              <a:endParaRPr lang="en-US" altLang="zh-CN" sz="1400" dirty="0">
                <a:solidFill>
                  <a:schemeClr val="bg1"/>
                </a:solidFill>
              </a:endParaRPr>
            </a:p>
            <a:p>
              <a:pPr algn="r"/>
              <a:endParaRPr lang="en-US" altLang="zh-CN" sz="1400" dirty="0">
                <a:solidFill>
                  <a:schemeClr val="bg1"/>
                </a:solidFill>
              </a:endParaRPr>
            </a:p>
          </p:txBody>
        </p:sp>
        <p:sp>
          <p:nvSpPr>
            <p:cNvPr id="9" name="Rectangle 8"/>
            <p:cNvSpPr/>
            <p:nvPr/>
          </p:nvSpPr>
          <p:spPr>
            <a:xfrm flipH="1">
              <a:off x="7937970" y="1955189"/>
              <a:ext cx="3359442" cy="410882"/>
            </a:xfrm>
            <a:prstGeom prst="rect">
              <a:avLst/>
            </a:prstGeom>
          </p:spPr>
          <p:txBody>
            <a:bodyPr wrap="square">
              <a:spAutoFit/>
            </a:bodyPr>
            <a:lstStyle/>
            <a:p>
              <a:pPr algn="r">
                <a:lnSpc>
                  <a:spcPct val="120000"/>
                </a:lnSpc>
              </a:pPr>
              <a:r>
                <a:rPr lang="zh-CN" altLang="en-US" dirty="0" smtClean="0">
                  <a:solidFill>
                    <a:schemeClr val="bg1"/>
                  </a:solidFill>
                  <a:latin typeface="Montserrat" panose="00000500000000000000" pitchFamily="50" charset="0"/>
                  <a:cs typeface="Raleway"/>
                </a:rPr>
                <a:t>文字标题内容</a:t>
              </a:r>
              <a:endParaRPr lang="id-ID" dirty="0">
                <a:solidFill>
                  <a:schemeClr val="bg1"/>
                </a:solidFill>
                <a:latin typeface="Montserrat" panose="00000500000000000000" pitchFamily="50" charset="0"/>
                <a:cs typeface="Raleway"/>
              </a:endParaRPr>
            </a:p>
          </p:txBody>
        </p:sp>
      </p:grpSp>
      <p:pic>
        <p:nvPicPr>
          <p:cNvPr id="5" name="图片占位符 4"/>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6592" r="16592"/>
          <a:stretch>
            <a:fillRect/>
          </a:stretch>
        </p:blipFill>
        <p:spPr/>
      </p:pic>
      <p:pic>
        <p:nvPicPr>
          <p:cNvPr id="2" name="图片 1" descr="中科大"/>
          <p:cNvPicPr>
            <a:picLocks noChangeAspect="1"/>
          </p:cNvPicPr>
          <p:nvPr/>
        </p:nvPicPr>
        <p:blipFill>
          <a:blip r:embed="rId3"/>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17"/>
          <p:cNvSpPr/>
          <p:nvPr/>
        </p:nvSpPr>
        <p:spPr bwMode="auto">
          <a:xfrm>
            <a:off x="1789475" y="0"/>
            <a:ext cx="6891867" cy="6901022"/>
          </a:xfrm>
          <a:custGeom>
            <a:avLst/>
            <a:gdLst>
              <a:gd name="connsiteX0" fmla="*/ 0 w 5146190"/>
              <a:gd name="connsiteY0" fmla="*/ 0 h 5153026"/>
              <a:gd name="connsiteX1" fmla="*/ 283554 w 5146190"/>
              <a:gd name="connsiteY1" fmla="*/ 0 h 5153026"/>
              <a:gd name="connsiteX2" fmla="*/ 2438400 w 5146190"/>
              <a:gd name="connsiteY2" fmla="*/ 0 h 5153026"/>
              <a:gd name="connsiteX3" fmla="*/ 2721954 w 5146190"/>
              <a:gd name="connsiteY3" fmla="*/ 0 h 5153026"/>
              <a:gd name="connsiteX4" fmla="*/ 2721954 w 5146190"/>
              <a:gd name="connsiteY4" fmla="*/ 1 h 5153026"/>
              <a:gd name="connsiteX5" fmla="*/ 4862636 w 5146190"/>
              <a:gd name="connsiteY5" fmla="*/ 1 h 5153026"/>
              <a:gd name="connsiteX6" fmla="*/ 5146190 w 5146190"/>
              <a:gd name="connsiteY6" fmla="*/ 1 h 5153026"/>
              <a:gd name="connsiteX7" fmla="*/ 4708543 w 5146190"/>
              <a:gd name="connsiteY7" fmla="*/ 930276 h 5153026"/>
              <a:gd name="connsiteX8" fmla="*/ 4708544 w 5146190"/>
              <a:gd name="connsiteY8" fmla="*/ 930276 h 5153026"/>
              <a:gd name="connsiteX9" fmla="*/ 3164083 w 5146190"/>
              <a:gd name="connsiteY9" fmla="*/ 4213226 h 5153026"/>
              <a:gd name="connsiteX10" fmla="*/ 3164082 w 5146190"/>
              <a:gd name="connsiteY10" fmla="*/ 4213226 h 5153026"/>
              <a:gd name="connsiteX11" fmla="*/ 2721954 w 5146190"/>
              <a:gd name="connsiteY11" fmla="*/ 5153026 h 5153026"/>
              <a:gd name="connsiteX12" fmla="*/ 2721954 w 5146190"/>
              <a:gd name="connsiteY12" fmla="*/ 5143500 h 5153026"/>
              <a:gd name="connsiteX13" fmla="*/ 2442882 w 5146190"/>
              <a:gd name="connsiteY13" fmla="*/ 5143500 h 5153026"/>
              <a:gd name="connsiteX14" fmla="*/ 2438400 w 5146190"/>
              <a:gd name="connsiteY14" fmla="*/ 5153026 h 5153026"/>
              <a:gd name="connsiteX15" fmla="*/ 2438400 w 5146190"/>
              <a:gd name="connsiteY15" fmla="*/ 5143500 h 5153026"/>
              <a:gd name="connsiteX16" fmla="*/ 283554 w 5146190"/>
              <a:gd name="connsiteY16" fmla="*/ 5143500 h 5153026"/>
              <a:gd name="connsiteX17" fmla="*/ 0 w 5146190"/>
              <a:gd name="connsiteY17" fmla="*/ 5143500 h 515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6190" h="5153026">
                <a:moveTo>
                  <a:pt x="0" y="0"/>
                </a:moveTo>
                <a:lnTo>
                  <a:pt x="283554" y="0"/>
                </a:lnTo>
                <a:lnTo>
                  <a:pt x="2438400" y="0"/>
                </a:lnTo>
                <a:lnTo>
                  <a:pt x="2721954" y="0"/>
                </a:lnTo>
                <a:lnTo>
                  <a:pt x="2721954" y="1"/>
                </a:lnTo>
                <a:lnTo>
                  <a:pt x="4862636" y="1"/>
                </a:lnTo>
                <a:lnTo>
                  <a:pt x="5146190" y="1"/>
                </a:lnTo>
                <a:lnTo>
                  <a:pt x="4708543" y="930276"/>
                </a:lnTo>
                <a:lnTo>
                  <a:pt x="4708544" y="930276"/>
                </a:lnTo>
                <a:lnTo>
                  <a:pt x="3164083" y="4213226"/>
                </a:lnTo>
                <a:lnTo>
                  <a:pt x="3164082" y="4213226"/>
                </a:lnTo>
                <a:lnTo>
                  <a:pt x="2721954" y="5153026"/>
                </a:lnTo>
                <a:lnTo>
                  <a:pt x="2721954" y="5143500"/>
                </a:lnTo>
                <a:lnTo>
                  <a:pt x="2442882" y="5143500"/>
                </a:lnTo>
                <a:lnTo>
                  <a:pt x="2438400" y="5153026"/>
                </a:lnTo>
                <a:lnTo>
                  <a:pt x="2438400" y="5143500"/>
                </a:lnTo>
                <a:lnTo>
                  <a:pt x="283554" y="5143500"/>
                </a:lnTo>
                <a:lnTo>
                  <a:pt x="0" y="5143500"/>
                </a:lnTo>
                <a:close/>
              </a:path>
            </a:pathLst>
          </a:custGeom>
          <a:solidFill>
            <a:schemeClr val="tx2"/>
          </a:solidFill>
          <a:ln w="9525">
            <a:solidFill>
              <a:schemeClr val="accent2"/>
            </a:solidFill>
            <a:round/>
          </a:ln>
        </p:spPr>
        <p:txBody>
          <a:bodyPr vert="horz" wrap="square" lIns="91440" tIns="45720" rIns="91440" bIns="45720" numCol="1" rtlCol="0" anchor="t" anchorCtr="0" compatLnSpc="1">
            <a:noAutofit/>
          </a:bodyPr>
          <a:lstStyle/>
          <a:p>
            <a:pPr algn="ctr"/>
            <a:endParaRPr lang="en-US"/>
          </a:p>
        </p:txBody>
      </p:sp>
      <p:grpSp>
        <p:nvGrpSpPr>
          <p:cNvPr id="3" name="Group 2"/>
          <p:cNvGrpSpPr/>
          <p:nvPr/>
        </p:nvGrpSpPr>
        <p:grpSpPr>
          <a:xfrm>
            <a:off x="0" y="0"/>
            <a:ext cx="7711386" cy="6901022"/>
            <a:chOff x="0" y="0"/>
            <a:chExt cx="7711386" cy="6901022"/>
          </a:xfrm>
        </p:grpSpPr>
        <p:sp>
          <p:nvSpPr>
            <p:cNvPr id="8" name="Freeform 7"/>
            <p:cNvSpPr/>
            <p:nvPr/>
          </p:nvSpPr>
          <p:spPr bwMode="auto">
            <a:xfrm>
              <a:off x="0" y="0"/>
              <a:ext cx="6891867" cy="6901022"/>
            </a:xfrm>
            <a:custGeom>
              <a:avLst/>
              <a:gdLst>
                <a:gd name="connsiteX0" fmla="*/ 0 w 5146190"/>
                <a:gd name="connsiteY0" fmla="*/ 0 h 5153026"/>
                <a:gd name="connsiteX1" fmla="*/ 283554 w 5146190"/>
                <a:gd name="connsiteY1" fmla="*/ 0 h 5153026"/>
                <a:gd name="connsiteX2" fmla="*/ 2438400 w 5146190"/>
                <a:gd name="connsiteY2" fmla="*/ 0 h 5153026"/>
                <a:gd name="connsiteX3" fmla="*/ 2721954 w 5146190"/>
                <a:gd name="connsiteY3" fmla="*/ 0 h 5153026"/>
                <a:gd name="connsiteX4" fmla="*/ 2721954 w 5146190"/>
                <a:gd name="connsiteY4" fmla="*/ 1 h 5153026"/>
                <a:gd name="connsiteX5" fmla="*/ 4862636 w 5146190"/>
                <a:gd name="connsiteY5" fmla="*/ 1 h 5153026"/>
                <a:gd name="connsiteX6" fmla="*/ 5146190 w 5146190"/>
                <a:gd name="connsiteY6" fmla="*/ 1 h 5153026"/>
                <a:gd name="connsiteX7" fmla="*/ 4708543 w 5146190"/>
                <a:gd name="connsiteY7" fmla="*/ 930276 h 5153026"/>
                <a:gd name="connsiteX8" fmla="*/ 4708544 w 5146190"/>
                <a:gd name="connsiteY8" fmla="*/ 930276 h 5153026"/>
                <a:gd name="connsiteX9" fmla="*/ 3164083 w 5146190"/>
                <a:gd name="connsiteY9" fmla="*/ 4213226 h 5153026"/>
                <a:gd name="connsiteX10" fmla="*/ 3164082 w 5146190"/>
                <a:gd name="connsiteY10" fmla="*/ 4213226 h 5153026"/>
                <a:gd name="connsiteX11" fmla="*/ 2721954 w 5146190"/>
                <a:gd name="connsiteY11" fmla="*/ 5153026 h 5153026"/>
                <a:gd name="connsiteX12" fmla="*/ 2721954 w 5146190"/>
                <a:gd name="connsiteY12" fmla="*/ 5143500 h 5153026"/>
                <a:gd name="connsiteX13" fmla="*/ 2442882 w 5146190"/>
                <a:gd name="connsiteY13" fmla="*/ 5143500 h 5153026"/>
                <a:gd name="connsiteX14" fmla="*/ 2438400 w 5146190"/>
                <a:gd name="connsiteY14" fmla="*/ 5153026 h 5153026"/>
                <a:gd name="connsiteX15" fmla="*/ 2438400 w 5146190"/>
                <a:gd name="connsiteY15" fmla="*/ 5143500 h 5153026"/>
                <a:gd name="connsiteX16" fmla="*/ 283554 w 5146190"/>
                <a:gd name="connsiteY16" fmla="*/ 5143500 h 5153026"/>
                <a:gd name="connsiteX17" fmla="*/ 0 w 5146190"/>
                <a:gd name="connsiteY17" fmla="*/ 5143500 h 515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46190" h="5153026">
                  <a:moveTo>
                    <a:pt x="0" y="0"/>
                  </a:moveTo>
                  <a:lnTo>
                    <a:pt x="283554" y="0"/>
                  </a:lnTo>
                  <a:lnTo>
                    <a:pt x="2438400" y="0"/>
                  </a:lnTo>
                  <a:lnTo>
                    <a:pt x="2721954" y="0"/>
                  </a:lnTo>
                  <a:lnTo>
                    <a:pt x="2721954" y="1"/>
                  </a:lnTo>
                  <a:lnTo>
                    <a:pt x="4862636" y="1"/>
                  </a:lnTo>
                  <a:lnTo>
                    <a:pt x="5146190" y="1"/>
                  </a:lnTo>
                  <a:lnTo>
                    <a:pt x="4708543" y="930276"/>
                  </a:lnTo>
                  <a:lnTo>
                    <a:pt x="4708544" y="930276"/>
                  </a:lnTo>
                  <a:lnTo>
                    <a:pt x="3164083" y="4213226"/>
                  </a:lnTo>
                  <a:lnTo>
                    <a:pt x="3164082" y="4213226"/>
                  </a:lnTo>
                  <a:lnTo>
                    <a:pt x="2721954" y="5153026"/>
                  </a:lnTo>
                  <a:lnTo>
                    <a:pt x="2721954" y="5143500"/>
                  </a:lnTo>
                  <a:lnTo>
                    <a:pt x="2442882" y="5143500"/>
                  </a:lnTo>
                  <a:lnTo>
                    <a:pt x="2438400" y="5153026"/>
                  </a:lnTo>
                  <a:lnTo>
                    <a:pt x="2438400" y="5143500"/>
                  </a:lnTo>
                  <a:lnTo>
                    <a:pt x="283554" y="5143500"/>
                  </a:lnTo>
                  <a:lnTo>
                    <a:pt x="0" y="5143500"/>
                  </a:lnTo>
                  <a:close/>
                </a:path>
              </a:pathLst>
            </a:custGeom>
            <a:solidFill>
              <a:schemeClr val="accent2"/>
            </a:solidFill>
            <a:ln w="9525">
              <a:noFill/>
              <a:round/>
            </a:ln>
          </p:spPr>
          <p:txBody>
            <a:bodyPr vert="horz" wrap="square" lIns="91440" tIns="45720" rIns="91440" bIns="45720" numCol="1" rtlCol="0" anchor="t" anchorCtr="0" compatLnSpc="1">
              <a:noAutofit/>
            </a:bodyPr>
            <a:lstStyle/>
            <a:p>
              <a:pPr algn="ctr"/>
              <a:endParaRPr lang="en-US"/>
            </a:p>
          </p:txBody>
        </p:sp>
        <p:grpSp>
          <p:nvGrpSpPr>
            <p:cNvPr id="13" name="Group 12"/>
            <p:cNvGrpSpPr/>
            <p:nvPr/>
          </p:nvGrpSpPr>
          <p:grpSpPr>
            <a:xfrm>
              <a:off x="4232602" y="474133"/>
              <a:ext cx="3478784" cy="5909734"/>
              <a:chOff x="5211465" y="491044"/>
              <a:chExt cx="2503192" cy="4252406"/>
            </a:xfrm>
            <a:solidFill>
              <a:srgbClr val="FCC009"/>
            </a:solidFill>
          </p:grpSpPr>
          <p:sp>
            <p:nvSpPr>
              <p:cNvPr id="9" name="Freeform 8"/>
              <p:cNvSpPr/>
              <p:nvPr/>
            </p:nvSpPr>
            <p:spPr bwMode="auto">
              <a:xfrm>
                <a:off x="5211465" y="1221294"/>
                <a:ext cx="1851096" cy="3282950"/>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a:p>
            </p:txBody>
          </p:sp>
          <p:sp>
            <p:nvSpPr>
              <p:cNvPr id="10" name="Freeform 9"/>
              <p:cNvSpPr/>
              <p:nvPr/>
            </p:nvSpPr>
            <p:spPr bwMode="auto">
              <a:xfrm>
                <a:off x="6580871" y="491044"/>
                <a:ext cx="1133786" cy="2010788"/>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a:p>
            </p:txBody>
          </p:sp>
          <p:sp>
            <p:nvSpPr>
              <p:cNvPr id="11" name="Freeform 10"/>
              <p:cNvSpPr/>
              <p:nvPr/>
            </p:nvSpPr>
            <p:spPr bwMode="auto">
              <a:xfrm>
                <a:off x="5597768" y="3424812"/>
                <a:ext cx="743516" cy="1318638"/>
              </a:xfrm>
              <a:custGeom>
                <a:avLst/>
                <a:gdLst>
                  <a:gd name="connsiteX0" fmla="*/ 1544461 w 1851096"/>
                  <a:gd name="connsiteY0" fmla="*/ 0 h 3282950"/>
                  <a:gd name="connsiteX1" fmla="*/ 1851096 w 1851096"/>
                  <a:gd name="connsiteY1" fmla="*/ 0 h 3282950"/>
                  <a:gd name="connsiteX2" fmla="*/ 306635 w 1851096"/>
                  <a:gd name="connsiteY2" fmla="*/ 3282950 h 3282950"/>
                  <a:gd name="connsiteX3" fmla="*/ 0 w 1851096"/>
                  <a:gd name="connsiteY3" fmla="*/ 3282950 h 3282950"/>
                  <a:gd name="connsiteX4" fmla="*/ 1544461 w 1851096"/>
                  <a:gd name="connsiteY4" fmla="*/ 0 h 328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096" h="3282950">
                    <a:moveTo>
                      <a:pt x="1544461" y="0"/>
                    </a:moveTo>
                    <a:lnTo>
                      <a:pt x="1851096" y="0"/>
                    </a:lnTo>
                    <a:lnTo>
                      <a:pt x="306635" y="3282950"/>
                    </a:lnTo>
                    <a:lnTo>
                      <a:pt x="0" y="3282950"/>
                    </a:lnTo>
                    <a:lnTo>
                      <a:pt x="1544461" y="0"/>
                    </a:lnTo>
                    <a:close/>
                  </a:path>
                </a:pathLst>
              </a:custGeom>
              <a:solidFill>
                <a:schemeClr val="accent2"/>
              </a:solidFill>
              <a:ln w="9525">
                <a:noFill/>
                <a:round/>
              </a:ln>
            </p:spPr>
            <p:txBody>
              <a:bodyPr vert="horz" wrap="square" lIns="91440" tIns="45720" rIns="91440" bIns="45720" numCol="1" rtlCol="0" anchor="t" anchorCtr="0" compatLnSpc="1"/>
              <a:lstStyle/>
              <a:p>
                <a:pPr algn="ctr"/>
                <a:endParaRPr lang="en-US" dirty="0"/>
              </a:p>
            </p:txBody>
          </p:sp>
        </p:grpSp>
      </p:grpSp>
      <p:pic>
        <p:nvPicPr>
          <p:cNvPr id="4" name="图片占位符 3" descr="C:\Users\xin\Desktop\微信图片_20201013160828.jpg微信图片_20201013160828"/>
          <p:cNvPicPr>
            <a:picLocks noGrp="1" noChangeAspect="1"/>
          </p:cNvPicPr>
          <p:nvPr>
            <p:ph type="pic" sz="quarter" idx="11"/>
          </p:nvPr>
        </p:nvPicPr>
        <p:blipFill>
          <a:blip r:embed="rId1"/>
          <a:srcRect/>
          <a:stretch>
            <a:fillRect/>
          </a:stretch>
        </p:blipFill>
        <p:spPr>
          <a:xfrm>
            <a:off x="0" y="-635"/>
            <a:ext cx="7371715" cy="6902450"/>
          </a:xfrm>
        </p:spPr>
      </p:pic>
      <p:sp>
        <p:nvSpPr>
          <p:cNvPr id="15" name="Rectangle 14"/>
          <p:cNvSpPr/>
          <p:nvPr/>
        </p:nvSpPr>
        <p:spPr>
          <a:xfrm flipH="1">
            <a:off x="5736923" y="3620321"/>
            <a:ext cx="5773109" cy="1015663"/>
          </a:xfrm>
          <a:prstGeom prst="rect">
            <a:avLst/>
          </a:prstGeom>
        </p:spPr>
        <p:txBody>
          <a:bodyPr wrap="square">
            <a:spAutoFit/>
          </a:bodyPr>
          <a:lstStyle/>
          <a:p>
            <a:pPr indent="627380" algn="r"/>
            <a:r>
              <a:rPr lang="zh-CN" altLang="en-US" sz="6000" b="1" dirty="0" smtClean="0">
                <a:solidFill>
                  <a:schemeClr val="bg1"/>
                </a:solidFill>
                <a:latin typeface="Montserrat" panose="00000500000000000000" pitchFamily="50" charset="0"/>
                <a:cs typeface="Raleway"/>
              </a:rPr>
              <a:t>谢谢欣赏</a:t>
            </a:r>
            <a:endParaRPr lang="en-US" sz="6000" b="1" dirty="0">
              <a:solidFill>
                <a:schemeClr val="bg1"/>
              </a:solidFill>
              <a:latin typeface="Montserrat" panose="00000500000000000000" pitchFamily="50" charset="0"/>
              <a:cs typeface="Raleway"/>
            </a:endParaRPr>
          </a:p>
        </p:txBody>
      </p:sp>
      <p:pic>
        <p:nvPicPr>
          <p:cNvPr id="2" name="图片 1" descr="中科大"/>
          <p:cNvPicPr>
            <a:picLocks noChangeAspect="1"/>
          </p:cNvPicPr>
          <p:nvPr/>
        </p:nvPicPr>
        <p:blipFill>
          <a:blip r:embed="rId2"/>
          <a:stretch>
            <a:fillRect/>
          </a:stretch>
        </p:blipFill>
        <p:spPr>
          <a:xfrm>
            <a:off x="11068685" y="217170"/>
            <a:ext cx="807720" cy="807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0-#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5" grpId="0"/>
    </p:bldLst>
  </p:timing>
</p:sld>
</file>

<file path=ppt/theme/theme1.xml><?xml version="1.0" encoding="utf-8"?>
<a:theme xmlns:a="http://schemas.openxmlformats.org/drawingml/2006/main" name="Office Theme">
  <a:themeElements>
    <a:clrScheme name="Trends">
      <a:dk1>
        <a:srgbClr val="44546A"/>
      </a:dk1>
      <a:lt1>
        <a:srgbClr val="FFFFFF"/>
      </a:lt1>
      <a:dk2>
        <a:srgbClr val="44546A"/>
      </a:dk2>
      <a:lt2>
        <a:srgbClr val="000000"/>
      </a:lt2>
      <a:accent1>
        <a:srgbClr val="F13B48"/>
      </a:accent1>
      <a:accent2>
        <a:srgbClr val="FCC009"/>
      </a:accent2>
      <a:accent3>
        <a:srgbClr val="01B2D4"/>
      </a:accent3>
      <a:accent4>
        <a:srgbClr val="ADCE25"/>
      </a:accent4>
      <a:accent5>
        <a:srgbClr val="8554AD"/>
      </a:accent5>
      <a:accent6>
        <a:srgbClr val="937863"/>
      </a:accent6>
      <a:hlink>
        <a:srgbClr val="44546A"/>
      </a:hlink>
      <a:folHlink>
        <a:srgbClr val="3EBBF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4131</Words>
  <Application>WPS 演示</Application>
  <PresentationFormat>宽屏</PresentationFormat>
  <Paragraphs>590</Paragraphs>
  <Slides>27</Slides>
  <Notes>1</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27</vt:i4>
      </vt:variant>
    </vt:vector>
  </HeadingPairs>
  <TitlesOfParts>
    <vt:vector size="58" baseType="lpstr">
      <vt:lpstr>Arial</vt:lpstr>
      <vt:lpstr>宋体</vt:lpstr>
      <vt:lpstr>Wingdings</vt:lpstr>
      <vt:lpstr>Montserrat Semi Bold</vt:lpstr>
      <vt:lpstr>Segoe Print</vt:lpstr>
      <vt:lpstr>Raleway</vt:lpstr>
      <vt:lpstr>NumberOnly</vt:lpstr>
      <vt:lpstr>微软雅黑</vt:lpstr>
      <vt:lpstr>Raleway</vt:lpstr>
      <vt:lpstr>Montserrat</vt:lpstr>
      <vt:lpstr>Arial</vt:lpstr>
      <vt:lpstr>Gill Sans</vt:lpstr>
      <vt:lpstr>Calibri</vt:lpstr>
      <vt:lpstr>Roboto Light</vt:lpstr>
      <vt:lpstr>FontAwesome</vt:lpstr>
      <vt:lpstr>等线</vt:lpstr>
      <vt:lpstr>Arial Unicode MS</vt:lpstr>
      <vt:lpstr>Vrinda</vt:lpstr>
      <vt:lpstr>Source Sans Pro</vt:lpstr>
      <vt:lpstr>Segoe UI</vt:lpstr>
      <vt:lpstr>PT Sans</vt:lpstr>
      <vt:lpstr>Helvetica</vt:lpstr>
      <vt:lpstr>Malgun Gothic</vt:lpstr>
      <vt:lpstr>Open Sans bold</vt:lpstr>
      <vt:lpstr>Swis721 BlkCn BT</vt:lpstr>
      <vt:lpstr>Open Sans Extrabold</vt:lpstr>
      <vt:lpstr>Gulim</vt:lpstr>
      <vt:lpstr>Tahoma</vt:lpstr>
      <vt:lpstr>Vijaya</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Fajar Indra</dc:creator>
  <cp:lastModifiedBy>xin</cp:lastModifiedBy>
  <cp:revision>136</cp:revision>
  <dcterms:created xsi:type="dcterms:W3CDTF">2016-06-20T07:18:00Z</dcterms:created>
  <dcterms:modified xsi:type="dcterms:W3CDTF">2020-10-14T08:03:24Z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